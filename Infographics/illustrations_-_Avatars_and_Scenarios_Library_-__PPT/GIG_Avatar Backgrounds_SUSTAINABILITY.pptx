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viewProps" Target="viewProps.xml"/><Relationship Id="rId21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theme" Target="theme/theme1.xml"/><Relationship Id="rId16" Type="http://schemas.openxmlformats.org/officeDocument/2006/relationships/slide" Target="slides/slide1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tableStyles" Target="tableStyles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Relationship Id="rId23" Type="http://schemas.openxmlformats.org/officeDocument/2006/relationships/image" Target="../media/image51.png"/><Relationship Id="rId24" Type="http://schemas.openxmlformats.org/officeDocument/2006/relationships/image" Target="../media/image52.png"/><Relationship Id="rId25" Type="http://schemas.openxmlformats.org/officeDocument/2006/relationships/image" Target="../media/image53.png"/><Relationship Id="rId26" Type="http://schemas.openxmlformats.org/officeDocument/2006/relationships/image" Target="../media/image54.png"/><Relationship Id="rId27" Type="http://schemas.openxmlformats.org/officeDocument/2006/relationships/image" Target="../media/image55.png"/><Relationship Id="rId28" Type="http://schemas.openxmlformats.org/officeDocument/2006/relationships/image" Target="../media/image56.png"/><Relationship Id="rId29" Type="http://schemas.openxmlformats.org/officeDocument/2006/relationships/image" Target="../media/image57.png"/><Relationship Id="rId30" Type="http://schemas.openxmlformats.org/officeDocument/2006/relationships/image" Target="../media/image58.png"/><Relationship Id="rId31" Type="http://schemas.openxmlformats.org/officeDocument/2006/relationships/image" Target="../media/image59.png"/><Relationship Id="rId32" Type="http://schemas.openxmlformats.org/officeDocument/2006/relationships/image" Target="../media/image60.png"/><Relationship Id="rId33" Type="http://schemas.openxmlformats.org/officeDocument/2006/relationships/image" Target="../media/image61.png"/><Relationship Id="rId34" Type="http://schemas.openxmlformats.org/officeDocument/2006/relationships/image" Target="../media/image62.png"/><Relationship Id="rId35" Type="http://schemas.openxmlformats.org/officeDocument/2006/relationships/image" Target="../media/image63.png"/><Relationship Id="rId36" Type="http://schemas.openxmlformats.org/officeDocument/2006/relationships/image" Target="../media/image64.png"/><Relationship Id="rId37" Type="http://schemas.openxmlformats.org/officeDocument/2006/relationships/image" Target="../media/image65.png"/><Relationship Id="rId38" Type="http://schemas.openxmlformats.org/officeDocument/2006/relationships/image" Target="../media/image66.png"/><Relationship Id="rId39" Type="http://schemas.openxmlformats.org/officeDocument/2006/relationships/image" Target="../media/image67.png"/><Relationship Id="rId40" Type="http://schemas.openxmlformats.org/officeDocument/2006/relationships/image" Target="../media/image68.png"/><Relationship Id="rId41" Type="http://schemas.openxmlformats.org/officeDocument/2006/relationships/image" Target="../media/image69.png"/><Relationship Id="rId42" Type="http://schemas.openxmlformats.org/officeDocument/2006/relationships/image" Target="../media/image70.png"/><Relationship Id="rId43" Type="http://schemas.openxmlformats.org/officeDocument/2006/relationships/image" Target="../media/image71.png"/><Relationship Id="rId44" Type="http://schemas.openxmlformats.org/officeDocument/2006/relationships/image" Target="../media/image72.png"/><Relationship Id="rId45" Type="http://schemas.openxmlformats.org/officeDocument/2006/relationships/image" Target="../media/image73.png"/><Relationship Id="rId46" Type="http://schemas.openxmlformats.org/officeDocument/2006/relationships/image" Target="../media/image74.png"/><Relationship Id="rId47" Type="http://schemas.openxmlformats.org/officeDocument/2006/relationships/image" Target="../media/image75.png"/><Relationship Id="rId48" Type="http://schemas.openxmlformats.org/officeDocument/2006/relationships/image" Target="../media/image76.png"/><Relationship Id="rId49" Type="http://schemas.openxmlformats.org/officeDocument/2006/relationships/image" Target="../media/image77.png"/><Relationship Id="rId50" Type="http://schemas.openxmlformats.org/officeDocument/2006/relationships/image" Target="../media/image78.png"/><Relationship Id="rId51" Type="http://schemas.openxmlformats.org/officeDocument/2006/relationships/image" Target="../media/image79.png"/><Relationship Id="rId52" Type="http://schemas.openxmlformats.org/officeDocument/2006/relationships/image" Target="../media/image80.png"/><Relationship Id="rId53" Type="http://schemas.openxmlformats.org/officeDocument/2006/relationships/image" Target="../media/image81.png"/><Relationship Id="rId54" Type="http://schemas.openxmlformats.org/officeDocument/2006/relationships/image" Target="../media/image82.png"/><Relationship Id="rId55" Type="http://schemas.openxmlformats.org/officeDocument/2006/relationships/image" Target="../media/image83.png"/><Relationship Id="rId56" Type="http://schemas.openxmlformats.org/officeDocument/2006/relationships/image" Target="../media/image84.png"/><Relationship Id="rId57" Type="http://schemas.openxmlformats.org/officeDocument/2006/relationships/image" Target="../media/image85.png"/><Relationship Id="rId58" Type="http://schemas.openxmlformats.org/officeDocument/2006/relationships/image" Target="../media/image86.png"/><Relationship Id="rId59" Type="http://schemas.openxmlformats.org/officeDocument/2006/relationships/image" Target="../media/image87.png"/><Relationship Id="rId60" Type="http://schemas.openxmlformats.org/officeDocument/2006/relationships/image" Target="../media/image88.png"/><Relationship Id="rId61" Type="http://schemas.openxmlformats.org/officeDocument/2006/relationships/image" Target="../media/image89.png"/><Relationship Id="rId62" Type="http://schemas.openxmlformats.org/officeDocument/2006/relationships/image" Target="../media/image90.png"/><Relationship Id="rId63" Type="http://schemas.openxmlformats.org/officeDocument/2006/relationships/image" Target="../media/image9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102.png"/><Relationship Id="rId13" Type="http://schemas.openxmlformats.org/officeDocument/2006/relationships/image" Target="../media/image103.png"/><Relationship Id="rId14" Type="http://schemas.openxmlformats.org/officeDocument/2006/relationships/image" Target="../media/image104.png"/><Relationship Id="rId15" Type="http://schemas.openxmlformats.org/officeDocument/2006/relationships/image" Target="../media/image105.png"/><Relationship Id="rId16" Type="http://schemas.openxmlformats.org/officeDocument/2006/relationships/image" Target="../media/image106.png"/><Relationship Id="rId17" Type="http://schemas.openxmlformats.org/officeDocument/2006/relationships/image" Target="../media/image10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Relationship Id="rId9" Type="http://schemas.openxmlformats.org/officeDocument/2006/relationships/image" Target="../media/image115.png"/><Relationship Id="rId10" Type="http://schemas.openxmlformats.org/officeDocument/2006/relationships/image" Target="../media/image116.png"/><Relationship Id="rId11" Type="http://schemas.openxmlformats.org/officeDocument/2006/relationships/image" Target="../media/image117.png"/><Relationship Id="rId12" Type="http://schemas.openxmlformats.org/officeDocument/2006/relationships/image" Target="../media/image118.png"/><Relationship Id="rId13" Type="http://schemas.openxmlformats.org/officeDocument/2006/relationships/image" Target="../media/image119.png"/><Relationship Id="rId14" Type="http://schemas.openxmlformats.org/officeDocument/2006/relationships/image" Target="../media/image120.png"/><Relationship Id="rId15" Type="http://schemas.openxmlformats.org/officeDocument/2006/relationships/image" Target="../media/image121.png"/><Relationship Id="rId16" Type="http://schemas.openxmlformats.org/officeDocument/2006/relationships/image" Target="../media/image122.png"/><Relationship Id="rId17" Type="http://schemas.openxmlformats.org/officeDocument/2006/relationships/image" Target="../media/image123.png"/><Relationship Id="rId18" Type="http://schemas.openxmlformats.org/officeDocument/2006/relationships/image" Target="../media/image124.png"/><Relationship Id="rId19" Type="http://schemas.openxmlformats.org/officeDocument/2006/relationships/image" Target="../media/image125.png"/><Relationship Id="rId20" Type="http://schemas.openxmlformats.org/officeDocument/2006/relationships/image" Target="../media/image126.png"/><Relationship Id="rId21" Type="http://schemas.openxmlformats.org/officeDocument/2006/relationships/image" Target="../media/image127.png"/><Relationship Id="rId22" Type="http://schemas.openxmlformats.org/officeDocument/2006/relationships/image" Target="../media/image128.png"/><Relationship Id="rId23" Type="http://schemas.openxmlformats.org/officeDocument/2006/relationships/image" Target="../media/image129.png"/><Relationship Id="rId24" Type="http://schemas.openxmlformats.org/officeDocument/2006/relationships/image" Target="../media/image130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image" Target="../media/image137.png"/><Relationship Id="rId9" Type="http://schemas.openxmlformats.org/officeDocument/2006/relationships/image" Target="../media/image138.png"/><Relationship Id="rId10" Type="http://schemas.openxmlformats.org/officeDocument/2006/relationships/image" Target="../media/image139.png"/><Relationship Id="rId11" Type="http://schemas.openxmlformats.org/officeDocument/2006/relationships/image" Target="../media/image140.png"/><Relationship Id="rId12" Type="http://schemas.openxmlformats.org/officeDocument/2006/relationships/image" Target="../media/image141.png"/><Relationship Id="rId13" Type="http://schemas.openxmlformats.org/officeDocument/2006/relationships/image" Target="../media/image142.png"/><Relationship Id="rId14" Type="http://schemas.openxmlformats.org/officeDocument/2006/relationships/image" Target="../media/image143.png"/><Relationship Id="rId15" Type="http://schemas.openxmlformats.org/officeDocument/2006/relationships/image" Target="../media/image144.png"/><Relationship Id="rId16" Type="http://schemas.openxmlformats.org/officeDocument/2006/relationships/image" Target="../media/image145.png"/><Relationship Id="rId17" Type="http://schemas.openxmlformats.org/officeDocument/2006/relationships/image" Target="../media/image146.png"/><Relationship Id="rId18" Type="http://schemas.openxmlformats.org/officeDocument/2006/relationships/image" Target="../media/image147.png"/><Relationship Id="rId19" Type="http://schemas.openxmlformats.org/officeDocument/2006/relationships/image" Target="../media/image148.png"/><Relationship Id="rId20" Type="http://schemas.openxmlformats.org/officeDocument/2006/relationships/image" Target="../media/image149.png"/><Relationship Id="rId21" Type="http://schemas.openxmlformats.org/officeDocument/2006/relationships/image" Target="../media/image150.png"/><Relationship Id="rId22" Type="http://schemas.openxmlformats.org/officeDocument/2006/relationships/image" Target="../media/image151.png"/><Relationship Id="rId23" Type="http://schemas.openxmlformats.org/officeDocument/2006/relationships/image" Target="../media/image152.png"/><Relationship Id="rId24" Type="http://schemas.openxmlformats.org/officeDocument/2006/relationships/image" Target="../media/image153.png"/><Relationship Id="rId25" Type="http://schemas.openxmlformats.org/officeDocument/2006/relationships/image" Target="../media/image154.png"/><Relationship Id="rId26" Type="http://schemas.openxmlformats.org/officeDocument/2006/relationships/image" Target="../media/image155.png"/><Relationship Id="rId27" Type="http://schemas.openxmlformats.org/officeDocument/2006/relationships/image" Target="../media/image156.png"/><Relationship Id="rId28" Type="http://schemas.openxmlformats.org/officeDocument/2006/relationships/image" Target="../media/image157.png"/><Relationship Id="rId29" Type="http://schemas.openxmlformats.org/officeDocument/2006/relationships/image" Target="../media/image158.png"/><Relationship Id="rId30" Type="http://schemas.openxmlformats.org/officeDocument/2006/relationships/image" Target="../media/image159.png"/><Relationship Id="rId31" Type="http://schemas.openxmlformats.org/officeDocument/2006/relationships/image" Target="../media/image160.png"/><Relationship Id="rId32" Type="http://schemas.openxmlformats.org/officeDocument/2006/relationships/image" Target="../media/image161.png"/><Relationship Id="rId33" Type="http://schemas.openxmlformats.org/officeDocument/2006/relationships/image" Target="../media/image162.png"/><Relationship Id="rId34" Type="http://schemas.openxmlformats.org/officeDocument/2006/relationships/image" Target="../media/image163.png"/><Relationship Id="rId35" Type="http://schemas.openxmlformats.org/officeDocument/2006/relationships/image" Target="../media/image164.png"/><Relationship Id="rId36" Type="http://schemas.openxmlformats.org/officeDocument/2006/relationships/image" Target="../media/image165.png"/><Relationship Id="rId37" Type="http://schemas.openxmlformats.org/officeDocument/2006/relationships/image" Target="../media/image166.png"/><Relationship Id="rId38" Type="http://schemas.openxmlformats.org/officeDocument/2006/relationships/image" Target="../media/image167.png"/><Relationship Id="rId39" Type="http://schemas.openxmlformats.org/officeDocument/2006/relationships/image" Target="../media/image168.png"/><Relationship Id="rId40" Type="http://schemas.openxmlformats.org/officeDocument/2006/relationships/image" Target="../media/image169.png"/><Relationship Id="rId41" Type="http://schemas.openxmlformats.org/officeDocument/2006/relationships/image" Target="../media/image170.png"/><Relationship Id="rId42" Type="http://schemas.openxmlformats.org/officeDocument/2006/relationships/image" Target="../media/image171.png"/><Relationship Id="rId43" Type="http://schemas.openxmlformats.org/officeDocument/2006/relationships/image" Target="../media/image172.png"/><Relationship Id="rId44" Type="http://schemas.openxmlformats.org/officeDocument/2006/relationships/image" Target="../media/image173.png"/><Relationship Id="rId45" Type="http://schemas.openxmlformats.org/officeDocument/2006/relationships/image" Target="../media/image174.png"/><Relationship Id="rId46" Type="http://schemas.openxmlformats.org/officeDocument/2006/relationships/image" Target="../media/image175.png"/><Relationship Id="rId47" Type="http://schemas.openxmlformats.org/officeDocument/2006/relationships/image" Target="../media/image176.png"/><Relationship Id="rId48" Type="http://schemas.openxmlformats.org/officeDocument/2006/relationships/image" Target="../media/image177.png"/><Relationship Id="rId49" Type="http://schemas.openxmlformats.org/officeDocument/2006/relationships/image" Target="../media/image178.png"/><Relationship Id="rId50" Type="http://schemas.openxmlformats.org/officeDocument/2006/relationships/image" Target="../media/image179.png"/><Relationship Id="rId51" Type="http://schemas.openxmlformats.org/officeDocument/2006/relationships/image" Target="../media/image18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Relationship Id="rId4" Type="http://schemas.openxmlformats.org/officeDocument/2006/relationships/image" Target="../media/image183.png"/><Relationship Id="rId5" Type="http://schemas.openxmlformats.org/officeDocument/2006/relationships/image" Target="../media/image184.png"/><Relationship Id="rId6" Type="http://schemas.openxmlformats.org/officeDocument/2006/relationships/image" Target="../media/image185.png"/><Relationship Id="rId7" Type="http://schemas.openxmlformats.org/officeDocument/2006/relationships/image" Target="../media/image186.png"/><Relationship Id="rId8" Type="http://schemas.openxmlformats.org/officeDocument/2006/relationships/image" Target="../media/image187.png"/><Relationship Id="rId9" Type="http://schemas.openxmlformats.org/officeDocument/2006/relationships/image" Target="../media/image188.png"/><Relationship Id="rId10" Type="http://schemas.openxmlformats.org/officeDocument/2006/relationships/image" Target="../media/image189.png"/><Relationship Id="rId11" Type="http://schemas.openxmlformats.org/officeDocument/2006/relationships/image" Target="../media/image190.png"/><Relationship Id="rId12" Type="http://schemas.openxmlformats.org/officeDocument/2006/relationships/image" Target="../media/image191.png"/><Relationship Id="rId13" Type="http://schemas.openxmlformats.org/officeDocument/2006/relationships/image" Target="../media/image192.png"/><Relationship Id="rId14" Type="http://schemas.openxmlformats.org/officeDocument/2006/relationships/image" Target="../media/image193.png"/><Relationship Id="rId15" Type="http://schemas.openxmlformats.org/officeDocument/2006/relationships/image" Target="../media/image194.png"/><Relationship Id="rId16" Type="http://schemas.openxmlformats.org/officeDocument/2006/relationships/image" Target="../media/image195.png"/><Relationship Id="rId17" Type="http://schemas.openxmlformats.org/officeDocument/2006/relationships/image" Target="../media/image196.png"/><Relationship Id="rId18" Type="http://schemas.openxmlformats.org/officeDocument/2006/relationships/image" Target="../media/image197.png"/><Relationship Id="rId19" Type="http://schemas.openxmlformats.org/officeDocument/2006/relationships/image" Target="../media/image198.png"/><Relationship Id="rId20" Type="http://schemas.openxmlformats.org/officeDocument/2006/relationships/image" Target="../media/image199.png"/><Relationship Id="rId21" Type="http://schemas.openxmlformats.org/officeDocument/2006/relationships/image" Target="../media/image200.png"/><Relationship Id="rId22" Type="http://schemas.openxmlformats.org/officeDocument/2006/relationships/image" Target="../media/image201.png"/><Relationship Id="rId23" Type="http://schemas.openxmlformats.org/officeDocument/2006/relationships/image" Target="../media/image202.png"/><Relationship Id="rId24" Type="http://schemas.openxmlformats.org/officeDocument/2006/relationships/image" Target="../media/image203.png"/><Relationship Id="rId25" Type="http://schemas.openxmlformats.org/officeDocument/2006/relationships/image" Target="../media/image204.png"/><Relationship Id="rId26" Type="http://schemas.openxmlformats.org/officeDocument/2006/relationships/image" Target="../media/image205.png"/><Relationship Id="rId27" Type="http://schemas.openxmlformats.org/officeDocument/2006/relationships/image" Target="../media/image206.png"/><Relationship Id="rId28" Type="http://schemas.openxmlformats.org/officeDocument/2006/relationships/image" Target="../media/image207.png"/><Relationship Id="rId29" Type="http://schemas.openxmlformats.org/officeDocument/2006/relationships/image" Target="../media/image208.png"/><Relationship Id="rId30" Type="http://schemas.openxmlformats.org/officeDocument/2006/relationships/image" Target="../media/image209.png"/><Relationship Id="rId31" Type="http://schemas.openxmlformats.org/officeDocument/2006/relationships/image" Target="../media/image210.png"/><Relationship Id="rId32" Type="http://schemas.openxmlformats.org/officeDocument/2006/relationships/image" Target="../media/image211.png"/><Relationship Id="rId33" Type="http://schemas.openxmlformats.org/officeDocument/2006/relationships/image" Target="../media/image212.png"/><Relationship Id="rId34" Type="http://schemas.openxmlformats.org/officeDocument/2006/relationships/image" Target="../media/image213.png"/><Relationship Id="rId35" Type="http://schemas.openxmlformats.org/officeDocument/2006/relationships/image" Target="../media/image214.png"/><Relationship Id="rId36" Type="http://schemas.openxmlformats.org/officeDocument/2006/relationships/image" Target="../media/image215.png"/><Relationship Id="rId37" Type="http://schemas.openxmlformats.org/officeDocument/2006/relationships/image" Target="../media/image216.png"/><Relationship Id="rId38" Type="http://schemas.openxmlformats.org/officeDocument/2006/relationships/image" Target="../media/image217.png"/><Relationship Id="rId39" Type="http://schemas.openxmlformats.org/officeDocument/2006/relationships/image" Target="../media/image218.png"/><Relationship Id="rId40" Type="http://schemas.openxmlformats.org/officeDocument/2006/relationships/image" Target="../media/image219.png"/><Relationship Id="rId41" Type="http://schemas.openxmlformats.org/officeDocument/2006/relationships/image" Target="../media/image220.png"/><Relationship Id="rId42" Type="http://schemas.openxmlformats.org/officeDocument/2006/relationships/image" Target="../media/image221.png"/><Relationship Id="rId43" Type="http://schemas.openxmlformats.org/officeDocument/2006/relationships/image" Target="../media/image222.png"/><Relationship Id="rId44" Type="http://schemas.openxmlformats.org/officeDocument/2006/relationships/image" Target="../media/image223.png"/><Relationship Id="rId45" Type="http://schemas.openxmlformats.org/officeDocument/2006/relationships/image" Target="../media/image224.png"/><Relationship Id="rId46" Type="http://schemas.openxmlformats.org/officeDocument/2006/relationships/image" Target="../media/image225.png"/><Relationship Id="rId47" Type="http://schemas.openxmlformats.org/officeDocument/2006/relationships/image" Target="../media/image226.png"/><Relationship Id="rId48" Type="http://schemas.openxmlformats.org/officeDocument/2006/relationships/image" Target="../media/image227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8.png"/><Relationship Id="rId3" Type="http://schemas.openxmlformats.org/officeDocument/2006/relationships/image" Target="../media/image229.png"/><Relationship Id="rId4" Type="http://schemas.openxmlformats.org/officeDocument/2006/relationships/image" Target="../media/image230.png"/><Relationship Id="rId5" Type="http://schemas.openxmlformats.org/officeDocument/2006/relationships/image" Target="../media/image231.png"/><Relationship Id="rId6" Type="http://schemas.openxmlformats.org/officeDocument/2006/relationships/image" Target="../media/image232.png"/><Relationship Id="rId7" Type="http://schemas.openxmlformats.org/officeDocument/2006/relationships/image" Target="../media/image23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Relationship Id="rId12" Type="http://schemas.openxmlformats.org/officeDocument/2006/relationships/image" Target="../media/image244.png"/><Relationship Id="rId13" Type="http://schemas.openxmlformats.org/officeDocument/2006/relationships/image" Target="../media/image245.png"/><Relationship Id="rId14" Type="http://schemas.openxmlformats.org/officeDocument/2006/relationships/image" Target="../media/image24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8.png"/><Relationship Id="rId3" Type="http://schemas.openxmlformats.org/officeDocument/2006/relationships/image" Target="../media/image249.png"/><Relationship Id="rId4" Type="http://schemas.openxmlformats.org/officeDocument/2006/relationships/image" Target="../media/image250.png"/><Relationship Id="rId5" Type="http://schemas.openxmlformats.org/officeDocument/2006/relationships/image" Target="../media/image251.png"/><Relationship Id="rId6" Type="http://schemas.openxmlformats.org/officeDocument/2006/relationships/image" Target="../media/image252.png"/><Relationship Id="rId7" Type="http://schemas.openxmlformats.org/officeDocument/2006/relationships/image" Target="../media/image253.png"/><Relationship Id="rId8" Type="http://schemas.openxmlformats.org/officeDocument/2006/relationships/image" Target="../media/image254.png"/><Relationship Id="rId9" Type="http://schemas.openxmlformats.org/officeDocument/2006/relationships/image" Target="../media/image255.png"/><Relationship Id="rId10" Type="http://schemas.openxmlformats.org/officeDocument/2006/relationships/image" Target="../media/image256.png"/><Relationship Id="rId11" Type="http://schemas.openxmlformats.org/officeDocument/2006/relationships/image" Target="../media/image257.png"/><Relationship Id="rId12" Type="http://schemas.openxmlformats.org/officeDocument/2006/relationships/image" Target="../media/image258.png"/><Relationship Id="rId13" Type="http://schemas.openxmlformats.org/officeDocument/2006/relationships/image" Target="../media/image259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0.png"/><Relationship Id="rId3" Type="http://schemas.openxmlformats.org/officeDocument/2006/relationships/image" Target="../media/image261.png"/><Relationship Id="rId4" Type="http://schemas.openxmlformats.org/officeDocument/2006/relationships/image" Target="../media/image262.png"/><Relationship Id="rId5" Type="http://schemas.openxmlformats.org/officeDocument/2006/relationships/image" Target="../media/image263.png"/><Relationship Id="rId6" Type="http://schemas.openxmlformats.org/officeDocument/2006/relationships/image" Target="../media/image264.png"/><Relationship Id="rId7" Type="http://schemas.openxmlformats.org/officeDocument/2006/relationships/image" Target="../media/image265.png"/><Relationship Id="rId8" Type="http://schemas.openxmlformats.org/officeDocument/2006/relationships/image" Target="../media/image266.png"/><Relationship Id="rId9" Type="http://schemas.openxmlformats.org/officeDocument/2006/relationships/image" Target="../media/image267.png"/><Relationship Id="rId10" Type="http://schemas.openxmlformats.org/officeDocument/2006/relationships/image" Target="../media/image268.png"/><Relationship Id="rId11" Type="http://schemas.openxmlformats.org/officeDocument/2006/relationships/image" Target="../media/image269.png"/><Relationship Id="rId12" Type="http://schemas.openxmlformats.org/officeDocument/2006/relationships/image" Target="../media/image270.png"/><Relationship Id="rId13" Type="http://schemas.openxmlformats.org/officeDocument/2006/relationships/image" Target="../media/image271.png"/><Relationship Id="rId14" Type="http://schemas.openxmlformats.org/officeDocument/2006/relationships/image" Target="../media/image272.png"/><Relationship Id="rId15" Type="http://schemas.openxmlformats.org/officeDocument/2006/relationships/image" Target="../media/image273.png"/><Relationship Id="rId16" Type="http://schemas.openxmlformats.org/officeDocument/2006/relationships/image" Target="../media/image274.png"/><Relationship Id="rId17" Type="http://schemas.openxmlformats.org/officeDocument/2006/relationships/image" Target="../media/image275.png"/><Relationship Id="rId18" Type="http://schemas.openxmlformats.org/officeDocument/2006/relationships/image" Target="../media/image276.png"/><Relationship Id="rId19" Type="http://schemas.openxmlformats.org/officeDocument/2006/relationships/image" Target="../media/image277.png"/><Relationship Id="rId20" Type="http://schemas.openxmlformats.org/officeDocument/2006/relationships/image" Target="../media/image278.png"/><Relationship Id="rId21" Type="http://schemas.openxmlformats.org/officeDocument/2006/relationships/image" Target="../media/image279.png"/><Relationship Id="rId22" Type="http://schemas.openxmlformats.org/officeDocument/2006/relationships/image" Target="../media/image280.png"/><Relationship Id="rId23" Type="http://schemas.openxmlformats.org/officeDocument/2006/relationships/image" Target="../media/image281.png"/><Relationship Id="rId24" Type="http://schemas.openxmlformats.org/officeDocument/2006/relationships/image" Target="../media/image282.png"/><Relationship Id="rId25" Type="http://schemas.openxmlformats.org/officeDocument/2006/relationships/image" Target="../media/image283.png"/><Relationship Id="rId26" Type="http://schemas.openxmlformats.org/officeDocument/2006/relationships/image" Target="../media/image284.png"/><Relationship Id="rId27" Type="http://schemas.openxmlformats.org/officeDocument/2006/relationships/image" Target="../media/image285.png"/><Relationship Id="rId28" Type="http://schemas.openxmlformats.org/officeDocument/2006/relationships/image" Target="../media/image286.png"/><Relationship Id="rId29" Type="http://schemas.openxmlformats.org/officeDocument/2006/relationships/image" Target="../media/image28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8.png"/><Relationship Id="rId3" Type="http://schemas.openxmlformats.org/officeDocument/2006/relationships/image" Target="../media/image289.png"/><Relationship Id="rId4" Type="http://schemas.openxmlformats.org/officeDocument/2006/relationships/image" Target="../media/image290.png"/><Relationship Id="rId5" Type="http://schemas.openxmlformats.org/officeDocument/2006/relationships/image" Target="../media/image291.png"/><Relationship Id="rId6" Type="http://schemas.openxmlformats.org/officeDocument/2006/relationships/hyperlink" Target="http://www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18144" y="7395281"/>
            <a:ext cx="4172585" cy="2193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2464435" algn="l"/>
              </a:tabLst>
            </a:pP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Avatars scenario</a:t>
            </a:r>
            <a:r>
              <a:rPr dirty="0" sz="4750" b="0">
                <a:solidFill>
                  <a:srgbClr val="7FC241"/>
                </a:solidFill>
                <a:latin typeface="Open Sans Light"/>
                <a:cs typeface="Open Sans Light"/>
              </a:rPr>
              <a:t>	</a:t>
            </a: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library </a:t>
            </a:r>
            <a:r>
              <a:rPr dirty="0" sz="4750" spc="-10" b="0">
                <a:solidFill>
                  <a:srgbClr val="FFFFFF"/>
                </a:solidFill>
                <a:latin typeface="Open Sans Light"/>
                <a:cs typeface="Open Sans Light"/>
              </a:rPr>
              <a:t>Sustainability</a:t>
            </a:r>
            <a:endParaRPr sz="4750">
              <a:latin typeface="Open Sans Light"/>
              <a:cs typeface="Open Sans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9099" y="10190748"/>
            <a:ext cx="19215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 b="1">
                <a:solidFill>
                  <a:srgbClr val="FFFFFF"/>
                </a:solidFill>
                <a:latin typeface="Open Sans"/>
                <a:cs typeface="Open Sans"/>
              </a:rPr>
              <a:t>DECEMBER</a:t>
            </a:r>
            <a:r>
              <a:rPr dirty="0" sz="1900" spc="-6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Open Sans"/>
                <a:cs typeface="Open Sans"/>
              </a:rPr>
              <a:t>2021</a:t>
            </a:r>
            <a:endParaRPr sz="1900">
              <a:latin typeface="Open Sans"/>
              <a:cs typeface="Open San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811766" y="860821"/>
            <a:ext cx="137160" cy="546735"/>
          </a:xfrm>
          <a:custGeom>
            <a:avLst/>
            <a:gdLst/>
            <a:ahLst/>
            <a:cxnLst/>
            <a:rect l="l" t="t" r="r" b="b"/>
            <a:pathLst>
              <a:path w="137160" h="546735">
                <a:moveTo>
                  <a:pt x="136739" y="0"/>
                </a:moveTo>
                <a:lnTo>
                  <a:pt x="0" y="0"/>
                </a:lnTo>
                <a:lnTo>
                  <a:pt x="0" y="546245"/>
                </a:lnTo>
                <a:lnTo>
                  <a:pt x="136739" y="546245"/>
                </a:lnTo>
                <a:lnTo>
                  <a:pt x="1367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001734" y="994148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69">
                <a:moveTo>
                  <a:pt x="198999" y="0"/>
                </a:moveTo>
                <a:lnTo>
                  <a:pt x="154420" y="3435"/>
                </a:lnTo>
                <a:lnTo>
                  <a:pt x="115109" y="13741"/>
                </a:lnTo>
                <a:lnTo>
                  <a:pt x="81063" y="30917"/>
                </a:lnTo>
                <a:lnTo>
                  <a:pt x="29402" y="85215"/>
                </a:lnTo>
                <a:lnTo>
                  <a:pt x="13065" y="121002"/>
                </a:lnTo>
                <a:lnTo>
                  <a:pt x="3265" y="162320"/>
                </a:lnTo>
                <a:lnTo>
                  <a:pt x="0" y="209166"/>
                </a:lnTo>
                <a:lnTo>
                  <a:pt x="3340" y="255212"/>
                </a:lnTo>
                <a:lnTo>
                  <a:pt x="13332" y="296176"/>
                </a:lnTo>
                <a:lnTo>
                  <a:pt x="30003" y="332158"/>
                </a:lnTo>
                <a:lnTo>
                  <a:pt x="53349" y="363130"/>
                </a:lnTo>
                <a:lnTo>
                  <a:pt x="82311" y="388046"/>
                </a:lnTo>
                <a:lnTo>
                  <a:pt x="154085" y="416522"/>
                </a:lnTo>
                <a:lnTo>
                  <a:pt x="196894" y="420081"/>
                </a:lnTo>
                <a:lnTo>
                  <a:pt x="241311" y="416600"/>
                </a:lnTo>
                <a:lnTo>
                  <a:pt x="280509" y="406157"/>
                </a:lnTo>
                <a:lnTo>
                  <a:pt x="314485" y="388753"/>
                </a:lnTo>
                <a:lnTo>
                  <a:pt x="366117" y="333807"/>
                </a:lnTo>
                <a:lnTo>
                  <a:pt x="374081" y="316220"/>
                </a:lnTo>
                <a:lnTo>
                  <a:pt x="198276" y="316220"/>
                </a:lnTo>
                <a:lnTo>
                  <a:pt x="183353" y="314508"/>
                </a:lnTo>
                <a:lnTo>
                  <a:pt x="152477" y="288818"/>
                </a:lnTo>
                <a:lnTo>
                  <a:pt x="139696" y="233742"/>
                </a:lnTo>
                <a:lnTo>
                  <a:pt x="138843" y="209166"/>
                </a:lnTo>
                <a:lnTo>
                  <a:pt x="139696" y="184640"/>
                </a:lnTo>
                <a:lnTo>
                  <a:pt x="146512" y="145334"/>
                </a:lnTo>
                <a:lnTo>
                  <a:pt x="170569" y="110806"/>
                </a:lnTo>
                <a:lnTo>
                  <a:pt x="197575" y="104216"/>
                </a:lnTo>
                <a:lnTo>
                  <a:pt x="373745" y="104216"/>
                </a:lnTo>
                <a:lnTo>
                  <a:pt x="371213" y="98332"/>
                </a:lnTo>
                <a:lnTo>
                  <a:pt x="341797" y="56379"/>
                </a:lnTo>
                <a:lnTo>
                  <a:pt x="302147" y="25444"/>
                </a:lnTo>
                <a:lnTo>
                  <a:pt x="253977" y="6361"/>
                </a:lnTo>
                <a:lnTo>
                  <a:pt x="227336" y="1590"/>
                </a:lnTo>
                <a:lnTo>
                  <a:pt x="198999" y="0"/>
                </a:lnTo>
                <a:close/>
              </a:path>
              <a:path w="395605" h="420369">
                <a:moveTo>
                  <a:pt x="373745" y="104216"/>
                </a:moveTo>
                <a:lnTo>
                  <a:pt x="197575" y="104216"/>
                </a:lnTo>
                <a:lnTo>
                  <a:pt x="212489" y="105875"/>
                </a:lnTo>
                <a:lnTo>
                  <a:pt x="225036" y="110851"/>
                </a:lnTo>
                <a:lnTo>
                  <a:pt x="248861" y="145573"/>
                </a:lnTo>
                <a:lnTo>
                  <a:pt x="255498" y="184777"/>
                </a:lnTo>
                <a:lnTo>
                  <a:pt x="256327" y="209166"/>
                </a:lnTo>
                <a:lnTo>
                  <a:pt x="255510" y="233742"/>
                </a:lnTo>
                <a:lnTo>
                  <a:pt x="248963" y="273572"/>
                </a:lnTo>
                <a:lnTo>
                  <a:pt x="225432" y="309371"/>
                </a:lnTo>
                <a:lnTo>
                  <a:pt x="198276" y="316220"/>
                </a:lnTo>
                <a:lnTo>
                  <a:pt x="374081" y="316220"/>
                </a:lnTo>
                <a:lnTo>
                  <a:pt x="382450" y="297739"/>
                </a:lnTo>
                <a:lnTo>
                  <a:pt x="392243" y="256189"/>
                </a:lnTo>
                <a:lnTo>
                  <a:pt x="395506" y="209166"/>
                </a:lnTo>
                <a:lnTo>
                  <a:pt x="393988" y="178459"/>
                </a:lnTo>
                <a:lnTo>
                  <a:pt x="389434" y="149748"/>
                </a:lnTo>
                <a:lnTo>
                  <a:pt x="381843" y="123037"/>
                </a:lnTo>
                <a:lnTo>
                  <a:pt x="373745" y="104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51534" y="1001322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749" y="0"/>
                </a:moveTo>
                <a:lnTo>
                  <a:pt x="0" y="0"/>
                </a:lnTo>
                <a:lnTo>
                  <a:pt x="0" y="405746"/>
                </a:lnTo>
                <a:lnTo>
                  <a:pt x="136749" y="405746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51537" y="860821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40">
                <a:moveTo>
                  <a:pt x="136749" y="0"/>
                </a:moveTo>
                <a:lnTo>
                  <a:pt x="0" y="0"/>
                </a:lnTo>
                <a:lnTo>
                  <a:pt x="0" y="91431"/>
                </a:lnTo>
                <a:lnTo>
                  <a:pt x="136749" y="91431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2642633" y="873767"/>
            <a:ext cx="1210945" cy="542290"/>
            <a:chOff x="2642633" y="873767"/>
            <a:chExt cx="1210945" cy="5422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5687" y="1258431"/>
              <a:ext cx="157314" cy="15730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642628" y="873778"/>
              <a:ext cx="1019810" cy="541020"/>
            </a:xfrm>
            <a:custGeom>
              <a:avLst/>
              <a:gdLst/>
              <a:ahLst/>
              <a:cxnLst/>
              <a:rect l="l" t="t" r="r" b="b"/>
              <a:pathLst>
                <a:path w="1019810" h="541019">
                  <a:moveTo>
                    <a:pt x="288836" y="415810"/>
                  </a:moveTo>
                  <a:lnTo>
                    <a:pt x="270281" y="421932"/>
                  </a:lnTo>
                  <a:lnTo>
                    <a:pt x="253072" y="426300"/>
                  </a:lnTo>
                  <a:lnTo>
                    <a:pt x="237223" y="428929"/>
                  </a:lnTo>
                  <a:lnTo>
                    <a:pt x="222719" y="429806"/>
                  </a:lnTo>
                  <a:lnTo>
                    <a:pt x="206527" y="427342"/>
                  </a:lnTo>
                  <a:lnTo>
                    <a:pt x="194945" y="419950"/>
                  </a:lnTo>
                  <a:lnTo>
                    <a:pt x="187998" y="407631"/>
                  </a:lnTo>
                  <a:lnTo>
                    <a:pt x="185674" y="390398"/>
                  </a:lnTo>
                  <a:lnTo>
                    <a:pt x="185674" y="232473"/>
                  </a:lnTo>
                  <a:lnTo>
                    <a:pt x="272935" y="232473"/>
                  </a:lnTo>
                  <a:lnTo>
                    <a:pt x="272935" y="127571"/>
                  </a:lnTo>
                  <a:lnTo>
                    <a:pt x="185674" y="127571"/>
                  </a:lnTo>
                  <a:lnTo>
                    <a:pt x="185674" y="0"/>
                  </a:lnTo>
                  <a:lnTo>
                    <a:pt x="47891" y="23977"/>
                  </a:lnTo>
                  <a:lnTo>
                    <a:pt x="47891" y="127571"/>
                  </a:lnTo>
                  <a:lnTo>
                    <a:pt x="0" y="127571"/>
                  </a:lnTo>
                  <a:lnTo>
                    <a:pt x="0" y="232473"/>
                  </a:lnTo>
                  <a:lnTo>
                    <a:pt x="47891" y="232473"/>
                  </a:lnTo>
                  <a:lnTo>
                    <a:pt x="47891" y="399732"/>
                  </a:lnTo>
                  <a:lnTo>
                    <a:pt x="49796" y="433222"/>
                  </a:lnTo>
                  <a:lnTo>
                    <a:pt x="64985" y="486295"/>
                  </a:lnTo>
                  <a:lnTo>
                    <a:pt x="95910" y="521004"/>
                  </a:lnTo>
                  <a:lnTo>
                    <a:pt x="145580" y="538289"/>
                  </a:lnTo>
                  <a:lnTo>
                    <a:pt x="177609" y="540448"/>
                  </a:lnTo>
                  <a:lnTo>
                    <a:pt x="193865" y="540131"/>
                  </a:lnTo>
                  <a:lnTo>
                    <a:pt x="236194" y="535241"/>
                  </a:lnTo>
                  <a:lnTo>
                    <a:pt x="275170" y="523544"/>
                  </a:lnTo>
                  <a:lnTo>
                    <a:pt x="288836" y="517906"/>
                  </a:lnTo>
                  <a:lnTo>
                    <a:pt x="288836" y="415810"/>
                  </a:lnTo>
                  <a:close/>
                </a:path>
                <a:path w="1019810" h="541019">
                  <a:moveTo>
                    <a:pt x="605332" y="415810"/>
                  </a:moveTo>
                  <a:lnTo>
                    <a:pt x="586778" y="421932"/>
                  </a:lnTo>
                  <a:lnTo>
                    <a:pt x="569582" y="426300"/>
                  </a:lnTo>
                  <a:lnTo>
                    <a:pt x="553732" y="428929"/>
                  </a:lnTo>
                  <a:lnTo>
                    <a:pt x="539229" y="429806"/>
                  </a:lnTo>
                  <a:lnTo>
                    <a:pt x="523024" y="427342"/>
                  </a:lnTo>
                  <a:lnTo>
                    <a:pt x="511454" y="419950"/>
                  </a:lnTo>
                  <a:lnTo>
                    <a:pt x="504507" y="407631"/>
                  </a:lnTo>
                  <a:lnTo>
                    <a:pt x="502183" y="390398"/>
                  </a:lnTo>
                  <a:lnTo>
                    <a:pt x="502183" y="232473"/>
                  </a:lnTo>
                  <a:lnTo>
                    <a:pt x="589470" y="232473"/>
                  </a:lnTo>
                  <a:lnTo>
                    <a:pt x="589470" y="127571"/>
                  </a:lnTo>
                  <a:lnTo>
                    <a:pt x="502183" y="127571"/>
                  </a:lnTo>
                  <a:lnTo>
                    <a:pt x="502183" y="0"/>
                  </a:lnTo>
                  <a:lnTo>
                    <a:pt x="364401" y="22402"/>
                  </a:lnTo>
                  <a:lnTo>
                    <a:pt x="364401" y="127571"/>
                  </a:lnTo>
                  <a:lnTo>
                    <a:pt x="316471" y="127571"/>
                  </a:lnTo>
                  <a:lnTo>
                    <a:pt x="316471" y="232473"/>
                  </a:lnTo>
                  <a:lnTo>
                    <a:pt x="364401" y="232473"/>
                  </a:lnTo>
                  <a:lnTo>
                    <a:pt x="364401" y="399732"/>
                  </a:lnTo>
                  <a:lnTo>
                    <a:pt x="366306" y="433222"/>
                  </a:lnTo>
                  <a:lnTo>
                    <a:pt x="381508" y="486295"/>
                  </a:lnTo>
                  <a:lnTo>
                    <a:pt x="412432" y="521004"/>
                  </a:lnTo>
                  <a:lnTo>
                    <a:pt x="462089" y="538289"/>
                  </a:lnTo>
                  <a:lnTo>
                    <a:pt x="494118" y="540448"/>
                  </a:lnTo>
                  <a:lnTo>
                    <a:pt x="510387" y="540131"/>
                  </a:lnTo>
                  <a:lnTo>
                    <a:pt x="552716" y="535241"/>
                  </a:lnTo>
                  <a:lnTo>
                    <a:pt x="591693" y="523544"/>
                  </a:lnTo>
                  <a:lnTo>
                    <a:pt x="605332" y="517906"/>
                  </a:lnTo>
                  <a:lnTo>
                    <a:pt x="605332" y="415810"/>
                  </a:lnTo>
                  <a:close/>
                </a:path>
                <a:path w="1019810" h="541019">
                  <a:moveTo>
                    <a:pt x="1019530" y="305917"/>
                  </a:moveTo>
                  <a:lnTo>
                    <a:pt x="1016482" y="263588"/>
                  </a:lnTo>
                  <a:lnTo>
                    <a:pt x="1007325" y="226529"/>
                  </a:lnTo>
                  <a:lnTo>
                    <a:pt x="970737" y="168198"/>
                  </a:lnTo>
                  <a:lnTo>
                    <a:pt x="911783" y="132346"/>
                  </a:lnTo>
                  <a:lnTo>
                    <a:pt x="895375" y="128384"/>
                  </a:lnTo>
                  <a:lnTo>
                    <a:pt x="895375" y="280111"/>
                  </a:lnTo>
                  <a:lnTo>
                    <a:pt x="777900" y="280111"/>
                  </a:lnTo>
                  <a:lnTo>
                    <a:pt x="789660" y="240118"/>
                  </a:lnTo>
                  <a:lnTo>
                    <a:pt x="825779" y="216611"/>
                  </a:lnTo>
                  <a:lnTo>
                    <a:pt x="837336" y="215646"/>
                  </a:lnTo>
                  <a:lnTo>
                    <a:pt x="849795" y="216738"/>
                  </a:lnTo>
                  <a:lnTo>
                    <a:pt x="885990" y="242722"/>
                  </a:lnTo>
                  <a:lnTo>
                    <a:pt x="895375" y="280111"/>
                  </a:lnTo>
                  <a:lnTo>
                    <a:pt x="895375" y="128384"/>
                  </a:lnTo>
                  <a:lnTo>
                    <a:pt x="874661" y="123380"/>
                  </a:lnTo>
                  <a:lnTo>
                    <a:pt x="832459" y="120396"/>
                  </a:lnTo>
                  <a:lnTo>
                    <a:pt x="788136" y="123825"/>
                  </a:lnTo>
                  <a:lnTo>
                    <a:pt x="749223" y="134124"/>
                  </a:lnTo>
                  <a:lnTo>
                    <a:pt x="687654" y="175361"/>
                  </a:lnTo>
                  <a:lnTo>
                    <a:pt x="649643" y="242277"/>
                  </a:lnTo>
                  <a:lnTo>
                    <a:pt x="640130" y="284708"/>
                  </a:lnTo>
                  <a:lnTo>
                    <a:pt x="636955" y="333108"/>
                  </a:lnTo>
                  <a:lnTo>
                    <a:pt x="640384" y="380022"/>
                  </a:lnTo>
                  <a:lnTo>
                    <a:pt x="650646" y="421246"/>
                  </a:lnTo>
                  <a:lnTo>
                    <a:pt x="667753" y="456755"/>
                  </a:lnTo>
                  <a:lnTo>
                    <a:pt x="691692" y="486562"/>
                  </a:lnTo>
                  <a:lnTo>
                    <a:pt x="721829" y="510133"/>
                  </a:lnTo>
                  <a:lnTo>
                    <a:pt x="757491" y="526973"/>
                  </a:lnTo>
                  <a:lnTo>
                    <a:pt x="798677" y="537083"/>
                  </a:lnTo>
                  <a:lnTo>
                    <a:pt x="845400" y="540448"/>
                  </a:lnTo>
                  <a:lnTo>
                    <a:pt x="868349" y="540042"/>
                  </a:lnTo>
                  <a:lnTo>
                    <a:pt x="909256" y="536816"/>
                  </a:lnTo>
                  <a:lnTo>
                    <a:pt x="960755" y="525030"/>
                  </a:lnTo>
                  <a:lnTo>
                    <a:pt x="993267" y="510921"/>
                  </a:lnTo>
                  <a:lnTo>
                    <a:pt x="977176" y="440918"/>
                  </a:lnTo>
                  <a:lnTo>
                    <a:pt x="972261" y="419506"/>
                  </a:lnTo>
                  <a:lnTo>
                    <a:pt x="928065" y="433908"/>
                  </a:lnTo>
                  <a:lnTo>
                    <a:pt x="879487" y="440474"/>
                  </a:lnTo>
                  <a:lnTo>
                    <a:pt x="861834" y="440918"/>
                  </a:lnTo>
                  <a:lnTo>
                    <a:pt x="843102" y="439699"/>
                  </a:lnTo>
                  <a:lnTo>
                    <a:pt x="799401" y="421576"/>
                  </a:lnTo>
                  <a:lnTo>
                    <a:pt x="777138" y="384289"/>
                  </a:lnTo>
                  <a:lnTo>
                    <a:pt x="775093" y="368198"/>
                  </a:lnTo>
                  <a:lnTo>
                    <a:pt x="1019530" y="368198"/>
                  </a:lnTo>
                  <a:lnTo>
                    <a:pt x="1019530" y="305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884872" y="863110"/>
            <a:ext cx="874394" cy="551180"/>
          </a:xfrm>
          <a:custGeom>
            <a:avLst/>
            <a:gdLst/>
            <a:ahLst/>
            <a:cxnLst/>
            <a:rect l="l" t="t" r="r" b="b"/>
            <a:pathLst>
              <a:path w="874394" h="551180">
                <a:moveTo>
                  <a:pt x="450888" y="260464"/>
                </a:moveTo>
                <a:lnTo>
                  <a:pt x="446544" y="200914"/>
                </a:lnTo>
                <a:lnTo>
                  <a:pt x="433501" y="148831"/>
                </a:lnTo>
                <a:lnTo>
                  <a:pt x="418820" y="118681"/>
                </a:lnTo>
                <a:lnTo>
                  <a:pt x="411759" y="104178"/>
                </a:lnTo>
                <a:lnTo>
                  <a:pt x="381330" y="66967"/>
                </a:lnTo>
                <a:lnTo>
                  <a:pt x="342887" y="37680"/>
                </a:lnTo>
                <a:lnTo>
                  <a:pt x="301929" y="18948"/>
                </a:lnTo>
                <a:lnTo>
                  <a:pt x="301929" y="265645"/>
                </a:lnTo>
                <a:lnTo>
                  <a:pt x="300012" y="303072"/>
                </a:lnTo>
                <a:lnTo>
                  <a:pt x="284746" y="362521"/>
                </a:lnTo>
                <a:lnTo>
                  <a:pt x="253961" y="401535"/>
                </a:lnTo>
                <a:lnTo>
                  <a:pt x="206006" y="420966"/>
                </a:lnTo>
                <a:lnTo>
                  <a:pt x="175475" y="423405"/>
                </a:lnTo>
                <a:lnTo>
                  <a:pt x="143510" y="423405"/>
                </a:lnTo>
                <a:lnTo>
                  <a:pt x="143510" y="118681"/>
                </a:lnTo>
                <a:lnTo>
                  <a:pt x="185280" y="118681"/>
                </a:lnTo>
                <a:lnTo>
                  <a:pt x="236664" y="127711"/>
                </a:lnTo>
                <a:lnTo>
                  <a:pt x="273037" y="154774"/>
                </a:lnTo>
                <a:lnTo>
                  <a:pt x="294703" y="200558"/>
                </a:lnTo>
                <a:lnTo>
                  <a:pt x="301929" y="265645"/>
                </a:lnTo>
                <a:lnTo>
                  <a:pt x="301929" y="18948"/>
                </a:lnTo>
                <a:lnTo>
                  <a:pt x="297154" y="16751"/>
                </a:lnTo>
                <a:lnTo>
                  <a:pt x="244144" y="4191"/>
                </a:lnTo>
                <a:lnTo>
                  <a:pt x="183832" y="0"/>
                </a:lnTo>
                <a:lnTo>
                  <a:pt x="0" y="0"/>
                </a:lnTo>
                <a:lnTo>
                  <a:pt x="0" y="543966"/>
                </a:lnTo>
                <a:lnTo>
                  <a:pt x="171843" y="543966"/>
                </a:lnTo>
                <a:lnTo>
                  <a:pt x="222516" y="541020"/>
                </a:lnTo>
                <a:lnTo>
                  <a:pt x="268439" y="532180"/>
                </a:lnTo>
                <a:lnTo>
                  <a:pt x="309600" y="517436"/>
                </a:lnTo>
                <a:lnTo>
                  <a:pt x="346011" y="496811"/>
                </a:lnTo>
                <a:lnTo>
                  <a:pt x="377672" y="470281"/>
                </a:lnTo>
                <a:lnTo>
                  <a:pt x="404025" y="438315"/>
                </a:lnTo>
                <a:lnTo>
                  <a:pt x="424535" y="401358"/>
                </a:lnTo>
                <a:lnTo>
                  <a:pt x="439178" y="359384"/>
                </a:lnTo>
                <a:lnTo>
                  <a:pt x="447967" y="312420"/>
                </a:lnTo>
                <a:lnTo>
                  <a:pt x="450888" y="260464"/>
                </a:lnTo>
                <a:close/>
              </a:path>
              <a:path w="874394" h="551180">
                <a:moveTo>
                  <a:pt x="874001" y="316585"/>
                </a:moveTo>
                <a:lnTo>
                  <a:pt x="870953" y="274256"/>
                </a:lnTo>
                <a:lnTo>
                  <a:pt x="861822" y="237197"/>
                </a:lnTo>
                <a:lnTo>
                  <a:pt x="825233" y="178866"/>
                </a:lnTo>
                <a:lnTo>
                  <a:pt x="766267" y="143014"/>
                </a:lnTo>
                <a:lnTo>
                  <a:pt x="749858" y="139052"/>
                </a:lnTo>
                <a:lnTo>
                  <a:pt x="749858" y="290779"/>
                </a:lnTo>
                <a:lnTo>
                  <a:pt x="632371" y="290779"/>
                </a:lnTo>
                <a:lnTo>
                  <a:pt x="644144" y="250786"/>
                </a:lnTo>
                <a:lnTo>
                  <a:pt x="680250" y="227279"/>
                </a:lnTo>
                <a:lnTo>
                  <a:pt x="691832" y="226314"/>
                </a:lnTo>
                <a:lnTo>
                  <a:pt x="704265" y="227406"/>
                </a:lnTo>
                <a:lnTo>
                  <a:pt x="740460" y="253390"/>
                </a:lnTo>
                <a:lnTo>
                  <a:pt x="749858" y="290779"/>
                </a:lnTo>
                <a:lnTo>
                  <a:pt x="749858" y="139052"/>
                </a:lnTo>
                <a:lnTo>
                  <a:pt x="729145" y="134048"/>
                </a:lnTo>
                <a:lnTo>
                  <a:pt x="686917" y="131064"/>
                </a:lnTo>
                <a:lnTo>
                  <a:pt x="642594" y="134493"/>
                </a:lnTo>
                <a:lnTo>
                  <a:pt x="603694" y="144792"/>
                </a:lnTo>
                <a:lnTo>
                  <a:pt x="542150" y="186029"/>
                </a:lnTo>
                <a:lnTo>
                  <a:pt x="504113" y="252945"/>
                </a:lnTo>
                <a:lnTo>
                  <a:pt x="494601" y="295376"/>
                </a:lnTo>
                <a:lnTo>
                  <a:pt x="491426" y="343776"/>
                </a:lnTo>
                <a:lnTo>
                  <a:pt x="494855" y="390690"/>
                </a:lnTo>
                <a:lnTo>
                  <a:pt x="505117" y="431914"/>
                </a:lnTo>
                <a:lnTo>
                  <a:pt x="522224" y="467423"/>
                </a:lnTo>
                <a:lnTo>
                  <a:pt x="546176" y="497230"/>
                </a:lnTo>
                <a:lnTo>
                  <a:pt x="576300" y="520801"/>
                </a:lnTo>
                <a:lnTo>
                  <a:pt x="611962" y="537641"/>
                </a:lnTo>
                <a:lnTo>
                  <a:pt x="653148" y="547751"/>
                </a:lnTo>
                <a:lnTo>
                  <a:pt x="699871" y="551116"/>
                </a:lnTo>
                <a:lnTo>
                  <a:pt x="722820" y="550710"/>
                </a:lnTo>
                <a:lnTo>
                  <a:pt x="763727" y="547484"/>
                </a:lnTo>
                <a:lnTo>
                  <a:pt x="815238" y="535698"/>
                </a:lnTo>
                <a:lnTo>
                  <a:pt x="847750" y="521589"/>
                </a:lnTo>
                <a:lnTo>
                  <a:pt x="831646" y="451586"/>
                </a:lnTo>
                <a:lnTo>
                  <a:pt x="826731" y="430174"/>
                </a:lnTo>
                <a:lnTo>
                  <a:pt x="782561" y="444576"/>
                </a:lnTo>
                <a:lnTo>
                  <a:pt x="733958" y="451142"/>
                </a:lnTo>
                <a:lnTo>
                  <a:pt x="716305" y="451586"/>
                </a:lnTo>
                <a:lnTo>
                  <a:pt x="697585" y="450367"/>
                </a:lnTo>
                <a:lnTo>
                  <a:pt x="653872" y="432244"/>
                </a:lnTo>
                <a:lnTo>
                  <a:pt x="631621" y="394957"/>
                </a:lnTo>
                <a:lnTo>
                  <a:pt x="629577" y="378866"/>
                </a:lnTo>
                <a:lnTo>
                  <a:pt x="874001" y="378866"/>
                </a:lnTo>
                <a:lnTo>
                  <a:pt x="874001" y="3165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6455600" y="2057822"/>
            <a:ext cx="7193280" cy="7193280"/>
            <a:chOff x="6455600" y="2057822"/>
            <a:chExt cx="7193280" cy="7193280"/>
          </a:xfrm>
        </p:grpSpPr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0829" y="2069998"/>
              <a:ext cx="7182430" cy="717550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0246487" y="3548678"/>
              <a:ext cx="1660525" cy="1926589"/>
            </a:xfrm>
            <a:custGeom>
              <a:avLst/>
              <a:gdLst/>
              <a:ahLst/>
              <a:cxnLst/>
              <a:rect l="l" t="t" r="r" b="b"/>
              <a:pathLst>
                <a:path w="1660525" h="1926589">
                  <a:moveTo>
                    <a:pt x="643610" y="179832"/>
                  </a:moveTo>
                  <a:lnTo>
                    <a:pt x="636371" y="134962"/>
                  </a:lnTo>
                  <a:lnTo>
                    <a:pt x="616216" y="95986"/>
                  </a:lnTo>
                  <a:lnTo>
                    <a:pt x="585482" y="65252"/>
                  </a:lnTo>
                  <a:lnTo>
                    <a:pt x="546506" y="45097"/>
                  </a:lnTo>
                  <a:lnTo>
                    <a:pt x="501624" y="37858"/>
                  </a:lnTo>
                  <a:lnTo>
                    <a:pt x="456755" y="45097"/>
                  </a:lnTo>
                  <a:lnTo>
                    <a:pt x="427888" y="60020"/>
                  </a:lnTo>
                  <a:lnTo>
                    <a:pt x="426923" y="58127"/>
                  </a:lnTo>
                  <a:lnTo>
                    <a:pt x="396189" y="27393"/>
                  </a:lnTo>
                  <a:lnTo>
                    <a:pt x="357212" y="7239"/>
                  </a:lnTo>
                  <a:lnTo>
                    <a:pt x="312331" y="0"/>
                  </a:lnTo>
                  <a:lnTo>
                    <a:pt x="267462" y="7239"/>
                  </a:lnTo>
                  <a:lnTo>
                    <a:pt x="228498" y="27393"/>
                  </a:lnTo>
                  <a:lnTo>
                    <a:pt x="197764" y="58127"/>
                  </a:lnTo>
                  <a:lnTo>
                    <a:pt x="185064" y="82677"/>
                  </a:lnTo>
                  <a:lnTo>
                    <a:pt x="141973" y="75717"/>
                  </a:lnTo>
                  <a:lnTo>
                    <a:pt x="97091" y="82956"/>
                  </a:lnTo>
                  <a:lnTo>
                    <a:pt x="58127" y="103111"/>
                  </a:lnTo>
                  <a:lnTo>
                    <a:pt x="27393" y="133845"/>
                  </a:lnTo>
                  <a:lnTo>
                    <a:pt x="7239" y="172821"/>
                  </a:lnTo>
                  <a:lnTo>
                    <a:pt x="0" y="217690"/>
                  </a:lnTo>
                  <a:lnTo>
                    <a:pt x="7239" y="262559"/>
                  </a:lnTo>
                  <a:lnTo>
                    <a:pt x="27393" y="301536"/>
                  </a:lnTo>
                  <a:lnTo>
                    <a:pt x="58127" y="332270"/>
                  </a:lnTo>
                  <a:lnTo>
                    <a:pt x="97091" y="352425"/>
                  </a:lnTo>
                  <a:lnTo>
                    <a:pt x="141973" y="359664"/>
                  </a:lnTo>
                  <a:lnTo>
                    <a:pt x="177088" y="353999"/>
                  </a:lnTo>
                  <a:lnTo>
                    <a:pt x="177609" y="357212"/>
                  </a:lnTo>
                  <a:lnTo>
                    <a:pt x="197764" y="396189"/>
                  </a:lnTo>
                  <a:lnTo>
                    <a:pt x="228498" y="426923"/>
                  </a:lnTo>
                  <a:lnTo>
                    <a:pt x="267462" y="447078"/>
                  </a:lnTo>
                  <a:lnTo>
                    <a:pt x="312331" y="454317"/>
                  </a:lnTo>
                  <a:lnTo>
                    <a:pt x="357212" y="447078"/>
                  </a:lnTo>
                  <a:lnTo>
                    <a:pt x="396189" y="426923"/>
                  </a:lnTo>
                  <a:lnTo>
                    <a:pt x="426923" y="396189"/>
                  </a:lnTo>
                  <a:lnTo>
                    <a:pt x="447078" y="357212"/>
                  </a:lnTo>
                  <a:lnTo>
                    <a:pt x="454152" y="313232"/>
                  </a:lnTo>
                  <a:lnTo>
                    <a:pt x="456755" y="314566"/>
                  </a:lnTo>
                  <a:lnTo>
                    <a:pt x="501624" y="321805"/>
                  </a:lnTo>
                  <a:lnTo>
                    <a:pt x="546506" y="314566"/>
                  </a:lnTo>
                  <a:lnTo>
                    <a:pt x="585482" y="294411"/>
                  </a:lnTo>
                  <a:lnTo>
                    <a:pt x="616216" y="263677"/>
                  </a:lnTo>
                  <a:lnTo>
                    <a:pt x="636371" y="224701"/>
                  </a:lnTo>
                  <a:lnTo>
                    <a:pt x="643610" y="179832"/>
                  </a:lnTo>
                  <a:close/>
                </a:path>
                <a:path w="1660525" h="1926589">
                  <a:moveTo>
                    <a:pt x="1660055" y="1670913"/>
                  </a:moveTo>
                  <a:lnTo>
                    <a:pt x="1652816" y="1626044"/>
                  </a:lnTo>
                  <a:lnTo>
                    <a:pt x="1632673" y="1587068"/>
                  </a:lnTo>
                  <a:lnTo>
                    <a:pt x="1601939" y="1556334"/>
                  </a:lnTo>
                  <a:lnTo>
                    <a:pt x="1562963" y="1536179"/>
                  </a:lnTo>
                  <a:lnTo>
                    <a:pt x="1518081" y="1528940"/>
                  </a:lnTo>
                  <a:lnTo>
                    <a:pt x="1473212" y="1536179"/>
                  </a:lnTo>
                  <a:lnTo>
                    <a:pt x="1445806" y="1550352"/>
                  </a:lnTo>
                  <a:lnTo>
                    <a:pt x="1445412" y="1547393"/>
                  </a:lnTo>
                  <a:lnTo>
                    <a:pt x="1427276" y="1504442"/>
                  </a:lnTo>
                  <a:lnTo>
                    <a:pt x="1399159" y="1468043"/>
                  </a:lnTo>
                  <a:lnTo>
                    <a:pt x="1362773" y="1439926"/>
                  </a:lnTo>
                  <a:lnTo>
                    <a:pt x="1319809" y="1421790"/>
                  </a:lnTo>
                  <a:lnTo>
                    <a:pt x="1272006" y="1415376"/>
                  </a:lnTo>
                  <a:lnTo>
                    <a:pt x="1224191" y="1421790"/>
                  </a:lnTo>
                  <a:lnTo>
                    <a:pt x="1181239" y="1439926"/>
                  </a:lnTo>
                  <a:lnTo>
                    <a:pt x="1177467" y="1442834"/>
                  </a:lnTo>
                  <a:lnTo>
                    <a:pt x="1153071" y="1411249"/>
                  </a:lnTo>
                  <a:lnTo>
                    <a:pt x="1116685" y="1383131"/>
                  </a:lnTo>
                  <a:lnTo>
                    <a:pt x="1073721" y="1365008"/>
                  </a:lnTo>
                  <a:lnTo>
                    <a:pt x="1025906" y="1358582"/>
                  </a:lnTo>
                  <a:lnTo>
                    <a:pt x="978103" y="1365008"/>
                  </a:lnTo>
                  <a:lnTo>
                    <a:pt x="935151" y="1383131"/>
                  </a:lnTo>
                  <a:lnTo>
                    <a:pt x="898753" y="1411249"/>
                  </a:lnTo>
                  <a:lnTo>
                    <a:pt x="870635" y="1447647"/>
                  </a:lnTo>
                  <a:lnTo>
                    <a:pt x="857999" y="1477581"/>
                  </a:lnTo>
                  <a:lnTo>
                    <a:pt x="817689" y="1472158"/>
                  </a:lnTo>
                  <a:lnTo>
                    <a:pt x="769886" y="1478584"/>
                  </a:lnTo>
                  <a:lnTo>
                    <a:pt x="726922" y="1496707"/>
                  </a:lnTo>
                  <a:lnTo>
                    <a:pt x="690524" y="1524825"/>
                  </a:lnTo>
                  <a:lnTo>
                    <a:pt x="662406" y="1561223"/>
                  </a:lnTo>
                  <a:lnTo>
                    <a:pt x="644283" y="1604175"/>
                  </a:lnTo>
                  <a:lnTo>
                    <a:pt x="637857" y="1651990"/>
                  </a:lnTo>
                  <a:lnTo>
                    <a:pt x="644283" y="1699793"/>
                  </a:lnTo>
                  <a:lnTo>
                    <a:pt x="662406" y="1742757"/>
                  </a:lnTo>
                  <a:lnTo>
                    <a:pt x="690524" y="1779143"/>
                  </a:lnTo>
                  <a:lnTo>
                    <a:pt x="726922" y="1807273"/>
                  </a:lnTo>
                  <a:lnTo>
                    <a:pt x="769886" y="1825396"/>
                  </a:lnTo>
                  <a:lnTo>
                    <a:pt x="817689" y="1831822"/>
                  </a:lnTo>
                  <a:lnTo>
                    <a:pt x="865492" y="1825396"/>
                  </a:lnTo>
                  <a:lnTo>
                    <a:pt x="870635" y="1837397"/>
                  </a:lnTo>
                  <a:lnTo>
                    <a:pt x="898753" y="1873796"/>
                  </a:lnTo>
                  <a:lnTo>
                    <a:pt x="935151" y="1901913"/>
                  </a:lnTo>
                  <a:lnTo>
                    <a:pt x="978103" y="1920049"/>
                  </a:lnTo>
                  <a:lnTo>
                    <a:pt x="1025906" y="1926475"/>
                  </a:lnTo>
                  <a:lnTo>
                    <a:pt x="1073721" y="1920049"/>
                  </a:lnTo>
                  <a:lnTo>
                    <a:pt x="1116685" y="1901913"/>
                  </a:lnTo>
                  <a:lnTo>
                    <a:pt x="1153071" y="1873796"/>
                  </a:lnTo>
                  <a:lnTo>
                    <a:pt x="1181201" y="1837397"/>
                  </a:lnTo>
                  <a:lnTo>
                    <a:pt x="1189126" y="1818614"/>
                  </a:lnTo>
                  <a:lnTo>
                    <a:pt x="1195273" y="1830476"/>
                  </a:lnTo>
                  <a:lnTo>
                    <a:pt x="1226007" y="1861210"/>
                  </a:lnTo>
                  <a:lnTo>
                    <a:pt x="1264983" y="1881365"/>
                  </a:lnTo>
                  <a:lnTo>
                    <a:pt x="1309852" y="1888604"/>
                  </a:lnTo>
                  <a:lnTo>
                    <a:pt x="1354734" y="1881365"/>
                  </a:lnTo>
                  <a:lnTo>
                    <a:pt x="1393698" y="1861210"/>
                  </a:lnTo>
                  <a:lnTo>
                    <a:pt x="1424432" y="1830476"/>
                  </a:lnTo>
                  <a:lnTo>
                    <a:pt x="1444599" y="1791512"/>
                  </a:lnTo>
                  <a:lnTo>
                    <a:pt x="1444688" y="1790903"/>
                  </a:lnTo>
                  <a:lnTo>
                    <a:pt x="1473212" y="1805647"/>
                  </a:lnTo>
                  <a:lnTo>
                    <a:pt x="1518081" y="1812886"/>
                  </a:lnTo>
                  <a:lnTo>
                    <a:pt x="1562963" y="1805647"/>
                  </a:lnTo>
                  <a:lnTo>
                    <a:pt x="1601939" y="1785493"/>
                  </a:lnTo>
                  <a:lnTo>
                    <a:pt x="1632673" y="1754759"/>
                  </a:lnTo>
                  <a:lnTo>
                    <a:pt x="1652816" y="1715795"/>
                  </a:lnTo>
                  <a:lnTo>
                    <a:pt x="1660055" y="1670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2943" y="3681179"/>
              <a:ext cx="397521" cy="283945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949846" y="3723455"/>
              <a:ext cx="3790950" cy="2200910"/>
            </a:xfrm>
            <a:custGeom>
              <a:avLst/>
              <a:gdLst/>
              <a:ahLst/>
              <a:cxnLst/>
              <a:rect l="l" t="t" r="r" b="b"/>
              <a:pathLst>
                <a:path w="3790950" h="2200910">
                  <a:moveTo>
                    <a:pt x="1192568" y="359664"/>
                  </a:moveTo>
                  <a:lnTo>
                    <a:pt x="1186472" y="314375"/>
                  </a:lnTo>
                  <a:lnTo>
                    <a:pt x="1169301" y="273672"/>
                  </a:lnTo>
                  <a:lnTo>
                    <a:pt x="1142657" y="239191"/>
                  </a:lnTo>
                  <a:lnTo>
                    <a:pt x="1108176" y="212559"/>
                  </a:lnTo>
                  <a:lnTo>
                    <a:pt x="1067485" y="195376"/>
                  </a:lnTo>
                  <a:lnTo>
                    <a:pt x="1022184" y="189293"/>
                  </a:lnTo>
                  <a:lnTo>
                    <a:pt x="976896" y="195376"/>
                  </a:lnTo>
                  <a:lnTo>
                    <a:pt x="938885" y="211429"/>
                  </a:lnTo>
                  <a:lnTo>
                    <a:pt x="925309" y="173443"/>
                  </a:lnTo>
                  <a:lnTo>
                    <a:pt x="900734" y="134785"/>
                  </a:lnTo>
                  <a:lnTo>
                    <a:pt x="868489" y="102539"/>
                  </a:lnTo>
                  <a:lnTo>
                    <a:pt x="829830" y="77965"/>
                  </a:lnTo>
                  <a:lnTo>
                    <a:pt x="786003" y="62293"/>
                  </a:lnTo>
                  <a:lnTo>
                    <a:pt x="738251" y="56794"/>
                  </a:lnTo>
                  <a:lnTo>
                    <a:pt x="690511" y="62293"/>
                  </a:lnTo>
                  <a:lnTo>
                    <a:pt x="646684" y="77965"/>
                  </a:lnTo>
                  <a:lnTo>
                    <a:pt x="625373" y="91516"/>
                  </a:lnTo>
                  <a:lnTo>
                    <a:pt x="616788" y="77990"/>
                  </a:lnTo>
                  <a:lnTo>
                    <a:pt x="584542" y="45745"/>
                  </a:lnTo>
                  <a:lnTo>
                    <a:pt x="545884" y="21170"/>
                  </a:lnTo>
                  <a:lnTo>
                    <a:pt x="502056" y="5499"/>
                  </a:lnTo>
                  <a:lnTo>
                    <a:pt x="454304" y="0"/>
                  </a:lnTo>
                  <a:lnTo>
                    <a:pt x="406565" y="5499"/>
                  </a:lnTo>
                  <a:lnTo>
                    <a:pt x="362737" y="21170"/>
                  </a:lnTo>
                  <a:lnTo>
                    <a:pt x="324065" y="45745"/>
                  </a:lnTo>
                  <a:lnTo>
                    <a:pt x="291820" y="77990"/>
                  </a:lnTo>
                  <a:lnTo>
                    <a:pt x="267233" y="116662"/>
                  </a:lnTo>
                  <a:lnTo>
                    <a:pt x="265188" y="122389"/>
                  </a:lnTo>
                  <a:lnTo>
                    <a:pt x="255968" y="119087"/>
                  </a:lnTo>
                  <a:lnTo>
                    <a:pt x="208216" y="113588"/>
                  </a:lnTo>
                  <a:lnTo>
                    <a:pt x="160477" y="119087"/>
                  </a:lnTo>
                  <a:lnTo>
                    <a:pt x="116649" y="134747"/>
                  </a:lnTo>
                  <a:lnTo>
                    <a:pt x="77990" y="159334"/>
                  </a:lnTo>
                  <a:lnTo>
                    <a:pt x="45745" y="191579"/>
                  </a:lnTo>
                  <a:lnTo>
                    <a:pt x="21158" y="230238"/>
                  </a:lnTo>
                  <a:lnTo>
                    <a:pt x="5499" y="274066"/>
                  </a:lnTo>
                  <a:lnTo>
                    <a:pt x="0" y="321805"/>
                  </a:lnTo>
                  <a:lnTo>
                    <a:pt x="5499" y="369557"/>
                  </a:lnTo>
                  <a:lnTo>
                    <a:pt x="21158" y="413385"/>
                  </a:lnTo>
                  <a:lnTo>
                    <a:pt x="45745" y="452043"/>
                  </a:lnTo>
                  <a:lnTo>
                    <a:pt x="77990" y="484289"/>
                  </a:lnTo>
                  <a:lnTo>
                    <a:pt x="116649" y="508863"/>
                  </a:lnTo>
                  <a:lnTo>
                    <a:pt x="160477" y="524535"/>
                  </a:lnTo>
                  <a:lnTo>
                    <a:pt x="208216" y="530034"/>
                  </a:lnTo>
                  <a:lnTo>
                    <a:pt x="255968" y="524535"/>
                  </a:lnTo>
                  <a:lnTo>
                    <a:pt x="259181" y="523392"/>
                  </a:lnTo>
                  <a:lnTo>
                    <a:pt x="267233" y="545884"/>
                  </a:lnTo>
                  <a:lnTo>
                    <a:pt x="291820" y="584555"/>
                  </a:lnTo>
                  <a:lnTo>
                    <a:pt x="324065" y="616800"/>
                  </a:lnTo>
                  <a:lnTo>
                    <a:pt x="362737" y="641375"/>
                  </a:lnTo>
                  <a:lnTo>
                    <a:pt x="406565" y="657034"/>
                  </a:lnTo>
                  <a:lnTo>
                    <a:pt x="454304" y="662533"/>
                  </a:lnTo>
                  <a:lnTo>
                    <a:pt x="502056" y="657034"/>
                  </a:lnTo>
                  <a:lnTo>
                    <a:pt x="545884" y="641375"/>
                  </a:lnTo>
                  <a:lnTo>
                    <a:pt x="584542" y="616800"/>
                  </a:lnTo>
                  <a:lnTo>
                    <a:pt x="616788" y="584555"/>
                  </a:lnTo>
                  <a:lnTo>
                    <a:pt x="637717" y="551611"/>
                  </a:lnTo>
                  <a:lnTo>
                    <a:pt x="655637" y="574789"/>
                  </a:lnTo>
                  <a:lnTo>
                    <a:pt x="690118" y="601421"/>
                  </a:lnTo>
                  <a:lnTo>
                    <a:pt x="730808" y="618604"/>
                  </a:lnTo>
                  <a:lnTo>
                    <a:pt x="776109" y="624687"/>
                  </a:lnTo>
                  <a:lnTo>
                    <a:pt x="821397" y="618604"/>
                  </a:lnTo>
                  <a:lnTo>
                    <a:pt x="862088" y="601421"/>
                  </a:lnTo>
                  <a:lnTo>
                    <a:pt x="896569" y="574789"/>
                  </a:lnTo>
                  <a:lnTo>
                    <a:pt x="923213" y="540308"/>
                  </a:lnTo>
                  <a:lnTo>
                    <a:pt x="937171" y="507199"/>
                  </a:lnTo>
                  <a:lnTo>
                    <a:pt x="976896" y="523951"/>
                  </a:lnTo>
                  <a:lnTo>
                    <a:pt x="1022184" y="530034"/>
                  </a:lnTo>
                  <a:lnTo>
                    <a:pt x="1067485" y="523951"/>
                  </a:lnTo>
                  <a:lnTo>
                    <a:pt x="1108176" y="506780"/>
                  </a:lnTo>
                  <a:lnTo>
                    <a:pt x="1142657" y="480136"/>
                  </a:lnTo>
                  <a:lnTo>
                    <a:pt x="1169301" y="445655"/>
                  </a:lnTo>
                  <a:lnTo>
                    <a:pt x="1186472" y="404952"/>
                  </a:lnTo>
                  <a:lnTo>
                    <a:pt x="1192568" y="359664"/>
                  </a:lnTo>
                  <a:close/>
                </a:path>
                <a:path w="3790950" h="2200910">
                  <a:moveTo>
                    <a:pt x="3790696" y="2049170"/>
                  </a:moveTo>
                  <a:lnTo>
                    <a:pt x="3784739" y="2019693"/>
                  </a:lnTo>
                  <a:lnTo>
                    <a:pt x="3768509" y="1995627"/>
                  </a:lnTo>
                  <a:lnTo>
                    <a:pt x="3744442" y="1979409"/>
                  </a:lnTo>
                  <a:lnTo>
                    <a:pt x="3714978" y="1973453"/>
                  </a:lnTo>
                  <a:lnTo>
                    <a:pt x="3691267" y="1978253"/>
                  </a:lnTo>
                  <a:lnTo>
                    <a:pt x="3687864" y="1961324"/>
                  </a:lnTo>
                  <a:lnTo>
                    <a:pt x="3665550" y="1928228"/>
                  </a:lnTo>
                  <a:lnTo>
                    <a:pt x="3632454" y="1905914"/>
                  </a:lnTo>
                  <a:lnTo>
                    <a:pt x="3591928" y="1897735"/>
                  </a:lnTo>
                  <a:lnTo>
                    <a:pt x="3551402" y="1905914"/>
                  </a:lnTo>
                  <a:lnTo>
                    <a:pt x="3532962" y="1918347"/>
                  </a:lnTo>
                  <a:lnTo>
                    <a:pt x="3514115" y="1890369"/>
                  </a:lnTo>
                  <a:lnTo>
                    <a:pt x="3481019" y="1868055"/>
                  </a:lnTo>
                  <a:lnTo>
                    <a:pt x="3440493" y="1859876"/>
                  </a:lnTo>
                  <a:lnTo>
                    <a:pt x="3399967" y="1868055"/>
                  </a:lnTo>
                  <a:lnTo>
                    <a:pt x="3366871" y="1890369"/>
                  </a:lnTo>
                  <a:lnTo>
                    <a:pt x="3346475" y="1920621"/>
                  </a:lnTo>
                  <a:lnTo>
                    <a:pt x="3326917" y="1916671"/>
                  </a:lnTo>
                  <a:lnTo>
                    <a:pt x="3286391" y="1924850"/>
                  </a:lnTo>
                  <a:lnTo>
                    <a:pt x="3253295" y="1947164"/>
                  </a:lnTo>
                  <a:lnTo>
                    <a:pt x="3230981" y="1980260"/>
                  </a:lnTo>
                  <a:lnTo>
                    <a:pt x="3222802" y="2020773"/>
                  </a:lnTo>
                  <a:lnTo>
                    <a:pt x="3230981" y="2061298"/>
                  </a:lnTo>
                  <a:lnTo>
                    <a:pt x="3253295" y="2094395"/>
                  </a:lnTo>
                  <a:lnTo>
                    <a:pt x="3286391" y="2116709"/>
                  </a:lnTo>
                  <a:lnTo>
                    <a:pt x="3326917" y="2124887"/>
                  </a:lnTo>
                  <a:lnTo>
                    <a:pt x="3341509" y="2121954"/>
                  </a:lnTo>
                  <a:lnTo>
                    <a:pt x="3344557" y="2137016"/>
                  </a:lnTo>
                  <a:lnTo>
                    <a:pt x="3366871" y="2170112"/>
                  </a:lnTo>
                  <a:lnTo>
                    <a:pt x="3399967" y="2192426"/>
                  </a:lnTo>
                  <a:lnTo>
                    <a:pt x="3440493" y="2200605"/>
                  </a:lnTo>
                  <a:lnTo>
                    <a:pt x="3481019" y="2192426"/>
                  </a:lnTo>
                  <a:lnTo>
                    <a:pt x="3514115" y="2170112"/>
                  </a:lnTo>
                  <a:lnTo>
                    <a:pt x="3536416" y="2137016"/>
                  </a:lnTo>
                  <a:lnTo>
                    <a:pt x="3538486" y="2126716"/>
                  </a:lnTo>
                  <a:lnTo>
                    <a:pt x="3547846" y="2140572"/>
                  </a:lnTo>
                  <a:lnTo>
                    <a:pt x="3571925" y="2156803"/>
                  </a:lnTo>
                  <a:lnTo>
                    <a:pt x="3601389" y="2162746"/>
                  </a:lnTo>
                  <a:lnTo>
                    <a:pt x="3630866" y="2156803"/>
                  </a:lnTo>
                  <a:lnTo>
                    <a:pt x="3654933" y="2140572"/>
                  </a:lnTo>
                  <a:lnTo>
                    <a:pt x="3671163" y="2116505"/>
                  </a:lnTo>
                  <a:lnTo>
                    <a:pt x="3672446" y="2110143"/>
                  </a:lnTo>
                  <a:lnTo>
                    <a:pt x="3685502" y="2118944"/>
                  </a:lnTo>
                  <a:lnTo>
                    <a:pt x="3714978" y="2124887"/>
                  </a:lnTo>
                  <a:lnTo>
                    <a:pt x="3744442" y="2118944"/>
                  </a:lnTo>
                  <a:lnTo>
                    <a:pt x="3768509" y="2102713"/>
                  </a:lnTo>
                  <a:lnTo>
                    <a:pt x="3784739" y="2078647"/>
                  </a:lnTo>
                  <a:lnTo>
                    <a:pt x="3790696" y="20491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4169" y="2269223"/>
              <a:ext cx="6963138" cy="696313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1083" y="2319008"/>
              <a:ext cx="6816201" cy="680720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97980" y="2142091"/>
              <a:ext cx="7025962" cy="7025962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58239" y="2277125"/>
              <a:ext cx="6816242" cy="680720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0829" y="2069998"/>
              <a:ext cx="7134882" cy="713845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72026" y="2203990"/>
              <a:ext cx="6905957" cy="689610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60829" y="2069998"/>
              <a:ext cx="7182430" cy="717550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869747" y="4405910"/>
              <a:ext cx="1502563" cy="163121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55600" y="2057822"/>
              <a:ext cx="7192901" cy="71929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14" y="4932183"/>
            <a:ext cx="17424870" cy="20694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8806" y="9177389"/>
            <a:ext cx="17427983" cy="206946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5846676" y="1264959"/>
            <a:ext cx="2159000" cy="3926840"/>
            <a:chOff x="15846676" y="1264959"/>
            <a:chExt cx="2159000" cy="3926840"/>
          </a:xfrm>
        </p:grpSpPr>
        <p:sp>
          <p:nvSpPr>
            <p:cNvPr id="5" name="object 5" descr=""/>
            <p:cNvSpPr/>
            <p:nvPr/>
          </p:nvSpPr>
          <p:spPr>
            <a:xfrm>
              <a:off x="15930150" y="2174395"/>
              <a:ext cx="966469" cy="3017520"/>
            </a:xfrm>
            <a:custGeom>
              <a:avLst/>
              <a:gdLst/>
              <a:ahLst/>
              <a:cxnLst/>
              <a:rect l="l" t="t" r="r" b="b"/>
              <a:pathLst>
                <a:path w="966469" h="3017520">
                  <a:moveTo>
                    <a:pt x="899532" y="0"/>
                  </a:moveTo>
                  <a:lnTo>
                    <a:pt x="592756" y="690232"/>
                  </a:lnTo>
                  <a:lnTo>
                    <a:pt x="396796" y="1234582"/>
                  </a:lnTo>
                  <a:lnTo>
                    <a:pt x="227321" y="1915896"/>
                  </a:lnTo>
                  <a:lnTo>
                    <a:pt x="0" y="3017018"/>
                  </a:lnTo>
                  <a:lnTo>
                    <a:pt x="237301" y="3017091"/>
                  </a:lnTo>
                  <a:lnTo>
                    <a:pt x="445180" y="1783881"/>
                  </a:lnTo>
                  <a:lnTo>
                    <a:pt x="590427" y="1059432"/>
                  </a:lnTo>
                  <a:lnTo>
                    <a:pt x="741398" y="561701"/>
                  </a:lnTo>
                  <a:lnTo>
                    <a:pt x="966452" y="8648"/>
                  </a:lnTo>
                  <a:lnTo>
                    <a:pt x="899532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250984" y="4036605"/>
              <a:ext cx="111125" cy="12700"/>
            </a:xfrm>
            <a:custGeom>
              <a:avLst/>
              <a:gdLst/>
              <a:ahLst/>
              <a:cxnLst/>
              <a:rect l="l" t="t" r="r" b="b"/>
              <a:pathLst>
                <a:path w="111125" h="12700">
                  <a:moveTo>
                    <a:pt x="4532" y="101"/>
                  </a:moveTo>
                  <a:lnTo>
                    <a:pt x="0" y="0"/>
                  </a:lnTo>
                  <a:lnTo>
                    <a:pt x="3481" y="2265"/>
                  </a:lnTo>
                  <a:lnTo>
                    <a:pt x="14249" y="6079"/>
                  </a:lnTo>
                  <a:lnTo>
                    <a:pt x="31023" y="9958"/>
                  </a:lnTo>
                  <a:lnTo>
                    <a:pt x="52521" y="12418"/>
                  </a:lnTo>
                  <a:lnTo>
                    <a:pt x="74745" y="12411"/>
                  </a:lnTo>
                  <a:lnTo>
                    <a:pt x="93222" y="10486"/>
                  </a:lnTo>
                  <a:lnTo>
                    <a:pt x="105848" y="7956"/>
                  </a:lnTo>
                  <a:lnTo>
                    <a:pt x="110520" y="6135"/>
                  </a:lnTo>
                  <a:lnTo>
                    <a:pt x="106072" y="5749"/>
                  </a:lnTo>
                  <a:lnTo>
                    <a:pt x="93841" y="6448"/>
                  </a:lnTo>
                  <a:lnTo>
                    <a:pt x="75871" y="7129"/>
                  </a:lnTo>
                  <a:lnTo>
                    <a:pt x="54207" y="6690"/>
                  </a:lnTo>
                  <a:lnTo>
                    <a:pt x="32983" y="4722"/>
                  </a:lnTo>
                  <a:lnTo>
                    <a:pt x="15975" y="2100"/>
                  </a:lnTo>
                  <a:lnTo>
                    <a:pt x="4532" y="101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301006" y="3810785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 h="0">
                  <a:moveTo>
                    <a:pt x="0" y="0"/>
                  </a:moveTo>
                  <a:lnTo>
                    <a:pt x="94970" y="0"/>
                  </a:lnTo>
                </a:path>
              </a:pathLst>
            </a:custGeom>
            <a:ln w="6615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6394607" y="3535192"/>
              <a:ext cx="87630" cy="0"/>
            </a:xfrm>
            <a:custGeom>
              <a:avLst/>
              <a:gdLst/>
              <a:ahLst/>
              <a:cxnLst/>
              <a:rect l="l" t="t" r="r" b="b"/>
              <a:pathLst>
                <a:path w="87630" h="0">
                  <a:moveTo>
                    <a:pt x="0" y="0"/>
                  </a:moveTo>
                  <a:lnTo>
                    <a:pt x="87379" y="0"/>
                  </a:lnTo>
                </a:path>
              </a:pathLst>
            </a:custGeom>
            <a:ln w="844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6443669" y="2408573"/>
              <a:ext cx="360045" cy="874394"/>
            </a:xfrm>
            <a:custGeom>
              <a:avLst/>
              <a:gdLst/>
              <a:ahLst/>
              <a:cxnLst/>
              <a:rect l="l" t="t" r="r" b="b"/>
              <a:pathLst>
                <a:path w="360044" h="874395">
                  <a:moveTo>
                    <a:pt x="78930" y="870572"/>
                  </a:moveTo>
                  <a:lnTo>
                    <a:pt x="75895" y="869696"/>
                  </a:lnTo>
                  <a:lnTo>
                    <a:pt x="54635" y="868743"/>
                  </a:lnTo>
                  <a:lnTo>
                    <a:pt x="39281" y="867714"/>
                  </a:lnTo>
                  <a:lnTo>
                    <a:pt x="24104" y="866076"/>
                  </a:lnTo>
                  <a:lnTo>
                    <a:pt x="3429" y="863371"/>
                  </a:lnTo>
                  <a:lnTo>
                    <a:pt x="0" y="863676"/>
                  </a:lnTo>
                  <a:lnTo>
                    <a:pt x="37452" y="873429"/>
                  </a:lnTo>
                  <a:lnTo>
                    <a:pt x="53263" y="874026"/>
                  </a:lnTo>
                  <a:lnTo>
                    <a:pt x="66433" y="873302"/>
                  </a:lnTo>
                  <a:lnTo>
                    <a:pt x="75488" y="871918"/>
                  </a:lnTo>
                  <a:lnTo>
                    <a:pt x="78930" y="870572"/>
                  </a:lnTo>
                  <a:close/>
                </a:path>
                <a:path w="360044" h="874395">
                  <a:moveTo>
                    <a:pt x="156959" y="604469"/>
                  </a:moveTo>
                  <a:lnTo>
                    <a:pt x="155054" y="603402"/>
                  </a:lnTo>
                  <a:lnTo>
                    <a:pt x="149491" y="602462"/>
                  </a:lnTo>
                  <a:lnTo>
                    <a:pt x="141236" y="601395"/>
                  </a:lnTo>
                  <a:lnTo>
                    <a:pt x="131254" y="599897"/>
                  </a:lnTo>
                  <a:lnTo>
                    <a:pt x="121386" y="598068"/>
                  </a:lnTo>
                  <a:lnTo>
                    <a:pt x="113360" y="596404"/>
                  </a:lnTo>
                  <a:lnTo>
                    <a:pt x="107797" y="595464"/>
                  </a:lnTo>
                  <a:lnTo>
                    <a:pt x="105346" y="595807"/>
                  </a:lnTo>
                  <a:lnTo>
                    <a:pt x="106616" y="597585"/>
                  </a:lnTo>
                  <a:lnTo>
                    <a:pt x="111379" y="600316"/>
                  </a:lnTo>
                  <a:lnTo>
                    <a:pt x="119037" y="603224"/>
                  </a:lnTo>
                  <a:lnTo>
                    <a:pt x="129070" y="605574"/>
                  </a:lnTo>
                  <a:lnTo>
                    <a:pt x="139560" y="606666"/>
                  </a:lnTo>
                  <a:lnTo>
                    <a:pt x="148399" y="606526"/>
                  </a:lnTo>
                  <a:lnTo>
                    <a:pt x="154546" y="605637"/>
                  </a:lnTo>
                  <a:lnTo>
                    <a:pt x="156959" y="604469"/>
                  </a:lnTo>
                  <a:close/>
                </a:path>
                <a:path w="360044" h="874395">
                  <a:moveTo>
                    <a:pt x="241401" y="308711"/>
                  </a:moveTo>
                  <a:lnTo>
                    <a:pt x="197459" y="304546"/>
                  </a:lnTo>
                  <a:lnTo>
                    <a:pt x="191744" y="304571"/>
                  </a:lnTo>
                  <a:lnTo>
                    <a:pt x="189331" y="305320"/>
                  </a:lnTo>
                  <a:lnTo>
                    <a:pt x="190868" y="306781"/>
                  </a:lnTo>
                  <a:lnTo>
                    <a:pt x="195973" y="308571"/>
                  </a:lnTo>
                  <a:lnTo>
                    <a:pt x="203949" y="310235"/>
                  </a:lnTo>
                  <a:lnTo>
                    <a:pt x="214058" y="311353"/>
                  </a:lnTo>
                  <a:lnTo>
                    <a:pt x="224447" y="311569"/>
                  </a:lnTo>
                  <a:lnTo>
                    <a:pt x="233095" y="310972"/>
                  </a:lnTo>
                  <a:lnTo>
                    <a:pt x="239064" y="309905"/>
                  </a:lnTo>
                  <a:lnTo>
                    <a:pt x="241401" y="308711"/>
                  </a:lnTo>
                  <a:close/>
                </a:path>
                <a:path w="360044" h="874395">
                  <a:moveTo>
                    <a:pt x="359702" y="11988"/>
                  </a:moveTo>
                  <a:lnTo>
                    <a:pt x="336931" y="6108"/>
                  </a:lnTo>
                  <a:lnTo>
                    <a:pt x="314261" y="0"/>
                  </a:lnTo>
                  <a:lnTo>
                    <a:pt x="312635" y="3022"/>
                  </a:lnTo>
                  <a:lnTo>
                    <a:pt x="321564" y="8204"/>
                  </a:lnTo>
                  <a:lnTo>
                    <a:pt x="334352" y="11709"/>
                  </a:lnTo>
                  <a:lnTo>
                    <a:pt x="347230" y="14986"/>
                  </a:lnTo>
                  <a:lnTo>
                    <a:pt x="358482" y="15100"/>
                  </a:lnTo>
                  <a:lnTo>
                    <a:pt x="359054" y="13639"/>
                  </a:lnTo>
                  <a:lnTo>
                    <a:pt x="359702" y="11988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6189217" y="4302546"/>
              <a:ext cx="90170" cy="215900"/>
            </a:xfrm>
            <a:custGeom>
              <a:avLst/>
              <a:gdLst/>
              <a:ahLst/>
              <a:cxnLst/>
              <a:rect l="l" t="t" r="r" b="b"/>
              <a:pathLst>
                <a:path w="90169" h="215900">
                  <a:moveTo>
                    <a:pt x="0" y="0"/>
                  </a:moveTo>
                  <a:lnTo>
                    <a:pt x="83002" y="0"/>
                  </a:lnTo>
                </a:path>
                <a:path w="90169" h="215900">
                  <a:moveTo>
                    <a:pt x="6780" y="215290"/>
                  </a:moveTo>
                  <a:lnTo>
                    <a:pt x="89783" y="215290"/>
                  </a:lnTo>
                </a:path>
              </a:pathLst>
            </a:custGeom>
            <a:ln w="5738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6860813" y="1264959"/>
              <a:ext cx="848360" cy="928369"/>
            </a:xfrm>
            <a:custGeom>
              <a:avLst/>
              <a:gdLst/>
              <a:ahLst/>
              <a:cxnLst/>
              <a:rect l="l" t="t" r="r" b="b"/>
              <a:pathLst>
                <a:path w="848359" h="928369">
                  <a:moveTo>
                    <a:pt x="848243" y="0"/>
                  </a:moveTo>
                  <a:lnTo>
                    <a:pt x="785539" y="939"/>
                  </a:lnTo>
                  <a:lnTo>
                    <a:pt x="629904" y="23394"/>
                  </a:lnTo>
                  <a:lnTo>
                    <a:pt x="430056" y="96820"/>
                  </a:lnTo>
                  <a:lnTo>
                    <a:pt x="234712" y="250672"/>
                  </a:lnTo>
                  <a:lnTo>
                    <a:pt x="190433" y="305473"/>
                  </a:lnTo>
                  <a:lnTo>
                    <a:pt x="151706" y="360834"/>
                  </a:lnTo>
                  <a:lnTo>
                    <a:pt x="118215" y="416309"/>
                  </a:lnTo>
                  <a:lnTo>
                    <a:pt x="89640" y="471451"/>
                  </a:lnTo>
                  <a:lnTo>
                    <a:pt x="65666" y="525813"/>
                  </a:lnTo>
                  <a:lnTo>
                    <a:pt x="45975" y="578948"/>
                  </a:lnTo>
                  <a:lnTo>
                    <a:pt x="30250" y="630409"/>
                  </a:lnTo>
                  <a:lnTo>
                    <a:pt x="18172" y="679749"/>
                  </a:lnTo>
                  <a:lnTo>
                    <a:pt x="9426" y="726521"/>
                  </a:lnTo>
                  <a:lnTo>
                    <a:pt x="3693" y="770279"/>
                  </a:lnTo>
                  <a:lnTo>
                    <a:pt x="657" y="810575"/>
                  </a:lnTo>
                  <a:lnTo>
                    <a:pt x="0" y="846962"/>
                  </a:lnTo>
                  <a:lnTo>
                    <a:pt x="1404" y="878993"/>
                  </a:lnTo>
                  <a:lnTo>
                    <a:pt x="4552" y="906222"/>
                  </a:lnTo>
                  <a:lnTo>
                    <a:pt x="9127" y="928202"/>
                  </a:lnTo>
                  <a:lnTo>
                    <a:pt x="120621" y="751432"/>
                  </a:lnTo>
                  <a:lnTo>
                    <a:pt x="118582" y="720944"/>
                  </a:lnTo>
                  <a:lnTo>
                    <a:pt x="118256" y="646912"/>
                  </a:lnTo>
                  <a:lnTo>
                    <a:pt x="128330" y="555485"/>
                  </a:lnTo>
                  <a:lnTo>
                    <a:pt x="157489" y="472812"/>
                  </a:lnTo>
                  <a:lnTo>
                    <a:pt x="183342" y="635111"/>
                  </a:lnTo>
                  <a:lnTo>
                    <a:pt x="259403" y="482309"/>
                  </a:lnTo>
                  <a:lnTo>
                    <a:pt x="265763" y="453704"/>
                  </a:lnTo>
                  <a:lnTo>
                    <a:pt x="281352" y="389071"/>
                  </a:lnTo>
                  <a:lnTo>
                    <a:pt x="300935" y="320191"/>
                  </a:lnTo>
                  <a:lnTo>
                    <a:pt x="319275" y="278839"/>
                  </a:lnTo>
                  <a:lnTo>
                    <a:pt x="326217" y="402176"/>
                  </a:lnTo>
                  <a:lnTo>
                    <a:pt x="476401" y="240024"/>
                  </a:lnTo>
                  <a:lnTo>
                    <a:pt x="507814" y="134666"/>
                  </a:lnTo>
                  <a:lnTo>
                    <a:pt x="525572" y="166330"/>
                  </a:lnTo>
                  <a:lnTo>
                    <a:pt x="563623" y="144853"/>
                  </a:lnTo>
                  <a:lnTo>
                    <a:pt x="653072" y="95484"/>
                  </a:lnTo>
                  <a:lnTo>
                    <a:pt x="756863" y="40813"/>
                  </a:lnTo>
                  <a:lnTo>
                    <a:pt x="837940" y="3434"/>
                  </a:lnTo>
                  <a:lnTo>
                    <a:pt x="841793" y="2010"/>
                  </a:lnTo>
                  <a:lnTo>
                    <a:pt x="848243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6869844" y="1272550"/>
              <a:ext cx="822325" cy="920750"/>
            </a:xfrm>
            <a:custGeom>
              <a:avLst/>
              <a:gdLst/>
              <a:ahLst/>
              <a:cxnLst/>
              <a:rect l="l" t="t" r="r" b="b"/>
              <a:pathLst>
                <a:path w="822325" h="920750">
                  <a:moveTo>
                    <a:pt x="822090" y="0"/>
                  </a:moveTo>
                  <a:lnTo>
                    <a:pt x="773997" y="1748"/>
                  </a:lnTo>
                  <a:lnTo>
                    <a:pt x="716605" y="9138"/>
                  </a:lnTo>
                  <a:lnTo>
                    <a:pt x="639949" y="26690"/>
                  </a:lnTo>
                  <a:lnTo>
                    <a:pt x="595382" y="40904"/>
                  </a:lnTo>
                  <a:lnTo>
                    <a:pt x="547307" y="59481"/>
                  </a:lnTo>
                  <a:lnTo>
                    <a:pt x="496445" y="82984"/>
                  </a:lnTo>
                  <a:lnTo>
                    <a:pt x="443515" y="111975"/>
                  </a:lnTo>
                  <a:lnTo>
                    <a:pt x="389570" y="147088"/>
                  </a:lnTo>
                  <a:lnTo>
                    <a:pt x="335445" y="188098"/>
                  </a:lnTo>
                  <a:lnTo>
                    <a:pt x="282848" y="235842"/>
                  </a:lnTo>
                  <a:lnTo>
                    <a:pt x="232537" y="289404"/>
                  </a:lnTo>
                  <a:lnTo>
                    <a:pt x="196231" y="335871"/>
                  </a:lnTo>
                  <a:lnTo>
                    <a:pt x="163835" y="383234"/>
                  </a:lnTo>
                  <a:lnTo>
                    <a:pt x="135332" y="430928"/>
                  </a:lnTo>
                  <a:lnTo>
                    <a:pt x="110704" y="478389"/>
                  </a:lnTo>
                  <a:lnTo>
                    <a:pt x="89934" y="525052"/>
                  </a:lnTo>
                  <a:lnTo>
                    <a:pt x="68270" y="581426"/>
                  </a:lnTo>
                  <a:lnTo>
                    <a:pt x="51223" y="634996"/>
                  </a:lnTo>
                  <a:lnTo>
                    <a:pt x="37700" y="685116"/>
                  </a:lnTo>
                  <a:lnTo>
                    <a:pt x="27161" y="731349"/>
                  </a:lnTo>
                  <a:lnTo>
                    <a:pt x="19146" y="773286"/>
                  </a:lnTo>
                  <a:lnTo>
                    <a:pt x="8318" y="842997"/>
                  </a:lnTo>
                  <a:lnTo>
                    <a:pt x="2548" y="891797"/>
                  </a:lnTo>
                  <a:lnTo>
                    <a:pt x="0" y="920621"/>
                  </a:lnTo>
                  <a:lnTo>
                    <a:pt x="198" y="920589"/>
                  </a:lnTo>
                  <a:lnTo>
                    <a:pt x="10926" y="842695"/>
                  </a:lnTo>
                  <a:lnTo>
                    <a:pt x="16002" y="810313"/>
                  </a:lnTo>
                  <a:lnTo>
                    <a:pt x="30972" y="731202"/>
                  </a:lnTo>
                  <a:lnTo>
                    <a:pt x="41824" y="685133"/>
                  </a:lnTo>
                  <a:lnTo>
                    <a:pt x="55589" y="635247"/>
                  </a:lnTo>
                  <a:lnTo>
                    <a:pt x="72809" y="581991"/>
                  </a:lnTo>
                  <a:lnTo>
                    <a:pt x="94552" y="526025"/>
                  </a:lnTo>
                  <a:lnTo>
                    <a:pt x="115302" y="479738"/>
                  </a:lnTo>
                  <a:lnTo>
                    <a:pt x="139839" y="432686"/>
                  </a:lnTo>
                  <a:lnTo>
                    <a:pt x="168172" y="385427"/>
                  </a:lnTo>
                  <a:lnTo>
                    <a:pt x="200311" y="338520"/>
                  </a:lnTo>
                  <a:lnTo>
                    <a:pt x="236265" y="292525"/>
                  </a:lnTo>
                  <a:lnTo>
                    <a:pt x="286055" y="239484"/>
                  </a:lnTo>
                  <a:lnTo>
                    <a:pt x="338115" y="192130"/>
                  </a:lnTo>
                  <a:lnTo>
                    <a:pt x="391696" y="151384"/>
                  </a:lnTo>
                  <a:lnTo>
                    <a:pt x="445127" y="116394"/>
                  </a:lnTo>
                  <a:lnTo>
                    <a:pt x="497589" y="87422"/>
                  </a:lnTo>
                  <a:lnTo>
                    <a:pt x="548040" y="63831"/>
                  </a:lnTo>
                  <a:lnTo>
                    <a:pt x="595767" y="45072"/>
                  </a:lnTo>
                  <a:lnTo>
                    <a:pt x="640053" y="30595"/>
                  </a:lnTo>
                  <a:lnTo>
                    <a:pt x="680403" y="19919"/>
                  </a:lnTo>
                  <a:lnTo>
                    <a:pt x="747535" y="7170"/>
                  </a:lnTo>
                  <a:lnTo>
                    <a:pt x="802619" y="1759"/>
                  </a:lnTo>
                  <a:lnTo>
                    <a:pt x="822069" y="104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846667" y="1564366"/>
              <a:ext cx="2159000" cy="1153795"/>
            </a:xfrm>
            <a:custGeom>
              <a:avLst/>
              <a:gdLst/>
              <a:ahLst/>
              <a:cxnLst/>
              <a:rect l="l" t="t" r="r" b="b"/>
              <a:pathLst>
                <a:path w="2159000" h="1153795">
                  <a:moveTo>
                    <a:pt x="2158949" y="599274"/>
                  </a:moveTo>
                  <a:lnTo>
                    <a:pt x="2121230" y="520750"/>
                  </a:lnTo>
                  <a:lnTo>
                    <a:pt x="2088997" y="458266"/>
                  </a:lnTo>
                  <a:lnTo>
                    <a:pt x="2061108" y="412000"/>
                  </a:lnTo>
                  <a:lnTo>
                    <a:pt x="2037549" y="380580"/>
                  </a:lnTo>
                  <a:lnTo>
                    <a:pt x="1994801" y="333756"/>
                  </a:lnTo>
                  <a:lnTo>
                    <a:pt x="1965325" y="307898"/>
                  </a:lnTo>
                  <a:lnTo>
                    <a:pt x="1929968" y="282194"/>
                  </a:lnTo>
                  <a:lnTo>
                    <a:pt x="1888363" y="257962"/>
                  </a:lnTo>
                  <a:lnTo>
                    <a:pt x="1840153" y="236537"/>
                  </a:lnTo>
                  <a:lnTo>
                    <a:pt x="1784985" y="219265"/>
                  </a:lnTo>
                  <a:lnTo>
                    <a:pt x="1722475" y="207467"/>
                  </a:lnTo>
                  <a:lnTo>
                    <a:pt x="1652295" y="202488"/>
                  </a:lnTo>
                  <a:lnTo>
                    <a:pt x="1574063" y="205651"/>
                  </a:lnTo>
                  <a:lnTo>
                    <a:pt x="1379359" y="229412"/>
                  </a:lnTo>
                  <a:lnTo>
                    <a:pt x="1252143" y="280517"/>
                  </a:lnTo>
                  <a:lnTo>
                    <a:pt x="1136319" y="397852"/>
                  </a:lnTo>
                  <a:lnTo>
                    <a:pt x="1027176" y="549097"/>
                  </a:lnTo>
                  <a:lnTo>
                    <a:pt x="1033995" y="400075"/>
                  </a:lnTo>
                  <a:lnTo>
                    <a:pt x="997483" y="214528"/>
                  </a:lnTo>
                  <a:lnTo>
                    <a:pt x="877620" y="63220"/>
                  </a:lnTo>
                  <a:lnTo>
                    <a:pt x="829729" y="36995"/>
                  </a:lnTo>
                  <a:lnTo>
                    <a:pt x="779678" y="18275"/>
                  </a:lnTo>
                  <a:lnTo>
                    <a:pt x="728065" y="6337"/>
                  </a:lnTo>
                  <a:lnTo>
                    <a:pt x="675487" y="495"/>
                  </a:lnTo>
                  <a:lnTo>
                    <a:pt x="622579" y="0"/>
                  </a:lnTo>
                  <a:lnTo>
                    <a:pt x="569937" y="4165"/>
                  </a:lnTo>
                  <a:lnTo>
                    <a:pt x="518160" y="12255"/>
                  </a:lnTo>
                  <a:lnTo>
                    <a:pt x="467855" y="23545"/>
                  </a:lnTo>
                  <a:lnTo>
                    <a:pt x="419646" y="37350"/>
                  </a:lnTo>
                  <a:lnTo>
                    <a:pt x="374129" y="52920"/>
                  </a:lnTo>
                  <a:lnTo>
                    <a:pt x="331914" y="69570"/>
                  </a:lnTo>
                  <a:lnTo>
                    <a:pt x="293611" y="86563"/>
                  </a:lnTo>
                  <a:lnTo>
                    <a:pt x="231165" y="118719"/>
                  </a:lnTo>
                  <a:lnTo>
                    <a:pt x="208229" y="132461"/>
                  </a:lnTo>
                  <a:lnTo>
                    <a:pt x="386842" y="177393"/>
                  </a:lnTo>
                  <a:lnTo>
                    <a:pt x="408863" y="168503"/>
                  </a:lnTo>
                  <a:lnTo>
                    <a:pt x="463575" y="150812"/>
                  </a:lnTo>
                  <a:lnTo>
                    <a:pt x="533933" y="137807"/>
                  </a:lnTo>
                  <a:lnTo>
                    <a:pt x="602869" y="142938"/>
                  </a:lnTo>
                  <a:lnTo>
                    <a:pt x="492480" y="201383"/>
                  </a:lnTo>
                  <a:lnTo>
                    <a:pt x="614705" y="239026"/>
                  </a:lnTo>
                  <a:lnTo>
                    <a:pt x="637311" y="234111"/>
                  </a:lnTo>
                  <a:lnTo>
                    <a:pt x="688492" y="224358"/>
                  </a:lnTo>
                  <a:lnTo>
                    <a:pt x="743254" y="217309"/>
                  </a:lnTo>
                  <a:lnTo>
                    <a:pt x="776643" y="220459"/>
                  </a:lnTo>
                  <a:lnTo>
                    <a:pt x="690041" y="277190"/>
                  </a:lnTo>
                  <a:lnTo>
                    <a:pt x="824306" y="378968"/>
                  </a:lnTo>
                  <a:lnTo>
                    <a:pt x="913752" y="373545"/>
                  </a:lnTo>
                  <a:lnTo>
                    <a:pt x="865835" y="409854"/>
                  </a:lnTo>
                  <a:lnTo>
                    <a:pt x="881672" y="433971"/>
                  </a:lnTo>
                  <a:lnTo>
                    <a:pt x="917740" y="492366"/>
                  </a:lnTo>
                  <a:lnTo>
                    <a:pt x="956818" y="564083"/>
                  </a:lnTo>
                  <a:lnTo>
                    <a:pt x="960018" y="572325"/>
                  </a:lnTo>
                  <a:lnTo>
                    <a:pt x="880148" y="502500"/>
                  </a:lnTo>
                  <a:lnTo>
                    <a:pt x="735634" y="442404"/>
                  </a:lnTo>
                  <a:lnTo>
                    <a:pt x="541172" y="459079"/>
                  </a:lnTo>
                  <a:lnTo>
                    <a:pt x="490804" y="479247"/>
                  </a:lnTo>
                  <a:lnTo>
                    <a:pt x="442315" y="504317"/>
                  </a:lnTo>
                  <a:lnTo>
                    <a:pt x="395795" y="533654"/>
                  </a:lnTo>
                  <a:lnTo>
                    <a:pt x="351320" y="566585"/>
                  </a:lnTo>
                  <a:lnTo>
                    <a:pt x="308991" y="602500"/>
                  </a:lnTo>
                  <a:lnTo>
                    <a:pt x="268884" y="640740"/>
                  </a:lnTo>
                  <a:lnTo>
                    <a:pt x="231089" y="680669"/>
                  </a:lnTo>
                  <a:lnTo>
                    <a:pt x="195707" y="721652"/>
                  </a:lnTo>
                  <a:lnTo>
                    <a:pt x="162814" y="763041"/>
                  </a:lnTo>
                  <a:lnTo>
                    <a:pt x="132511" y="804202"/>
                  </a:lnTo>
                  <a:lnTo>
                    <a:pt x="104863" y="844486"/>
                  </a:lnTo>
                  <a:lnTo>
                    <a:pt x="79984" y="883246"/>
                  </a:lnTo>
                  <a:lnTo>
                    <a:pt x="57950" y="919861"/>
                  </a:lnTo>
                  <a:lnTo>
                    <a:pt x="38836" y="953668"/>
                  </a:lnTo>
                  <a:lnTo>
                    <a:pt x="9779" y="1010335"/>
                  </a:lnTo>
                  <a:lnTo>
                    <a:pt x="0" y="1031900"/>
                  </a:lnTo>
                  <a:lnTo>
                    <a:pt x="179501" y="919467"/>
                  </a:lnTo>
                  <a:lnTo>
                    <a:pt x="200774" y="892543"/>
                  </a:lnTo>
                  <a:lnTo>
                    <a:pt x="250634" y="830237"/>
                  </a:lnTo>
                  <a:lnTo>
                    <a:pt x="308165" y="760298"/>
                  </a:lnTo>
                  <a:lnTo>
                    <a:pt x="352437" y="710425"/>
                  </a:lnTo>
                  <a:lnTo>
                    <a:pt x="265099" y="880452"/>
                  </a:lnTo>
                  <a:lnTo>
                    <a:pt x="418211" y="758291"/>
                  </a:lnTo>
                  <a:lnTo>
                    <a:pt x="439242" y="735584"/>
                  </a:lnTo>
                  <a:lnTo>
                    <a:pt x="487400" y="685088"/>
                  </a:lnTo>
                  <a:lnTo>
                    <a:pt x="540258" y="633247"/>
                  </a:lnTo>
                  <a:lnTo>
                    <a:pt x="575398" y="606488"/>
                  </a:lnTo>
                  <a:lnTo>
                    <a:pt x="502475" y="727252"/>
                  </a:lnTo>
                  <a:lnTo>
                    <a:pt x="680694" y="674408"/>
                  </a:lnTo>
                  <a:lnTo>
                    <a:pt x="762304" y="596061"/>
                  </a:lnTo>
                  <a:lnTo>
                    <a:pt x="751827" y="637692"/>
                  </a:lnTo>
                  <a:lnTo>
                    <a:pt x="779729" y="632802"/>
                  </a:lnTo>
                  <a:lnTo>
                    <a:pt x="845388" y="623862"/>
                  </a:lnTo>
                  <a:lnTo>
                    <a:pt x="921740" y="619455"/>
                  </a:lnTo>
                  <a:lnTo>
                    <a:pt x="978877" y="627799"/>
                  </a:lnTo>
                  <a:lnTo>
                    <a:pt x="980084" y="630732"/>
                  </a:lnTo>
                  <a:lnTo>
                    <a:pt x="983513" y="628954"/>
                  </a:lnTo>
                  <a:lnTo>
                    <a:pt x="984618" y="629412"/>
                  </a:lnTo>
                  <a:lnTo>
                    <a:pt x="986294" y="628230"/>
                  </a:lnTo>
                  <a:lnTo>
                    <a:pt x="988771" y="627913"/>
                  </a:lnTo>
                  <a:lnTo>
                    <a:pt x="1053744" y="626605"/>
                  </a:lnTo>
                  <a:lnTo>
                    <a:pt x="1136434" y="631456"/>
                  </a:lnTo>
                  <a:lnTo>
                    <a:pt x="1207528" y="637781"/>
                  </a:lnTo>
                  <a:lnTo>
                    <a:pt x="1237729" y="640918"/>
                  </a:lnTo>
                  <a:lnTo>
                    <a:pt x="1254836" y="602551"/>
                  </a:lnTo>
                  <a:lnTo>
                    <a:pt x="1273454" y="688886"/>
                  </a:lnTo>
                  <a:lnTo>
                    <a:pt x="1387094" y="775258"/>
                  </a:lnTo>
                  <a:lnTo>
                    <a:pt x="1401787" y="654227"/>
                  </a:lnTo>
                  <a:lnTo>
                    <a:pt x="1414106" y="685368"/>
                  </a:lnTo>
                  <a:lnTo>
                    <a:pt x="1425486" y="742251"/>
                  </a:lnTo>
                  <a:lnTo>
                    <a:pt x="1433830" y="796899"/>
                  </a:lnTo>
                  <a:lnTo>
                    <a:pt x="1437068" y="821321"/>
                  </a:lnTo>
                  <a:lnTo>
                    <a:pt x="1489506" y="932611"/>
                  </a:lnTo>
                  <a:lnTo>
                    <a:pt x="1522806" y="765708"/>
                  </a:lnTo>
                  <a:lnTo>
                    <a:pt x="1541170" y="831392"/>
                  </a:lnTo>
                  <a:lnTo>
                    <a:pt x="1542986" y="914158"/>
                  </a:lnTo>
                  <a:lnTo>
                    <a:pt x="1537360" y="985050"/>
                  </a:lnTo>
                  <a:lnTo>
                    <a:pt x="1533461" y="1015123"/>
                  </a:lnTo>
                  <a:lnTo>
                    <a:pt x="1611350" y="1153287"/>
                  </a:lnTo>
                  <a:lnTo>
                    <a:pt x="1617573" y="1125893"/>
                  </a:lnTo>
                  <a:lnTo>
                    <a:pt x="1622717" y="1092212"/>
                  </a:lnTo>
                  <a:lnTo>
                    <a:pt x="1626311" y="1053211"/>
                  </a:lnTo>
                  <a:lnTo>
                    <a:pt x="1627911" y="1009891"/>
                  </a:lnTo>
                  <a:lnTo>
                    <a:pt x="1627022" y="963244"/>
                  </a:lnTo>
                  <a:lnTo>
                    <a:pt x="1623187" y="914247"/>
                  </a:lnTo>
                  <a:lnTo>
                    <a:pt x="1615948" y="863892"/>
                  </a:lnTo>
                  <a:lnTo>
                    <a:pt x="1604810" y="813181"/>
                  </a:lnTo>
                  <a:lnTo>
                    <a:pt x="1589316" y="763079"/>
                  </a:lnTo>
                  <a:lnTo>
                    <a:pt x="1568996" y="714603"/>
                  </a:lnTo>
                  <a:lnTo>
                    <a:pt x="1543380" y="668718"/>
                  </a:lnTo>
                  <a:lnTo>
                    <a:pt x="1512011" y="626414"/>
                  </a:lnTo>
                  <a:lnTo>
                    <a:pt x="1474393" y="588695"/>
                  </a:lnTo>
                  <a:lnTo>
                    <a:pt x="1322476" y="530872"/>
                  </a:lnTo>
                  <a:lnTo>
                    <a:pt x="1160970" y="551980"/>
                  </a:lnTo>
                  <a:lnTo>
                    <a:pt x="1046187" y="596392"/>
                  </a:lnTo>
                  <a:lnTo>
                    <a:pt x="1155192" y="539737"/>
                  </a:lnTo>
                  <a:lnTo>
                    <a:pt x="1261427" y="497954"/>
                  </a:lnTo>
                  <a:lnTo>
                    <a:pt x="1341894" y="495096"/>
                  </a:lnTo>
                  <a:lnTo>
                    <a:pt x="1439659" y="520852"/>
                  </a:lnTo>
                  <a:lnTo>
                    <a:pt x="1465745" y="460209"/>
                  </a:lnTo>
                  <a:lnTo>
                    <a:pt x="1515694" y="535089"/>
                  </a:lnTo>
                  <a:lnTo>
                    <a:pt x="1693684" y="596773"/>
                  </a:lnTo>
                  <a:lnTo>
                    <a:pt x="1646059" y="451739"/>
                  </a:lnTo>
                  <a:lnTo>
                    <a:pt x="1694967" y="475653"/>
                  </a:lnTo>
                  <a:lnTo>
                    <a:pt x="1724012" y="502437"/>
                  </a:lnTo>
                  <a:lnTo>
                    <a:pt x="1744611" y="549021"/>
                  </a:lnTo>
                  <a:lnTo>
                    <a:pt x="1768246" y="632345"/>
                  </a:lnTo>
                  <a:lnTo>
                    <a:pt x="1786686" y="633425"/>
                  </a:lnTo>
                  <a:lnTo>
                    <a:pt x="1809216" y="640956"/>
                  </a:lnTo>
                  <a:lnTo>
                    <a:pt x="1850593" y="661365"/>
                  </a:lnTo>
                  <a:lnTo>
                    <a:pt x="1925548" y="701128"/>
                  </a:lnTo>
                  <a:lnTo>
                    <a:pt x="1927390" y="610019"/>
                  </a:lnTo>
                  <a:lnTo>
                    <a:pt x="1913801" y="541134"/>
                  </a:lnTo>
                  <a:lnTo>
                    <a:pt x="1872043" y="459803"/>
                  </a:lnTo>
                  <a:lnTo>
                    <a:pt x="1789315" y="331343"/>
                  </a:lnTo>
                  <a:lnTo>
                    <a:pt x="1834032" y="341198"/>
                  </a:lnTo>
                  <a:lnTo>
                    <a:pt x="1866785" y="365721"/>
                  </a:lnTo>
                  <a:lnTo>
                    <a:pt x="1903653" y="424027"/>
                  </a:lnTo>
                  <a:lnTo>
                    <a:pt x="1960702" y="535228"/>
                  </a:lnTo>
                  <a:lnTo>
                    <a:pt x="2158949" y="599274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162262" y="1615001"/>
              <a:ext cx="1437005" cy="625475"/>
            </a:xfrm>
            <a:custGeom>
              <a:avLst/>
              <a:gdLst/>
              <a:ahLst/>
              <a:cxnLst/>
              <a:rect l="l" t="t" r="r" b="b"/>
              <a:pathLst>
                <a:path w="1437005" h="625475">
                  <a:moveTo>
                    <a:pt x="646023" y="552742"/>
                  </a:moveTo>
                  <a:lnTo>
                    <a:pt x="644563" y="551078"/>
                  </a:lnTo>
                  <a:lnTo>
                    <a:pt x="638619" y="545134"/>
                  </a:lnTo>
                  <a:lnTo>
                    <a:pt x="634530" y="540385"/>
                  </a:lnTo>
                  <a:lnTo>
                    <a:pt x="590638" y="506679"/>
                  </a:lnTo>
                  <a:lnTo>
                    <a:pt x="552805" y="485686"/>
                  </a:lnTo>
                  <a:lnTo>
                    <a:pt x="504456" y="467296"/>
                  </a:lnTo>
                  <a:lnTo>
                    <a:pt x="446112" y="454723"/>
                  </a:lnTo>
                  <a:lnTo>
                    <a:pt x="378955" y="451281"/>
                  </a:lnTo>
                  <a:lnTo>
                    <a:pt x="342722" y="453707"/>
                  </a:lnTo>
                  <a:lnTo>
                    <a:pt x="270179" y="467702"/>
                  </a:lnTo>
                  <a:lnTo>
                    <a:pt x="202666" y="490639"/>
                  </a:lnTo>
                  <a:lnTo>
                    <a:pt x="142735" y="519163"/>
                  </a:lnTo>
                  <a:lnTo>
                    <a:pt x="92240" y="549757"/>
                  </a:lnTo>
                  <a:lnTo>
                    <a:pt x="52260" y="578713"/>
                  </a:lnTo>
                  <a:lnTo>
                    <a:pt x="15532" y="609473"/>
                  </a:lnTo>
                  <a:lnTo>
                    <a:pt x="9906" y="615302"/>
                  </a:lnTo>
                  <a:lnTo>
                    <a:pt x="0" y="624852"/>
                  </a:lnTo>
                  <a:lnTo>
                    <a:pt x="101" y="624979"/>
                  </a:lnTo>
                  <a:lnTo>
                    <a:pt x="203" y="625106"/>
                  </a:lnTo>
                  <a:lnTo>
                    <a:pt x="10706" y="616331"/>
                  </a:lnTo>
                  <a:lnTo>
                    <a:pt x="53644" y="581113"/>
                  </a:lnTo>
                  <a:lnTo>
                    <a:pt x="93675" y="553034"/>
                  </a:lnTo>
                  <a:lnTo>
                    <a:pt x="143954" y="523290"/>
                  </a:lnTo>
                  <a:lnTo>
                    <a:pt x="203390" y="495503"/>
                  </a:lnTo>
                  <a:lnTo>
                    <a:pt x="270205" y="473138"/>
                  </a:lnTo>
                  <a:lnTo>
                    <a:pt x="341884" y="459422"/>
                  </a:lnTo>
                  <a:lnTo>
                    <a:pt x="377698" y="456984"/>
                  </a:lnTo>
                  <a:lnTo>
                    <a:pt x="411886" y="457314"/>
                  </a:lnTo>
                  <a:lnTo>
                    <a:pt x="474281" y="465277"/>
                  </a:lnTo>
                  <a:lnTo>
                    <a:pt x="527456" y="480491"/>
                  </a:lnTo>
                  <a:lnTo>
                    <a:pt x="570560" y="499821"/>
                  </a:lnTo>
                  <a:lnTo>
                    <a:pt x="603580" y="519747"/>
                  </a:lnTo>
                  <a:lnTo>
                    <a:pt x="637489" y="546379"/>
                  </a:lnTo>
                  <a:lnTo>
                    <a:pt x="645718" y="553072"/>
                  </a:lnTo>
                  <a:lnTo>
                    <a:pt x="646023" y="552742"/>
                  </a:lnTo>
                  <a:close/>
                </a:path>
                <a:path w="1437005" h="625475">
                  <a:moveTo>
                    <a:pt x="711479" y="367741"/>
                  </a:moveTo>
                  <a:lnTo>
                    <a:pt x="710272" y="326364"/>
                  </a:lnTo>
                  <a:lnTo>
                    <a:pt x="705815" y="282359"/>
                  </a:lnTo>
                  <a:lnTo>
                    <a:pt x="697509" y="237693"/>
                  </a:lnTo>
                  <a:lnTo>
                    <a:pt x="686193" y="196723"/>
                  </a:lnTo>
                  <a:lnTo>
                    <a:pt x="672998" y="160655"/>
                  </a:lnTo>
                  <a:lnTo>
                    <a:pt x="652030" y="116903"/>
                  </a:lnTo>
                  <a:lnTo>
                    <a:pt x="647725" y="108445"/>
                  </a:lnTo>
                  <a:lnTo>
                    <a:pt x="642962" y="101434"/>
                  </a:lnTo>
                  <a:lnTo>
                    <a:pt x="635215" y="88696"/>
                  </a:lnTo>
                  <a:lnTo>
                    <a:pt x="622198" y="71005"/>
                  </a:lnTo>
                  <a:lnTo>
                    <a:pt x="618642" y="66535"/>
                  </a:lnTo>
                  <a:lnTo>
                    <a:pt x="618324" y="66814"/>
                  </a:lnTo>
                  <a:lnTo>
                    <a:pt x="617994" y="67094"/>
                  </a:lnTo>
                  <a:lnTo>
                    <a:pt x="620928" y="72123"/>
                  </a:lnTo>
                  <a:lnTo>
                    <a:pt x="632752" y="90690"/>
                  </a:lnTo>
                  <a:lnTo>
                    <a:pt x="639940" y="103784"/>
                  </a:lnTo>
                  <a:lnTo>
                    <a:pt x="644436" y="110921"/>
                  </a:lnTo>
                  <a:lnTo>
                    <a:pt x="648474" y="119507"/>
                  </a:lnTo>
                  <a:lnTo>
                    <a:pt x="655104" y="132753"/>
                  </a:lnTo>
                  <a:lnTo>
                    <a:pt x="674992" y="180873"/>
                  </a:lnTo>
                  <a:lnTo>
                    <a:pt x="686866" y="219379"/>
                  </a:lnTo>
                  <a:lnTo>
                    <a:pt x="696760" y="262191"/>
                  </a:lnTo>
                  <a:lnTo>
                    <a:pt x="703072" y="306590"/>
                  </a:lnTo>
                  <a:lnTo>
                    <a:pt x="706247" y="348957"/>
                  </a:lnTo>
                  <a:lnTo>
                    <a:pt x="706615" y="369036"/>
                  </a:lnTo>
                  <a:lnTo>
                    <a:pt x="706501" y="388099"/>
                  </a:lnTo>
                  <a:lnTo>
                    <a:pt x="705891" y="406031"/>
                  </a:lnTo>
                  <a:lnTo>
                    <a:pt x="704316" y="430453"/>
                  </a:lnTo>
                  <a:lnTo>
                    <a:pt x="701382" y="459968"/>
                  </a:lnTo>
                  <a:lnTo>
                    <a:pt x="697725" y="485381"/>
                  </a:lnTo>
                  <a:lnTo>
                    <a:pt x="697357" y="488594"/>
                  </a:lnTo>
                  <a:lnTo>
                    <a:pt x="696137" y="456463"/>
                  </a:lnTo>
                  <a:lnTo>
                    <a:pt x="695413" y="451002"/>
                  </a:lnTo>
                  <a:lnTo>
                    <a:pt x="692746" y="426110"/>
                  </a:lnTo>
                  <a:lnTo>
                    <a:pt x="691400" y="415848"/>
                  </a:lnTo>
                  <a:lnTo>
                    <a:pt x="684047" y="374510"/>
                  </a:lnTo>
                  <a:lnTo>
                    <a:pt x="681786" y="366636"/>
                  </a:lnTo>
                  <a:lnTo>
                    <a:pt x="676744" y="345617"/>
                  </a:lnTo>
                  <a:lnTo>
                    <a:pt x="664730" y="306400"/>
                  </a:lnTo>
                  <a:lnTo>
                    <a:pt x="642721" y="252145"/>
                  </a:lnTo>
                  <a:lnTo>
                    <a:pt x="613956" y="197370"/>
                  </a:lnTo>
                  <a:lnTo>
                    <a:pt x="579234" y="147281"/>
                  </a:lnTo>
                  <a:lnTo>
                    <a:pt x="542556" y="104571"/>
                  </a:lnTo>
                  <a:lnTo>
                    <a:pt x="514654" y="77863"/>
                  </a:lnTo>
                  <a:lnTo>
                    <a:pt x="499211" y="65049"/>
                  </a:lnTo>
                  <a:lnTo>
                    <a:pt x="493572" y="59855"/>
                  </a:lnTo>
                  <a:lnTo>
                    <a:pt x="462280" y="37376"/>
                  </a:lnTo>
                  <a:lnTo>
                    <a:pt x="426580" y="15748"/>
                  </a:lnTo>
                  <a:lnTo>
                    <a:pt x="393649" y="0"/>
                  </a:lnTo>
                  <a:lnTo>
                    <a:pt x="393420" y="368"/>
                  </a:lnTo>
                  <a:lnTo>
                    <a:pt x="395185" y="1511"/>
                  </a:lnTo>
                  <a:lnTo>
                    <a:pt x="428866" y="20561"/>
                  </a:lnTo>
                  <a:lnTo>
                    <a:pt x="432981" y="23393"/>
                  </a:lnTo>
                  <a:lnTo>
                    <a:pt x="451967" y="35534"/>
                  </a:lnTo>
                  <a:lnTo>
                    <a:pt x="459727" y="40754"/>
                  </a:lnTo>
                  <a:lnTo>
                    <a:pt x="490359" y="63703"/>
                  </a:lnTo>
                  <a:lnTo>
                    <a:pt x="495896" y="68973"/>
                  </a:lnTo>
                  <a:lnTo>
                    <a:pt x="511073" y="81915"/>
                  </a:lnTo>
                  <a:lnTo>
                    <a:pt x="538492" y="108762"/>
                  </a:lnTo>
                  <a:lnTo>
                    <a:pt x="574662" y="151422"/>
                  </a:lnTo>
                  <a:lnTo>
                    <a:pt x="609053" y="201244"/>
                  </a:lnTo>
                  <a:lnTo>
                    <a:pt x="637705" y="255562"/>
                  </a:lnTo>
                  <a:lnTo>
                    <a:pt x="659866" y="309245"/>
                  </a:lnTo>
                  <a:lnTo>
                    <a:pt x="672160" y="348018"/>
                  </a:lnTo>
                  <a:lnTo>
                    <a:pt x="677392" y="368782"/>
                  </a:lnTo>
                  <a:lnTo>
                    <a:pt x="679754" y="376567"/>
                  </a:lnTo>
                  <a:lnTo>
                    <a:pt x="687717" y="417385"/>
                  </a:lnTo>
                  <a:lnTo>
                    <a:pt x="689254" y="427520"/>
                  </a:lnTo>
                  <a:lnTo>
                    <a:pt x="693356" y="457466"/>
                  </a:lnTo>
                  <a:lnTo>
                    <a:pt x="697357" y="502450"/>
                  </a:lnTo>
                  <a:lnTo>
                    <a:pt x="697547" y="502386"/>
                  </a:lnTo>
                  <a:lnTo>
                    <a:pt x="697738" y="502335"/>
                  </a:lnTo>
                  <a:lnTo>
                    <a:pt x="697788" y="499948"/>
                  </a:lnTo>
                  <a:lnTo>
                    <a:pt x="697484" y="492010"/>
                  </a:lnTo>
                  <a:lnTo>
                    <a:pt x="697712" y="491998"/>
                  </a:lnTo>
                  <a:lnTo>
                    <a:pt x="708012" y="429844"/>
                  </a:lnTo>
                  <a:lnTo>
                    <a:pt x="711085" y="387032"/>
                  </a:lnTo>
                  <a:lnTo>
                    <a:pt x="711479" y="367741"/>
                  </a:lnTo>
                  <a:close/>
                </a:path>
                <a:path w="1437005" h="625475">
                  <a:moveTo>
                    <a:pt x="1093927" y="488543"/>
                  </a:moveTo>
                  <a:lnTo>
                    <a:pt x="1047953" y="481736"/>
                  </a:lnTo>
                  <a:lnTo>
                    <a:pt x="1003668" y="479818"/>
                  </a:lnTo>
                  <a:lnTo>
                    <a:pt x="986256" y="479996"/>
                  </a:lnTo>
                  <a:lnTo>
                    <a:pt x="934389" y="482511"/>
                  </a:lnTo>
                  <a:lnTo>
                    <a:pt x="872210" y="495922"/>
                  </a:lnTo>
                  <a:lnTo>
                    <a:pt x="808532" y="517118"/>
                  </a:lnTo>
                  <a:lnTo>
                    <a:pt x="762050" y="535432"/>
                  </a:lnTo>
                  <a:lnTo>
                    <a:pt x="704164" y="560908"/>
                  </a:lnTo>
                  <a:lnTo>
                    <a:pt x="667994" y="579005"/>
                  </a:lnTo>
                  <a:lnTo>
                    <a:pt x="668108" y="579526"/>
                  </a:lnTo>
                  <a:lnTo>
                    <a:pt x="730859" y="552526"/>
                  </a:lnTo>
                  <a:lnTo>
                    <a:pt x="746112" y="546239"/>
                  </a:lnTo>
                  <a:lnTo>
                    <a:pt x="799249" y="525500"/>
                  </a:lnTo>
                  <a:lnTo>
                    <a:pt x="850417" y="507390"/>
                  </a:lnTo>
                  <a:lnTo>
                    <a:pt x="916254" y="491350"/>
                  </a:lnTo>
                  <a:lnTo>
                    <a:pt x="985215" y="484771"/>
                  </a:lnTo>
                  <a:lnTo>
                    <a:pt x="1018730" y="484263"/>
                  </a:lnTo>
                  <a:lnTo>
                    <a:pt x="1033538" y="484568"/>
                  </a:lnTo>
                  <a:lnTo>
                    <a:pt x="1046899" y="485178"/>
                  </a:lnTo>
                  <a:lnTo>
                    <a:pt x="1069035" y="486765"/>
                  </a:lnTo>
                  <a:lnTo>
                    <a:pt x="1093685" y="489140"/>
                  </a:lnTo>
                  <a:lnTo>
                    <a:pt x="1093851" y="488734"/>
                  </a:lnTo>
                  <a:lnTo>
                    <a:pt x="1093927" y="488543"/>
                  </a:lnTo>
                  <a:close/>
                </a:path>
                <a:path w="1437005" h="625475">
                  <a:moveTo>
                    <a:pt x="1350848" y="146291"/>
                  </a:moveTo>
                  <a:lnTo>
                    <a:pt x="1338897" y="145529"/>
                  </a:lnTo>
                  <a:lnTo>
                    <a:pt x="1331988" y="144716"/>
                  </a:lnTo>
                  <a:lnTo>
                    <a:pt x="1307528" y="144995"/>
                  </a:lnTo>
                  <a:lnTo>
                    <a:pt x="1267891" y="148043"/>
                  </a:lnTo>
                  <a:lnTo>
                    <a:pt x="1207897" y="158496"/>
                  </a:lnTo>
                  <a:lnTo>
                    <a:pt x="1167803" y="169443"/>
                  </a:lnTo>
                  <a:lnTo>
                    <a:pt x="1124292" y="184543"/>
                  </a:lnTo>
                  <a:lnTo>
                    <a:pt x="1078090" y="204076"/>
                  </a:lnTo>
                  <a:lnTo>
                    <a:pt x="1029893" y="228320"/>
                  </a:lnTo>
                  <a:lnTo>
                    <a:pt x="980414" y="257543"/>
                  </a:lnTo>
                  <a:lnTo>
                    <a:pt x="932091" y="290436"/>
                  </a:lnTo>
                  <a:lnTo>
                    <a:pt x="887069" y="324954"/>
                  </a:lnTo>
                  <a:lnTo>
                    <a:pt x="845616" y="360146"/>
                  </a:lnTo>
                  <a:lnTo>
                    <a:pt x="807961" y="395071"/>
                  </a:lnTo>
                  <a:lnTo>
                    <a:pt x="774357" y="428790"/>
                  </a:lnTo>
                  <a:lnTo>
                    <a:pt x="745058" y="460387"/>
                  </a:lnTo>
                  <a:lnTo>
                    <a:pt x="709028" y="501980"/>
                  </a:lnTo>
                  <a:lnTo>
                    <a:pt x="677913" y="540791"/>
                  </a:lnTo>
                  <a:lnTo>
                    <a:pt x="661644" y="562940"/>
                  </a:lnTo>
                  <a:lnTo>
                    <a:pt x="696201" y="520903"/>
                  </a:lnTo>
                  <a:lnTo>
                    <a:pt x="710755" y="503707"/>
                  </a:lnTo>
                  <a:lnTo>
                    <a:pt x="747102" y="462724"/>
                  </a:lnTo>
                  <a:lnTo>
                    <a:pt x="776528" y="431546"/>
                  </a:lnTo>
                  <a:lnTo>
                    <a:pt x="810158" y="398233"/>
                  </a:lnTo>
                  <a:lnTo>
                    <a:pt x="847750" y="363715"/>
                  </a:lnTo>
                  <a:lnTo>
                    <a:pt x="889050" y="328904"/>
                  </a:lnTo>
                  <a:lnTo>
                    <a:pt x="933831" y="294716"/>
                  </a:lnTo>
                  <a:lnTo>
                    <a:pt x="981837" y="262089"/>
                  </a:lnTo>
                  <a:lnTo>
                    <a:pt x="1030947" y="233032"/>
                  </a:lnTo>
                  <a:lnTo>
                    <a:pt x="1078763" y="208838"/>
                  </a:lnTo>
                  <a:lnTo>
                    <a:pt x="1124623" y="189230"/>
                  </a:lnTo>
                  <a:lnTo>
                    <a:pt x="1167815" y="173939"/>
                  </a:lnTo>
                  <a:lnTo>
                    <a:pt x="1207655" y="162687"/>
                  </a:lnTo>
                  <a:lnTo>
                    <a:pt x="1267371" y="151460"/>
                  </a:lnTo>
                  <a:lnTo>
                    <a:pt x="1306969" y="147586"/>
                  </a:lnTo>
                  <a:lnTo>
                    <a:pt x="1331544" y="146507"/>
                  </a:lnTo>
                  <a:lnTo>
                    <a:pt x="1338503" y="146977"/>
                  </a:lnTo>
                  <a:lnTo>
                    <a:pt x="1350746" y="146659"/>
                  </a:lnTo>
                  <a:lnTo>
                    <a:pt x="1350797" y="146481"/>
                  </a:lnTo>
                  <a:lnTo>
                    <a:pt x="1350848" y="146291"/>
                  </a:lnTo>
                  <a:close/>
                </a:path>
                <a:path w="1437005" h="625475">
                  <a:moveTo>
                    <a:pt x="1436547" y="250126"/>
                  </a:moveTo>
                  <a:lnTo>
                    <a:pt x="1393799" y="237147"/>
                  </a:lnTo>
                  <a:lnTo>
                    <a:pt x="1363675" y="235280"/>
                  </a:lnTo>
                  <a:lnTo>
                    <a:pt x="1326540" y="235927"/>
                  </a:lnTo>
                  <a:lnTo>
                    <a:pt x="1288300" y="238531"/>
                  </a:lnTo>
                  <a:lnTo>
                    <a:pt x="1245400" y="244259"/>
                  </a:lnTo>
                  <a:lnTo>
                    <a:pt x="1198486" y="253504"/>
                  </a:lnTo>
                  <a:lnTo>
                    <a:pt x="1148168" y="266636"/>
                  </a:lnTo>
                  <a:lnTo>
                    <a:pt x="1095082" y="284035"/>
                  </a:lnTo>
                  <a:lnTo>
                    <a:pt x="1039850" y="306082"/>
                  </a:lnTo>
                  <a:lnTo>
                    <a:pt x="998524" y="325221"/>
                  </a:lnTo>
                  <a:lnTo>
                    <a:pt x="958773" y="346024"/>
                  </a:lnTo>
                  <a:lnTo>
                    <a:pt x="920838" y="368007"/>
                  </a:lnTo>
                  <a:lnTo>
                    <a:pt x="884948" y="390677"/>
                  </a:lnTo>
                  <a:lnTo>
                    <a:pt x="819962" y="436473"/>
                  </a:lnTo>
                  <a:lnTo>
                    <a:pt x="777976" y="470103"/>
                  </a:lnTo>
                  <a:lnTo>
                    <a:pt x="742149" y="501357"/>
                  </a:lnTo>
                  <a:lnTo>
                    <a:pt x="712965" y="529196"/>
                  </a:lnTo>
                  <a:lnTo>
                    <a:pt x="664400" y="579983"/>
                  </a:lnTo>
                  <a:lnTo>
                    <a:pt x="664591" y="580212"/>
                  </a:lnTo>
                  <a:lnTo>
                    <a:pt x="698246" y="546442"/>
                  </a:lnTo>
                  <a:lnTo>
                    <a:pt x="705866" y="539038"/>
                  </a:lnTo>
                  <a:lnTo>
                    <a:pt x="743661" y="503796"/>
                  </a:lnTo>
                  <a:lnTo>
                    <a:pt x="779564" y="473075"/>
                  </a:lnTo>
                  <a:lnTo>
                    <a:pt x="821524" y="439978"/>
                  </a:lnTo>
                  <a:lnTo>
                    <a:pt x="863574" y="409651"/>
                  </a:lnTo>
                  <a:lnTo>
                    <a:pt x="922070" y="372427"/>
                  </a:lnTo>
                  <a:lnTo>
                    <a:pt x="959815" y="350685"/>
                  </a:lnTo>
                  <a:lnTo>
                    <a:pt x="999350" y="330085"/>
                  </a:lnTo>
                  <a:lnTo>
                    <a:pt x="1040447" y="311086"/>
                  </a:lnTo>
                  <a:lnTo>
                    <a:pt x="1095349" y="289128"/>
                  </a:lnTo>
                  <a:lnTo>
                    <a:pt x="1148130" y="271678"/>
                  </a:lnTo>
                  <a:lnTo>
                    <a:pt x="1198168" y="258394"/>
                  </a:lnTo>
                  <a:lnTo>
                    <a:pt x="1244866" y="248894"/>
                  </a:lnTo>
                  <a:lnTo>
                    <a:pt x="1287589" y="242798"/>
                  </a:lnTo>
                  <a:lnTo>
                    <a:pt x="1325740" y="239750"/>
                  </a:lnTo>
                  <a:lnTo>
                    <a:pt x="1362849" y="238518"/>
                  </a:lnTo>
                  <a:lnTo>
                    <a:pt x="1373720" y="238620"/>
                  </a:lnTo>
                  <a:lnTo>
                    <a:pt x="1418056" y="243662"/>
                  </a:lnTo>
                  <a:lnTo>
                    <a:pt x="1436370" y="250431"/>
                  </a:lnTo>
                  <a:lnTo>
                    <a:pt x="1436547" y="250126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892681" y="2712566"/>
              <a:ext cx="247650" cy="2479040"/>
            </a:xfrm>
            <a:custGeom>
              <a:avLst/>
              <a:gdLst/>
              <a:ahLst/>
              <a:cxnLst/>
              <a:rect l="l" t="t" r="r" b="b"/>
              <a:pathLst>
                <a:path w="247650" h="2479040">
                  <a:moveTo>
                    <a:pt x="70825" y="0"/>
                  </a:moveTo>
                  <a:lnTo>
                    <a:pt x="10010" y="7088"/>
                  </a:lnTo>
                  <a:lnTo>
                    <a:pt x="88324" y="461512"/>
                  </a:lnTo>
                  <a:lnTo>
                    <a:pt x="113386" y="870469"/>
                  </a:lnTo>
                  <a:lnTo>
                    <a:pt x="84257" y="1465693"/>
                  </a:lnTo>
                  <a:lnTo>
                    <a:pt x="0" y="2478919"/>
                  </a:lnTo>
                  <a:lnTo>
                    <a:pt x="208998" y="2478919"/>
                  </a:lnTo>
                  <a:lnTo>
                    <a:pt x="247503" y="1574209"/>
                  </a:lnTo>
                  <a:lnTo>
                    <a:pt x="245945" y="1014419"/>
                  </a:lnTo>
                  <a:lnTo>
                    <a:pt x="191370" y="567148"/>
                  </a:lnTo>
                  <a:lnTo>
                    <a:pt x="70825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970801" y="4242646"/>
              <a:ext cx="99060" cy="10795"/>
            </a:xfrm>
            <a:custGeom>
              <a:avLst/>
              <a:gdLst/>
              <a:ahLst/>
              <a:cxnLst/>
              <a:rect l="l" t="t" r="r" b="b"/>
              <a:pathLst>
                <a:path w="99059" h="10795">
                  <a:moveTo>
                    <a:pt x="98656" y="0"/>
                  </a:moveTo>
                  <a:lnTo>
                    <a:pt x="94645" y="82"/>
                  </a:lnTo>
                  <a:lnTo>
                    <a:pt x="84137" y="1721"/>
                  </a:lnTo>
                  <a:lnTo>
                    <a:pt x="68593" y="3868"/>
                  </a:lnTo>
                  <a:lnTo>
                    <a:pt x="49474" y="5476"/>
                  </a:lnTo>
                  <a:lnTo>
                    <a:pt x="30300" y="5835"/>
                  </a:lnTo>
                  <a:lnTo>
                    <a:pt x="14622" y="5273"/>
                  </a:lnTo>
                  <a:lnTo>
                    <a:pt x="4002" y="4697"/>
                  </a:lnTo>
                  <a:lnTo>
                    <a:pt x="0" y="5015"/>
                  </a:lnTo>
                  <a:lnTo>
                    <a:pt x="3721" y="6514"/>
                  </a:lnTo>
                  <a:lnTo>
                    <a:pt x="14295" y="8595"/>
                  </a:lnTo>
                  <a:lnTo>
                    <a:pt x="30150" y="10179"/>
                  </a:lnTo>
                  <a:lnTo>
                    <a:pt x="49715" y="10188"/>
                  </a:lnTo>
                  <a:lnTo>
                    <a:pt x="69183" y="8175"/>
                  </a:lnTo>
                  <a:lnTo>
                    <a:pt x="84795" y="4991"/>
                  </a:lnTo>
                  <a:lnTo>
                    <a:pt x="95103" y="1859"/>
                  </a:lnTo>
                  <a:lnTo>
                    <a:pt x="98656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991288" y="4057101"/>
              <a:ext cx="83820" cy="0"/>
            </a:xfrm>
            <a:custGeom>
              <a:avLst/>
              <a:gdLst/>
              <a:ahLst/>
              <a:cxnLst/>
              <a:rect l="l" t="t" r="r" b="b"/>
              <a:pathLst>
                <a:path w="83819" h="0">
                  <a:moveTo>
                    <a:pt x="0" y="0"/>
                  </a:moveTo>
                  <a:lnTo>
                    <a:pt x="83662" y="0"/>
                  </a:lnTo>
                </a:path>
              </a:pathLst>
            </a:custGeom>
            <a:ln w="5431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975548" y="3830651"/>
              <a:ext cx="76835" cy="0"/>
            </a:xfrm>
            <a:custGeom>
              <a:avLst/>
              <a:gdLst/>
              <a:ahLst/>
              <a:cxnLst/>
              <a:rect l="l" t="t" r="r" b="b"/>
              <a:pathLst>
                <a:path w="76834" h="0">
                  <a:moveTo>
                    <a:pt x="0" y="0"/>
                  </a:moveTo>
                  <a:lnTo>
                    <a:pt x="76510" y="0"/>
                  </a:lnTo>
                </a:path>
              </a:pathLst>
            </a:custGeom>
            <a:ln w="6938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983319" y="3393255"/>
              <a:ext cx="82550" cy="229870"/>
            </a:xfrm>
            <a:custGeom>
              <a:avLst/>
              <a:gdLst/>
              <a:ahLst/>
              <a:cxnLst/>
              <a:rect l="l" t="t" r="r" b="b"/>
              <a:pathLst>
                <a:path w="82550" h="229870">
                  <a:moveTo>
                    <a:pt x="47891" y="2438"/>
                  </a:moveTo>
                  <a:lnTo>
                    <a:pt x="46964" y="0"/>
                  </a:lnTo>
                  <a:lnTo>
                    <a:pt x="36626" y="2730"/>
                  </a:lnTo>
                  <a:lnTo>
                    <a:pt x="10845" y="6604"/>
                  </a:lnTo>
                  <a:lnTo>
                    <a:pt x="165" y="7023"/>
                  </a:lnTo>
                  <a:lnTo>
                    <a:pt x="101" y="8382"/>
                  </a:lnTo>
                  <a:lnTo>
                    <a:pt x="0" y="9626"/>
                  </a:lnTo>
                  <a:lnTo>
                    <a:pt x="10998" y="11328"/>
                  </a:lnTo>
                  <a:lnTo>
                    <a:pt x="37871" y="7302"/>
                  </a:lnTo>
                  <a:lnTo>
                    <a:pt x="47891" y="2438"/>
                  </a:lnTo>
                  <a:close/>
                </a:path>
                <a:path w="82550" h="229870">
                  <a:moveTo>
                    <a:pt x="82130" y="221373"/>
                  </a:moveTo>
                  <a:lnTo>
                    <a:pt x="79197" y="221119"/>
                  </a:lnTo>
                  <a:lnTo>
                    <a:pt x="60388" y="223342"/>
                  </a:lnTo>
                  <a:lnTo>
                    <a:pt x="46672" y="224675"/>
                  </a:lnTo>
                  <a:lnTo>
                    <a:pt x="32918" y="225526"/>
                  </a:lnTo>
                  <a:lnTo>
                    <a:pt x="13995" y="226301"/>
                  </a:lnTo>
                  <a:lnTo>
                    <a:pt x="11125" y="227012"/>
                  </a:lnTo>
                  <a:lnTo>
                    <a:pt x="13868" y="228130"/>
                  </a:lnTo>
                  <a:lnTo>
                    <a:pt x="21539" y="229273"/>
                  </a:lnTo>
                  <a:lnTo>
                    <a:pt x="32981" y="229870"/>
                  </a:lnTo>
                  <a:lnTo>
                    <a:pt x="47040" y="229374"/>
                  </a:lnTo>
                  <a:lnTo>
                    <a:pt x="61010" y="227647"/>
                  </a:lnTo>
                  <a:lnTo>
                    <a:pt x="72212" y="225247"/>
                  </a:lnTo>
                  <a:lnTo>
                    <a:pt x="79616" y="222910"/>
                  </a:lnTo>
                  <a:lnTo>
                    <a:pt x="82130" y="221373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940468" y="4461141"/>
              <a:ext cx="126364" cy="177165"/>
            </a:xfrm>
            <a:custGeom>
              <a:avLst/>
              <a:gdLst/>
              <a:ahLst/>
              <a:cxnLst/>
              <a:rect l="l" t="t" r="r" b="b"/>
              <a:pathLst>
                <a:path w="126365" h="177164">
                  <a:moveTo>
                    <a:pt x="52644" y="0"/>
                  </a:moveTo>
                  <a:lnTo>
                    <a:pt x="125752" y="0"/>
                  </a:lnTo>
                </a:path>
                <a:path w="126365" h="177164">
                  <a:moveTo>
                    <a:pt x="0" y="176874"/>
                  </a:moveTo>
                  <a:lnTo>
                    <a:pt x="73107" y="176874"/>
                  </a:lnTo>
                </a:path>
              </a:pathLst>
            </a:custGeom>
            <a:ln w="4711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5616770" y="6809331"/>
            <a:ext cx="1677035" cy="2627630"/>
            <a:chOff x="5616770" y="6809331"/>
            <a:chExt cx="1677035" cy="2627630"/>
          </a:xfrm>
        </p:grpSpPr>
        <p:sp>
          <p:nvSpPr>
            <p:cNvPr id="22" name="object 22" descr=""/>
            <p:cNvSpPr/>
            <p:nvPr/>
          </p:nvSpPr>
          <p:spPr>
            <a:xfrm>
              <a:off x="6305261" y="7449918"/>
              <a:ext cx="988694" cy="988694"/>
            </a:xfrm>
            <a:custGeom>
              <a:avLst/>
              <a:gdLst/>
              <a:ahLst/>
              <a:cxnLst/>
              <a:rect l="l" t="t" r="r" b="b"/>
              <a:pathLst>
                <a:path w="988695" h="988695">
                  <a:moveTo>
                    <a:pt x="494162" y="0"/>
                  </a:moveTo>
                  <a:lnTo>
                    <a:pt x="446570" y="2262"/>
                  </a:lnTo>
                  <a:lnTo>
                    <a:pt x="400259" y="8910"/>
                  </a:lnTo>
                  <a:lnTo>
                    <a:pt x="355434" y="19738"/>
                  </a:lnTo>
                  <a:lnTo>
                    <a:pt x="312303" y="34538"/>
                  </a:lnTo>
                  <a:lnTo>
                    <a:pt x="271074" y="53103"/>
                  </a:lnTo>
                  <a:lnTo>
                    <a:pt x="231954" y="75225"/>
                  </a:lnTo>
                  <a:lnTo>
                    <a:pt x="195148" y="100699"/>
                  </a:lnTo>
                  <a:lnTo>
                    <a:pt x="160865" y="129316"/>
                  </a:lnTo>
                  <a:lnTo>
                    <a:pt x="129312" y="160870"/>
                  </a:lnTo>
                  <a:lnTo>
                    <a:pt x="100696" y="195153"/>
                  </a:lnTo>
                  <a:lnTo>
                    <a:pt x="75223" y="231958"/>
                  </a:lnTo>
                  <a:lnTo>
                    <a:pt x="53101" y="271079"/>
                  </a:lnTo>
                  <a:lnTo>
                    <a:pt x="34536" y="312308"/>
                  </a:lnTo>
                  <a:lnTo>
                    <a:pt x="19737" y="355438"/>
                  </a:lnTo>
                  <a:lnTo>
                    <a:pt x="8910" y="400262"/>
                  </a:lnTo>
                  <a:lnTo>
                    <a:pt x="2262" y="446572"/>
                  </a:lnTo>
                  <a:lnTo>
                    <a:pt x="0" y="494162"/>
                  </a:lnTo>
                  <a:lnTo>
                    <a:pt x="2262" y="541753"/>
                  </a:lnTo>
                  <a:lnTo>
                    <a:pt x="8910" y="588063"/>
                  </a:lnTo>
                  <a:lnTo>
                    <a:pt x="19737" y="632887"/>
                  </a:lnTo>
                  <a:lnTo>
                    <a:pt x="34536" y="676017"/>
                  </a:lnTo>
                  <a:lnTo>
                    <a:pt x="53101" y="717246"/>
                  </a:lnTo>
                  <a:lnTo>
                    <a:pt x="75223" y="756367"/>
                  </a:lnTo>
                  <a:lnTo>
                    <a:pt x="100696" y="793172"/>
                  </a:lnTo>
                  <a:lnTo>
                    <a:pt x="129312" y="827455"/>
                  </a:lnTo>
                  <a:lnTo>
                    <a:pt x="160865" y="859009"/>
                  </a:lnTo>
                  <a:lnTo>
                    <a:pt x="195148" y="887626"/>
                  </a:lnTo>
                  <a:lnTo>
                    <a:pt x="231954" y="913100"/>
                  </a:lnTo>
                  <a:lnTo>
                    <a:pt x="271074" y="935222"/>
                  </a:lnTo>
                  <a:lnTo>
                    <a:pt x="312303" y="953787"/>
                  </a:lnTo>
                  <a:lnTo>
                    <a:pt x="355434" y="968587"/>
                  </a:lnTo>
                  <a:lnTo>
                    <a:pt x="400259" y="979415"/>
                  </a:lnTo>
                  <a:lnTo>
                    <a:pt x="446570" y="986063"/>
                  </a:lnTo>
                  <a:lnTo>
                    <a:pt x="494162" y="988325"/>
                  </a:lnTo>
                  <a:lnTo>
                    <a:pt x="541753" y="986063"/>
                  </a:lnTo>
                  <a:lnTo>
                    <a:pt x="588063" y="979415"/>
                  </a:lnTo>
                  <a:lnTo>
                    <a:pt x="632887" y="968587"/>
                  </a:lnTo>
                  <a:lnTo>
                    <a:pt x="676017" y="953787"/>
                  </a:lnTo>
                  <a:lnTo>
                    <a:pt x="717246" y="935222"/>
                  </a:lnTo>
                  <a:lnTo>
                    <a:pt x="756367" y="913100"/>
                  </a:lnTo>
                  <a:lnTo>
                    <a:pt x="793172" y="887626"/>
                  </a:lnTo>
                  <a:lnTo>
                    <a:pt x="827455" y="859009"/>
                  </a:lnTo>
                  <a:lnTo>
                    <a:pt x="859009" y="827455"/>
                  </a:lnTo>
                  <a:lnTo>
                    <a:pt x="887626" y="793172"/>
                  </a:lnTo>
                  <a:lnTo>
                    <a:pt x="913100" y="756367"/>
                  </a:lnTo>
                  <a:lnTo>
                    <a:pt x="935222" y="717246"/>
                  </a:lnTo>
                  <a:lnTo>
                    <a:pt x="953787" y="676017"/>
                  </a:lnTo>
                  <a:lnTo>
                    <a:pt x="968587" y="632887"/>
                  </a:lnTo>
                  <a:lnTo>
                    <a:pt x="979415" y="588063"/>
                  </a:lnTo>
                  <a:lnTo>
                    <a:pt x="986063" y="541753"/>
                  </a:lnTo>
                  <a:lnTo>
                    <a:pt x="988325" y="494162"/>
                  </a:lnTo>
                  <a:lnTo>
                    <a:pt x="986063" y="446572"/>
                  </a:lnTo>
                  <a:lnTo>
                    <a:pt x="979415" y="400262"/>
                  </a:lnTo>
                  <a:lnTo>
                    <a:pt x="968587" y="355438"/>
                  </a:lnTo>
                  <a:lnTo>
                    <a:pt x="953787" y="312308"/>
                  </a:lnTo>
                  <a:lnTo>
                    <a:pt x="935222" y="271079"/>
                  </a:lnTo>
                  <a:lnTo>
                    <a:pt x="913100" y="231958"/>
                  </a:lnTo>
                  <a:lnTo>
                    <a:pt x="887626" y="195153"/>
                  </a:lnTo>
                  <a:lnTo>
                    <a:pt x="859009" y="160870"/>
                  </a:lnTo>
                  <a:lnTo>
                    <a:pt x="827455" y="129316"/>
                  </a:lnTo>
                  <a:lnTo>
                    <a:pt x="793172" y="100699"/>
                  </a:lnTo>
                  <a:lnTo>
                    <a:pt x="756367" y="75225"/>
                  </a:lnTo>
                  <a:lnTo>
                    <a:pt x="717246" y="53103"/>
                  </a:lnTo>
                  <a:lnTo>
                    <a:pt x="676017" y="34538"/>
                  </a:lnTo>
                  <a:lnTo>
                    <a:pt x="632887" y="19738"/>
                  </a:lnTo>
                  <a:lnTo>
                    <a:pt x="588063" y="8910"/>
                  </a:lnTo>
                  <a:lnTo>
                    <a:pt x="541753" y="2262"/>
                  </a:lnTo>
                  <a:lnTo>
                    <a:pt x="494162" y="0"/>
                  </a:lnTo>
                  <a:close/>
                </a:path>
              </a:pathLst>
            </a:custGeom>
            <a:solidFill>
              <a:srgbClr val="7A95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305258" y="7449913"/>
              <a:ext cx="584200" cy="718820"/>
            </a:xfrm>
            <a:custGeom>
              <a:avLst/>
              <a:gdLst/>
              <a:ahLst/>
              <a:cxnLst/>
              <a:rect l="l" t="t" r="r" b="b"/>
              <a:pathLst>
                <a:path w="584200" h="718820">
                  <a:moveTo>
                    <a:pt x="494173" y="0"/>
                  </a:moveTo>
                  <a:lnTo>
                    <a:pt x="446581" y="2262"/>
                  </a:lnTo>
                  <a:lnTo>
                    <a:pt x="400269" y="8910"/>
                  </a:lnTo>
                  <a:lnTo>
                    <a:pt x="355444" y="19738"/>
                  </a:lnTo>
                  <a:lnTo>
                    <a:pt x="312312" y="34538"/>
                  </a:lnTo>
                  <a:lnTo>
                    <a:pt x="271083" y="53103"/>
                  </a:lnTo>
                  <a:lnTo>
                    <a:pt x="231961" y="75225"/>
                  </a:lnTo>
                  <a:lnTo>
                    <a:pt x="195155" y="100699"/>
                  </a:lnTo>
                  <a:lnTo>
                    <a:pt x="160871" y="129316"/>
                  </a:lnTo>
                  <a:lnTo>
                    <a:pt x="129317" y="160870"/>
                  </a:lnTo>
                  <a:lnTo>
                    <a:pt x="100699" y="195153"/>
                  </a:lnTo>
                  <a:lnTo>
                    <a:pt x="75226" y="231958"/>
                  </a:lnTo>
                  <a:lnTo>
                    <a:pt x="53103" y="271079"/>
                  </a:lnTo>
                  <a:lnTo>
                    <a:pt x="34538" y="312308"/>
                  </a:lnTo>
                  <a:lnTo>
                    <a:pt x="19738" y="355438"/>
                  </a:lnTo>
                  <a:lnTo>
                    <a:pt x="8910" y="400262"/>
                  </a:lnTo>
                  <a:lnTo>
                    <a:pt x="2262" y="446572"/>
                  </a:lnTo>
                  <a:lnTo>
                    <a:pt x="0" y="494162"/>
                  </a:lnTo>
                  <a:lnTo>
                    <a:pt x="2297" y="542125"/>
                  </a:lnTo>
                  <a:lnTo>
                    <a:pt x="9049" y="588782"/>
                  </a:lnTo>
                  <a:lnTo>
                    <a:pt x="20043" y="633924"/>
                  </a:lnTo>
                  <a:lnTo>
                    <a:pt x="35065" y="677342"/>
                  </a:lnTo>
                  <a:lnTo>
                    <a:pt x="53904" y="718826"/>
                  </a:lnTo>
                  <a:lnTo>
                    <a:pt x="97715" y="698139"/>
                  </a:lnTo>
                  <a:lnTo>
                    <a:pt x="139052" y="673423"/>
                  </a:lnTo>
                  <a:lnTo>
                    <a:pt x="177660" y="644934"/>
                  </a:lnTo>
                  <a:lnTo>
                    <a:pt x="213283" y="612926"/>
                  </a:lnTo>
                  <a:lnTo>
                    <a:pt x="245668" y="577651"/>
                  </a:lnTo>
                  <a:lnTo>
                    <a:pt x="274561" y="539365"/>
                  </a:lnTo>
                  <a:lnTo>
                    <a:pt x="299706" y="498322"/>
                  </a:lnTo>
                  <a:lnTo>
                    <a:pt x="320850" y="454776"/>
                  </a:lnTo>
                  <a:lnTo>
                    <a:pt x="337738" y="408980"/>
                  </a:lnTo>
                  <a:lnTo>
                    <a:pt x="350116" y="361190"/>
                  </a:lnTo>
                  <a:lnTo>
                    <a:pt x="357729" y="311659"/>
                  </a:lnTo>
                  <a:lnTo>
                    <a:pt x="360324" y="260641"/>
                  </a:lnTo>
                  <a:lnTo>
                    <a:pt x="355151" y="188902"/>
                  </a:lnTo>
                  <a:lnTo>
                    <a:pt x="340146" y="120352"/>
                  </a:lnTo>
                  <a:lnTo>
                    <a:pt x="386873" y="114156"/>
                  </a:lnTo>
                  <a:lnTo>
                    <a:pt x="431637" y="102487"/>
                  </a:lnTo>
                  <a:lnTo>
                    <a:pt x="474083" y="85700"/>
                  </a:lnTo>
                  <a:lnTo>
                    <a:pt x="513859" y="64149"/>
                  </a:lnTo>
                  <a:lnTo>
                    <a:pt x="550610" y="38190"/>
                  </a:lnTo>
                  <a:lnTo>
                    <a:pt x="583982" y="8177"/>
                  </a:lnTo>
                  <a:lnTo>
                    <a:pt x="561977" y="4642"/>
                  </a:lnTo>
                  <a:lnTo>
                    <a:pt x="539658" y="2082"/>
                  </a:lnTo>
                  <a:lnTo>
                    <a:pt x="517049" y="525"/>
                  </a:lnTo>
                  <a:lnTo>
                    <a:pt x="494173" y="0"/>
                  </a:lnTo>
                  <a:close/>
                </a:path>
              </a:pathLst>
            </a:custGeom>
            <a:solidFill>
              <a:srgbClr val="6E8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367816" y="8059457"/>
              <a:ext cx="79375" cy="1377315"/>
            </a:xfrm>
            <a:custGeom>
              <a:avLst/>
              <a:gdLst/>
              <a:ahLst/>
              <a:cxnLst/>
              <a:rect l="l" t="t" r="r" b="b"/>
              <a:pathLst>
                <a:path w="79375" h="1377315">
                  <a:moveTo>
                    <a:pt x="43181" y="0"/>
                  </a:moveTo>
                  <a:lnTo>
                    <a:pt x="35580" y="0"/>
                  </a:lnTo>
                  <a:lnTo>
                    <a:pt x="21764" y="2807"/>
                  </a:lnTo>
                  <a:lnTo>
                    <a:pt x="10451" y="10451"/>
                  </a:lnTo>
                  <a:lnTo>
                    <a:pt x="2807" y="21764"/>
                  </a:lnTo>
                  <a:lnTo>
                    <a:pt x="0" y="35580"/>
                  </a:lnTo>
                  <a:lnTo>
                    <a:pt x="157" y="1377235"/>
                  </a:lnTo>
                  <a:lnTo>
                    <a:pt x="78604" y="1377235"/>
                  </a:lnTo>
                  <a:lnTo>
                    <a:pt x="78761" y="1374240"/>
                  </a:lnTo>
                  <a:lnTo>
                    <a:pt x="78761" y="35580"/>
                  </a:lnTo>
                  <a:lnTo>
                    <a:pt x="75954" y="21764"/>
                  </a:lnTo>
                  <a:lnTo>
                    <a:pt x="68310" y="10451"/>
                  </a:lnTo>
                  <a:lnTo>
                    <a:pt x="56997" y="2807"/>
                  </a:lnTo>
                  <a:lnTo>
                    <a:pt x="43181" y="0"/>
                  </a:lnTo>
                  <a:close/>
                </a:path>
              </a:pathLst>
            </a:custGeom>
            <a:solidFill>
              <a:srgbClr val="623D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367819" y="8060031"/>
              <a:ext cx="32384" cy="1376680"/>
            </a:xfrm>
            <a:custGeom>
              <a:avLst/>
              <a:gdLst/>
              <a:ahLst/>
              <a:cxnLst/>
              <a:rect l="l" t="t" r="r" b="b"/>
              <a:pathLst>
                <a:path w="32385" h="1376679">
                  <a:moveTo>
                    <a:pt x="31841" y="0"/>
                  </a:moveTo>
                  <a:lnTo>
                    <a:pt x="19237" y="3715"/>
                  </a:lnTo>
                  <a:lnTo>
                    <a:pt x="9139" y="10342"/>
                  </a:lnTo>
                  <a:lnTo>
                    <a:pt x="2432" y="19203"/>
                  </a:lnTo>
                  <a:lnTo>
                    <a:pt x="0" y="29622"/>
                  </a:lnTo>
                  <a:lnTo>
                    <a:pt x="0" y="1376659"/>
                  </a:lnTo>
                  <a:lnTo>
                    <a:pt x="31841" y="1376659"/>
                  </a:lnTo>
                  <a:lnTo>
                    <a:pt x="31841" y="0"/>
                  </a:lnTo>
                  <a:close/>
                </a:path>
              </a:pathLst>
            </a:custGeom>
            <a:solidFill>
              <a:srgbClr val="6F4D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367817" y="8059459"/>
              <a:ext cx="79375" cy="515620"/>
            </a:xfrm>
            <a:custGeom>
              <a:avLst/>
              <a:gdLst/>
              <a:ahLst/>
              <a:cxnLst/>
              <a:rect l="l" t="t" r="r" b="b"/>
              <a:pathLst>
                <a:path w="79375" h="515620">
                  <a:moveTo>
                    <a:pt x="43181" y="0"/>
                  </a:moveTo>
                  <a:lnTo>
                    <a:pt x="35580" y="0"/>
                  </a:lnTo>
                  <a:lnTo>
                    <a:pt x="21764" y="2807"/>
                  </a:lnTo>
                  <a:lnTo>
                    <a:pt x="10451" y="10451"/>
                  </a:lnTo>
                  <a:lnTo>
                    <a:pt x="2807" y="21764"/>
                  </a:lnTo>
                  <a:lnTo>
                    <a:pt x="0" y="35580"/>
                  </a:lnTo>
                  <a:lnTo>
                    <a:pt x="0" y="269070"/>
                  </a:lnTo>
                  <a:lnTo>
                    <a:pt x="11966" y="322784"/>
                  </a:lnTo>
                  <a:lnTo>
                    <a:pt x="27027" y="376717"/>
                  </a:lnTo>
                  <a:lnTo>
                    <a:pt x="51346" y="447988"/>
                  </a:lnTo>
                  <a:lnTo>
                    <a:pt x="78761" y="515387"/>
                  </a:lnTo>
                  <a:lnTo>
                    <a:pt x="78761" y="35580"/>
                  </a:lnTo>
                  <a:lnTo>
                    <a:pt x="75954" y="21764"/>
                  </a:lnTo>
                  <a:lnTo>
                    <a:pt x="68310" y="10451"/>
                  </a:lnTo>
                  <a:lnTo>
                    <a:pt x="56997" y="2807"/>
                  </a:lnTo>
                  <a:lnTo>
                    <a:pt x="43181" y="0"/>
                  </a:lnTo>
                  <a:close/>
                </a:path>
              </a:pathLst>
            </a:custGeom>
            <a:solidFill>
              <a:srgbClr val="61392F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4425" y="8072276"/>
              <a:ext cx="236205" cy="214337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179794" y="680933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51" y="0"/>
                  </a:moveTo>
                  <a:lnTo>
                    <a:pt x="333166" y="2968"/>
                  </a:lnTo>
                  <a:lnTo>
                    <a:pt x="287152" y="11634"/>
                  </a:lnTo>
                  <a:lnTo>
                    <a:pt x="243266" y="25641"/>
                  </a:lnTo>
                  <a:lnTo>
                    <a:pt x="201865" y="44632"/>
                  </a:lnTo>
                  <a:lnTo>
                    <a:pt x="163306" y="68251"/>
                  </a:lnTo>
                  <a:lnTo>
                    <a:pt x="127947" y="96140"/>
                  </a:lnTo>
                  <a:lnTo>
                    <a:pt x="96144" y="127943"/>
                  </a:lnTo>
                  <a:lnTo>
                    <a:pt x="68254" y="163302"/>
                  </a:lnTo>
                  <a:lnTo>
                    <a:pt x="44634" y="201860"/>
                  </a:lnTo>
                  <a:lnTo>
                    <a:pt x="25642" y="243261"/>
                  </a:lnTo>
                  <a:lnTo>
                    <a:pt x="11634" y="287148"/>
                  </a:lnTo>
                  <a:lnTo>
                    <a:pt x="2968" y="333164"/>
                  </a:lnTo>
                  <a:lnTo>
                    <a:pt x="0" y="380951"/>
                  </a:lnTo>
                  <a:lnTo>
                    <a:pt x="2968" y="428737"/>
                  </a:lnTo>
                  <a:lnTo>
                    <a:pt x="11634" y="474751"/>
                  </a:lnTo>
                  <a:lnTo>
                    <a:pt x="25642" y="518637"/>
                  </a:lnTo>
                  <a:lnTo>
                    <a:pt x="44634" y="560038"/>
                  </a:lnTo>
                  <a:lnTo>
                    <a:pt x="68254" y="598596"/>
                  </a:lnTo>
                  <a:lnTo>
                    <a:pt x="96144" y="633956"/>
                  </a:lnTo>
                  <a:lnTo>
                    <a:pt x="127947" y="665759"/>
                  </a:lnTo>
                  <a:lnTo>
                    <a:pt x="163306" y="693649"/>
                  </a:lnTo>
                  <a:lnTo>
                    <a:pt x="201865" y="717268"/>
                  </a:lnTo>
                  <a:lnTo>
                    <a:pt x="243266" y="736260"/>
                  </a:lnTo>
                  <a:lnTo>
                    <a:pt x="287152" y="750268"/>
                  </a:lnTo>
                  <a:lnTo>
                    <a:pt x="333166" y="758935"/>
                  </a:lnTo>
                  <a:lnTo>
                    <a:pt x="380951" y="761903"/>
                  </a:lnTo>
                  <a:lnTo>
                    <a:pt x="428737" y="758935"/>
                  </a:lnTo>
                  <a:lnTo>
                    <a:pt x="474751" y="750268"/>
                  </a:lnTo>
                  <a:lnTo>
                    <a:pt x="518637" y="736260"/>
                  </a:lnTo>
                  <a:lnTo>
                    <a:pt x="560038" y="717268"/>
                  </a:lnTo>
                  <a:lnTo>
                    <a:pt x="598596" y="693649"/>
                  </a:lnTo>
                  <a:lnTo>
                    <a:pt x="633956" y="665759"/>
                  </a:lnTo>
                  <a:lnTo>
                    <a:pt x="665759" y="633956"/>
                  </a:lnTo>
                  <a:lnTo>
                    <a:pt x="693649" y="598596"/>
                  </a:lnTo>
                  <a:lnTo>
                    <a:pt x="717268" y="560038"/>
                  </a:lnTo>
                  <a:lnTo>
                    <a:pt x="736260" y="518637"/>
                  </a:lnTo>
                  <a:lnTo>
                    <a:pt x="750268" y="474751"/>
                  </a:lnTo>
                  <a:lnTo>
                    <a:pt x="758935" y="428737"/>
                  </a:lnTo>
                  <a:lnTo>
                    <a:pt x="761903" y="380951"/>
                  </a:lnTo>
                  <a:lnTo>
                    <a:pt x="758935" y="333164"/>
                  </a:lnTo>
                  <a:lnTo>
                    <a:pt x="750268" y="287148"/>
                  </a:lnTo>
                  <a:lnTo>
                    <a:pt x="736260" y="243261"/>
                  </a:lnTo>
                  <a:lnTo>
                    <a:pt x="717268" y="201860"/>
                  </a:lnTo>
                  <a:lnTo>
                    <a:pt x="693649" y="163302"/>
                  </a:lnTo>
                  <a:lnTo>
                    <a:pt x="665759" y="127943"/>
                  </a:lnTo>
                  <a:lnTo>
                    <a:pt x="633956" y="96140"/>
                  </a:lnTo>
                  <a:lnTo>
                    <a:pt x="598596" y="68251"/>
                  </a:lnTo>
                  <a:lnTo>
                    <a:pt x="560038" y="44632"/>
                  </a:lnTo>
                  <a:lnTo>
                    <a:pt x="518637" y="25641"/>
                  </a:lnTo>
                  <a:lnTo>
                    <a:pt x="474751" y="11634"/>
                  </a:lnTo>
                  <a:lnTo>
                    <a:pt x="428737" y="2968"/>
                  </a:lnTo>
                  <a:lnTo>
                    <a:pt x="380951" y="0"/>
                  </a:lnTo>
                  <a:close/>
                </a:path>
              </a:pathLst>
            </a:custGeom>
            <a:solidFill>
              <a:srgbClr val="B7CF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616770" y="7214946"/>
              <a:ext cx="991235" cy="991235"/>
            </a:xfrm>
            <a:custGeom>
              <a:avLst/>
              <a:gdLst/>
              <a:ahLst/>
              <a:cxnLst/>
              <a:rect l="l" t="t" r="r" b="b"/>
              <a:pathLst>
                <a:path w="991234" h="991234">
                  <a:moveTo>
                    <a:pt x="495607" y="0"/>
                  </a:moveTo>
                  <a:lnTo>
                    <a:pt x="447877" y="2268"/>
                  </a:lnTo>
                  <a:lnTo>
                    <a:pt x="401430" y="8936"/>
                  </a:lnTo>
                  <a:lnTo>
                    <a:pt x="356474" y="19795"/>
                  </a:lnTo>
                  <a:lnTo>
                    <a:pt x="313218" y="34638"/>
                  </a:lnTo>
                  <a:lnTo>
                    <a:pt x="271868" y="53256"/>
                  </a:lnTo>
                  <a:lnTo>
                    <a:pt x="232633" y="75443"/>
                  </a:lnTo>
                  <a:lnTo>
                    <a:pt x="195720" y="100991"/>
                  </a:lnTo>
                  <a:lnTo>
                    <a:pt x="161337" y="129691"/>
                  </a:lnTo>
                  <a:lnTo>
                    <a:pt x="129691" y="161337"/>
                  </a:lnTo>
                  <a:lnTo>
                    <a:pt x="100991" y="195720"/>
                  </a:lnTo>
                  <a:lnTo>
                    <a:pt x="75443" y="232633"/>
                  </a:lnTo>
                  <a:lnTo>
                    <a:pt x="53256" y="271868"/>
                  </a:lnTo>
                  <a:lnTo>
                    <a:pt x="34638" y="313218"/>
                  </a:lnTo>
                  <a:lnTo>
                    <a:pt x="19795" y="356474"/>
                  </a:lnTo>
                  <a:lnTo>
                    <a:pt x="8936" y="401430"/>
                  </a:lnTo>
                  <a:lnTo>
                    <a:pt x="2268" y="447877"/>
                  </a:lnTo>
                  <a:lnTo>
                    <a:pt x="0" y="495607"/>
                  </a:lnTo>
                  <a:lnTo>
                    <a:pt x="2268" y="543338"/>
                  </a:lnTo>
                  <a:lnTo>
                    <a:pt x="8936" y="589785"/>
                  </a:lnTo>
                  <a:lnTo>
                    <a:pt x="19795" y="634741"/>
                  </a:lnTo>
                  <a:lnTo>
                    <a:pt x="34638" y="677997"/>
                  </a:lnTo>
                  <a:lnTo>
                    <a:pt x="53256" y="719347"/>
                  </a:lnTo>
                  <a:lnTo>
                    <a:pt x="75443" y="758582"/>
                  </a:lnTo>
                  <a:lnTo>
                    <a:pt x="100991" y="795495"/>
                  </a:lnTo>
                  <a:lnTo>
                    <a:pt x="129691" y="829878"/>
                  </a:lnTo>
                  <a:lnTo>
                    <a:pt x="161337" y="861524"/>
                  </a:lnTo>
                  <a:lnTo>
                    <a:pt x="195720" y="890224"/>
                  </a:lnTo>
                  <a:lnTo>
                    <a:pt x="232633" y="915772"/>
                  </a:lnTo>
                  <a:lnTo>
                    <a:pt x="271868" y="937959"/>
                  </a:lnTo>
                  <a:lnTo>
                    <a:pt x="313218" y="956577"/>
                  </a:lnTo>
                  <a:lnTo>
                    <a:pt x="356474" y="971420"/>
                  </a:lnTo>
                  <a:lnTo>
                    <a:pt x="401430" y="982279"/>
                  </a:lnTo>
                  <a:lnTo>
                    <a:pt x="447877" y="988947"/>
                  </a:lnTo>
                  <a:lnTo>
                    <a:pt x="495607" y="991215"/>
                  </a:lnTo>
                  <a:lnTo>
                    <a:pt x="543336" y="988947"/>
                  </a:lnTo>
                  <a:lnTo>
                    <a:pt x="589782" y="982279"/>
                  </a:lnTo>
                  <a:lnTo>
                    <a:pt x="634736" y="971420"/>
                  </a:lnTo>
                  <a:lnTo>
                    <a:pt x="677991" y="956577"/>
                  </a:lnTo>
                  <a:lnTo>
                    <a:pt x="719340" y="937959"/>
                  </a:lnTo>
                  <a:lnTo>
                    <a:pt x="758574" y="915772"/>
                  </a:lnTo>
                  <a:lnTo>
                    <a:pt x="795487" y="890224"/>
                  </a:lnTo>
                  <a:lnTo>
                    <a:pt x="829869" y="861524"/>
                  </a:lnTo>
                  <a:lnTo>
                    <a:pt x="861514" y="829878"/>
                  </a:lnTo>
                  <a:lnTo>
                    <a:pt x="890214" y="795495"/>
                  </a:lnTo>
                  <a:lnTo>
                    <a:pt x="915762" y="758582"/>
                  </a:lnTo>
                  <a:lnTo>
                    <a:pt x="937948" y="719347"/>
                  </a:lnTo>
                  <a:lnTo>
                    <a:pt x="956567" y="677997"/>
                  </a:lnTo>
                  <a:lnTo>
                    <a:pt x="971409" y="634741"/>
                  </a:lnTo>
                  <a:lnTo>
                    <a:pt x="982268" y="589785"/>
                  </a:lnTo>
                  <a:lnTo>
                    <a:pt x="988936" y="543338"/>
                  </a:lnTo>
                  <a:lnTo>
                    <a:pt x="991205" y="495607"/>
                  </a:lnTo>
                  <a:lnTo>
                    <a:pt x="988936" y="447877"/>
                  </a:lnTo>
                  <a:lnTo>
                    <a:pt x="982268" y="401430"/>
                  </a:lnTo>
                  <a:lnTo>
                    <a:pt x="971409" y="356474"/>
                  </a:lnTo>
                  <a:lnTo>
                    <a:pt x="956567" y="313218"/>
                  </a:lnTo>
                  <a:lnTo>
                    <a:pt x="937948" y="271868"/>
                  </a:lnTo>
                  <a:lnTo>
                    <a:pt x="915762" y="232633"/>
                  </a:lnTo>
                  <a:lnTo>
                    <a:pt x="890214" y="195720"/>
                  </a:lnTo>
                  <a:lnTo>
                    <a:pt x="861514" y="161337"/>
                  </a:lnTo>
                  <a:lnTo>
                    <a:pt x="829869" y="129691"/>
                  </a:lnTo>
                  <a:lnTo>
                    <a:pt x="795487" y="100991"/>
                  </a:lnTo>
                  <a:lnTo>
                    <a:pt x="758574" y="75443"/>
                  </a:lnTo>
                  <a:lnTo>
                    <a:pt x="719340" y="53256"/>
                  </a:lnTo>
                  <a:lnTo>
                    <a:pt x="677991" y="34638"/>
                  </a:lnTo>
                  <a:lnTo>
                    <a:pt x="634736" y="19795"/>
                  </a:lnTo>
                  <a:lnTo>
                    <a:pt x="589782" y="8936"/>
                  </a:lnTo>
                  <a:lnTo>
                    <a:pt x="543336" y="2268"/>
                  </a:lnTo>
                  <a:lnTo>
                    <a:pt x="495607" y="0"/>
                  </a:lnTo>
                  <a:close/>
                </a:path>
              </a:pathLst>
            </a:custGeom>
            <a:solidFill>
              <a:srgbClr val="8AAA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8217" y="8008646"/>
              <a:ext cx="229200" cy="215751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6275476" y="7760569"/>
              <a:ext cx="527685" cy="446405"/>
            </a:xfrm>
            <a:custGeom>
              <a:avLst/>
              <a:gdLst/>
              <a:ahLst/>
              <a:cxnLst/>
              <a:rect l="l" t="t" r="r" b="b"/>
              <a:pathLst>
                <a:path w="527684" h="446404">
                  <a:moveTo>
                    <a:pt x="134200" y="27609"/>
                  </a:moveTo>
                  <a:lnTo>
                    <a:pt x="133921" y="2260"/>
                  </a:lnTo>
                  <a:lnTo>
                    <a:pt x="130162" y="0"/>
                  </a:lnTo>
                  <a:lnTo>
                    <a:pt x="123710" y="901"/>
                  </a:lnTo>
                  <a:lnTo>
                    <a:pt x="122034" y="3937"/>
                  </a:lnTo>
                  <a:lnTo>
                    <a:pt x="122135" y="7200"/>
                  </a:lnTo>
                  <a:lnTo>
                    <a:pt x="121856" y="44767"/>
                  </a:lnTo>
                  <a:lnTo>
                    <a:pt x="113652" y="119418"/>
                  </a:lnTo>
                  <a:lnTo>
                    <a:pt x="101028" y="174193"/>
                  </a:lnTo>
                  <a:lnTo>
                    <a:pt x="82981" y="227152"/>
                  </a:lnTo>
                  <a:lnTo>
                    <a:pt x="61607" y="274599"/>
                  </a:lnTo>
                  <a:lnTo>
                    <a:pt x="32994" y="314794"/>
                  </a:lnTo>
                  <a:lnTo>
                    <a:pt x="2463" y="331889"/>
                  </a:lnTo>
                  <a:lnTo>
                    <a:pt x="0" y="334302"/>
                  </a:lnTo>
                  <a:lnTo>
                    <a:pt x="914" y="340702"/>
                  </a:lnTo>
                  <a:lnTo>
                    <a:pt x="4140" y="343776"/>
                  </a:lnTo>
                  <a:lnTo>
                    <a:pt x="7289" y="342900"/>
                  </a:lnTo>
                  <a:lnTo>
                    <a:pt x="46482" y="318084"/>
                  </a:lnTo>
                  <a:lnTo>
                    <a:pt x="74409" y="275907"/>
                  </a:lnTo>
                  <a:lnTo>
                    <a:pt x="103009" y="207683"/>
                  </a:lnTo>
                  <a:lnTo>
                    <a:pt x="114503" y="170332"/>
                  </a:lnTo>
                  <a:lnTo>
                    <a:pt x="123418" y="132283"/>
                  </a:lnTo>
                  <a:lnTo>
                    <a:pt x="129705" y="93726"/>
                  </a:lnTo>
                  <a:lnTo>
                    <a:pt x="133565" y="49695"/>
                  </a:lnTo>
                  <a:lnTo>
                    <a:pt x="134200" y="27609"/>
                  </a:lnTo>
                  <a:close/>
                </a:path>
                <a:path w="527684" h="446404">
                  <a:moveTo>
                    <a:pt x="527431" y="392633"/>
                  </a:moveTo>
                  <a:lnTo>
                    <a:pt x="524167" y="387057"/>
                  </a:lnTo>
                  <a:lnTo>
                    <a:pt x="520128" y="385597"/>
                  </a:lnTo>
                  <a:lnTo>
                    <a:pt x="517474" y="387489"/>
                  </a:lnTo>
                  <a:lnTo>
                    <a:pt x="497001" y="400672"/>
                  </a:lnTo>
                  <a:lnTo>
                    <a:pt x="452729" y="420573"/>
                  </a:lnTo>
                  <a:lnTo>
                    <a:pt x="405561" y="431596"/>
                  </a:lnTo>
                  <a:lnTo>
                    <a:pt x="381469" y="433730"/>
                  </a:lnTo>
                  <a:lnTo>
                    <a:pt x="357276" y="433578"/>
                  </a:lnTo>
                  <a:lnTo>
                    <a:pt x="306298" y="425335"/>
                  </a:lnTo>
                  <a:lnTo>
                    <a:pt x="277139" y="415429"/>
                  </a:lnTo>
                  <a:lnTo>
                    <a:pt x="273558" y="417931"/>
                  </a:lnTo>
                  <a:lnTo>
                    <a:pt x="325475" y="441896"/>
                  </a:lnTo>
                  <a:lnTo>
                    <a:pt x="375742" y="445846"/>
                  </a:lnTo>
                  <a:lnTo>
                    <a:pt x="400812" y="444246"/>
                  </a:lnTo>
                  <a:lnTo>
                    <a:pt x="450011" y="434073"/>
                  </a:lnTo>
                  <a:lnTo>
                    <a:pt x="486689" y="419658"/>
                  </a:lnTo>
                  <a:lnTo>
                    <a:pt x="526173" y="395973"/>
                  </a:lnTo>
                  <a:lnTo>
                    <a:pt x="527431" y="392633"/>
                  </a:lnTo>
                  <a:close/>
                </a:path>
              </a:pathLst>
            </a:custGeom>
            <a:solidFill>
              <a:srgbClr val="623D0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2" name="object 3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88997" y="1745012"/>
            <a:ext cx="5660365" cy="3446476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26536" y="5962682"/>
            <a:ext cx="2683053" cy="3474008"/>
          </a:xfrm>
          <a:prstGeom prst="rect">
            <a:avLst/>
          </a:prstGeom>
        </p:spPr>
      </p:pic>
      <p:sp>
        <p:nvSpPr>
          <p:cNvPr id="34" name="object 34" descr=""/>
          <p:cNvSpPr/>
          <p:nvPr/>
        </p:nvSpPr>
        <p:spPr>
          <a:xfrm>
            <a:off x="12781683" y="7498456"/>
            <a:ext cx="281940" cy="284480"/>
          </a:xfrm>
          <a:custGeom>
            <a:avLst/>
            <a:gdLst/>
            <a:ahLst/>
            <a:cxnLst/>
            <a:rect l="l" t="t" r="r" b="b"/>
            <a:pathLst>
              <a:path w="281940" h="284479">
                <a:moveTo>
                  <a:pt x="140718" y="0"/>
                </a:moveTo>
                <a:lnTo>
                  <a:pt x="96241" y="8009"/>
                </a:lnTo>
                <a:lnTo>
                  <a:pt x="57612" y="30313"/>
                </a:lnTo>
                <a:lnTo>
                  <a:pt x="27150" y="64323"/>
                </a:lnTo>
                <a:lnTo>
                  <a:pt x="7174" y="107449"/>
                </a:lnTo>
                <a:lnTo>
                  <a:pt x="0" y="157105"/>
                </a:lnTo>
                <a:lnTo>
                  <a:pt x="7174" y="203625"/>
                </a:lnTo>
                <a:lnTo>
                  <a:pt x="27150" y="239275"/>
                </a:lnTo>
                <a:lnTo>
                  <a:pt x="57612" y="264362"/>
                </a:lnTo>
                <a:lnTo>
                  <a:pt x="96241" y="279189"/>
                </a:lnTo>
                <a:lnTo>
                  <a:pt x="140718" y="284064"/>
                </a:lnTo>
                <a:lnTo>
                  <a:pt x="185194" y="279189"/>
                </a:lnTo>
                <a:lnTo>
                  <a:pt x="223820" y="264362"/>
                </a:lnTo>
                <a:lnTo>
                  <a:pt x="254278" y="239275"/>
                </a:lnTo>
                <a:lnTo>
                  <a:pt x="274253" y="203625"/>
                </a:lnTo>
                <a:lnTo>
                  <a:pt x="281425" y="157105"/>
                </a:lnTo>
                <a:lnTo>
                  <a:pt x="274253" y="107449"/>
                </a:lnTo>
                <a:lnTo>
                  <a:pt x="254278" y="64323"/>
                </a:lnTo>
                <a:lnTo>
                  <a:pt x="223820" y="30313"/>
                </a:lnTo>
                <a:lnTo>
                  <a:pt x="185194" y="8009"/>
                </a:lnTo>
                <a:lnTo>
                  <a:pt x="140718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2542670" y="8149812"/>
            <a:ext cx="335915" cy="481965"/>
          </a:xfrm>
          <a:custGeom>
            <a:avLst/>
            <a:gdLst/>
            <a:ahLst/>
            <a:cxnLst/>
            <a:rect l="l" t="t" r="r" b="b"/>
            <a:pathLst>
              <a:path w="335915" h="481965">
                <a:moveTo>
                  <a:pt x="262505" y="0"/>
                </a:moveTo>
                <a:lnTo>
                  <a:pt x="171062" y="4156"/>
                </a:lnTo>
                <a:lnTo>
                  <a:pt x="259058" y="179241"/>
                </a:lnTo>
                <a:lnTo>
                  <a:pt x="270571" y="280063"/>
                </a:lnTo>
                <a:lnTo>
                  <a:pt x="189564" y="344837"/>
                </a:lnTo>
                <a:lnTo>
                  <a:pt x="0" y="411778"/>
                </a:lnTo>
                <a:lnTo>
                  <a:pt x="29726" y="481346"/>
                </a:lnTo>
                <a:lnTo>
                  <a:pt x="240887" y="357429"/>
                </a:lnTo>
                <a:lnTo>
                  <a:pt x="335522" y="265984"/>
                </a:lnTo>
                <a:lnTo>
                  <a:pt x="335453" y="161882"/>
                </a:lnTo>
                <a:lnTo>
                  <a:pt x="262505" y="0"/>
                </a:lnTo>
                <a:close/>
              </a:path>
            </a:pathLst>
          </a:custGeom>
          <a:solidFill>
            <a:srgbClr val="5F3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1959817" y="7926994"/>
            <a:ext cx="488950" cy="485140"/>
          </a:xfrm>
          <a:custGeom>
            <a:avLst/>
            <a:gdLst/>
            <a:ahLst/>
            <a:cxnLst/>
            <a:rect l="l" t="t" r="r" b="b"/>
            <a:pathLst>
              <a:path w="488950" h="485140">
                <a:moveTo>
                  <a:pt x="120947" y="0"/>
                </a:moveTo>
                <a:lnTo>
                  <a:pt x="14814" y="33915"/>
                </a:lnTo>
                <a:lnTo>
                  <a:pt x="0" y="249527"/>
                </a:lnTo>
                <a:lnTo>
                  <a:pt x="43939" y="368370"/>
                </a:lnTo>
                <a:lnTo>
                  <a:pt x="190621" y="432721"/>
                </a:lnTo>
                <a:lnTo>
                  <a:pt x="484035" y="484854"/>
                </a:lnTo>
                <a:lnTo>
                  <a:pt x="488548" y="392909"/>
                </a:lnTo>
                <a:lnTo>
                  <a:pt x="243870" y="396665"/>
                </a:lnTo>
                <a:lnTo>
                  <a:pt x="124019" y="356989"/>
                </a:lnTo>
                <a:lnTo>
                  <a:pt x="94532" y="237045"/>
                </a:lnTo>
                <a:lnTo>
                  <a:pt x="120947" y="0"/>
                </a:lnTo>
                <a:close/>
              </a:path>
            </a:pathLst>
          </a:custGeom>
          <a:solidFill>
            <a:srgbClr val="5F31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2758813" y="8224612"/>
            <a:ext cx="300990" cy="231140"/>
          </a:xfrm>
          <a:custGeom>
            <a:avLst/>
            <a:gdLst/>
            <a:ahLst/>
            <a:cxnLst/>
            <a:rect l="l" t="t" r="r" b="b"/>
            <a:pathLst>
              <a:path w="300990" h="231140">
                <a:moveTo>
                  <a:pt x="245929" y="0"/>
                </a:moveTo>
                <a:lnTo>
                  <a:pt x="237463" y="132456"/>
                </a:lnTo>
                <a:lnTo>
                  <a:pt x="209692" y="195333"/>
                </a:lnTo>
                <a:lnTo>
                  <a:pt x="140162" y="205481"/>
                </a:lnTo>
                <a:lnTo>
                  <a:pt x="6418" y="179753"/>
                </a:lnTo>
                <a:lnTo>
                  <a:pt x="0" y="230568"/>
                </a:lnTo>
                <a:lnTo>
                  <a:pt x="165864" y="230396"/>
                </a:lnTo>
                <a:lnTo>
                  <a:pt x="252487" y="209324"/>
                </a:lnTo>
                <a:lnTo>
                  <a:pt x="288067" y="148439"/>
                </a:lnTo>
                <a:lnTo>
                  <a:pt x="300807" y="28826"/>
                </a:lnTo>
                <a:lnTo>
                  <a:pt x="245929" y="0"/>
                </a:lnTo>
                <a:close/>
              </a:path>
            </a:pathLst>
          </a:custGeom>
          <a:solidFill>
            <a:srgbClr val="5F312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" name="object 38" descr=""/>
          <p:cNvGrpSpPr/>
          <p:nvPr/>
        </p:nvGrpSpPr>
        <p:grpSpPr>
          <a:xfrm>
            <a:off x="11635657" y="6346787"/>
            <a:ext cx="1715770" cy="3089910"/>
            <a:chOff x="11635657" y="6346787"/>
            <a:chExt cx="1715770" cy="3089910"/>
          </a:xfrm>
        </p:grpSpPr>
        <p:sp>
          <p:nvSpPr>
            <p:cNvPr id="39" name="object 39" descr=""/>
            <p:cNvSpPr/>
            <p:nvPr/>
          </p:nvSpPr>
          <p:spPr>
            <a:xfrm>
              <a:off x="12370551" y="6775075"/>
              <a:ext cx="233679" cy="2661920"/>
            </a:xfrm>
            <a:custGeom>
              <a:avLst/>
              <a:gdLst/>
              <a:ahLst/>
              <a:cxnLst/>
              <a:rect l="l" t="t" r="r" b="b"/>
              <a:pathLst>
                <a:path w="233679" h="2661920">
                  <a:moveTo>
                    <a:pt x="153094" y="0"/>
                  </a:moveTo>
                  <a:lnTo>
                    <a:pt x="80175" y="0"/>
                  </a:lnTo>
                  <a:lnTo>
                    <a:pt x="0" y="2661615"/>
                  </a:lnTo>
                  <a:lnTo>
                    <a:pt x="233280" y="2661615"/>
                  </a:lnTo>
                  <a:lnTo>
                    <a:pt x="153094" y="0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1847764" y="6875343"/>
              <a:ext cx="508000" cy="691515"/>
            </a:xfrm>
            <a:custGeom>
              <a:avLst/>
              <a:gdLst/>
              <a:ahLst/>
              <a:cxnLst/>
              <a:rect l="l" t="t" r="r" b="b"/>
              <a:pathLst>
                <a:path w="508000" h="691515">
                  <a:moveTo>
                    <a:pt x="253877" y="0"/>
                  </a:moveTo>
                  <a:lnTo>
                    <a:pt x="180556" y="16181"/>
                  </a:lnTo>
                  <a:lnTo>
                    <a:pt x="146852" y="35522"/>
                  </a:lnTo>
                  <a:lnTo>
                    <a:pt x="115641" y="61575"/>
                  </a:lnTo>
                  <a:lnTo>
                    <a:pt x="87318" y="93748"/>
                  </a:lnTo>
                  <a:lnTo>
                    <a:pt x="62274" y="131451"/>
                  </a:lnTo>
                  <a:lnTo>
                    <a:pt x="40903" y="174092"/>
                  </a:lnTo>
                  <a:lnTo>
                    <a:pt x="23597" y="221080"/>
                  </a:lnTo>
                  <a:lnTo>
                    <a:pt x="10749" y="271825"/>
                  </a:lnTo>
                  <a:lnTo>
                    <a:pt x="2752" y="325735"/>
                  </a:lnTo>
                  <a:lnTo>
                    <a:pt x="0" y="382218"/>
                  </a:lnTo>
                  <a:lnTo>
                    <a:pt x="3323" y="442156"/>
                  </a:lnTo>
                  <a:lnTo>
                    <a:pt x="12943" y="495389"/>
                  </a:lnTo>
                  <a:lnTo>
                    <a:pt x="28338" y="542010"/>
                  </a:lnTo>
                  <a:lnTo>
                    <a:pt x="48985" y="582113"/>
                  </a:lnTo>
                  <a:lnTo>
                    <a:pt x="74361" y="615790"/>
                  </a:lnTo>
                  <a:lnTo>
                    <a:pt x="103943" y="643135"/>
                  </a:lnTo>
                  <a:lnTo>
                    <a:pt x="137209" y="664240"/>
                  </a:lnTo>
                  <a:lnTo>
                    <a:pt x="173635" y="679201"/>
                  </a:lnTo>
                  <a:lnTo>
                    <a:pt x="212698" y="688108"/>
                  </a:lnTo>
                  <a:lnTo>
                    <a:pt x="253877" y="691057"/>
                  </a:lnTo>
                  <a:lnTo>
                    <a:pt x="295058" y="688108"/>
                  </a:lnTo>
                  <a:lnTo>
                    <a:pt x="334123" y="679201"/>
                  </a:lnTo>
                  <a:lnTo>
                    <a:pt x="370549" y="664240"/>
                  </a:lnTo>
                  <a:lnTo>
                    <a:pt x="403814" y="643135"/>
                  </a:lnTo>
                  <a:lnTo>
                    <a:pt x="433396" y="615790"/>
                  </a:lnTo>
                  <a:lnTo>
                    <a:pt x="458771" y="582113"/>
                  </a:lnTo>
                  <a:lnTo>
                    <a:pt x="479417" y="542010"/>
                  </a:lnTo>
                  <a:lnTo>
                    <a:pt x="494811" y="495389"/>
                  </a:lnTo>
                  <a:lnTo>
                    <a:pt x="504431" y="442156"/>
                  </a:lnTo>
                  <a:lnTo>
                    <a:pt x="507754" y="382218"/>
                  </a:lnTo>
                  <a:lnTo>
                    <a:pt x="505001" y="325735"/>
                  </a:lnTo>
                  <a:lnTo>
                    <a:pt x="497005" y="271825"/>
                  </a:lnTo>
                  <a:lnTo>
                    <a:pt x="484158" y="221080"/>
                  </a:lnTo>
                  <a:lnTo>
                    <a:pt x="466853" y="174092"/>
                  </a:lnTo>
                  <a:lnTo>
                    <a:pt x="445483" y="131451"/>
                  </a:lnTo>
                  <a:lnTo>
                    <a:pt x="420440" y="93748"/>
                  </a:lnTo>
                  <a:lnTo>
                    <a:pt x="392117" y="61575"/>
                  </a:lnTo>
                  <a:lnTo>
                    <a:pt x="360906" y="35522"/>
                  </a:lnTo>
                  <a:lnTo>
                    <a:pt x="327201" y="16181"/>
                  </a:lnTo>
                  <a:lnTo>
                    <a:pt x="25387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1635657" y="7220881"/>
              <a:ext cx="694690" cy="944880"/>
            </a:xfrm>
            <a:custGeom>
              <a:avLst/>
              <a:gdLst/>
              <a:ahLst/>
              <a:cxnLst/>
              <a:rect l="l" t="t" r="r" b="b"/>
              <a:pathLst>
                <a:path w="694690" h="944879">
                  <a:moveTo>
                    <a:pt x="347078" y="0"/>
                  </a:moveTo>
                  <a:lnTo>
                    <a:pt x="272620" y="12051"/>
                  </a:lnTo>
                  <a:lnTo>
                    <a:pt x="237373" y="26637"/>
                  </a:lnTo>
                  <a:lnTo>
                    <a:pt x="203728" y="46505"/>
                  </a:lnTo>
                  <a:lnTo>
                    <a:pt x="171899" y="71336"/>
                  </a:lnTo>
                  <a:lnTo>
                    <a:pt x="142096" y="100813"/>
                  </a:lnTo>
                  <a:lnTo>
                    <a:pt x="114532" y="134614"/>
                  </a:lnTo>
                  <a:lnTo>
                    <a:pt x="89417" y="172424"/>
                  </a:lnTo>
                  <a:lnTo>
                    <a:pt x="66964" y="213921"/>
                  </a:lnTo>
                  <a:lnTo>
                    <a:pt x="47385" y="258789"/>
                  </a:lnTo>
                  <a:lnTo>
                    <a:pt x="30891" y="306707"/>
                  </a:lnTo>
                  <a:lnTo>
                    <a:pt x="17693" y="357358"/>
                  </a:lnTo>
                  <a:lnTo>
                    <a:pt x="8005" y="410422"/>
                  </a:lnTo>
                  <a:lnTo>
                    <a:pt x="2036" y="465582"/>
                  </a:lnTo>
                  <a:lnTo>
                    <a:pt x="0" y="522518"/>
                  </a:lnTo>
                  <a:lnTo>
                    <a:pt x="2704" y="586372"/>
                  </a:lnTo>
                  <a:lnTo>
                    <a:pt x="10599" y="644785"/>
                  </a:lnTo>
                  <a:lnTo>
                    <a:pt x="23361" y="697815"/>
                  </a:lnTo>
                  <a:lnTo>
                    <a:pt x="40664" y="745518"/>
                  </a:lnTo>
                  <a:lnTo>
                    <a:pt x="62183" y="787955"/>
                  </a:lnTo>
                  <a:lnTo>
                    <a:pt x="87593" y="825181"/>
                  </a:lnTo>
                  <a:lnTo>
                    <a:pt x="116568" y="857256"/>
                  </a:lnTo>
                  <a:lnTo>
                    <a:pt x="148783" y="884237"/>
                  </a:lnTo>
                  <a:lnTo>
                    <a:pt x="183913" y="906182"/>
                  </a:lnTo>
                  <a:lnTo>
                    <a:pt x="221632" y="923150"/>
                  </a:lnTo>
                  <a:lnTo>
                    <a:pt x="261617" y="935198"/>
                  </a:lnTo>
                  <a:lnTo>
                    <a:pt x="303540" y="942384"/>
                  </a:lnTo>
                  <a:lnTo>
                    <a:pt x="347078" y="944767"/>
                  </a:lnTo>
                  <a:lnTo>
                    <a:pt x="390616" y="942384"/>
                  </a:lnTo>
                  <a:lnTo>
                    <a:pt x="432539" y="935198"/>
                  </a:lnTo>
                  <a:lnTo>
                    <a:pt x="472523" y="923150"/>
                  </a:lnTo>
                  <a:lnTo>
                    <a:pt x="510243" y="906182"/>
                  </a:lnTo>
                  <a:lnTo>
                    <a:pt x="545373" y="884237"/>
                  </a:lnTo>
                  <a:lnTo>
                    <a:pt x="577588" y="857256"/>
                  </a:lnTo>
                  <a:lnTo>
                    <a:pt x="606563" y="825181"/>
                  </a:lnTo>
                  <a:lnTo>
                    <a:pt x="631973" y="787955"/>
                  </a:lnTo>
                  <a:lnTo>
                    <a:pt x="653492" y="745518"/>
                  </a:lnTo>
                  <a:lnTo>
                    <a:pt x="670795" y="697815"/>
                  </a:lnTo>
                  <a:lnTo>
                    <a:pt x="683557" y="644785"/>
                  </a:lnTo>
                  <a:lnTo>
                    <a:pt x="691452" y="586372"/>
                  </a:lnTo>
                  <a:lnTo>
                    <a:pt x="694156" y="522518"/>
                  </a:lnTo>
                  <a:lnTo>
                    <a:pt x="692120" y="465582"/>
                  </a:lnTo>
                  <a:lnTo>
                    <a:pt x="686151" y="410422"/>
                  </a:lnTo>
                  <a:lnTo>
                    <a:pt x="676463" y="357358"/>
                  </a:lnTo>
                  <a:lnTo>
                    <a:pt x="663265" y="306707"/>
                  </a:lnTo>
                  <a:lnTo>
                    <a:pt x="646771" y="258789"/>
                  </a:lnTo>
                  <a:lnTo>
                    <a:pt x="627192" y="213921"/>
                  </a:lnTo>
                  <a:lnTo>
                    <a:pt x="604739" y="172424"/>
                  </a:lnTo>
                  <a:lnTo>
                    <a:pt x="579624" y="134614"/>
                  </a:lnTo>
                  <a:lnTo>
                    <a:pt x="552060" y="100813"/>
                  </a:lnTo>
                  <a:lnTo>
                    <a:pt x="522257" y="71336"/>
                  </a:lnTo>
                  <a:lnTo>
                    <a:pt x="490428" y="46505"/>
                  </a:lnTo>
                  <a:lnTo>
                    <a:pt x="456783" y="26637"/>
                  </a:lnTo>
                  <a:lnTo>
                    <a:pt x="421536" y="12051"/>
                  </a:lnTo>
                  <a:lnTo>
                    <a:pt x="34707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2135976" y="6346787"/>
              <a:ext cx="544830" cy="741680"/>
            </a:xfrm>
            <a:custGeom>
              <a:avLst/>
              <a:gdLst/>
              <a:ahLst/>
              <a:cxnLst/>
              <a:rect l="l" t="t" r="r" b="b"/>
              <a:pathLst>
                <a:path w="544829" h="741679">
                  <a:moveTo>
                    <a:pt x="272253" y="0"/>
                  </a:moveTo>
                  <a:lnTo>
                    <a:pt x="199881" y="14642"/>
                  </a:lnTo>
                  <a:lnTo>
                    <a:pt x="134846" y="55963"/>
                  </a:lnTo>
                  <a:lnTo>
                    <a:pt x="105891" y="85408"/>
                  </a:lnTo>
                  <a:lnTo>
                    <a:pt x="79744" y="120056"/>
                  </a:lnTo>
                  <a:lnTo>
                    <a:pt x="56730" y="159420"/>
                  </a:lnTo>
                  <a:lnTo>
                    <a:pt x="37172" y="203012"/>
                  </a:lnTo>
                  <a:lnTo>
                    <a:pt x="21396" y="250343"/>
                  </a:lnTo>
                  <a:lnTo>
                    <a:pt x="9725" y="300924"/>
                  </a:lnTo>
                  <a:lnTo>
                    <a:pt x="2485" y="354266"/>
                  </a:lnTo>
                  <a:lnTo>
                    <a:pt x="0" y="409882"/>
                  </a:lnTo>
                  <a:lnTo>
                    <a:pt x="2952" y="468617"/>
                  </a:lnTo>
                  <a:lnTo>
                    <a:pt x="11527" y="521401"/>
                  </a:lnTo>
                  <a:lnTo>
                    <a:pt x="25305" y="568311"/>
                  </a:lnTo>
                  <a:lnTo>
                    <a:pt x="43864" y="609421"/>
                  </a:lnTo>
                  <a:lnTo>
                    <a:pt x="66782" y="644806"/>
                  </a:lnTo>
                  <a:lnTo>
                    <a:pt x="93639" y="674541"/>
                  </a:lnTo>
                  <a:lnTo>
                    <a:pt x="124013" y="698701"/>
                  </a:lnTo>
                  <a:lnTo>
                    <a:pt x="157482" y="717362"/>
                  </a:lnTo>
                  <a:lnTo>
                    <a:pt x="193626" y="730598"/>
                  </a:lnTo>
                  <a:lnTo>
                    <a:pt x="232024" y="738485"/>
                  </a:lnTo>
                  <a:lnTo>
                    <a:pt x="272253" y="741097"/>
                  </a:lnTo>
                  <a:lnTo>
                    <a:pt x="312487" y="738485"/>
                  </a:lnTo>
                  <a:lnTo>
                    <a:pt x="350887" y="730598"/>
                  </a:lnTo>
                  <a:lnTo>
                    <a:pt x="387033" y="717362"/>
                  </a:lnTo>
                  <a:lnTo>
                    <a:pt x="420503" y="698701"/>
                  </a:lnTo>
                  <a:lnTo>
                    <a:pt x="450876" y="674541"/>
                  </a:lnTo>
                  <a:lnTo>
                    <a:pt x="477731" y="644806"/>
                  </a:lnTo>
                  <a:lnTo>
                    <a:pt x="500648" y="609421"/>
                  </a:lnTo>
                  <a:lnTo>
                    <a:pt x="519204" y="568311"/>
                  </a:lnTo>
                  <a:lnTo>
                    <a:pt x="532980" y="521401"/>
                  </a:lnTo>
                  <a:lnTo>
                    <a:pt x="541555" y="468617"/>
                  </a:lnTo>
                  <a:lnTo>
                    <a:pt x="544506" y="409882"/>
                  </a:lnTo>
                  <a:lnTo>
                    <a:pt x="542021" y="354266"/>
                  </a:lnTo>
                  <a:lnTo>
                    <a:pt x="534782" y="300924"/>
                  </a:lnTo>
                  <a:lnTo>
                    <a:pt x="523113" y="250343"/>
                  </a:lnTo>
                  <a:lnTo>
                    <a:pt x="507338" y="203012"/>
                  </a:lnTo>
                  <a:lnTo>
                    <a:pt x="487782" y="159420"/>
                  </a:lnTo>
                  <a:lnTo>
                    <a:pt x="464769" y="120056"/>
                  </a:lnTo>
                  <a:lnTo>
                    <a:pt x="438624" y="85408"/>
                  </a:lnTo>
                  <a:lnTo>
                    <a:pt x="409669" y="55963"/>
                  </a:lnTo>
                  <a:lnTo>
                    <a:pt x="378231" y="32212"/>
                  </a:lnTo>
                  <a:lnTo>
                    <a:pt x="309198" y="3741"/>
                  </a:lnTo>
                  <a:lnTo>
                    <a:pt x="272253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2336279" y="6552113"/>
              <a:ext cx="760730" cy="1035685"/>
            </a:xfrm>
            <a:custGeom>
              <a:avLst/>
              <a:gdLst/>
              <a:ahLst/>
              <a:cxnLst/>
              <a:rect l="l" t="t" r="r" b="b"/>
              <a:pathLst>
                <a:path w="760730" h="1035684">
                  <a:moveTo>
                    <a:pt x="380292" y="0"/>
                  </a:moveTo>
                  <a:lnTo>
                    <a:pt x="341408" y="2955"/>
                  </a:lnTo>
                  <a:lnTo>
                    <a:pt x="303648" y="11632"/>
                  </a:lnTo>
                  <a:lnTo>
                    <a:pt x="267202" y="25740"/>
                  </a:lnTo>
                  <a:lnTo>
                    <a:pt x="232262" y="44993"/>
                  </a:lnTo>
                  <a:lnTo>
                    <a:pt x="199019" y="69102"/>
                  </a:lnTo>
                  <a:lnTo>
                    <a:pt x="167664" y="97780"/>
                  </a:lnTo>
                  <a:lnTo>
                    <a:pt x="138388" y="130739"/>
                  </a:lnTo>
                  <a:lnTo>
                    <a:pt x="111382" y="167691"/>
                  </a:lnTo>
                  <a:lnTo>
                    <a:pt x="86838" y="208348"/>
                  </a:lnTo>
                  <a:lnTo>
                    <a:pt x="64946" y="252422"/>
                  </a:lnTo>
                  <a:lnTo>
                    <a:pt x="45897" y="299627"/>
                  </a:lnTo>
                  <a:lnTo>
                    <a:pt x="29884" y="349672"/>
                  </a:lnTo>
                  <a:lnTo>
                    <a:pt x="17096" y="402272"/>
                  </a:lnTo>
                  <a:lnTo>
                    <a:pt x="7725" y="457138"/>
                  </a:lnTo>
                  <a:lnTo>
                    <a:pt x="1963" y="513982"/>
                  </a:lnTo>
                  <a:lnTo>
                    <a:pt x="0" y="572516"/>
                  </a:lnTo>
                  <a:lnTo>
                    <a:pt x="2231" y="633496"/>
                  </a:lnTo>
                  <a:lnTo>
                    <a:pt x="8771" y="689991"/>
                  </a:lnTo>
                  <a:lnTo>
                    <a:pt x="19386" y="742043"/>
                  </a:lnTo>
                  <a:lnTo>
                    <a:pt x="33847" y="789693"/>
                  </a:lnTo>
                  <a:lnTo>
                    <a:pt x="51919" y="832982"/>
                  </a:lnTo>
                  <a:lnTo>
                    <a:pt x="73372" y="871953"/>
                  </a:lnTo>
                  <a:lnTo>
                    <a:pt x="97973" y="906646"/>
                  </a:lnTo>
                  <a:lnTo>
                    <a:pt x="125491" y="937102"/>
                  </a:lnTo>
                  <a:lnTo>
                    <a:pt x="155693" y="963363"/>
                  </a:lnTo>
                  <a:lnTo>
                    <a:pt x="188348" y="985471"/>
                  </a:lnTo>
                  <a:lnTo>
                    <a:pt x="223224" y="1003466"/>
                  </a:lnTo>
                  <a:lnTo>
                    <a:pt x="260088" y="1017390"/>
                  </a:lnTo>
                  <a:lnTo>
                    <a:pt x="298708" y="1027285"/>
                  </a:lnTo>
                  <a:lnTo>
                    <a:pt x="338854" y="1033192"/>
                  </a:lnTo>
                  <a:lnTo>
                    <a:pt x="380292" y="1035151"/>
                  </a:lnTo>
                  <a:lnTo>
                    <a:pt x="421724" y="1033192"/>
                  </a:lnTo>
                  <a:lnTo>
                    <a:pt x="461864" y="1027285"/>
                  </a:lnTo>
                  <a:lnTo>
                    <a:pt x="500480" y="1017390"/>
                  </a:lnTo>
                  <a:lnTo>
                    <a:pt x="537341" y="1003466"/>
                  </a:lnTo>
                  <a:lnTo>
                    <a:pt x="572213" y="985471"/>
                  </a:lnTo>
                  <a:lnTo>
                    <a:pt x="604865" y="963363"/>
                  </a:lnTo>
                  <a:lnTo>
                    <a:pt x="635065" y="937102"/>
                  </a:lnTo>
                  <a:lnTo>
                    <a:pt x="662582" y="906646"/>
                  </a:lnTo>
                  <a:lnTo>
                    <a:pt x="687182" y="871953"/>
                  </a:lnTo>
                  <a:lnTo>
                    <a:pt x="708634" y="832982"/>
                  </a:lnTo>
                  <a:lnTo>
                    <a:pt x="726706" y="789693"/>
                  </a:lnTo>
                  <a:lnTo>
                    <a:pt x="741166" y="742043"/>
                  </a:lnTo>
                  <a:lnTo>
                    <a:pt x="751781" y="689991"/>
                  </a:lnTo>
                  <a:lnTo>
                    <a:pt x="758321" y="633496"/>
                  </a:lnTo>
                  <a:lnTo>
                    <a:pt x="760552" y="572516"/>
                  </a:lnTo>
                  <a:lnTo>
                    <a:pt x="758589" y="513982"/>
                  </a:lnTo>
                  <a:lnTo>
                    <a:pt x="752826" y="457138"/>
                  </a:lnTo>
                  <a:lnTo>
                    <a:pt x="743456" y="402272"/>
                  </a:lnTo>
                  <a:lnTo>
                    <a:pt x="730668" y="349672"/>
                  </a:lnTo>
                  <a:lnTo>
                    <a:pt x="714655" y="299627"/>
                  </a:lnTo>
                  <a:lnTo>
                    <a:pt x="695608" y="252422"/>
                  </a:lnTo>
                  <a:lnTo>
                    <a:pt x="673717" y="208348"/>
                  </a:lnTo>
                  <a:lnTo>
                    <a:pt x="649173" y="167691"/>
                  </a:lnTo>
                  <a:lnTo>
                    <a:pt x="622169" y="130739"/>
                  </a:lnTo>
                  <a:lnTo>
                    <a:pt x="592895" y="97780"/>
                  </a:lnTo>
                  <a:lnTo>
                    <a:pt x="561543" y="69102"/>
                  </a:lnTo>
                  <a:lnTo>
                    <a:pt x="528303" y="44993"/>
                  </a:lnTo>
                  <a:lnTo>
                    <a:pt x="493366" y="25740"/>
                  </a:lnTo>
                  <a:lnTo>
                    <a:pt x="456925" y="11632"/>
                  </a:lnTo>
                  <a:lnTo>
                    <a:pt x="419170" y="2955"/>
                  </a:lnTo>
                  <a:lnTo>
                    <a:pt x="38029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1920459" y="6775076"/>
              <a:ext cx="1047750" cy="1425575"/>
            </a:xfrm>
            <a:custGeom>
              <a:avLst/>
              <a:gdLst/>
              <a:ahLst/>
              <a:cxnLst/>
              <a:rect l="l" t="t" r="r" b="b"/>
              <a:pathLst>
                <a:path w="1047750" h="1425575">
                  <a:moveTo>
                    <a:pt x="523596" y="0"/>
                  </a:moveTo>
                  <a:lnTo>
                    <a:pt x="449517" y="7828"/>
                  </a:lnTo>
                  <a:lnTo>
                    <a:pt x="378632" y="30601"/>
                  </a:lnTo>
                  <a:lnTo>
                    <a:pt x="311649" y="67251"/>
                  </a:lnTo>
                  <a:lnTo>
                    <a:pt x="279842" y="90447"/>
                  </a:lnTo>
                  <a:lnTo>
                    <a:pt x="249277" y="116713"/>
                  </a:lnTo>
                  <a:lnTo>
                    <a:pt x="220042" y="145914"/>
                  </a:lnTo>
                  <a:lnTo>
                    <a:pt x="192225" y="177917"/>
                  </a:lnTo>
                  <a:lnTo>
                    <a:pt x="165915" y="212590"/>
                  </a:lnTo>
                  <a:lnTo>
                    <a:pt x="141201" y="249798"/>
                  </a:lnTo>
                  <a:lnTo>
                    <a:pt x="118172" y="289408"/>
                  </a:lnTo>
                  <a:lnTo>
                    <a:pt x="96915" y="331288"/>
                  </a:lnTo>
                  <a:lnTo>
                    <a:pt x="77520" y="375302"/>
                  </a:lnTo>
                  <a:lnTo>
                    <a:pt x="60074" y="421319"/>
                  </a:lnTo>
                  <a:lnTo>
                    <a:pt x="44668" y="469205"/>
                  </a:lnTo>
                  <a:lnTo>
                    <a:pt x="31388" y="518825"/>
                  </a:lnTo>
                  <a:lnTo>
                    <a:pt x="20324" y="570048"/>
                  </a:lnTo>
                  <a:lnTo>
                    <a:pt x="11565" y="622739"/>
                  </a:lnTo>
                  <a:lnTo>
                    <a:pt x="5199" y="676766"/>
                  </a:lnTo>
                  <a:lnTo>
                    <a:pt x="1314" y="731993"/>
                  </a:lnTo>
                  <a:lnTo>
                    <a:pt x="0" y="788290"/>
                  </a:lnTo>
                  <a:lnTo>
                    <a:pt x="1735" y="851845"/>
                  </a:lnTo>
                  <a:lnTo>
                    <a:pt x="6852" y="911918"/>
                  </a:lnTo>
                  <a:lnTo>
                    <a:pt x="15216" y="968534"/>
                  </a:lnTo>
                  <a:lnTo>
                    <a:pt x="26692" y="1021717"/>
                  </a:lnTo>
                  <a:lnTo>
                    <a:pt x="41145" y="1071490"/>
                  </a:lnTo>
                  <a:lnTo>
                    <a:pt x="58440" y="1117878"/>
                  </a:lnTo>
                  <a:lnTo>
                    <a:pt x="78444" y="1160905"/>
                  </a:lnTo>
                  <a:lnTo>
                    <a:pt x="101020" y="1200595"/>
                  </a:lnTo>
                  <a:lnTo>
                    <a:pt x="126035" y="1236971"/>
                  </a:lnTo>
                  <a:lnTo>
                    <a:pt x="153353" y="1270058"/>
                  </a:lnTo>
                  <a:lnTo>
                    <a:pt x="182841" y="1299879"/>
                  </a:lnTo>
                  <a:lnTo>
                    <a:pt x="214362" y="1326460"/>
                  </a:lnTo>
                  <a:lnTo>
                    <a:pt x="247783" y="1349824"/>
                  </a:lnTo>
                  <a:lnTo>
                    <a:pt x="282969" y="1369994"/>
                  </a:lnTo>
                  <a:lnTo>
                    <a:pt x="319784" y="1386995"/>
                  </a:lnTo>
                  <a:lnTo>
                    <a:pt x="358095" y="1400852"/>
                  </a:lnTo>
                  <a:lnTo>
                    <a:pt x="397766" y="1411587"/>
                  </a:lnTo>
                  <a:lnTo>
                    <a:pt x="438663" y="1419225"/>
                  </a:lnTo>
                  <a:lnTo>
                    <a:pt x="480652" y="1423790"/>
                  </a:lnTo>
                  <a:lnTo>
                    <a:pt x="523596" y="1425307"/>
                  </a:lnTo>
                  <a:lnTo>
                    <a:pt x="566538" y="1423790"/>
                  </a:lnTo>
                  <a:lnTo>
                    <a:pt x="608524" y="1419225"/>
                  </a:lnTo>
                  <a:lnTo>
                    <a:pt x="649419" y="1411587"/>
                  </a:lnTo>
                  <a:lnTo>
                    <a:pt x="689089" y="1400852"/>
                  </a:lnTo>
                  <a:lnTo>
                    <a:pt x="727399" y="1386995"/>
                  </a:lnTo>
                  <a:lnTo>
                    <a:pt x="764214" y="1369994"/>
                  </a:lnTo>
                  <a:lnTo>
                    <a:pt x="799400" y="1349824"/>
                  </a:lnTo>
                  <a:lnTo>
                    <a:pt x="832821" y="1326460"/>
                  </a:lnTo>
                  <a:lnTo>
                    <a:pt x="864343" y="1299879"/>
                  </a:lnTo>
                  <a:lnTo>
                    <a:pt x="893831" y="1270058"/>
                  </a:lnTo>
                  <a:lnTo>
                    <a:pt x="921150" y="1236971"/>
                  </a:lnTo>
                  <a:lnTo>
                    <a:pt x="946166" y="1200595"/>
                  </a:lnTo>
                  <a:lnTo>
                    <a:pt x="968743" y="1160905"/>
                  </a:lnTo>
                  <a:lnTo>
                    <a:pt x="988748" y="1117878"/>
                  </a:lnTo>
                  <a:lnTo>
                    <a:pt x="1006044" y="1071490"/>
                  </a:lnTo>
                  <a:lnTo>
                    <a:pt x="1020498" y="1021717"/>
                  </a:lnTo>
                  <a:lnTo>
                    <a:pt x="1031975" y="968534"/>
                  </a:lnTo>
                  <a:lnTo>
                    <a:pt x="1040339" y="911918"/>
                  </a:lnTo>
                  <a:lnTo>
                    <a:pt x="1045457" y="851845"/>
                  </a:lnTo>
                  <a:lnTo>
                    <a:pt x="1047193" y="788290"/>
                  </a:lnTo>
                  <a:lnTo>
                    <a:pt x="1045878" y="731993"/>
                  </a:lnTo>
                  <a:lnTo>
                    <a:pt x="1041993" y="676766"/>
                  </a:lnTo>
                  <a:lnTo>
                    <a:pt x="1035626" y="622739"/>
                  </a:lnTo>
                  <a:lnTo>
                    <a:pt x="1026866" y="570048"/>
                  </a:lnTo>
                  <a:lnTo>
                    <a:pt x="1015802" y="518825"/>
                  </a:lnTo>
                  <a:lnTo>
                    <a:pt x="1002521" y="469205"/>
                  </a:lnTo>
                  <a:lnTo>
                    <a:pt x="987114" y="421319"/>
                  </a:lnTo>
                  <a:lnTo>
                    <a:pt x="969668" y="375302"/>
                  </a:lnTo>
                  <a:lnTo>
                    <a:pt x="950271" y="331288"/>
                  </a:lnTo>
                  <a:lnTo>
                    <a:pt x="929014" y="289408"/>
                  </a:lnTo>
                  <a:lnTo>
                    <a:pt x="905983" y="249798"/>
                  </a:lnTo>
                  <a:lnTo>
                    <a:pt x="881269" y="212590"/>
                  </a:lnTo>
                  <a:lnTo>
                    <a:pt x="854958" y="177917"/>
                  </a:lnTo>
                  <a:lnTo>
                    <a:pt x="827141" y="145914"/>
                  </a:lnTo>
                  <a:lnTo>
                    <a:pt x="797906" y="116713"/>
                  </a:lnTo>
                  <a:lnTo>
                    <a:pt x="767341" y="90447"/>
                  </a:lnTo>
                  <a:lnTo>
                    <a:pt x="735534" y="67251"/>
                  </a:lnTo>
                  <a:lnTo>
                    <a:pt x="702575" y="47258"/>
                  </a:lnTo>
                  <a:lnTo>
                    <a:pt x="633555" y="17413"/>
                  </a:lnTo>
                  <a:lnTo>
                    <a:pt x="560988" y="1979"/>
                  </a:lnTo>
                  <a:lnTo>
                    <a:pt x="52359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2526384" y="7533527"/>
              <a:ext cx="508000" cy="691515"/>
            </a:xfrm>
            <a:custGeom>
              <a:avLst/>
              <a:gdLst/>
              <a:ahLst/>
              <a:cxnLst/>
              <a:rect l="l" t="t" r="r" b="b"/>
              <a:pathLst>
                <a:path w="508000" h="691515">
                  <a:moveTo>
                    <a:pt x="253866" y="0"/>
                  </a:moveTo>
                  <a:lnTo>
                    <a:pt x="180547" y="16184"/>
                  </a:lnTo>
                  <a:lnTo>
                    <a:pt x="146843" y="35527"/>
                  </a:lnTo>
                  <a:lnTo>
                    <a:pt x="115634" y="61583"/>
                  </a:lnTo>
                  <a:lnTo>
                    <a:pt x="87312" y="93759"/>
                  </a:lnTo>
                  <a:lnTo>
                    <a:pt x="62269" y="131463"/>
                  </a:lnTo>
                  <a:lnTo>
                    <a:pt x="40899" y="174106"/>
                  </a:lnTo>
                  <a:lnTo>
                    <a:pt x="23595" y="221094"/>
                  </a:lnTo>
                  <a:lnTo>
                    <a:pt x="10748" y="271836"/>
                  </a:lnTo>
                  <a:lnTo>
                    <a:pt x="2752" y="325742"/>
                  </a:lnTo>
                  <a:lnTo>
                    <a:pt x="0" y="382218"/>
                  </a:lnTo>
                  <a:lnTo>
                    <a:pt x="3322" y="442157"/>
                  </a:lnTo>
                  <a:lnTo>
                    <a:pt x="12942" y="495391"/>
                  </a:lnTo>
                  <a:lnTo>
                    <a:pt x="28336" y="542015"/>
                  </a:lnTo>
                  <a:lnTo>
                    <a:pt x="48981" y="582120"/>
                  </a:lnTo>
                  <a:lnTo>
                    <a:pt x="74356" y="615800"/>
                  </a:lnTo>
                  <a:lnTo>
                    <a:pt x="103936" y="643148"/>
                  </a:lnTo>
                  <a:lnTo>
                    <a:pt x="137200" y="664257"/>
                  </a:lnTo>
                  <a:lnTo>
                    <a:pt x="173625" y="679219"/>
                  </a:lnTo>
                  <a:lnTo>
                    <a:pt x="212688" y="688129"/>
                  </a:lnTo>
                  <a:lnTo>
                    <a:pt x="253866" y="691078"/>
                  </a:lnTo>
                  <a:lnTo>
                    <a:pt x="295050" y="688129"/>
                  </a:lnTo>
                  <a:lnTo>
                    <a:pt x="334116" y="679219"/>
                  </a:lnTo>
                  <a:lnTo>
                    <a:pt x="370543" y="664257"/>
                  </a:lnTo>
                  <a:lnTo>
                    <a:pt x="403809" y="643148"/>
                  </a:lnTo>
                  <a:lnTo>
                    <a:pt x="433389" y="615800"/>
                  </a:lnTo>
                  <a:lnTo>
                    <a:pt x="458764" y="582120"/>
                  </a:lnTo>
                  <a:lnTo>
                    <a:pt x="479408" y="542015"/>
                  </a:lnTo>
                  <a:lnTo>
                    <a:pt x="494802" y="495391"/>
                  </a:lnTo>
                  <a:lnTo>
                    <a:pt x="504421" y="442157"/>
                  </a:lnTo>
                  <a:lnTo>
                    <a:pt x="507743" y="382218"/>
                  </a:lnTo>
                  <a:lnTo>
                    <a:pt x="504991" y="325742"/>
                  </a:lnTo>
                  <a:lnTo>
                    <a:pt x="496995" y="271836"/>
                  </a:lnTo>
                  <a:lnTo>
                    <a:pt x="484149" y="221094"/>
                  </a:lnTo>
                  <a:lnTo>
                    <a:pt x="466845" y="174106"/>
                  </a:lnTo>
                  <a:lnTo>
                    <a:pt x="445476" y="131463"/>
                  </a:lnTo>
                  <a:lnTo>
                    <a:pt x="420434" y="93759"/>
                  </a:lnTo>
                  <a:lnTo>
                    <a:pt x="392111" y="61583"/>
                  </a:lnTo>
                  <a:lnTo>
                    <a:pt x="360900" y="35527"/>
                  </a:lnTo>
                  <a:lnTo>
                    <a:pt x="327194" y="16184"/>
                  </a:lnTo>
                  <a:lnTo>
                    <a:pt x="2538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2843268" y="7827460"/>
              <a:ext cx="508000" cy="513080"/>
            </a:xfrm>
            <a:custGeom>
              <a:avLst/>
              <a:gdLst/>
              <a:ahLst/>
              <a:cxnLst/>
              <a:rect l="l" t="t" r="r" b="b"/>
              <a:pathLst>
                <a:path w="508000" h="513079">
                  <a:moveTo>
                    <a:pt x="507758" y="283451"/>
                  </a:moveTo>
                  <a:lnTo>
                    <a:pt x="503669" y="232498"/>
                  </a:lnTo>
                  <a:lnTo>
                    <a:pt x="491871" y="184543"/>
                  </a:lnTo>
                  <a:lnTo>
                    <a:pt x="473087" y="140385"/>
                  </a:lnTo>
                  <a:lnTo>
                    <a:pt x="448043" y="100825"/>
                  </a:lnTo>
                  <a:lnTo>
                    <a:pt x="417449" y="66662"/>
                  </a:lnTo>
                  <a:lnTo>
                    <a:pt x="382016" y="38696"/>
                  </a:lnTo>
                  <a:lnTo>
                    <a:pt x="342468" y="17729"/>
                  </a:lnTo>
                  <a:lnTo>
                    <a:pt x="299516" y="4572"/>
                  </a:lnTo>
                  <a:lnTo>
                    <a:pt x="253873" y="0"/>
                  </a:lnTo>
                  <a:lnTo>
                    <a:pt x="208241" y="4572"/>
                  </a:lnTo>
                  <a:lnTo>
                    <a:pt x="165290" y="17729"/>
                  </a:lnTo>
                  <a:lnTo>
                    <a:pt x="125742" y="38696"/>
                  </a:lnTo>
                  <a:lnTo>
                    <a:pt x="90309" y="66662"/>
                  </a:lnTo>
                  <a:lnTo>
                    <a:pt x="59702" y="100825"/>
                  </a:lnTo>
                  <a:lnTo>
                    <a:pt x="34658" y="140385"/>
                  </a:lnTo>
                  <a:lnTo>
                    <a:pt x="15887" y="184543"/>
                  </a:lnTo>
                  <a:lnTo>
                    <a:pt x="4089" y="232498"/>
                  </a:lnTo>
                  <a:lnTo>
                    <a:pt x="0" y="283451"/>
                  </a:lnTo>
                  <a:lnTo>
                    <a:pt x="5156" y="338239"/>
                  </a:lnTo>
                  <a:lnTo>
                    <a:pt x="19951" y="385279"/>
                  </a:lnTo>
                  <a:lnTo>
                    <a:pt x="43357" y="424713"/>
                  </a:lnTo>
                  <a:lnTo>
                    <a:pt x="74358" y="456679"/>
                  </a:lnTo>
                  <a:lnTo>
                    <a:pt x="111925" y="481304"/>
                  </a:lnTo>
                  <a:lnTo>
                    <a:pt x="155054" y="498716"/>
                  </a:lnTo>
                  <a:lnTo>
                    <a:pt x="202704" y="509079"/>
                  </a:lnTo>
                  <a:lnTo>
                    <a:pt x="253873" y="512495"/>
                  </a:lnTo>
                  <a:lnTo>
                    <a:pt x="305041" y="509079"/>
                  </a:lnTo>
                  <a:lnTo>
                    <a:pt x="352691" y="498716"/>
                  </a:lnTo>
                  <a:lnTo>
                    <a:pt x="395820" y="481304"/>
                  </a:lnTo>
                  <a:lnTo>
                    <a:pt x="433400" y="456679"/>
                  </a:lnTo>
                  <a:lnTo>
                    <a:pt x="464400" y="424713"/>
                  </a:lnTo>
                  <a:lnTo>
                    <a:pt x="487807" y="385279"/>
                  </a:lnTo>
                  <a:lnTo>
                    <a:pt x="502602" y="338239"/>
                  </a:lnTo>
                  <a:lnTo>
                    <a:pt x="507758" y="283451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15875396" y="9123794"/>
            <a:ext cx="868044" cy="313055"/>
            <a:chOff x="15875396" y="9123794"/>
            <a:chExt cx="868044" cy="313055"/>
          </a:xfrm>
        </p:grpSpPr>
        <p:sp>
          <p:nvSpPr>
            <p:cNvPr id="48" name="object 48" descr=""/>
            <p:cNvSpPr/>
            <p:nvPr/>
          </p:nvSpPr>
          <p:spPr>
            <a:xfrm>
              <a:off x="15875395" y="9123800"/>
              <a:ext cx="763905" cy="313055"/>
            </a:xfrm>
            <a:custGeom>
              <a:avLst/>
              <a:gdLst/>
              <a:ahLst/>
              <a:cxnLst/>
              <a:rect l="l" t="t" r="r" b="b"/>
              <a:pathLst>
                <a:path w="763905" h="313054">
                  <a:moveTo>
                    <a:pt x="763866" y="312902"/>
                  </a:moveTo>
                  <a:lnTo>
                    <a:pt x="760463" y="266661"/>
                  </a:lnTo>
                  <a:lnTo>
                    <a:pt x="750608" y="222529"/>
                  </a:lnTo>
                  <a:lnTo>
                    <a:pt x="734783" y="180987"/>
                  </a:lnTo>
                  <a:lnTo>
                    <a:pt x="713447" y="142519"/>
                  </a:lnTo>
                  <a:lnTo>
                    <a:pt x="687108" y="107619"/>
                  </a:lnTo>
                  <a:lnTo>
                    <a:pt x="656247" y="76746"/>
                  </a:lnTo>
                  <a:lnTo>
                    <a:pt x="621334" y="50406"/>
                  </a:lnTo>
                  <a:lnTo>
                    <a:pt x="582866" y="29083"/>
                  </a:lnTo>
                  <a:lnTo>
                    <a:pt x="541324" y="13246"/>
                  </a:lnTo>
                  <a:lnTo>
                    <a:pt x="497192" y="3390"/>
                  </a:lnTo>
                  <a:lnTo>
                    <a:pt x="450964" y="0"/>
                  </a:lnTo>
                  <a:lnTo>
                    <a:pt x="404723" y="3390"/>
                  </a:lnTo>
                  <a:lnTo>
                    <a:pt x="360591" y="13246"/>
                  </a:lnTo>
                  <a:lnTo>
                    <a:pt x="319049" y="29083"/>
                  </a:lnTo>
                  <a:lnTo>
                    <a:pt x="280581" y="50406"/>
                  </a:lnTo>
                  <a:lnTo>
                    <a:pt x="245681" y="76746"/>
                  </a:lnTo>
                  <a:lnTo>
                    <a:pt x="214807" y="107619"/>
                  </a:lnTo>
                  <a:lnTo>
                    <a:pt x="200964" y="125945"/>
                  </a:lnTo>
                  <a:lnTo>
                    <a:pt x="188607" y="124282"/>
                  </a:lnTo>
                  <a:lnTo>
                    <a:pt x="138468" y="131025"/>
                  </a:lnTo>
                  <a:lnTo>
                    <a:pt x="93408" y="150037"/>
                  </a:lnTo>
                  <a:lnTo>
                    <a:pt x="55245" y="179527"/>
                  </a:lnTo>
                  <a:lnTo>
                    <a:pt x="25742" y="217703"/>
                  </a:lnTo>
                  <a:lnTo>
                    <a:pt x="6731" y="262750"/>
                  </a:lnTo>
                  <a:lnTo>
                    <a:pt x="0" y="312902"/>
                  </a:lnTo>
                  <a:lnTo>
                    <a:pt x="138061" y="312902"/>
                  </a:lnTo>
                  <a:lnTo>
                    <a:pt x="377215" y="312902"/>
                  </a:lnTo>
                  <a:lnTo>
                    <a:pt x="763866" y="312902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495525" y="9313019"/>
              <a:ext cx="247343" cy="123671"/>
            </a:xfrm>
            <a:prstGeom prst="rect">
              <a:avLst/>
            </a:prstGeom>
          </p:spPr>
        </p:pic>
      </p:grpSp>
      <p:grpSp>
        <p:nvGrpSpPr>
          <p:cNvPr id="50" name="object 50" descr=""/>
          <p:cNvGrpSpPr/>
          <p:nvPr/>
        </p:nvGrpSpPr>
        <p:grpSpPr>
          <a:xfrm>
            <a:off x="12497667" y="9136277"/>
            <a:ext cx="833119" cy="300990"/>
            <a:chOff x="12497667" y="9136277"/>
            <a:chExt cx="833119" cy="300990"/>
          </a:xfrm>
        </p:grpSpPr>
        <p:sp>
          <p:nvSpPr>
            <p:cNvPr id="51" name="object 51" descr=""/>
            <p:cNvSpPr/>
            <p:nvPr/>
          </p:nvSpPr>
          <p:spPr>
            <a:xfrm>
              <a:off x="12630228" y="9136277"/>
              <a:ext cx="601345" cy="300990"/>
            </a:xfrm>
            <a:custGeom>
              <a:avLst/>
              <a:gdLst/>
              <a:ahLst/>
              <a:cxnLst/>
              <a:rect l="l" t="t" r="r" b="b"/>
              <a:pathLst>
                <a:path w="601344" h="300990">
                  <a:moveTo>
                    <a:pt x="300409" y="0"/>
                  </a:moveTo>
                  <a:lnTo>
                    <a:pt x="251681" y="3932"/>
                  </a:lnTo>
                  <a:lnTo>
                    <a:pt x="205457" y="15316"/>
                  </a:lnTo>
                  <a:lnTo>
                    <a:pt x="162354" y="33533"/>
                  </a:lnTo>
                  <a:lnTo>
                    <a:pt x="122991" y="57964"/>
                  </a:lnTo>
                  <a:lnTo>
                    <a:pt x="87988" y="87992"/>
                  </a:lnTo>
                  <a:lnTo>
                    <a:pt x="57961" y="122996"/>
                  </a:lnTo>
                  <a:lnTo>
                    <a:pt x="33531" y="162358"/>
                  </a:lnTo>
                  <a:lnTo>
                    <a:pt x="15315" y="205461"/>
                  </a:lnTo>
                  <a:lnTo>
                    <a:pt x="3931" y="251684"/>
                  </a:lnTo>
                  <a:lnTo>
                    <a:pt x="0" y="300409"/>
                  </a:lnTo>
                  <a:lnTo>
                    <a:pt x="600840" y="300409"/>
                  </a:lnTo>
                  <a:lnTo>
                    <a:pt x="596908" y="251684"/>
                  </a:lnTo>
                  <a:lnTo>
                    <a:pt x="585526" y="205461"/>
                  </a:lnTo>
                  <a:lnTo>
                    <a:pt x="567310" y="162358"/>
                  </a:lnTo>
                  <a:lnTo>
                    <a:pt x="542880" y="122996"/>
                  </a:lnTo>
                  <a:lnTo>
                    <a:pt x="512853" y="87992"/>
                  </a:lnTo>
                  <a:lnTo>
                    <a:pt x="477848" y="57964"/>
                  </a:lnTo>
                  <a:lnTo>
                    <a:pt x="438483" y="33533"/>
                  </a:lnTo>
                  <a:lnTo>
                    <a:pt x="395376" y="15316"/>
                  </a:lnTo>
                  <a:lnTo>
                    <a:pt x="349145" y="3932"/>
                  </a:lnTo>
                  <a:lnTo>
                    <a:pt x="300409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2497663" y="9255601"/>
              <a:ext cx="484505" cy="181610"/>
            </a:xfrm>
            <a:custGeom>
              <a:avLst/>
              <a:gdLst/>
              <a:ahLst/>
              <a:cxnLst/>
              <a:rect l="l" t="t" r="r" b="b"/>
              <a:pathLst>
                <a:path w="484504" h="181609">
                  <a:moveTo>
                    <a:pt x="483882" y="181102"/>
                  </a:moveTo>
                  <a:lnTo>
                    <a:pt x="473837" y="131381"/>
                  </a:lnTo>
                  <a:lnTo>
                    <a:pt x="446455" y="90779"/>
                  </a:lnTo>
                  <a:lnTo>
                    <a:pt x="405853" y="63398"/>
                  </a:lnTo>
                  <a:lnTo>
                    <a:pt x="356120" y="53365"/>
                  </a:lnTo>
                  <a:lnTo>
                    <a:pt x="315683" y="61531"/>
                  </a:lnTo>
                  <a:lnTo>
                    <a:pt x="309130" y="53035"/>
                  </a:lnTo>
                  <a:lnTo>
                    <a:pt x="272478" y="24726"/>
                  </a:lnTo>
                  <a:lnTo>
                    <a:pt x="229209" y="6464"/>
                  </a:lnTo>
                  <a:lnTo>
                    <a:pt x="181076" y="0"/>
                  </a:lnTo>
                  <a:lnTo>
                    <a:pt x="132930" y="6464"/>
                  </a:lnTo>
                  <a:lnTo>
                    <a:pt x="89674" y="24726"/>
                  </a:lnTo>
                  <a:lnTo>
                    <a:pt x="53035" y="53035"/>
                  </a:lnTo>
                  <a:lnTo>
                    <a:pt x="24714" y="89687"/>
                  </a:lnTo>
                  <a:lnTo>
                    <a:pt x="6464" y="132956"/>
                  </a:lnTo>
                  <a:lnTo>
                    <a:pt x="0" y="181089"/>
                  </a:lnTo>
                  <a:lnTo>
                    <a:pt x="228384" y="181089"/>
                  </a:lnTo>
                  <a:lnTo>
                    <a:pt x="483882" y="181102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093050" y="9317952"/>
              <a:ext cx="237479" cy="118739"/>
            </a:xfrm>
            <a:prstGeom prst="rect">
              <a:avLst/>
            </a:prstGeom>
          </p:spPr>
        </p:pic>
      </p:grpSp>
      <p:sp>
        <p:nvSpPr>
          <p:cNvPr id="54" name="object 54" descr=""/>
          <p:cNvSpPr/>
          <p:nvPr/>
        </p:nvSpPr>
        <p:spPr>
          <a:xfrm>
            <a:off x="13860326" y="8053305"/>
            <a:ext cx="688975" cy="648335"/>
          </a:xfrm>
          <a:custGeom>
            <a:avLst/>
            <a:gdLst/>
            <a:ahLst/>
            <a:cxnLst/>
            <a:rect l="l" t="t" r="r" b="b"/>
            <a:pathLst>
              <a:path w="688975" h="648334">
                <a:moveTo>
                  <a:pt x="344408" y="0"/>
                </a:moveTo>
                <a:lnTo>
                  <a:pt x="297675" y="3273"/>
                </a:lnTo>
                <a:lnTo>
                  <a:pt x="252853" y="12810"/>
                </a:lnTo>
                <a:lnTo>
                  <a:pt x="210352" y="28181"/>
                </a:lnTo>
                <a:lnTo>
                  <a:pt x="170582" y="48960"/>
                </a:lnTo>
                <a:lnTo>
                  <a:pt x="133954" y="74719"/>
                </a:lnTo>
                <a:lnTo>
                  <a:pt x="100877" y="105030"/>
                </a:lnTo>
                <a:lnTo>
                  <a:pt x="71764" y="139467"/>
                </a:lnTo>
                <a:lnTo>
                  <a:pt x="47023" y="177601"/>
                </a:lnTo>
                <a:lnTo>
                  <a:pt x="27066" y="219006"/>
                </a:lnTo>
                <a:lnTo>
                  <a:pt x="12303" y="263253"/>
                </a:lnTo>
                <a:lnTo>
                  <a:pt x="3144" y="309915"/>
                </a:lnTo>
                <a:lnTo>
                  <a:pt x="0" y="358564"/>
                </a:lnTo>
                <a:lnTo>
                  <a:pt x="3734" y="409954"/>
                </a:lnTo>
                <a:lnTo>
                  <a:pt x="14582" y="456135"/>
                </a:lnTo>
                <a:lnTo>
                  <a:pt x="32011" y="497175"/>
                </a:lnTo>
                <a:lnTo>
                  <a:pt x="55488" y="533138"/>
                </a:lnTo>
                <a:lnTo>
                  <a:pt x="84480" y="564092"/>
                </a:lnTo>
                <a:lnTo>
                  <a:pt x="118454" y="590102"/>
                </a:lnTo>
                <a:lnTo>
                  <a:pt x="156877" y="611235"/>
                </a:lnTo>
                <a:lnTo>
                  <a:pt x="199217" y="627557"/>
                </a:lnTo>
                <a:lnTo>
                  <a:pt x="244941" y="639133"/>
                </a:lnTo>
                <a:lnTo>
                  <a:pt x="293515" y="646030"/>
                </a:lnTo>
                <a:lnTo>
                  <a:pt x="344408" y="648315"/>
                </a:lnTo>
                <a:lnTo>
                  <a:pt x="395305" y="646030"/>
                </a:lnTo>
                <a:lnTo>
                  <a:pt x="443884" y="639133"/>
                </a:lnTo>
                <a:lnTo>
                  <a:pt x="489611" y="627557"/>
                </a:lnTo>
                <a:lnTo>
                  <a:pt x="531954" y="611235"/>
                </a:lnTo>
                <a:lnTo>
                  <a:pt x="570379" y="590102"/>
                </a:lnTo>
                <a:lnTo>
                  <a:pt x="604355" y="564092"/>
                </a:lnTo>
                <a:lnTo>
                  <a:pt x="633348" y="533138"/>
                </a:lnTo>
                <a:lnTo>
                  <a:pt x="656825" y="497175"/>
                </a:lnTo>
                <a:lnTo>
                  <a:pt x="674254" y="456135"/>
                </a:lnTo>
                <a:lnTo>
                  <a:pt x="685103" y="409954"/>
                </a:lnTo>
                <a:lnTo>
                  <a:pt x="688837" y="358564"/>
                </a:lnTo>
                <a:lnTo>
                  <a:pt x="685693" y="309915"/>
                </a:lnTo>
                <a:lnTo>
                  <a:pt x="676534" y="263253"/>
                </a:lnTo>
                <a:lnTo>
                  <a:pt x="661770" y="219006"/>
                </a:lnTo>
                <a:lnTo>
                  <a:pt x="641813" y="177601"/>
                </a:lnTo>
                <a:lnTo>
                  <a:pt x="617071" y="139467"/>
                </a:lnTo>
                <a:lnTo>
                  <a:pt x="587957" y="105030"/>
                </a:lnTo>
                <a:lnTo>
                  <a:pt x="554879" y="74719"/>
                </a:lnTo>
                <a:lnTo>
                  <a:pt x="518249" y="48960"/>
                </a:lnTo>
                <a:lnTo>
                  <a:pt x="478476" y="28181"/>
                </a:lnTo>
                <a:lnTo>
                  <a:pt x="435971" y="12810"/>
                </a:lnTo>
                <a:lnTo>
                  <a:pt x="391145" y="3273"/>
                </a:lnTo>
                <a:lnTo>
                  <a:pt x="344408" y="0"/>
                </a:lnTo>
                <a:close/>
              </a:path>
            </a:pathLst>
          </a:custGeom>
          <a:solidFill>
            <a:srgbClr val="25880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" name="object 55" descr=""/>
          <p:cNvGrpSpPr/>
          <p:nvPr/>
        </p:nvGrpSpPr>
        <p:grpSpPr>
          <a:xfrm>
            <a:off x="13610504" y="7064323"/>
            <a:ext cx="2280285" cy="2372995"/>
            <a:chOff x="13610504" y="7064323"/>
            <a:chExt cx="2280285" cy="2372995"/>
          </a:xfrm>
        </p:grpSpPr>
        <p:sp>
          <p:nvSpPr>
            <p:cNvPr id="56" name="object 56" descr=""/>
            <p:cNvSpPr/>
            <p:nvPr/>
          </p:nvSpPr>
          <p:spPr>
            <a:xfrm>
              <a:off x="14683020" y="7417108"/>
              <a:ext cx="782320" cy="735965"/>
            </a:xfrm>
            <a:custGeom>
              <a:avLst/>
              <a:gdLst/>
              <a:ahLst/>
              <a:cxnLst/>
              <a:rect l="l" t="t" r="r" b="b"/>
              <a:pathLst>
                <a:path w="782319" h="735965">
                  <a:moveTo>
                    <a:pt x="390951" y="0"/>
                  </a:moveTo>
                  <a:lnTo>
                    <a:pt x="345359" y="2738"/>
                  </a:lnTo>
                  <a:lnTo>
                    <a:pt x="301312" y="10751"/>
                  </a:lnTo>
                  <a:lnTo>
                    <a:pt x="259102" y="23731"/>
                  </a:lnTo>
                  <a:lnTo>
                    <a:pt x="219023" y="41374"/>
                  </a:lnTo>
                  <a:lnTo>
                    <a:pt x="181370" y="63374"/>
                  </a:lnTo>
                  <a:lnTo>
                    <a:pt x="146434" y="89425"/>
                  </a:lnTo>
                  <a:lnTo>
                    <a:pt x="114509" y="119222"/>
                  </a:lnTo>
                  <a:lnTo>
                    <a:pt x="85889" y="152459"/>
                  </a:lnTo>
                  <a:lnTo>
                    <a:pt x="60868" y="188831"/>
                  </a:lnTo>
                  <a:lnTo>
                    <a:pt x="39737" y="228032"/>
                  </a:lnTo>
                  <a:lnTo>
                    <a:pt x="22792" y="269756"/>
                  </a:lnTo>
                  <a:lnTo>
                    <a:pt x="10325" y="313698"/>
                  </a:lnTo>
                  <a:lnTo>
                    <a:pt x="2630" y="359552"/>
                  </a:lnTo>
                  <a:lnTo>
                    <a:pt x="0" y="407013"/>
                  </a:lnTo>
                  <a:lnTo>
                    <a:pt x="3046" y="456757"/>
                  </a:lnTo>
                  <a:lnTo>
                    <a:pt x="11940" y="502261"/>
                  </a:lnTo>
                  <a:lnTo>
                    <a:pt x="26316" y="543570"/>
                  </a:lnTo>
                  <a:lnTo>
                    <a:pt x="45807" y="580730"/>
                  </a:lnTo>
                  <a:lnTo>
                    <a:pt x="70047" y="613785"/>
                  </a:lnTo>
                  <a:lnTo>
                    <a:pt x="98669" y="642782"/>
                  </a:lnTo>
                  <a:lnTo>
                    <a:pt x="131307" y="667766"/>
                  </a:lnTo>
                  <a:lnTo>
                    <a:pt x="167595" y="688781"/>
                  </a:lnTo>
                  <a:lnTo>
                    <a:pt x="207166" y="705874"/>
                  </a:lnTo>
                  <a:lnTo>
                    <a:pt x="249653" y="719089"/>
                  </a:lnTo>
                  <a:lnTo>
                    <a:pt x="294691" y="728472"/>
                  </a:lnTo>
                  <a:lnTo>
                    <a:pt x="341912" y="734069"/>
                  </a:lnTo>
                  <a:lnTo>
                    <a:pt x="390951" y="735925"/>
                  </a:lnTo>
                  <a:lnTo>
                    <a:pt x="439992" y="734069"/>
                  </a:lnTo>
                  <a:lnTo>
                    <a:pt x="487215" y="728472"/>
                  </a:lnTo>
                  <a:lnTo>
                    <a:pt x="532253" y="719089"/>
                  </a:lnTo>
                  <a:lnTo>
                    <a:pt x="574741" y="705874"/>
                  </a:lnTo>
                  <a:lnTo>
                    <a:pt x="614311" y="688781"/>
                  </a:lnTo>
                  <a:lnTo>
                    <a:pt x="650599" y="667766"/>
                  </a:lnTo>
                  <a:lnTo>
                    <a:pt x="683236" y="642782"/>
                  </a:lnTo>
                  <a:lnTo>
                    <a:pt x="711858" y="613785"/>
                  </a:lnTo>
                  <a:lnTo>
                    <a:pt x="736097" y="580730"/>
                  </a:lnTo>
                  <a:lnTo>
                    <a:pt x="755587" y="543570"/>
                  </a:lnTo>
                  <a:lnTo>
                    <a:pt x="769963" y="502261"/>
                  </a:lnTo>
                  <a:lnTo>
                    <a:pt x="778856" y="456757"/>
                  </a:lnTo>
                  <a:lnTo>
                    <a:pt x="781902" y="407013"/>
                  </a:lnTo>
                  <a:lnTo>
                    <a:pt x="779272" y="359552"/>
                  </a:lnTo>
                  <a:lnTo>
                    <a:pt x="771577" y="313698"/>
                  </a:lnTo>
                  <a:lnTo>
                    <a:pt x="759111" y="269756"/>
                  </a:lnTo>
                  <a:lnTo>
                    <a:pt x="742166" y="228032"/>
                  </a:lnTo>
                  <a:lnTo>
                    <a:pt x="721037" y="188831"/>
                  </a:lnTo>
                  <a:lnTo>
                    <a:pt x="696016" y="152459"/>
                  </a:lnTo>
                  <a:lnTo>
                    <a:pt x="667397" y="119222"/>
                  </a:lnTo>
                  <a:lnTo>
                    <a:pt x="635473" y="89425"/>
                  </a:lnTo>
                  <a:lnTo>
                    <a:pt x="600537" y="63374"/>
                  </a:lnTo>
                  <a:lnTo>
                    <a:pt x="562883" y="41374"/>
                  </a:lnTo>
                  <a:lnTo>
                    <a:pt x="522804" y="23731"/>
                  </a:lnTo>
                  <a:lnTo>
                    <a:pt x="480594" y="10751"/>
                  </a:lnTo>
                  <a:lnTo>
                    <a:pt x="436545" y="2738"/>
                  </a:lnTo>
                  <a:lnTo>
                    <a:pt x="39095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4142441" y="7605413"/>
              <a:ext cx="1564005" cy="1320165"/>
            </a:xfrm>
            <a:custGeom>
              <a:avLst/>
              <a:gdLst/>
              <a:ahLst/>
              <a:cxnLst/>
              <a:rect l="l" t="t" r="r" b="b"/>
              <a:pathLst>
                <a:path w="1564005" h="1320165">
                  <a:moveTo>
                    <a:pt x="899058" y="905205"/>
                  </a:moveTo>
                  <a:lnTo>
                    <a:pt x="896734" y="852716"/>
                  </a:lnTo>
                  <a:lnTo>
                    <a:pt x="889927" y="801738"/>
                  </a:lnTo>
                  <a:lnTo>
                    <a:pt x="878852" y="752538"/>
                  </a:lnTo>
                  <a:lnTo>
                    <a:pt x="863739" y="705370"/>
                  </a:lnTo>
                  <a:lnTo>
                    <a:pt x="844804" y="660488"/>
                  </a:lnTo>
                  <a:lnTo>
                    <a:pt x="822286" y="618159"/>
                  </a:lnTo>
                  <a:lnTo>
                    <a:pt x="796417" y="578637"/>
                  </a:lnTo>
                  <a:lnTo>
                    <a:pt x="767397" y="542188"/>
                  </a:lnTo>
                  <a:lnTo>
                    <a:pt x="735482" y="509054"/>
                  </a:lnTo>
                  <a:lnTo>
                    <a:pt x="700874" y="479488"/>
                  </a:lnTo>
                  <a:lnTo>
                    <a:pt x="663816" y="453783"/>
                  </a:lnTo>
                  <a:lnTo>
                    <a:pt x="624509" y="432155"/>
                  </a:lnTo>
                  <a:lnTo>
                    <a:pt x="583209" y="414896"/>
                  </a:lnTo>
                  <a:lnTo>
                    <a:pt x="540131" y="402247"/>
                  </a:lnTo>
                  <a:lnTo>
                    <a:pt x="495490" y="394462"/>
                  </a:lnTo>
                  <a:lnTo>
                    <a:pt x="449516" y="391820"/>
                  </a:lnTo>
                  <a:lnTo>
                    <a:pt x="403555" y="394462"/>
                  </a:lnTo>
                  <a:lnTo>
                    <a:pt x="358927" y="402247"/>
                  </a:lnTo>
                  <a:lnTo>
                    <a:pt x="315849" y="414896"/>
                  </a:lnTo>
                  <a:lnTo>
                    <a:pt x="274548" y="432155"/>
                  </a:lnTo>
                  <a:lnTo>
                    <a:pt x="235254" y="453783"/>
                  </a:lnTo>
                  <a:lnTo>
                    <a:pt x="198196" y="479488"/>
                  </a:lnTo>
                  <a:lnTo>
                    <a:pt x="163588" y="509054"/>
                  </a:lnTo>
                  <a:lnTo>
                    <a:pt x="131660" y="542188"/>
                  </a:lnTo>
                  <a:lnTo>
                    <a:pt x="102641" y="578637"/>
                  </a:lnTo>
                  <a:lnTo>
                    <a:pt x="76771" y="618159"/>
                  </a:lnTo>
                  <a:lnTo>
                    <a:pt x="54254" y="660488"/>
                  </a:lnTo>
                  <a:lnTo>
                    <a:pt x="35318" y="705370"/>
                  </a:lnTo>
                  <a:lnTo>
                    <a:pt x="20205" y="752538"/>
                  </a:lnTo>
                  <a:lnTo>
                    <a:pt x="9131" y="801738"/>
                  </a:lnTo>
                  <a:lnTo>
                    <a:pt x="2311" y="852716"/>
                  </a:lnTo>
                  <a:lnTo>
                    <a:pt x="0" y="905205"/>
                  </a:lnTo>
                  <a:lnTo>
                    <a:pt x="2628" y="959891"/>
                  </a:lnTo>
                  <a:lnTo>
                    <a:pt x="10363" y="1010551"/>
                  </a:lnTo>
                  <a:lnTo>
                    <a:pt x="22910" y="1057236"/>
                  </a:lnTo>
                  <a:lnTo>
                    <a:pt x="40005" y="1099959"/>
                  </a:lnTo>
                  <a:lnTo>
                    <a:pt x="61366" y="1138783"/>
                  </a:lnTo>
                  <a:lnTo>
                    <a:pt x="86728" y="1173734"/>
                  </a:lnTo>
                  <a:lnTo>
                    <a:pt x="115811" y="1204836"/>
                  </a:lnTo>
                  <a:lnTo>
                    <a:pt x="148336" y="1232154"/>
                  </a:lnTo>
                  <a:lnTo>
                    <a:pt x="184035" y="1255699"/>
                  </a:lnTo>
                  <a:lnTo>
                    <a:pt x="222643" y="1275524"/>
                  </a:lnTo>
                  <a:lnTo>
                    <a:pt x="263867" y="1291666"/>
                  </a:lnTo>
                  <a:lnTo>
                    <a:pt x="307441" y="1304150"/>
                  </a:lnTo>
                  <a:lnTo>
                    <a:pt x="353085" y="1313027"/>
                  </a:lnTo>
                  <a:lnTo>
                    <a:pt x="400545" y="1318323"/>
                  </a:lnTo>
                  <a:lnTo>
                    <a:pt x="449516" y="1320076"/>
                  </a:lnTo>
                  <a:lnTo>
                    <a:pt x="498513" y="1318323"/>
                  </a:lnTo>
                  <a:lnTo>
                    <a:pt x="545960" y="1313027"/>
                  </a:lnTo>
                  <a:lnTo>
                    <a:pt x="591616" y="1304150"/>
                  </a:lnTo>
                  <a:lnTo>
                    <a:pt x="635203" y="1291666"/>
                  </a:lnTo>
                  <a:lnTo>
                    <a:pt x="676427" y="1275524"/>
                  </a:lnTo>
                  <a:lnTo>
                    <a:pt x="715022" y="1255699"/>
                  </a:lnTo>
                  <a:lnTo>
                    <a:pt x="750722" y="1232154"/>
                  </a:lnTo>
                  <a:lnTo>
                    <a:pt x="783247" y="1204836"/>
                  </a:lnTo>
                  <a:lnTo>
                    <a:pt x="812330" y="1173734"/>
                  </a:lnTo>
                  <a:lnTo>
                    <a:pt x="837692" y="1138783"/>
                  </a:lnTo>
                  <a:lnTo>
                    <a:pt x="859053" y="1099959"/>
                  </a:lnTo>
                  <a:lnTo>
                    <a:pt x="876134" y="1057236"/>
                  </a:lnTo>
                  <a:lnTo>
                    <a:pt x="888682" y="1010551"/>
                  </a:lnTo>
                  <a:lnTo>
                    <a:pt x="896416" y="959891"/>
                  </a:lnTo>
                  <a:lnTo>
                    <a:pt x="899058" y="905205"/>
                  </a:lnTo>
                  <a:close/>
                </a:path>
                <a:path w="1564005" h="1320165">
                  <a:moveTo>
                    <a:pt x="1563890" y="198755"/>
                  </a:moveTo>
                  <a:lnTo>
                    <a:pt x="1557528" y="145910"/>
                  </a:lnTo>
                  <a:lnTo>
                    <a:pt x="1539595" y="98437"/>
                  </a:lnTo>
                  <a:lnTo>
                    <a:pt x="1511757" y="58204"/>
                  </a:lnTo>
                  <a:lnTo>
                    <a:pt x="1475740" y="27127"/>
                  </a:lnTo>
                  <a:lnTo>
                    <a:pt x="1433220" y="7099"/>
                  </a:lnTo>
                  <a:lnTo>
                    <a:pt x="1385900" y="0"/>
                  </a:lnTo>
                  <a:lnTo>
                    <a:pt x="1338567" y="7099"/>
                  </a:lnTo>
                  <a:lnTo>
                    <a:pt x="1296047" y="27127"/>
                  </a:lnTo>
                  <a:lnTo>
                    <a:pt x="1260017" y="58204"/>
                  </a:lnTo>
                  <a:lnTo>
                    <a:pt x="1232192" y="98437"/>
                  </a:lnTo>
                  <a:lnTo>
                    <a:pt x="1214247" y="145910"/>
                  </a:lnTo>
                  <a:lnTo>
                    <a:pt x="1207884" y="198755"/>
                  </a:lnTo>
                  <a:lnTo>
                    <a:pt x="1214247" y="248767"/>
                  </a:lnTo>
                  <a:lnTo>
                    <a:pt x="1232192" y="289179"/>
                  </a:lnTo>
                  <a:lnTo>
                    <a:pt x="1260017" y="320217"/>
                  </a:lnTo>
                  <a:lnTo>
                    <a:pt x="1296047" y="342112"/>
                  </a:lnTo>
                  <a:lnTo>
                    <a:pt x="1338567" y="355079"/>
                  </a:lnTo>
                  <a:lnTo>
                    <a:pt x="1385900" y="359359"/>
                  </a:lnTo>
                  <a:lnTo>
                    <a:pt x="1433220" y="355079"/>
                  </a:lnTo>
                  <a:lnTo>
                    <a:pt x="1475740" y="342112"/>
                  </a:lnTo>
                  <a:lnTo>
                    <a:pt x="1511757" y="320217"/>
                  </a:lnTo>
                  <a:lnTo>
                    <a:pt x="1539595" y="289179"/>
                  </a:lnTo>
                  <a:lnTo>
                    <a:pt x="1557528" y="248767"/>
                  </a:lnTo>
                  <a:lnTo>
                    <a:pt x="1563890" y="198755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4130465" y="8156911"/>
              <a:ext cx="1391920" cy="1280160"/>
            </a:xfrm>
            <a:custGeom>
              <a:avLst/>
              <a:gdLst/>
              <a:ahLst/>
              <a:cxnLst/>
              <a:rect l="l" t="t" r="r" b="b"/>
              <a:pathLst>
                <a:path w="1391919" h="1280159">
                  <a:moveTo>
                    <a:pt x="1391297" y="402539"/>
                  </a:moveTo>
                  <a:lnTo>
                    <a:pt x="1321879" y="366052"/>
                  </a:lnTo>
                  <a:lnTo>
                    <a:pt x="1311173" y="533628"/>
                  </a:lnTo>
                  <a:lnTo>
                    <a:pt x="1276045" y="613168"/>
                  </a:lnTo>
                  <a:lnTo>
                    <a:pt x="1188085" y="626008"/>
                  </a:lnTo>
                  <a:lnTo>
                    <a:pt x="1148689" y="618439"/>
                  </a:lnTo>
                  <a:lnTo>
                    <a:pt x="1152690" y="494233"/>
                  </a:lnTo>
                  <a:lnTo>
                    <a:pt x="1069403" y="271437"/>
                  </a:lnTo>
                  <a:lnTo>
                    <a:pt x="953731" y="276682"/>
                  </a:lnTo>
                  <a:lnTo>
                    <a:pt x="1065060" y="498170"/>
                  </a:lnTo>
                  <a:lnTo>
                    <a:pt x="1077214" y="604685"/>
                  </a:lnTo>
                  <a:lnTo>
                    <a:pt x="1018882" y="593458"/>
                  </a:lnTo>
                  <a:lnTo>
                    <a:pt x="1010754" y="657758"/>
                  </a:lnTo>
                  <a:lnTo>
                    <a:pt x="1039583" y="657733"/>
                  </a:lnTo>
                  <a:lnTo>
                    <a:pt x="977150" y="707656"/>
                  </a:lnTo>
                  <a:lnTo>
                    <a:pt x="786396" y="775030"/>
                  </a:lnTo>
                  <a:lnTo>
                    <a:pt x="766864" y="0"/>
                  </a:lnTo>
                  <a:lnTo>
                    <a:pt x="581875" y="0"/>
                  </a:lnTo>
                  <a:lnTo>
                    <a:pt x="559104" y="623862"/>
                  </a:lnTo>
                  <a:lnTo>
                    <a:pt x="308495" y="627710"/>
                  </a:lnTo>
                  <a:lnTo>
                    <a:pt x="156883" y="577532"/>
                  </a:lnTo>
                  <a:lnTo>
                    <a:pt x="119570" y="425792"/>
                  </a:lnTo>
                  <a:lnTo>
                    <a:pt x="152984" y="125907"/>
                  </a:lnTo>
                  <a:lnTo>
                    <a:pt x="18732" y="168821"/>
                  </a:lnTo>
                  <a:lnTo>
                    <a:pt x="0" y="441591"/>
                  </a:lnTo>
                  <a:lnTo>
                    <a:pt x="55587" y="591947"/>
                  </a:lnTo>
                  <a:lnTo>
                    <a:pt x="241147" y="673354"/>
                  </a:lnTo>
                  <a:lnTo>
                    <a:pt x="555256" y="729170"/>
                  </a:lnTo>
                  <a:lnTo>
                    <a:pt x="535165" y="1279791"/>
                  </a:lnTo>
                  <a:lnTo>
                    <a:pt x="799134" y="1279791"/>
                  </a:lnTo>
                  <a:lnTo>
                    <a:pt x="789393" y="893838"/>
                  </a:lnTo>
                  <a:lnTo>
                    <a:pt x="1026731" y="754265"/>
                  </a:lnTo>
                  <a:lnTo>
                    <a:pt x="1125258" y="657644"/>
                  </a:lnTo>
                  <a:lnTo>
                    <a:pt x="1220597" y="657529"/>
                  </a:lnTo>
                  <a:lnTo>
                    <a:pt x="1330185" y="630859"/>
                  </a:lnTo>
                  <a:lnTo>
                    <a:pt x="1375194" y="553847"/>
                  </a:lnTo>
                  <a:lnTo>
                    <a:pt x="1391297" y="402539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4959622" y="7682955"/>
              <a:ext cx="878205" cy="835025"/>
            </a:xfrm>
            <a:custGeom>
              <a:avLst/>
              <a:gdLst/>
              <a:ahLst/>
              <a:cxnLst/>
              <a:rect l="l" t="t" r="r" b="b"/>
              <a:pathLst>
                <a:path w="878205" h="835025">
                  <a:moveTo>
                    <a:pt x="439054" y="0"/>
                  </a:moveTo>
                  <a:lnTo>
                    <a:pt x="391210" y="2709"/>
                  </a:lnTo>
                  <a:lnTo>
                    <a:pt x="344860" y="10651"/>
                  </a:lnTo>
                  <a:lnTo>
                    <a:pt x="300270" y="23544"/>
                  </a:lnTo>
                  <a:lnTo>
                    <a:pt x="257709" y="41105"/>
                  </a:lnTo>
                  <a:lnTo>
                    <a:pt x="217445" y="63052"/>
                  </a:lnTo>
                  <a:lnTo>
                    <a:pt x="179744" y="89105"/>
                  </a:lnTo>
                  <a:lnTo>
                    <a:pt x="144876" y="118981"/>
                  </a:lnTo>
                  <a:lnTo>
                    <a:pt x="113107" y="152399"/>
                  </a:lnTo>
                  <a:lnTo>
                    <a:pt x="84705" y="189076"/>
                  </a:lnTo>
                  <a:lnTo>
                    <a:pt x="59938" y="228732"/>
                  </a:lnTo>
                  <a:lnTo>
                    <a:pt x="39074" y="271083"/>
                  </a:lnTo>
                  <a:lnTo>
                    <a:pt x="22381" y="315850"/>
                  </a:lnTo>
                  <a:lnTo>
                    <a:pt x="10125" y="362749"/>
                  </a:lnTo>
                  <a:lnTo>
                    <a:pt x="2576" y="411499"/>
                  </a:lnTo>
                  <a:lnTo>
                    <a:pt x="0" y="461818"/>
                  </a:lnTo>
                  <a:lnTo>
                    <a:pt x="2953" y="514383"/>
                  </a:lnTo>
                  <a:lnTo>
                    <a:pt x="11594" y="562797"/>
                  </a:lnTo>
                  <a:lnTo>
                    <a:pt x="25593" y="607102"/>
                  </a:lnTo>
                  <a:lnTo>
                    <a:pt x="44622" y="647339"/>
                  </a:lnTo>
                  <a:lnTo>
                    <a:pt x="68350" y="683549"/>
                  </a:lnTo>
                  <a:lnTo>
                    <a:pt x="96448" y="715774"/>
                  </a:lnTo>
                  <a:lnTo>
                    <a:pt x="128587" y="744053"/>
                  </a:lnTo>
                  <a:lnTo>
                    <a:pt x="164438" y="768428"/>
                  </a:lnTo>
                  <a:lnTo>
                    <a:pt x="203672" y="788941"/>
                  </a:lnTo>
                  <a:lnTo>
                    <a:pt x="245959" y="805632"/>
                  </a:lnTo>
                  <a:lnTo>
                    <a:pt x="290970" y="818542"/>
                  </a:lnTo>
                  <a:lnTo>
                    <a:pt x="338376" y="827713"/>
                  </a:lnTo>
                  <a:lnTo>
                    <a:pt x="387847" y="833185"/>
                  </a:lnTo>
                  <a:lnTo>
                    <a:pt x="439054" y="835000"/>
                  </a:lnTo>
                  <a:lnTo>
                    <a:pt x="490262" y="833185"/>
                  </a:lnTo>
                  <a:lnTo>
                    <a:pt x="539734" y="827713"/>
                  </a:lnTo>
                  <a:lnTo>
                    <a:pt x="587141" y="818542"/>
                  </a:lnTo>
                  <a:lnTo>
                    <a:pt x="632153" y="805632"/>
                  </a:lnTo>
                  <a:lnTo>
                    <a:pt x="674442" y="788941"/>
                  </a:lnTo>
                  <a:lnTo>
                    <a:pt x="713678" y="768428"/>
                  </a:lnTo>
                  <a:lnTo>
                    <a:pt x="749532" y="744053"/>
                  </a:lnTo>
                  <a:lnTo>
                    <a:pt x="781673" y="715774"/>
                  </a:lnTo>
                  <a:lnTo>
                    <a:pt x="809774" y="683549"/>
                  </a:lnTo>
                  <a:lnTo>
                    <a:pt x="833504" y="647339"/>
                  </a:lnTo>
                  <a:lnTo>
                    <a:pt x="852534" y="607102"/>
                  </a:lnTo>
                  <a:lnTo>
                    <a:pt x="866534" y="562797"/>
                  </a:lnTo>
                  <a:lnTo>
                    <a:pt x="875176" y="514383"/>
                  </a:lnTo>
                  <a:lnTo>
                    <a:pt x="878130" y="461818"/>
                  </a:lnTo>
                  <a:lnTo>
                    <a:pt x="875554" y="411499"/>
                  </a:lnTo>
                  <a:lnTo>
                    <a:pt x="868003" y="362749"/>
                  </a:lnTo>
                  <a:lnTo>
                    <a:pt x="855747" y="315850"/>
                  </a:lnTo>
                  <a:lnTo>
                    <a:pt x="839051" y="271083"/>
                  </a:lnTo>
                  <a:lnTo>
                    <a:pt x="818186" y="228732"/>
                  </a:lnTo>
                  <a:lnTo>
                    <a:pt x="793417" y="189076"/>
                  </a:lnTo>
                  <a:lnTo>
                    <a:pt x="765013" y="152399"/>
                  </a:lnTo>
                  <a:lnTo>
                    <a:pt x="733242" y="118981"/>
                  </a:lnTo>
                  <a:lnTo>
                    <a:pt x="698371" y="89105"/>
                  </a:lnTo>
                  <a:lnTo>
                    <a:pt x="660669" y="63052"/>
                  </a:lnTo>
                  <a:lnTo>
                    <a:pt x="620403" y="41105"/>
                  </a:lnTo>
                  <a:lnTo>
                    <a:pt x="577840" y="23544"/>
                  </a:lnTo>
                  <a:lnTo>
                    <a:pt x="533250" y="10651"/>
                  </a:lnTo>
                  <a:lnTo>
                    <a:pt x="486898" y="2709"/>
                  </a:lnTo>
                  <a:lnTo>
                    <a:pt x="43905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3610504" y="7064323"/>
              <a:ext cx="1325245" cy="1442085"/>
            </a:xfrm>
            <a:custGeom>
              <a:avLst/>
              <a:gdLst/>
              <a:ahLst/>
              <a:cxnLst/>
              <a:rect l="l" t="t" r="r" b="b"/>
              <a:pathLst>
                <a:path w="1325244" h="1442084">
                  <a:moveTo>
                    <a:pt x="662398" y="0"/>
                  </a:moveTo>
                  <a:lnTo>
                    <a:pt x="618845" y="1695"/>
                  </a:lnTo>
                  <a:lnTo>
                    <a:pt x="576045" y="6713"/>
                  </a:lnTo>
                  <a:lnTo>
                    <a:pt x="534084" y="14947"/>
                  </a:lnTo>
                  <a:lnTo>
                    <a:pt x="493049" y="26294"/>
                  </a:lnTo>
                  <a:lnTo>
                    <a:pt x="453029" y="40646"/>
                  </a:lnTo>
                  <a:lnTo>
                    <a:pt x="414110" y="57900"/>
                  </a:lnTo>
                  <a:lnTo>
                    <a:pt x="376380" y="77951"/>
                  </a:lnTo>
                  <a:lnTo>
                    <a:pt x="339926" y="100693"/>
                  </a:lnTo>
                  <a:lnTo>
                    <a:pt x="304835" y="126021"/>
                  </a:lnTo>
                  <a:lnTo>
                    <a:pt x="271195" y="153830"/>
                  </a:lnTo>
                  <a:lnTo>
                    <a:pt x="239092" y="184016"/>
                  </a:lnTo>
                  <a:lnTo>
                    <a:pt x="208614" y="216473"/>
                  </a:lnTo>
                  <a:lnTo>
                    <a:pt x="179849" y="251095"/>
                  </a:lnTo>
                  <a:lnTo>
                    <a:pt x="152883" y="287779"/>
                  </a:lnTo>
                  <a:lnTo>
                    <a:pt x="127804" y="326419"/>
                  </a:lnTo>
                  <a:lnTo>
                    <a:pt x="104700" y="366909"/>
                  </a:lnTo>
                  <a:lnTo>
                    <a:pt x="83657" y="409145"/>
                  </a:lnTo>
                  <a:lnTo>
                    <a:pt x="64762" y="453022"/>
                  </a:lnTo>
                  <a:lnTo>
                    <a:pt x="48104" y="498435"/>
                  </a:lnTo>
                  <a:lnTo>
                    <a:pt x="33769" y="545278"/>
                  </a:lnTo>
                  <a:lnTo>
                    <a:pt x="21845" y="593446"/>
                  </a:lnTo>
                  <a:lnTo>
                    <a:pt x="12418" y="642835"/>
                  </a:lnTo>
                  <a:lnTo>
                    <a:pt x="5577" y="693339"/>
                  </a:lnTo>
                  <a:lnTo>
                    <a:pt x="1408" y="744854"/>
                  </a:lnTo>
                  <a:lnTo>
                    <a:pt x="0" y="797274"/>
                  </a:lnTo>
                  <a:lnTo>
                    <a:pt x="1663" y="853368"/>
                  </a:lnTo>
                  <a:lnTo>
                    <a:pt x="6577" y="906797"/>
                  </a:lnTo>
                  <a:lnTo>
                    <a:pt x="14632" y="957577"/>
                  </a:lnTo>
                  <a:lnTo>
                    <a:pt x="25714" y="1005724"/>
                  </a:lnTo>
                  <a:lnTo>
                    <a:pt x="39711" y="1051255"/>
                  </a:lnTo>
                  <a:lnTo>
                    <a:pt x="56511" y="1094184"/>
                  </a:lnTo>
                  <a:lnTo>
                    <a:pt x="76002" y="1134528"/>
                  </a:lnTo>
                  <a:lnTo>
                    <a:pt x="98073" y="1172303"/>
                  </a:lnTo>
                  <a:lnTo>
                    <a:pt x="122611" y="1207526"/>
                  </a:lnTo>
                  <a:lnTo>
                    <a:pt x="149503" y="1240211"/>
                  </a:lnTo>
                  <a:lnTo>
                    <a:pt x="178638" y="1270375"/>
                  </a:lnTo>
                  <a:lnTo>
                    <a:pt x="209904" y="1298034"/>
                  </a:lnTo>
                  <a:lnTo>
                    <a:pt x="243189" y="1323204"/>
                  </a:lnTo>
                  <a:lnTo>
                    <a:pt x="278380" y="1345901"/>
                  </a:lnTo>
                  <a:lnTo>
                    <a:pt x="315365" y="1366141"/>
                  </a:lnTo>
                  <a:lnTo>
                    <a:pt x="354033" y="1383940"/>
                  </a:lnTo>
                  <a:lnTo>
                    <a:pt x="394271" y="1399314"/>
                  </a:lnTo>
                  <a:lnTo>
                    <a:pt x="435968" y="1412279"/>
                  </a:lnTo>
                  <a:lnTo>
                    <a:pt x="479010" y="1422851"/>
                  </a:lnTo>
                  <a:lnTo>
                    <a:pt x="523286" y="1431045"/>
                  </a:lnTo>
                  <a:lnTo>
                    <a:pt x="568684" y="1436879"/>
                  </a:lnTo>
                  <a:lnTo>
                    <a:pt x="615092" y="1440367"/>
                  </a:lnTo>
                  <a:lnTo>
                    <a:pt x="662398" y="1441526"/>
                  </a:lnTo>
                  <a:lnTo>
                    <a:pt x="709700" y="1440367"/>
                  </a:lnTo>
                  <a:lnTo>
                    <a:pt x="756105" y="1436879"/>
                  </a:lnTo>
                  <a:lnTo>
                    <a:pt x="801500" y="1431045"/>
                  </a:lnTo>
                  <a:lnTo>
                    <a:pt x="845774" y="1422851"/>
                  </a:lnTo>
                  <a:lnTo>
                    <a:pt x="888814" y="1412279"/>
                  </a:lnTo>
                  <a:lnTo>
                    <a:pt x="930508" y="1399314"/>
                  </a:lnTo>
                  <a:lnTo>
                    <a:pt x="970745" y="1383940"/>
                  </a:lnTo>
                  <a:lnTo>
                    <a:pt x="1009411" y="1366141"/>
                  </a:lnTo>
                  <a:lnTo>
                    <a:pt x="1046396" y="1345901"/>
                  </a:lnTo>
                  <a:lnTo>
                    <a:pt x="1081586" y="1323204"/>
                  </a:lnTo>
                  <a:lnTo>
                    <a:pt x="1114870" y="1298034"/>
                  </a:lnTo>
                  <a:lnTo>
                    <a:pt x="1146136" y="1270375"/>
                  </a:lnTo>
                  <a:lnTo>
                    <a:pt x="1175271" y="1240211"/>
                  </a:lnTo>
                  <a:lnTo>
                    <a:pt x="1202163" y="1207526"/>
                  </a:lnTo>
                  <a:lnTo>
                    <a:pt x="1226701" y="1172303"/>
                  </a:lnTo>
                  <a:lnTo>
                    <a:pt x="1248772" y="1134528"/>
                  </a:lnTo>
                  <a:lnTo>
                    <a:pt x="1268263" y="1094184"/>
                  </a:lnTo>
                  <a:lnTo>
                    <a:pt x="1285064" y="1051255"/>
                  </a:lnTo>
                  <a:lnTo>
                    <a:pt x="1299061" y="1005724"/>
                  </a:lnTo>
                  <a:lnTo>
                    <a:pt x="1310143" y="957577"/>
                  </a:lnTo>
                  <a:lnTo>
                    <a:pt x="1318198" y="906797"/>
                  </a:lnTo>
                  <a:lnTo>
                    <a:pt x="1323113" y="853368"/>
                  </a:lnTo>
                  <a:lnTo>
                    <a:pt x="1324776" y="797274"/>
                  </a:lnTo>
                  <a:lnTo>
                    <a:pt x="1323367" y="744854"/>
                  </a:lnTo>
                  <a:lnTo>
                    <a:pt x="1319198" y="693339"/>
                  </a:lnTo>
                  <a:lnTo>
                    <a:pt x="1312357" y="642835"/>
                  </a:lnTo>
                  <a:lnTo>
                    <a:pt x="1302930" y="593446"/>
                  </a:lnTo>
                  <a:lnTo>
                    <a:pt x="1291005" y="545278"/>
                  </a:lnTo>
                  <a:lnTo>
                    <a:pt x="1276670" y="498435"/>
                  </a:lnTo>
                  <a:lnTo>
                    <a:pt x="1260012" y="453022"/>
                  </a:lnTo>
                  <a:lnTo>
                    <a:pt x="1241117" y="409145"/>
                  </a:lnTo>
                  <a:lnTo>
                    <a:pt x="1220074" y="366909"/>
                  </a:lnTo>
                  <a:lnTo>
                    <a:pt x="1196969" y="326419"/>
                  </a:lnTo>
                  <a:lnTo>
                    <a:pt x="1171891" y="287779"/>
                  </a:lnTo>
                  <a:lnTo>
                    <a:pt x="1144925" y="251095"/>
                  </a:lnTo>
                  <a:lnTo>
                    <a:pt x="1116160" y="216473"/>
                  </a:lnTo>
                  <a:lnTo>
                    <a:pt x="1085683" y="184016"/>
                  </a:lnTo>
                  <a:lnTo>
                    <a:pt x="1053581" y="153830"/>
                  </a:lnTo>
                  <a:lnTo>
                    <a:pt x="1019941" y="126021"/>
                  </a:lnTo>
                  <a:lnTo>
                    <a:pt x="984851" y="100693"/>
                  </a:lnTo>
                  <a:lnTo>
                    <a:pt x="948398" y="77951"/>
                  </a:lnTo>
                  <a:lnTo>
                    <a:pt x="910670" y="57900"/>
                  </a:lnTo>
                  <a:lnTo>
                    <a:pt x="871753" y="40646"/>
                  </a:lnTo>
                  <a:lnTo>
                    <a:pt x="831735" y="26294"/>
                  </a:lnTo>
                  <a:lnTo>
                    <a:pt x="790703" y="14947"/>
                  </a:lnTo>
                  <a:lnTo>
                    <a:pt x="748745" y="6713"/>
                  </a:lnTo>
                  <a:lnTo>
                    <a:pt x="705947" y="1695"/>
                  </a:lnTo>
                  <a:lnTo>
                    <a:pt x="66239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4847197" y="7785069"/>
              <a:ext cx="642620" cy="874394"/>
            </a:xfrm>
            <a:custGeom>
              <a:avLst/>
              <a:gdLst/>
              <a:ahLst/>
              <a:cxnLst/>
              <a:rect l="l" t="t" r="r" b="b"/>
              <a:pathLst>
                <a:path w="642619" h="874395">
                  <a:moveTo>
                    <a:pt x="321173" y="0"/>
                  </a:moveTo>
                  <a:lnTo>
                    <a:pt x="247532" y="12770"/>
                  </a:lnTo>
                  <a:lnTo>
                    <a:pt x="179930" y="49146"/>
                  </a:lnTo>
                  <a:lnTo>
                    <a:pt x="148997" y="75280"/>
                  </a:lnTo>
                  <a:lnTo>
                    <a:pt x="120296" y="106227"/>
                  </a:lnTo>
                  <a:lnTo>
                    <a:pt x="94070" y="141623"/>
                  </a:lnTo>
                  <a:lnTo>
                    <a:pt x="70558" y="181108"/>
                  </a:lnTo>
                  <a:lnTo>
                    <a:pt x="50003" y="224317"/>
                  </a:lnTo>
                  <a:lnTo>
                    <a:pt x="32644" y="270888"/>
                  </a:lnTo>
                  <a:lnTo>
                    <a:pt x="18724" y="320458"/>
                  </a:lnTo>
                  <a:lnTo>
                    <a:pt x="8482" y="372664"/>
                  </a:lnTo>
                  <a:lnTo>
                    <a:pt x="2160" y="427144"/>
                  </a:lnTo>
                  <a:lnTo>
                    <a:pt x="0" y="483535"/>
                  </a:lnTo>
                  <a:lnTo>
                    <a:pt x="2931" y="547312"/>
                  </a:lnTo>
                  <a:lnTo>
                    <a:pt x="11472" y="605186"/>
                  </a:lnTo>
                  <a:lnTo>
                    <a:pt x="25239" y="657225"/>
                  </a:lnTo>
                  <a:lnTo>
                    <a:pt x="43850" y="703497"/>
                  </a:lnTo>
                  <a:lnTo>
                    <a:pt x="66921" y="744070"/>
                  </a:lnTo>
                  <a:lnTo>
                    <a:pt x="94070" y="779012"/>
                  </a:lnTo>
                  <a:lnTo>
                    <a:pt x="124914" y="808392"/>
                  </a:lnTo>
                  <a:lnTo>
                    <a:pt x="159072" y="832277"/>
                  </a:lnTo>
                  <a:lnTo>
                    <a:pt x="196159" y="850736"/>
                  </a:lnTo>
                  <a:lnTo>
                    <a:pt x="235793" y="863836"/>
                  </a:lnTo>
                  <a:lnTo>
                    <a:pt x="277592" y="871646"/>
                  </a:lnTo>
                  <a:lnTo>
                    <a:pt x="321173" y="874235"/>
                  </a:lnTo>
                  <a:lnTo>
                    <a:pt x="364754" y="871646"/>
                  </a:lnTo>
                  <a:lnTo>
                    <a:pt x="406552" y="863836"/>
                  </a:lnTo>
                  <a:lnTo>
                    <a:pt x="446186" y="850736"/>
                  </a:lnTo>
                  <a:lnTo>
                    <a:pt x="483272" y="832277"/>
                  </a:lnTo>
                  <a:lnTo>
                    <a:pt x="517428" y="808392"/>
                  </a:lnTo>
                  <a:lnTo>
                    <a:pt x="548271" y="779012"/>
                  </a:lnTo>
                  <a:lnTo>
                    <a:pt x="575419" y="744070"/>
                  </a:lnTo>
                  <a:lnTo>
                    <a:pt x="598489" y="703497"/>
                  </a:lnTo>
                  <a:lnTo>
                    <a:pt x="617098" y="657225"/>
                  </a:lnTo>
                  <a:lnTo>
                    <a:pt x="630864" y="605186"/>
                  </a:lnTo>
                  <a:lnTo>
                    <a:pt x="639404" y="547312"/>
                  </a:lnTo>
                  <a:lnTo>
                    <a:pt x="642336" y="483535"/>
                  </a:lnTo>
                  <a:lnTo>
                    <a:pt x="640175" y="427144"/>
                  </a:lnTo>
                  <a:lnTo>
                    <a:pt x="633854" y="372664"/>
                  </a:lnTo>
                  <a:lnTo>
                    <a:pt x="623613" y="320458"/>
                  </a:lnTo>
                  <a:lnTo>
                    <a:pt x="609693" y="270888"/>
                  </a:lnTo>
                  <a:lnTo>
                    <a:pt x="592336" y="224317"/>
                  </a:lnTo>
                  <a:lnTo>
                    <a:pt x="571781" y="181108"/>
                  </a:lnTo>
                  <a:lnTo>
                    <a:pt x="548271" y="141623"/>
                  </a:lnTo>
                  <a:lnTo>
                    <a:pt x="522045" y="106227"/>
                  </a:lnTo>
                  <a:lnTo>
                    <a:pt x="493346" y="75280"/>
                  </a:lnTo>
                  <a:lnTo>
                    <a:pt x="462414" y="49146"/>
                  </a:lnTo>
                  <a:lnTo>
                    <a:pt x="429489" y="28189"/>
                  </a:lnTo>
                  <a:lnTo>
                    <a:pt x="358628" y="3253"/>
                  </a:lnTo>
                  <a:lnTo>
                    <a:pt x="32117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5248077" y="8156911"/>
              <a:ext cx="642620" cy="648335"/>
            </a:xfrm>
            <a:custGeom>
              <a:avLst/>
              <a:gdLst/>
              <a:ahLst/>
              <a:cxnLst/>
              <a:rect l="l" t="t" r="r" b="b"/>
              <a:pathLst>
                <a:path w="642619" h="648334">
                  <a:moveTo>
                    <a:pt x="642340" y="358559"/>
                  </a:moveTo>
                  <a:lnTo>
                    <a:pt x="639406" y="309905"/>
                  </a:lnTo>
                  <a:lnTo>
                    <a:pt x="630859" y="263245"/>
                  </a:lnTo>
                  <a:lnTo>
                    <a:pt x="617093" y="218998"/>
                  </a:lnTo>
                  <a:lnTo>
                    <a:pt x="598487" y="177596"/>
                  </a:lnTo>
                  <a:lnTo>
                    <a:pt x="575424" y="139458"/>
                  </a:lnTo>
                  <a:lnTo>
                    <a:pt x="548271" y="105029"/>
                  </a:lnTo>
                  <a:lnTo>
                    <a:pt x="517423" y="74714"/>
                  </a:lnTo>
                  <a:lnTo>
                    <a:pt x="483273" y="48958"/>
                  </a:lnTo>
                  <a:lnTo>
                    <a:pt x="446189" y="28181"/>
                  </a:lnTo>
                  <a:lnTo>
                    <a:pt x="406552" y="12814"/>
                  </a:lnTo>
                  <a:lnTo>
                    <a:pt x="364756" y="3276"/>
                  </a:lnTo>
                  <a:lnTo>
                    <a:pt x="321183" y="0"/>
                  </a:lnTo>
                  <a:lnTo>
                    <a:pt x="277596" y="3276"/>
                  </a:lnTo>
                  <a:lnTo>
                    <a:pt x="235800" y="12814"/>
                  </a:lnTo>
                  <a:lnTo>
                    <a:pt x="196164" y="28181"/>
                  </a:lnTo>
                  <a:lnTo>
                    <a:pt x="159080" y="48958"/>
                  </a:lnTo>
                  <a:lnTo>
                    <a:pt x="124917" y="74714"/>
                  </a:lnTo>
                  <a:lnTo>
                    <a:pt x="94068" y="105029"/>
                  </a:lnTo>
                  <a:lnTo>
                    <a:pt x="66916" y="139458"/>
                  </a:lnTo>
                  <a:lnTo>
                    <a:pt x="43853" y="177596"/>
                  </a:lnTo>
                  <a:lnTo>
                    <a:pt x="25234" y="218998"/>
                  </a:lnTo>
                  <a:lnTo>
                    <a:pt x="11468" y="263245"/>
                  </a:lnTo>
                  <a:lnTo>
                    <a:pt x="2933" y="309905"/>
                  </a:lnTo>
                  <a:lnTo>
                    <a:pt x="0" y="358559"/>
                  </a:lnTo>
                  <a:lnTo>
                    <a:pt x="3479" y="409943"/>
                  </a:lnTo>
                  <a:lnTo>
                    <a:pt x="13601" y="456120"/>
                  </a:lnTo>
                  <a:lnTo>
                    <a:pt x="29845" y="497166"/>
                  </a:lnTo>
                  <a:lnTo>
                    <a:pt x="51739" y="533133"/>
                  </a:lnTo>
                  <a:lnTo>
                    <a:pt x="78778" y="564083"/>
                  </a:lnTo>
                  <a:lnTo>
                    <a:pt x="110464" y="590105"/>
                  </a:lnTo>
                  <a:lnTo>
                    <a:pt x="146291" y="611238"/>
                  </a:lnTo>
                  <a:lnTo>
                    <a:pt x="185775" y="627570"/>
                  </a:lnTo>
                  <a:lnTo>
                    <a:pt x="228422" y="639152"/>
                  </a:lnTo>
                  <a:lnTo>
                    <a:pt x="273723" y="646049"/>
                  </a:lnTo>
                  <a:lnTo>
                    <a:pt x="321183" y="648335"/>
                  </a:lnTo>
                  <a:lnTo>
                    <a:pt x="368642" y="646049"/>
                  </a:lnTo>
                  <a:lnTo>
                    <a:pt x="413931" y="639152"/>
                  </a:lnTo>
                  <a:lnTo>
                    <a:pt x="456577" y="627570"/>
                  </a:lnTo>
                  <a:lnTo>
                    <a:pt x="496049" y="611238"/>
                  </a:lnTo>
                  <a:lnTo>
                    <a:pt x="531876" y="590105"/>
                  </a:lnTo>
                  <a:lnTo>
                    <a:pt x="563562" y="564083"/>
                  </a:lnTo>
                  <a:lnTo>
                    <a:pt x="590600" y="533133"/>
                  </a:lnTo>
                  <a:lnTo>
                    <a:pt x="612482" y="497166"/>
                  </a:lnTo>
                  <a:lnTo>
                    <a:pt x="628738" y="456120"/>
                  </a:lnTo>
                  <a:lnTo>
                    <a:pt x="638848" y="409943"/>
                  </a:lnTo>
                  <a:lnTo>
                    <a:pt x="642340" y="358559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" name="object 63" descr=""/>
          <p:cNvGrpSpPr/>
          <p:nvPr/>
        </p:nvGrpSpPr>
        <p:grpSpPr>
          <a:xfrm>
            <a:off x="18195928" y="8394462"/>
            <a:ext cx="617220" cy="1042669"/>
            <a:chOff x="18195928" y="8394462"/>
            <a:chExt cx="617220" cy="1042669"/>
          </a:xfrm>
        </p:grpSpPr>
        <p:sp>
          <p:nvSpPr>
            <p:cNvPr id="64" name="object 64" descr=""/>
            <p:cNvSpPr/>
            <p:nvPr/>
          </p:nvSpPr>
          <p:spPr>
            <a:xfrm>
              <a:off x="18463918" y="9043687"/>
              <a:ext cx="81280" cy="393065"/>
            </a:xfrm>
            <a:custGeom>
              <a:avLst/>
              <a:gdLst/>
              <a:ahLst/>
              <a:cxnLst/>
              <a:rect l="l" t="t" r="r" b="b"/>
              <a:pathLst>
                <a:path w="81280" h="393065">
                  <a:moveTo>
                    <a:pt x="71128" y="0"/>
                  </a:moveTo>
                  <a:lnTo>
                    <a:pt x="14334" y="0"/>
                  </a:lnTo>
                  <a:lnTo>
                    <a:pt x="0" y="393003"/>
                  </a:lnTo>
                  <a:lnTo>
                    <a:pt x="81065" y="393003"/>
                  </a:lnTo>
                  <a:lnTo>
                    <a:pt x="71128" y="0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368888" y="9013894"/>
              <a:ext cx="289910" cy="254237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18195928" y="8394462"/>
              <a:ext cx="617220" cy="734060"/>
            </a:xfrm>
            <a:custGeom>
              <a:avLst/>
              <a:gdLst/>
              <a:ahLst/>
              <a:cxnLst/>
              <a:rect l="l" t="t" r="r" b="b"/>
              <a:pathLst>
                <a:path w="617219" h="734059">
                  <a:moveTo>
                    <a:pt x="308524" y="0"/>
                  </a:moveTo>
                  <a:lnTo>
                    <a:pt x="266655" y="3706"/>
                  </a:lnTo>
                  <a:lnTo>
                    <a:pt x="226499" y="14504"/>
                  </a:lnTo>
                  <a:lnTo>
                    <a:pt x="188424" y="31908"/>
                  </a:lnTo>
                  <a:lnTo>
                    <a:pt x="152797" y="55435"/>
                  </a:lnTo>
                  <a:lnTo>
                    <a:pt x="119985" y="84601"/>
                  </a:lnTo>
                  <a:lnTo>
                    <a:pt x="90357" y="118921"/>
                  </a:lnTo>
                  <a:lnTo>
                    <a:pt x="64278" y="157912"/>
                  </a:lnTo>
                  <a:lnTo>
                    <a:pt x="42118" y="201090"/>
                  </a:lnTo>
                  <a:lnTo>
                    <a:pt x="24242" y="247971"/>
                  </a:lnTo>
                  <a:lnTo>
                    <a:pt x="11019" y="298069"/>
                  </a:lnTo>
                  <a:lnTo>
                    <a:pt x="2816" y="350903"/>
                  </a:lnTo>
                  <a:lnTo>
                    <a:pt x="0" y="405987"/>
                  </a:lnTo>
                  <a:lnTo>
                    <a:pt x="3344" y="464159"/>
                  </a:lnTo>
                  <a:lnTo>
                    <a:pt x="13060" y="516438"/>
                  </a:lnTo>
                  <a:lnTo>
                    <a:pt x="28671" y="562898"/>
                  </a:lnTo>
                  <a:lnTo>
                    <a:pt x="49700" y="603614"/>
                  </a:lnTo>
                  <a:lnTo>
                    <a:pt x="75669" y="638660"/>
                  </a:lnTo>
                  <a:lnTo>
                    <a:pt x="106101" y="668111"/>
                  </a:lnTo>
                  <a:lnTo>
                    <a:pt x="140520" y="692040"/>
                  </a:lnTo>
                  <a:lnTo>
                    <a:pt x="178449" y="710522"/>
                  </a:lnTo>
                  <a:lnTo>
                    <a:pt x="219411" y="723631"/>
                  </a:lnTo>
                  <a:lnTo>
                    <a:pt x="262928" y="731442"/>
                  </a:lnTo>
                  <a:lnTo>
                    <a:pt x="308524" y="734030"/>
                  </a:lnTo>
                  <a:lnTo>
                    <a:pt x="354108" y="731442"/>
                  </a:lnTo>
                  <a:lnTo>
                    <a:pt x="397617" y="723631"/>
                  </a:lnTo>
                  <a:lnTo>
                    <a:pt x="438573" y="710522"/>
                  </a:lnTo>
                  <a:lnTo>
                    <a:pt x="476499" y="692040"/>
                  </a:lnTo>
                  <a:lnTo>
                    <a:pt x="510917" y="668111"/>
                  </a:lnTo>
                  <a:lnTo>
                    <a:pt x="541350" y="638660"/>
                  </a:lnTo>
                  <a:lnTo>
                    <a:pt x="567321" y="603614"/>
                  </a:lnTo>
                  <a:lnTo>
                    <a:pt x="588351" y="562898"/>
                  </a:lnTo>
                  <a:lnTo>
                    <a:pt x="603964" y="516438"/>
                  </a:lnTo>
                  <a:lnTo>
                    <a:pt x="613682" y="464159"/>
                  </a:lnTo>
                  <a:lnTo>
                    <a:pt x="617028" y="405987"/>
                  </a:lnTo>
                  <a:lnTo>
                    <a:pt x="614211" y="350903"/>
                  </a:lnTo>
                  <a:lnTo>
                    <a:pt x="606006" y="298069"/>
                  </a:lnTo>
                  <a:lnTo>
                    <a:pt x="592781" y="247971"/>
                  </a:lnTo>
                  <a:lnTo>
                    <a:pt x="574903" y="201090"/>
                  </a:lnTo>
                  <a:lnTo>
                    <a:pt x="552741" y="157912"/>
                  </a:lnTo>
                  <a:lnTo>
                    <a:pt x="526661" y="118921"/>
                  </a:lnTo>
                  <a:lnTo>
                    <a:pt x="497033" y="84601"/>
                  </a:lnTo>
                  <a:lnTo>
                    <a:pt x="464223" y="55435"/>
                  </a:lnTo>
                  <a:lnTo>
                    <a:pt x="428599" y="31908"/>
                  </a:lnTo>
                  <a:lnTo>
                    <a:pt x="390529" y="14504"/>
                  </a:lnTo>
                  <a:lnTo>
                    <a:pt x="350382" y="3706"/>
                  </a:lnTo>
                  <a:lnTo>
                    <a:pt x="30852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7" descr=""/>
          <p:cNvGrpSpPr/>
          <p:nvPr/>
        </p:nvGrpSpPr>
        <p:grpSpPr>
          <a:xfrm>
            <a:off x="3015360" y="6588631"/>
            <a:ext cx="1086485" cy="2848610"/>
            <a:chOff x="3015360" y="6588631"/>
            <a:chExt cx="1086485" cy="2848610"/>
          </a:xfrm>
        </p:grpSpPr>
        <p:sp>
          <p:nvSpPr>
            <p:cNvPr id="68" name="object 68" descr=""/>
            <p:cNvSpPr/>
            <p:nvPr/>
          </p:nvSpPr>
          <p:spPr>
            <a:xfrm>
              <a:off x="3865514" y="6588631"/>
              <a:ext cx="236220" cy="2848610"/>
            </a:xfrm>
            <a:custGeom>
              <a:avLst/>
              <a:gdLst/>
              <a:ahLst/>
              <a:cxnLst/>
              <a:rect l="l" t="t" r="r" b="b"/>
              <a:pathLst>
                <a:path w="236220" h="2848609">
                  <a:moveTo>
                    <a:pt x="154780" y="0"/>
                  </a:moveTo>
                  <a:lnTo>
                    <a:pt x="81055" y="0"/>
                  </a:lnTo>
                  <a:lnTo>
                    <a:pt x="0" y="2848059"/>
                  </a:lnTo>
                  <a:lnTo>
                    <a:pt x="235835" y="2848059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015360" y="6795113"/>
              <a:ext cx="899794" cy="899794"/>
            </a:xfrm>
            <a:custGeom>
              <a:avLst/>
              <a:gdLst/>
              <a:ahLst/>
              <a:cxnLst/>
              <a:rect l="l" t="t" r="r" b="b"/>
              <a:pathLst>
                <a:path w="899795" h="899795">
                  <a:moveTo>
                    <a:pt x="449881" y="0"/>
                  </a:moveTo>
                  <a:lnTo>
                    <a:pt x="400860" y="2639"/>
                  </a:lnTo>
                  <a:lnTo>
                    <a:pt x="353368" y="10376"/>
                  </a:lnTo>
                  <a:lnTo>
                    <a:pt x="307679" y="22936"/>
                  </a:lnTo>
                  <a:lnTo>
                    <a:pt x="264069" y="40043"/>
                  </a:lnTo>
                  <a:lnTo>
                    <a:pt x="222812" y="61423"/>
                  </a:lnTo>
                  <a:lnTo>
                    <a:pt x="184182" y="86803"/>
                  </a:lnTo>
                  <a:lnTo>
                    <a:pt x="148453" y="115906"/>
                  </a:lnTo>
                  <a:lnTo>
                    <a:pt x="115900" y="148460"/>
                  </a:lnTo>
                  <a:lnTo>
                    <a:pt x="86797" y="184189"/>
                  </a:lnTo>
                  <a:lnTo>
                    <a:pt x="61419" y="222818"/>
                  </a:lnTo>
                  <a:lnTo>
                    <a:pt x="40040" y="264074"/>
                  </a:lnTo>
                  <a:lnTo>
                    <a:pt x="22934" y="307682"/>
                  </a:lnTo>
                  <a:lnTo>
                    <a:pt x="10375" y="353367"/>
                  </a:lnTo>
                  <a:lnTo>
                    <a:pt x="2639" y="400855"/>
                  </a:lnTo>
                  <a:lnTo>
                    <a:pt x="0" y="449871"/>
                  </a:lnTo>
                  <a:lnTo>
                    <a:pt x="2639" y="498894"/>
                  </a:lnTo>
                  <a:lnTo>
                    <a:pt x="10375" y="546388"/>
                  </a:lnTo>
                  <a:lnTo>
                    <a:pt x="22934" y="592077"/>
                  </a:lnTo>
                  <a:lnTo>
                    <a:pt x="40040" y="635689"/>
                  </a:lnTo>
                  <a:lnTo>
                    <a:pt x="61419" y="676947"/>
                  </a:lnTo>
                  <a:lnTo>
                    <a:pt x="86797" y="715578"/>
                  </a:lnTo>
                  <a:lnTo>
                    <a:pt x="115900" y="751307"/>
                  </a:lnTo>
                  <a:lnTo>
                    <a:pt x="148453" y="783861"/>
                  </a:lnTo>
                  <a:lnTo>
                    <a:pt x="184182" y="812964"/>
                  </a:lnTo>
                  <a:lnTo>
                    <a:pt x="222812" y="838343"/>
                  </a:lnTo>
                  <a:lnTo>
                    <a:pt x="264069" y="859722"/>
                  </a:lnTo>
                  <a:lnTo>
                    <a:pt x="307679" y="876828"/>
                  </a:lnTo>
                  <a:lnTo>
                    <a:pt x="353368" y="889387"/>
                  </a:lnTo>
                  <a:lnTo>
                    <a:pt x="400860" y="897123"/>
                  </a:lnTo>
                  <a:lnTo>
                    <a:pt x="449881" y="899763"/>
                  </a:lnTo>
                  <a:lnTo>
                    <a:pt x="498903" y="897123"/>
                  </a:lnTo>
                  <a:lnTo>
                    <a:pt x="546395" y="889387"/>
                  </a:lnTo>
                  <a:lnTo>
                    <a:pt x="592083" y="876828"/>
                  </a:lnTo>
                  <a:lnTo>
                    <a:pt x="635693" y="859722"/>
                  </a:lnTo>
                  <a:lnTo>
                    <a:pt x="676950" y="838343"/>
                  </a:lnTo>
                  <a:lnTo>
                    <a:pt x="715580" y="812964"/>
                  </a:lnTo>
                  <a:lnTo>
                    <a:pt x="751309" y="783861"/>
                  </a:lnTo>
                  <a:lnTo>
                    <a:pt x="783862" y="751307"/>
                  </a:lnTo>
                  <a:lnTo>
                    <a:pt x="812965" y="715578"/>
                  </a:lnTo>
                  <a:lnTo>
                    <a:pt x="838343" y="676947"/>
                  </a:lnTo>
                  <a:lnTo>
                    <a:pt x="859723" y="635689"/>
                  </a:lnTo>
                  <a:lnTo>
                    <a:pt x="876829" y="592077"/>
                  </a:lnTo>
                  <a:lnTo>
                    <a:pt x="889387" y="546388"/>
                  </a:lnTo>
                  <a:lnTo>
                    <a:pt x="897123" y="498894"/>
                  </a:lnTo>
                  <a:lnTo>
                    <a:pt x="899763" y="449871"/>
                  </a:lnTo>
                  <a:lnTo>
                    <a:pt x="897123" y="400855"/>
                  </a:lnTo>
                  <a:lnTo>
                    <a:pt x="889387" y="353367"/>
                  </a:lnTo>
                  <a:lnTo>
                    <a:pt x="876829" y="307682"/>
                  </a:lnTo>
                  <a:lnTo>
                    <a:pt x="859723" y="264074"/>
                  </a:lnTo>
                  <a:lnTo>
                    <a:pt x="838343" y="222818"/>
                  </a:lnTo>
                  <a:lnTo>
                    <a:pt x="812965" y="184189"/>
                  </a:lnTo>
                  <a:lnTo>
                    <a:pt x="783862" y="148460"/>
                  </a:lnTo>
                  <a:lnTo>
                    <a:pt x="751309" y="115906"/>
                  </a:lnTo>
                  <a:lnTo>
                    <a:pt x="715580" y="86803"/>
                  </a:lnTo>
                  <a:lnTo>
                    <a:pt x="676950" y="61423"/>
                  </a:lnTo>
                  <a:lnTo>
                    <a:pt x="635693" y="40043"/>
                  </a:lnTo>
                  <a:lnTo>
                    <a:pt x="592083" y="22936"/>
                  </a:lnTo>
                  <a:lnTo>
                    <a:pt x="546395" y="10376"/>
                  </a:lnTo>
                  <a:lnTo>
                    <a:pt x="498903" y="2639"/>
                  </a:lnTo>
                  <a:lnTo>
                    <a:pt x="44988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" name="object 70" descr=""/>
          <p:cNvGrpSpPr/>
          <p:nvPr/>
        </p:nvGrpSpPr>
        <p:grpSpPr>
          <a:xfrm>
            <a:off x="2835010" y="6467157"/>
            <a:ext cx="2297430" cy="2097405"/>
            <a:chOff x="2835010" y="6467157"/>
            <a:chExt cx="2297430" cy="2097405"/>
          </a:xfrm>
        </p:grpSpPr>
        <p:sp>
          <p:nvSpPr>
            <p:cNvPr id="71" name="object 71" descr=""/>
            <p:cNvSpPr/>
            <p:nvPr/>
          </p:nvSpPr>
          <p:spPr>
            <a:xfrm>
              <a:off x="3105150" y="6734435"/>
              <a:ext cx="2026920" cy="1830070"/>
            </a:xfrm>
            <a:custGeom>
              <a:avLst/>
              <a:gdLst/>
              <a:ahLst/>
              <a:cxnLst/>
              <a:rect l="l" t="t" r="r" b="b"/>
              <a:pathLst>
                <a:path w="2026920" h="1830070">
                  <a:moveTo>
                    <a:pt x="2026704" y="698449"/>
                  </a:moveTo>
                  <a:lnTo>
                    <a:pt x="2023338" y="652602"/>
                  </a:lnTo>
                  <a:lnTo>
                    <a:pt x="2013559" y="608850"/>
                  </a:lnTo>
                  <a:lnTo>
                    <a:pt x="1997862" y="567651"/>
                  </a:lnTo>
                  <a:lnTo>
                    <a:pt x="1976716" y="529513"/>
                  </a:lnTo>
                  <a:lnTo>
                    <a:pt x="1950593" y="494906"/>
                  </a:lnTo>
                  <a:lnTo>
                    <a:pt x="1919986" y="464299"/>
                  </a:lnTo>
                  <a:lnTo>
                    <a:pt x="1885378" y="438188"/>
                  </a:lnTo>
                  <a:lnTo>
                    <a:pt x="1847240" y="417042"/>
                  </a:lnTo>
                  <a:lnTo>
                    <a:pt x="1806041" y="401345"/>
                  </a:lnTo>
                  <a:lnTo>
                    <a:pt x="1762290" y="391579"/>
                  </a:lnTo>
                  <a:lnTo>
                    <a:pt x="1716443" y="388213"/>
                  </a:lnTo>
                  <a:lnTo>
                    <a:pt x="1670596" y="391579"/>
                  </a:lnTo>
                  <a:lnTo>
                    <a:pt x="1666036" y="392607"/>
                  </a:lnTo>
                  <a:lnTo>
                    <a:pt x="1663877" y="389343"/>
                  </a:lnTo>
                  <a:lnTo>
                    <a:pt x="1636852" y="352844"/>
                  </a:lnTo>
                  <a:lnTo>
                    <a:pt x="1608086" y="317779"/>
                  </a:lnTo>
                  <a:lnTo>
                    <a:pt x="1577657" y="284187"/>
                  </a:lnTo>
                  <a:lnTo>
                    <a:pt x="1545615" y="252145"/>
                  </a:lnTo>
                  <a:lnTo>
                    <a:pt x="1512023" y="221716"/>
                  </a:lnTo>
                  <a:lnTo>
                    <a:pt x="1476959" y="192951"/>
                  </a:lnTo>
                  <a:lnTo>
                    <a:pt x="1440459" y="165925"/>
                  </a:lnTo>
                  <a:lnTo>
                    <a:pt x="1402626" y="140703"/>
                  </a:lnTo>
                  <a:lnTo>
                    <a:pt x="1363484" y="117335"/>
                  </a:lnTo>
                  <a:lnTo>
                    <a:pt x="1323111" y="95897"/>
                  </a:lnTo>
                  <a:lnTo>
                    <a:pt x="1281582" y="76441"/>
                  </a:lnTo>
                  <a:lnTo>
                    <a:pt x="1238935" y="59042"/>
                  </a:lnTo>
                  <a:lnTo>
                    <a:pt x="1195260" y="43764"/>
                  </a:lnTo>
                  <a:lnTo>
                    <a:pt x="1150607" y="30657"/>
                  </a:lnTo>
                  <a:lnTo>
                    <a:pt x="1105039" y="19786"/>
                  </a:lnTo>
                  <a:lnTo>
                    <a:pt x="1058621" y="11226"/>
                  </a:lnTo>
                  <a:lnTo>
                    <a:pt x="1011415" y="5029"/>
                  </a:lnTo>
                  <a:lnTo>
                    <a:pt x="963485" y="1270"/>
                  </a:lnTo>
                  <a:lnTo>
                    <a:pt x="914895" y="0"/>
                  </a:lnTo>
                  <a:lnTo>
                    <a:pt x="866305" y="1270"/>
                  </a:lnTo>
                  <a:lnTo>
                    <a:pt x="818388" y="5029"/>
                  </a:lnTo>
                  <a:lnTo>
                    <a:pt x="771182" y="11226"/>
                  </a:lnTo>
                  <a:lnTo>
                    <a:pt x="724763" y="19786"/>
                  </a:lnTo>
                  <a:lnTo>
                    <a:pt x="679196" y="30657"/>
                  </a:lnTo>
                  <a:lnTo>
                    <a:pt x="634542" y="43764"/>
                  </a:lnTo>
                  <a:lnTo>
                    <a:pt x="590867" y="59042"/>
                  </a:lnTo>
                  <a:lnTo>
                    <a:pt x="548220" y="76441"/>
                  </a:lnTo>
                  <a:lnTo>
                    <a:pt x="506691" y="95897"/>
                  </a:lnTo>
                  <a:lnTo>
                    <a:pt x="466318" y="117335"/>
                  </a:lnTo>
                  <a:lnTo>
                    <a:pt x="427189" y="140703"/>
                  </a:lnTo>
                  <a:lnTo>
                    <a:pt x="389343" y="165925"/>
                  </a:lnTo>
                  <a:lnTo>
                    <a:pt x="352844" y="192951"/>
                  </a:lnTo>
                  <a:lnTo>
                    <a:pt x="317779" y="221716"/>
                  </a:lnTo>
                  <a:lnTo>
                    <a:pt x="284187" y="252145"/>
                  </a:lnTo>
                  <a:lnTo>
                    <a:pt x="252145" y="284187"/>
                  </a:lnTo>
                  <a:lnTo>
                    <a:pt x="221716" y="317779"/>
                  </a:lnTo>
                  <a:lnTo>
                    <a:pt x="192951" y="352844"/>
                  </a:lnTo>
                  <a:lnTo>
                    <a:pt x="165925" y="389343"/>
                  </a:lnTo>
                  <a:lnTo>
                    <a:pt x="140703" y="427189"/>
                  </a:lnTo>
                  <a:lnTo>
                    <a:pt x="117335" y="466318"/>
                  </a:lnTo>
                  <a:lnTo>
                    <a:pt x="95897" y="506691"/>
                  </a:lnTo>
                  <a:lnTo>
                    <a:pt x="76441" y="548220"/>
                  </a:lnTo>
                  <a:lnTo>
                    <a:pt x="59042" y="590867"/>
                  </a:lnTo>
                  <a:lnTo>
                    <a:pt x="43764" y="634542"/>
                  </a:lnTo>
                  <a:lnTo>
                    <a:pt x="30657" y="679196"/>
                  </a:lnTo>
                  <a:lnTo>
                    <a:pt x="19786" y="724763"/>
                  </a:lnTo>
                  <a:lnTo>
                    <a:pt x="11226" y="771182"/>
                  </a:lnTo>
                  <a:lnTo>
                    <a:pt x="5029" y="818388"/>
                  </a:lnTo>
                  <a:lnTo>
                    <a:pt x="1270" y="866317"/>
                  </a:lnTo>
                  <a:lnTo>
                    <a:pt x="0" y="914908"/>
                  </a:lnTo>
                  <a:lnTo>
                    <a:pt x="1270" y="963498"/>
                  </a:lnTo>
                  <a:lnTo>
                    <a:pt x="5029" y="1011428"/>
                  </a:lnTo>
                  <a:lnTo>
                    <a:pt x="11226" y="1058621"/>
                  </a:lnTo>
                  <a:lnTo>
                    <a:pt x="19786" y="1105039"/>
                  </a:lnTo>
                  <a:lnTo>
                    <a:pt x="30657" y="1150607"/>
                  </a:lnTo>
                  <a:lnTo>
                    <a:pt x="43764" y="1195260"/>
                  </a:lnTo>
                  <a:lnTo>
                    <a:pt x="59042" y="1238935"/>
                  </a:lnTo>
                  <a:lnTo>
                    <a:pt x="76441" y="1281569"/>
                  </a:lnTo>
                  <a:lnTo>
                    <a:pt x="95897" y="1323111"/>
                  </a:lnTo>
                  <a:lnTo>
                    <a:pt x="117335" y="1363472"/>
                  </a:lnTo>
                  <a:lnTo>
                    <a:pt x="140703" y="1402613"/>
                  </a:lnTo>
                  <a:lnTo>
                    <a:pt x="165925" y="1440459"/>
                  </a:lnTo>
                  <a:lnTo>
                    <a:pt x="192951" y="1476946"/>
                  </a:lnTo>
                  <a:lnTo>
                    <a:pt x="221716" y="1512023"/>
                  </a:lnTo>
                  <a:lnTo>
                    <a:pt x="252145" y="1545602"/>
                  </a:lnTo>
                  <a:lnTo>
                    <a:pt x="284187" y="1577644"/>
                  </a:lnTo>
                  <a:lnTo>
                    <a:pt x="317779" y="1608074"/>
                  </a:lnTo>
                  <a:lnTo>
                    <a:pt x="352844" y="1636839"/>
                  </a:lnTo>
                  <a:lnTo>
                    <a:pt x="389343" y="1663865"/>
                  </a:lnTo>
                  <a:lnTo>
                    <a:pt x="427189" y="1689087"/>
                  </a:lnTo>
                  <a:lnTo>
                    <a:pt x="466318" y="1712455"/>
                  </a:lnTo>
                  <a:lnTo>
                    <a:pt x="506691" y="1733892"/>
                  </a:lnTo>
                  <a:lnTo>
                    <a:pt x="548220" y="1753349"/>
                  </a:lnTo>
                  <a:lnTo>
                    <a:pt x="590867" y="1770748"/>
                  </a:lnTo>
                  <a:lnTo>
                    <a:pt x="634542" y="1786039"/>
                  </a:lnTo>
                  <a:lnTo>
                    <a:pt x="679196" y="1799145"/>
                  </a:lnTo>
                  <a:lnTo>
                    <a:pt x="724763" y="1810004"/>
                  </a:lnTo>
                  <a:lnTo>
                    <a:pt x="771182" y="1818563"/>
                  </a:lnTo>
                  <a:lnTo>
                    <a:pt x="818388" y="1824761"/>
                  </a:lnTo>
                  <a:lnTo>
                    <a:pt x="866305" y="1828520"/>
                  </a:lnTo>
                  <a:lnTo>
                    <a:pt x="914895" y="1829790"/>
                  </a:lnTo>
                  <a:lnTo>
                    <a:pt x="963485" y="1828520"/>
                  </a:lnTo>
                  <a:lnTo>
                    <a:pt x="1011415" y="1824761"/>
                  </a:lnTo>
                  <a:lnTo>
                    <a:pt x="1058621" y="1818563"/>
                  </a:lnTo>
                  <a:lnTo>
                    <a:pt x="1105039" y="1810004"/>
                  </a:lnTo>
                  <a:lnTo>
                    <a:pt x="1150607" y="1799145"/>
                  </a:lnTo>
                  <a:lnTo>
                    <a:pt x="1195260" y="1786039"/>
                  </a:lnTo>
                  <a:lnTo>
                    <a:pt x="1238935" y="1770748"/>
                  </a:lnTo>
                  <a:lnTo>
                    <a:pt x="1281582" y="1753349"/>
                  </a:lnTo>
                  <a:lnTo>
                    <a:pt x="1323111" y="1733892"/>
                  </a:lnTo>
                  <a:lnTo>
                    <a:pt x="1363484" y="1712455"/>
                  </a:lnTo>
                  <a:lnTo>
                    <a:pt x="1402626" y="1689087"/>
                  </a:lnTo>
                  <a:lnTo>
                    <a:pt x="1440459" y="1663865"/>
                  </a:lnTo>
                  <a:lnTo>
                    <a:pt x="1476959" y="1636839"/>
                  </a:lnTo>
                  <a:lnTo>
                    <a:pt x="1512023" y="1608074"/>
                  </a:lnTo>
                  <a:lnTo>
                    <a:pt x="1545615" y="1577644"/>
                  </a:lnTo>
                  <a:lnTo>
                    <a:pt x="1577657" y="1545602"/>
                  </a:lnTo>
                  <a:lnTo>
                    <a:pt x="1608086" y="1512023"/>
                  </a:lnTo>
                  <a:lnTo>
                    <a:pt x="1636852" y="1476946"/>
                  </a:lnTo>
                  <a:lnTo>
                    <a:pt x="1663877" y="1440459"/>
                  </a:lnTo>
                  <a:lnTo>
                    <a:pt x="1689100" y="1402613"/>
                  </a:lnTo>
                  <a:lnTo>
                    <a:pt x="1712468" y="1363472"/>
                  </a:lnTo>
                  <a:lnTo>
                    <a:pt x="1733905" y="1323111"/>
                  </a:lnTo>
                  <a:lnTo>
                    <a:pt x="1753349" y="1281569"/>
                  </a:lnTo>
                  <a:lnTo>
                    <a:pt x="1770748" y="1238935"/>
                  </a:lnTo>
                  <a:lnTo>
                    <a:pt x="1786039" y="1195260"/>
                  </a:lnTo>
                  <a:lnTo>
                    <a:pt x="1799145" y="1150607"/>
                  </a:lnTo>
                  <a:lnTo>
                    <a:pt x="1810004" y="1105039"/>
                  </a:lnTo>
                  <a:lnTo>
                    <a:pt x="1818563" y="1058621"/>
                  </a:lnTo>
                  <a:lnTo>
                    <a:pt x="1824761" y="1011428"/>
                  </a:lnTo>
                  <a:lnTo>
                    <a:pt x="1826615" y="987691"/>
                  </a:lnTo>
                  <a:lnTo>
                    <a:pt x="1847240" y="979830"/>
                  </a:lnTo>
                  <a:lnTo>
                    <a:pt x="1885378" y="958684"/>
                  </a:lnTo>
                  <a:lnTo>
                    <a:pt x="1919986" y="932573"/>
                  </a:lnTo>
                  <a:lnTo>
                    <a:pt x="1950593" y="901979"/>
                  </a:lnTo>
                  <a:lnTo>
                    <a:pt x="1976716" y="867359"/>
                  </a:lnTo>
                  <a:lnTo>
                    <a:pt x="1997862" y="829233"/>
                  </a:lnTo>
                  <a:lnTo>
                    <a:pt x="2013559" y="788047"/>
                  </a:lnTo>
                  <a:lnTo>
                    <a:pt x="2023338" y="744296"/>
                  </a:lnTo>
                  <a:lnTo>
                    <a:pt x="2026704" y="698449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835008" y="6467163"/>
              <a:ext cx="2038985" cy="2074545"/>
            </a:xfrm>
            <a:custGeom>
              <a:avLst/>
              <a:gdLst/>
              <a:ahLst/>
              <a:cxnLst/>
              <a:rect l="l" t="t" r="r" b="b"/>
              <a:pathLst>
                <a:path w="2038985" h="2074545">
                  <a:moveTo>
                    <a:pt x="968565" y="1334985"/>
                  </a:moveTo>
                  <a:lnTo>
                    <a:pt x="966343" y="1288338"/>
                  </a:lnTo>
                  <a:lnTo>
                    <a:pt x="959827" y="1242949"/>
                  </a:lnTo>
                  <a:lnTo>
                    <a:pt x="949223" y="1199019"/>
                  </a:lnTo>
                  <a:lnTo>
                    <a:pt x="934720" y="1156754"/>
                  </a:lnTo>
                  <a:lnTo>
                    <a:pt x="916520" y="1116342"/>
                  </a:lnTo>
                  <a:lnTo>
                    <a:pt x="894842" y="1078001"/>
                  </a:lnTo>
                  <a:lnTo>
                    <a:pt x="869886" y="1041933"/>
                  </a:lnTo>
                  <a:lnTo>
                    <a:pt x="841832" y="1008329"/>
                  </a:lnTo>
                  <a:lnTo>
                    <a:pt x="810920" y="977404"/>
                  </a:lnTo>
                  <a:lnTo>
                    <a:pt x="777316" y="949363"/>
                  </a:lnTo>
                  <a:lnTo>
                    <a:pt x="741248" y="924394"/>
                  </a:lnTo>
                  <a:lnTo>
                    <a:pt x="702906" y="902716"/>
                  </a:lnTo>
                  <a:lnTo>
                    <a:pt x="662508" y="884516"/>
                  </a:lnTo>
                  <a:lnTo>
                    <a:pt x="620242" y="870013"/>
                  </a:lnTo>
                  <a:lnTo>
                    <a:pt x="576313" y="859409"/>
                  </a:lnTo>
                  <a:lnTo>
                    <a:pt x="530923" y="852893"/>
                  </a:lnTo>
                  <a:lnTo>
                    <a:pt x="484289" y="850671"/>
                  </a:lnTo>
                  <a:lnTo>
                    <a:pt x="437642" y="852893"/>
                  </a:lnTo>
                  <a:lnTo>
                    <a:pt x="392264" y="859409"/>
                  </a:lnTo>
                  <a:lnTo>
                    <a:pt x="348335" y="870013"/>
                  </a:lnTo>
                  <a:lnTo>
                    <a:pt x="306070" y="884516"/>
                  </a:lnTo>
                  <a:lnTo>
                    <a:pt x="265658" y="902716"/>
                  </a:lnTo>
                  <a:lnTo>
                    <a:pt x="227317" y="924394"/>
                  </a:lnTo>
                  <a:lnTo>
                    <a:pt x="191249" y="949363"/>
                  </a:lnTo>
                  <a:lnTo>
                    <a:pt x="157657" y="977404"/>
                  </a:lnTo>
                  <a:lnTo>
                    <a:pt x="126733" y="1008329"/>
                  </a:lnTo>
                  <a:lnTo>
                    <a:pt x="98679" y="1041933"/>
                  </a:lnTo>
                  <a:lnTo>
                    <a:pt x="73723" y="1078001"/>
                  </a:lnTo>
                  <a:lnTo>
                    <a:pt x="52031" y="1116342"/>
                  </a:lnTo>
                  <a:lnTo>
                    <a:pt x="33845" y="1156754"/>
                  </a:lnTo>
                  <a:lnTo>
                    <a:pt x="19342" y="1199019"/>
                  </a:lnTo>
                  <a:lnTo>
                    <a:pt x="8724" y="1242949"/>
                  </a:lnTo>
                  <a:lnTo>
                    <a:pt x="2209" y="1288338"/>
                  </a:lnTo>
                  <a:lnTo>
                    <a:pt x="0" y="1334985"/>
                  </a:lnTo>
                  <a:lnTo>
                    <a:pt x="2209" y="1381620"/>
                  </a:lnTo>
                  <a:lnTo>
                    <a:pt x="8724" y="1427010"/>
                  </a:lnTo>
                  <a:lnTo>
                    <a:pt x="19342" y="1470939"/>
                  </a:lnTo>
                  <a:lnTo>
                    <a:pt x="33845" y="1513205"/>
                  </a:lnTo>
                  <a:lnTo>
                    <a:pt x="52031" y="1553603"/>
                  </a:lnTo>
                  <a:lnTo>
                    <a:pt x="73723" y="1591945"/>
                  </a:lnTo>
                  <a:lnTo>
                    <a:pt x="98679" y="1628013"/>
                  </a:lnTo>
                  <a:lnTo>
                    <a:pt x="126733" y="1661617"/>
                  </a:lnTo>
                  <a:lnTo>
                    <a:pt x="157657" y="1692529"/>
                  </a:lnTo>
                  <a:lnTo>
                    <a:pt x="191249" y="1720583"/>
                  </a:lnTo>
                  <a:lnTo>
                    <a:pt x="227317" y="1745538"/>
                  </a:lnTo>
                  <a:lnTo>
                    <a:pt x="265658" y="1767217"/>
                  </a:lnTo>
                  <a:lnTo>
                    <a:pt x="306070" y="1785416"/>
                  </a:lnTo>
                  <a:lnTo>
                    <a:pt x="348335" y="1799920"/>
                  </a:lnTo>
                  <a:lnTo>
                    <a:pt x="392264" y="1810524"/>
                  </a:lnTo>
                  <a:lnTo>
                    <a:pt x="437642" y="1817039"/>
                  </a:lnTo>
                  <a:lnTo>
                    <a:pt x="484289" y="1819262"/>
                  </a:lnTo>
                  <a:lnTo>
                    <a:pt x="530923" y="1817039"/>
                  </a:lnTo>
                  <a:lnTo>
                    <a:pt x="576313" y="1810524"/>
                  </a:lnTo>
                  <a:lnTo>
                    <a:pt x="620242" y="1799920"/>
                  </a:lnTo>
                  <a:lnTo>
                    <a:pt x="662508" y="1785416"/>
                  </a:lnTo>
                  <a:lnTo>
                    <a:pt x="702906" y="1767217"/>
                  </a:lnTo>
                  <a:lnTo>
                    <a:pt x="741248" y="1745538"/>
                  </a:lnTo>
                  <a:lnTo>
                    <a:pt x="777316" y="1720583"/>
                  </a:lnTo>
                  <a:lnTo>
                    <a:pt x="810920" y="1692529"/>
                  </a:lnTo>
                  <a:lnTo>
                    <a:pt x="841832" y="1661617"/>
                  </a:lnTo>
                  <a:lnTo>
                    <a:pt x="869886" y="1628013"/>
                  </a:lnTo>
                  <a:lnTo>
                    <a:pt x="894842" y="1591945"/>
                  </a:lnTo>
                  <a:lnTo>
                    <a:pt x="916520" y="1553603"/>
                  </a:lnTo>
                  <a:lnTo>
                    <a:pt x="934720" y="1513205"/>
                  </a:lnTo>
                  <a:lnTo>
                    <a:pt x="949223" y="1470939"/>
                  </a:lnTo>
                  <a:lnTo>
                    <a:pt x="959827" y="1427010"/>
                  </a:lnTo>
                  <a:lnTo>
                    <a:pt x="966343" y="1381620"/>
                  </a:lnTo>
                  <a:lnTo>
                    <a:pt x="968565" y="1334985"/>
                  </a:lnTo>
                  <a:close/>
                </a:path>
                <a:path w="2038985" h="2074545">
                  <a:moveTo>
                    <a:pt x="1986597" y="609168"/>
                  </a:moveTo>
                  <a:lnTo>
                    <a:pt x="1984756" y="561555"/>
                  </a:lnTo>
                  <a:lnTo>
                    <a:pt x="1979345" y="514946"/>
                  </a:lnTo>
                  <a:lnTo>
                    <a:pt x="1970506" y="469480"/>
                  </a:lnTo>
                  <a:lnTo>
                    <a:pt x="1958352" y="425297"/>
                  </a:lnTo>
                  <a:lnTo>
                    <a:pt x="1943023" y="382511"/>
                  </a:lnTo>
                  <a:lnTo>
                    <a:pt x="1924672" y="341261"/>
                  </a:lnTo>
                  <a:lnTo>
                    <a:pt x="1903412" y="301701"/>
                  </a:lnTo>
                  <a:lnTo>
                    <a:pt x="1879396" y="263956"/>
                  </a:lnTo>
                  <a:lnTo>
                    <a:pt x="1852752" y="228155"/>
                  </a:lnTo>
                  <a:lnTo>
                    <a:pt x="1823618" y="194449"/>
                  </a:lnTo>
                  <a:lnTo>
                    <a:pt x="1792122" y="162953"/>
                  </a:lnTo>
                  <a:lnTo>
                    <a:pt x="1758416" y="133819"/>
                  </a:lnTo>
                  <a:lnTo>
                    <a:pt x="1722615" y="107175"/>
                  </a:lnTo>
                  <a:lnTo>
                    <a:pt x="1684858" y="83172"/>
                  </a:lnTo>
                  <a:lnTo>
                    <a:pt x="1645297" y="61912"/>
                  </a:lnTo>
                  <a:lnTo>
                    <a:pt x="1604060" y="43561"/>
                  </a:lnTo>
                  <a:lnTo>
                    <a:pt x="1561274" y="28244"/>
                  </a:lnTo>
                  <a:lnTo>
                    <a:pt x="1517078" y="16090"/>
                  </a:lnTo>
                  <a:lnTo>
                    <a:pt x="1471612" y="7239"/>
                  </a:lnTo>
                  <a:lnTo>
                    <a:pt x="1425003" y="1828"/>
                  </a:lnTo>
                  <a:lnTo>
                    <a:pt x="1377391" y="0"/>
                  </a:lnTo>
                  <a:lnTo>
                    <a:pt x="1329791" y="1828"/>
                  </a:lnTo>
                  <a:lnTo>
                    <a:pt x="1283182" y="7239"/>
                  </a:lnTo>
                  <a:lnTo>
                    <a:pt x="1237716" y="16090"/>
                  </a:lnTo>
                  <a:lnTo>
                    <a:pt x="1193520" y="28244"/>
                  </a:lnTo>
                  <a:lnTo>
                    <a:pt x="1150734" y="43561"/>
                  </a:lnTo>
                  <a:lnTo>
                    <a:pt x="1109497" y="61912"/>
                  </a:lnTo>
                  <a:lnTo>
                    <a:pt x="1069936" y="83172"/>
                  </a:lnTo>
                  <a:lnTo>
                    <a:pt x="1032192" y="107175"/>
                  </a:lnTo>
                  <a:lnTo>
                    <a:pt x="996391" y="133819"/>
                  </a:lnTo>
                  <a:lnTo>
                    <a:pt x="962685" y="162953"/>
                  </a:lnTo>
                  <a:lnTo>
                    <a:pt x="931189" y="194449"/>
                  </a:lnTo>
                  <a:lnTo>
                    <a:pt x="902055" y="228155"/>
                  </a:lnTo>
                  <a:lnTo>
                    <a:pt x="875423" y="263956"/>
                  </a:lnTo>
                  <a:lnTo>
                    <a:pt x="851408" y="301701"/>
                  </a:lnTo>
                  <a:lnTo>
                    <a:pt x="830148" y="341261"/>
                  </a:lnTo>
                  <a:lnTo>
                    <a:pt x="811796" y="382511"/>
                  </a:lnTo>
                  <a:lnTo>
                    <a:pt x="796480" y="425297"/>
                  </a:lnTo>
                  <a:lnTo>
                    <a:pt x="784326" y="469480"/>
                  </a:lnTo>
                  <a:lnTo>
                    <a:pt x="775487" y="514946"/>
                  </a:lnTo>
                  <a:lnTo>
                    <a:pt x="770077" y="561555"/>
                  </a:lnTo>
                  <a:lnTo>
                    <a:pt x="768235" y="609168"/>
                  </a:lnTo>
                  <a:lnTo>
                    <a:pt x="770077" y="656767"/>
                  </a:lnTo>
                  <a:lnTo>
                    <a:pt x="775487" y="703376"/>
                  </a:lnTo>
                  <a:lnTo>
                    <a:pt x="784326" y="748842"/>
                  </a:lnTo>
                  <a:lnTo>
                    <a:pt x="796480" y="793038"/>
                  </a:lnTo>
                  <a:lnTo>
                    <a:pt x="811796" y="835825"/>
                  </a:lnTo>
                  <a:lnTo>
                    <a:pt x="830148" y="877074"/>
                  </a:lnTo>
                  <a:lnTo>
                    <a:pt x="851408" y="916635"/>
                  </a:lnTo>
                  <a:lnTo>
                    <a:pt x="875423" y="954379"/>
                  </a:lnTo>
                  <a:lnTo>
                    <a:pt x="902055" y="990180"/>
                  </a:lnTo>
                  <a:lnTo>
                    <a:pt x="931189" y="1023886"/>
                  </a:lnTo>
                  <a:lnTo>
                    <a:pt x="962685" y="1055382"/>
                  </a:lnTo>
                  <a:lnTo>
                    <a:pt x="996391" y="1084516"/>
                  </a:lnTo>
                  <a:lnTo>
                    <a:pt x="1032192" y="1111161"/>
                  </a:lnTo>
                  <a:lnTo>
                    <a:pt x="1069936" y="1135176"/>
                  </a:lnTo>
                  <a:lnTo>
                    <a:pt x="1109497" y="1156423"/>
                  </a:lnTo>
                  <a:lnTo>
                    <a:pt x="1150734" y="1174775"/>
                  </a:lnTo>
                  <a:lnTo>
                    <a:pt x="1193520" y="1190104"/>
                  </a:lnTo>
                  <a:lnTo>
                    <a:pt x="1237716" y="1202245"/>
                  </a:lnTo>
                  <a:lnTo>
                    <a:pt x="1283182" y="1211097"/>
                  </a:lnTo>
                  <a:lnTo>
                    <a:pt x="1329791" y="1216507"/>
                  </a:lnTo>
                  <a:lnTo>
                    <a:pt x="1377391" y="1218336"/>
                  </a:lnTo>
                  <a:lnTo>
                    <a:pt x="1425003" y="1216507"/>
                  </a:lnTo>
                  <a:lnTo>
                    <a:pt x="1471612" y="1211097"/>
                  </a:lnTo>
                  <a:lnTo>
                    <a:pt x="1517078" y="1202245"/>
                  </a:lnTo>
                  <a:lnTo>
                    <a:pt x="1561274" y="1190104"/>
                  </a:lnTo>
                  <a:lnTo>
                    <a:pt x="1604060" y="1174775"/>
                  </a:lnTo>
                  <a:lnTo>
                    <a:pt x="1645297" y="1156423"/>
                  </a:lnTo>
                  <a:lnTo>
                    <a:pt x="1684858" y="1135176"/>
                  </a:lnTo>
                  <a:lnTo>
                    <a:pt x="1722615" y="1111161"/>
                  </a:lnTo>
                  <a:lnTo>
                    <a:pt x="1758416" y="1084516"/>
                  </a:lnTo>
                  <a:lnTo>
                    <a:pt x="1792122" y="1055382"/>
                  </a:lnTo>
                  <a:lnTo>
                    <a:pt x="1823618" y="1023886"/>
                  </a:lnTo>
                  <a:lnTo>
                    <a:pt x="1852752" y="990180"/>
                  </a:lnTo>
                  <a:lnTo>
                    <a:pt x="1879396" y="954379"/>
                  </a:lnTo>
                  <a:lnTo>
                    <a:pt x="1903412" y="916635"/>
                  </a:lnTo>
                  <a:lnTo>
                    <a:pt x="1924672" y="877074"/>
                  </a:lnTo>
                  <a:lnTo>
                    <a:pt x="1943023" y="835825"/>
                  </a:lnTo>
                  <a:lnTo>
                    <a:pt x="1958352" y="793038"/>
                  </a:lnTo>
                  <a:lnTo>
                    <a:pt x="1970506" y="748842"/>
                  </a:lnTo>
                  <a:lnTo>
                    <a:pt x="1979345" y="703376"/>
                  </a:lnTo>
                  <a:lnTo>
                    <a:pt x="1984756" y="656767"/>
                  </a:lnTo>
                  <a:lnTo>
                    <a:pt x="1986597" y="609168"/>
                  </a:lnTo>
                  <a:close/>
                </a:path>
                <a:path w="2038985" h="2074545">
                  <a:moveTo>
                    <a:pt x="2038756" y="1704238"/>
                  </a:moveTo>
                  <a:lnTo>
                    <a:pt x="2035873" y="1657858"/>
                  </a:lnTo>
                  <a:lnTo>
                    <a:pt x="2027453" y="1613179"/>
                  </a:lnTo>
                  <a:lnTo>
                    <a:pt x="2013864" y="1570570"/>
                  </a:lnTo>
                  <a:lnTo>
                    <a:pt x="1995424" y="1530388"/>
                  </a:lnTo>
                  <a:lnTo>
                    <a:pt x="1972500" y="1492948"/>
                  </a:lnTo>
                  <a:lnTo>
                    <a:pt x="1945424" y="1458620"/>
                  </a:lnTo>
                  <a:lnTo>
                    <a:pt x="1914550" y="1427746"/>
                  </a:lnTo>
                  <a:lnTo>
                    <a:pt x="1880222" y="1400670"/>
                  </a:lnTo>
                  <a:lnTo>
                    <a:pt x="1842795" y="1377746"/>
                  </a:lnTo>
                  <a:lnTo>
                    <a:pt x="1802599" y="1359306"/>
                  </a:lnTo>
                  <a:lnTo>
                    <a:pt x="1759991" y="1345704"/>
                  </a:lnTo>
                  <a:lnTo>
                    <a:pt x="1715325" y="1337297"/>
                  </a:lnTo>
                  <a:lnTo>
                    <a:pt x="1668932" y="1334414"/>
                  </a:lnTo>
                  <a:lnTo>
                    <a:pt x="1622539" y="1337297"/>
                  </a:lnTo>
                  <a:lnTo>
                    <a:pt x="1577860" y="1345704"/>
                  </a:lnTo>
                  <a:lnTo>
                    <a:pt x="1535252" y="1359306"/>
                  </a:lnTo>
                  <a:lnTo>
                    <a:pt x="1495056" y="1377746"/>
                  </a:lnTo>
                  <a:lnTo>
                    <a:pt x="1457629" y="1400670"/>
                  </a:lnTo>
                  <a:lnTo>
                    <a:pt x="1423301" y="1427746"/>
                  </a:lnTo>
                  <a:lnTo>
                    <a:pt x="1392428" y="1458620"/>
                  </a:lnTo>
                  <a:lnTo>
                    <a:pt x="1365351" y="1492948"/>
                  </a:lnTo>
                  <a:lnTo>
                    <a:pt x="1342415" y="1530388"/>
                  </a:lnTo>
                  <a:lnTo>
                    <a:pt x="1323987" y="1570570"/>
                  </a:lnTo>
                  <a:lnTo>
                    <a:pt x="1310386" y="1613179"/>
                  </a:lnTo>
                  <a:lnTo>
                    <a:pt x="1301965" y="1657858"/>
                  </a:lnTo>
                  <a:lnTo>
                    <a:pt x="1299095" y="1704238"/>
                  </a:lnTo>
                  <a:lnTo>
                    <a:pt x="1301965" y="1750631"/>
                  </a:lnTo>
                  <a:lnTo>
                    <a:pt x="1310386" y="1795310"/>
                  </a:lnTo>
                  <a:lnTo>
                    <a:pt x="1323987" y="1837918"/>
                  </a:lnTo>
                  <a:lnTo>
                    <a:pt x="1342415" y="1878101"/>
                  </a:lnTo>
                  <a:lnTo>
                    <a:pt x="1365351" y="1915541"/>
                  </a:lnTo>
                  <a:lnTo>
                    <a:pt x="1392428" y="1949869"/>
                  </a:lnTo>
                  <a:lnTo>
                    <a:pt x="1423301" y="1980742"/>
                  </a:lnTo>
                  <a:lnTo>
                    <a:pt x="1457629" y="2007819"/>
                  </a:lnTo>
                  <a:lnTo>
                    <a:pt x="1495056" y="2030742"/>
                  </a:lnTo>
                  <a:lnTo>
                    <a:pt x="1535252" y="2049183"/>
                  </a:lnTo>
                  <a:lnTo>
                    <a:pt x="1577860" y="2062784"/>
                  </a:lnTo>
                  <a:lnTo>
                    <a:pt x="1622539" y="2071192"/>
                  </a:lnTo>
                  <a:lnTo>
                    <a:pt x="1668932" y="2074075"/>
                  </a:lnTo>
                  <a:lnTo>
                    <a:pt x="1715325" y="2071192"/>
                  </a:lnTo>
                  <a:lnTo>
                    <a:pt x="1759991" y="2062784"/>
                  </a:lnTo>
                  <a:lnTo>
                    <a:pt x="1802599" y="2049183"/>
                  </a:lnTo>
                  <a:lnTo>
                    <a:pt x="1842795" y="2030742"/>
                  </a:lnTo>
                  <a:lnTo>
                    <a:pt x="1880222" y="2007819"/>
                  </a:lnTo>
                  <a:lnTo>
                    <a:pt x="1914550" y="1980742"/>
                  </a:lnTo>
                  <a:lnTo>
                    <a:pt x="1945424" y="1949869"/>
                  </a:lnTo>
                  <a:lnTo>
                    <a:pt x="1972500" y="1915541"/>
                  </a:lnTo>
                  <a:lnTo>
                    <a:pt x="1995424" y="1878101"/>
                  </a:lnTo>
                  <a:lnTo>
                    <a:pt x="2013864" y="1837918"/>
                  </a:lnTo>
                  <a:lnTo>
                    <a:pt x="2027453" y="1795310"/>
                  </a:lnTo>
                  <a:lnTo>
                    <a:pt x="2035873" y="1750631"/>
                  </a:lnTo>
                  <a:lnTo>
                    <a:pt x="2038756" y="1704238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587127" y="7367250"/>
              <a:ext cx="1196975" cy="868680"/>
            </a:xfrm>
            <a:custGeom>
              <a:avLst/>
              <a:gdLst/>
              <a:ahLst/>
              <a:cxnLst/>
              <a:rect l="l" t="t" r="r" b="b"/>
              <a:pathLst>
                <a:path w="1196975" h="868679">
                  <a:moveTo>
                    <a:pt x="1196619" y="434327"/>
                  </a:moveTo>
                  <a:lnTo>
                    <a:pt x="1194079" y="386994"/>
                  </a:lnTo>
                  <a:lnTo>
                    <a:pt x="1186611" y="341147"/>
                  </a:lnTo>
                  <a:lnTo>
                    <a:pt x="1174483" y="297040"/>
                  </a:lnTo>
                  <a:lnTo>
                    <a:pt x="1157973" y="254927"/>
                  </a:lnTo>
                  <a:lnTo>
                    <a:pt x="1137335" y="215099"/>
                  </a:lnTo>
                  <a:lnTo>
                    <a:pt x="1112824" y="177812"/>
                  </a:lnTo>
                  <a:lnTo>
                    <a:pt x="1084732" y="143319"/>
                  </a:lnTo>
                  <a:lnTo>
                    <a:pt x="1053312" y="111887"/>
                  </a:lnTo>
                  <a:lnTo>
                    <a:pt x="1018819" y="83794"/>
                  </a:lnTo>
                  <a:lnTo>
                    <a:pt x="981519" y="59296"/>
                  </a:lnTo>
                  <a:lnTo>
                    <a:pt x="941692" y="38658"/>
                  </a:lnTo>
                  <a:lnTo>
                    <a:pt x="899591" y="22136"/>
                  </a:lnTo>
                  <a:lnTo>
                    <a:pt x="855484" y="10020"/>
                  </a:lnTo>
                  <a:lnTo>
                    <a:pt x="809637" y="2552"/>
                  </a:lnTo>
                  <a:lnTo>
                    <a:pt x="762317" y="0"/>
                  </a:lnTo>
                  <a:lnTo>
                    <a:pt x="714984" y="2552"/>
                  </a:lnTo>
                  <a:lnTo>
                    <a:pt x="669137" y="10020"/>
                  </a:lnTo>
                  <a:lnTo>
                    <a:pt x="625030" y="22136"/>
                  </a:lnTo>
                  <a:lnTo>
                    <a:pt x="582930" y="38658"/>
                  </a:lnTo>
                  <a:lnTo>
                    <a:pt x="543102" y="59296"/>
                  </a:lnTo>
                  <a:lnTo>
                    <a:pt x="505815" y="83794"/>
                  </a:lnTo>
                  <a:lnTo>
                    <a:pt x="471322" y="111887"/>
                  </a:lnTo>
                  <a:lnTo>
                    <a:pt x="439889" y="143319"/>
                  </a:lnTo>
                  <a:lnTo>
                    <a:pt x="411797" y="177812"/>
                  </a:lnTo>
                  <a:lnTo>
                    <a:pt x="408406" y="182968"/>
                  </a:lnTo>
                  <a:lnTo>
                    <a:pt x="385368" y="146710"/>
                  </a:lnTo>
                  <a:lnTo>
                    <a:pt x="351840" y="113195"/>
                  </a:lnTo>
                  <a:lnTo>
                    <a:pt x="311645" y="87642"/>
                  </a:lnTo>
                  <a:lnTo>
                    <a:pt x="266090" y="71361"/>
                  </a:lnTo>
                  <a:lnTo>
                    <a:pt x="216446" y="65633"/>
                  </a:lnTo>
                  <a:lnTo>
                    <a:pt x="166827" y="71361"/>
                  </a:lnTo>
                  <a:lnTo>
                    <a:pt x="121259" y="87642"/>
                  </a:lnTo>
                  <a:lnTo>
                    <a:pt x="81076" y="113195"/>
                  </a:lnTo>
                  <a:lnTo>
                    <a:pt x="47561" y="146710"/>
                  </a:lnTo>
                  <a:lnTo>
                    <a:pt x="22009" y="186905"/>
                  </a:lnTo>
                  <a:lnTo>
                    <a:pt x="5715" y="232460"/>
                  </a:lnTo>
                  <a:lnTo>
                    <a:pt x="0" y="282092"/>
                  </a:lnTo>
                  <a:lnTo>
                    <a:pt x="5715" y="331724"/>
                  </a:lnTo>
                  <a:lnTo>
                    <a:pt x="22009" y="377278"/>
                  </a:lnTo>
                  <a:lnTo>
                    <a:pt x="47561" y="417474"/>
                  </a:lnTo>
                  <a:lnTo>
                    <a:pt x="81076" y="450989"/>
                  </a:lnTo>
                  <a:lnTo>
                    <a:pt x="121259" y="476542"/>
                  </a:lnTo>
                  <a:lnTo>
                    <a:pt x="166827" y="492836"/>
                  </a:lnTo>
                  <a:lnTo>
                    <a:pt x="216446" y="498551"/>
                  </a:lnTo>
                  <a:lnTo>
                    <a:pt x="266090" y="492836"/>
                  </a:lnTo>
                  <a:lnTo>
                    <a:pt x="311645" y="476542"/>
                  </a:lnTo>
                  <a:lnTo>
                    <a:pt x="329641" y="465099"/>
                  </a:lnTo>
                  <a:lnTo>
                    <a:pt x="330542" y="481647"/>
                  </a:lnTo>
                  <a:lnTo>
                    <a:pt x="338010" y="527494"/>
                  </a:lnTo>
                  <a:lnTo>
                    <a:pt x="350139" y="571601"/>
                  </a:lnTo>
                  <a:lnTo>
                    <a:pt x="366649" y="613702"/>
                  </a:lnTo>
                  <a:lnTo>
                    <a:pt x="387286" y="653529"/>
                  </a:lnTo>
                  <a:lnTo>
                    <a:pt x="411797" y="690816"/>
                  </a:lnTo>
                  <a:lnTo>
                    <a:pt x="439889" y="725309"/>
                  </a:lnTo>
                  <a:lnTo>
                    <a:pt x="471322" y="756742"/>
                  </a:lnTo>
                  <a:lnTo>
                    <a:pt x="505815" y="784834"/>
                  </a:lnTo>
                  <a:lnTo>
                    <a:pt x="543102" y="809332"/>
                  </a:lnTo>
                  <a:lnTo>
                    <a:pt x="582930" y="829983"/>
                  </a:lnTo>
                  <a:lnTo>
                    <a:pt x="625030" y="846493"/>
                  </a:lnTo>
                  <a:lnTo>
                    <a:pt x="669137" y="858621"/>
                  </a:lnTo>
                  <a:lnTo>
                    <a:pt x="714984" y="866089"/>
                  </a:lnTo>
                  <a:lnTo>
                    <a:pt x="762317" y="868629"/>
                  </a:lnTo>
                  <a:lnTo>
                    <a:pt x="809637" y="866089"/>
                  </a:lnTo>
                  <a:lnTo>
                    <a:pt x="855484" y="858621"/>
                  </a:lnTo>
                  <a:lnTo>
                    <a:pt x="899591" y="846493"/>
                  </a:lnTo>
                  <a:lnTo>
                    <a:pt x="941692" y="829983"/>
                  </a:lnTo>
                  <a:lnTo>
                    <a:pt x="981519" y="809332"/>
                  </a:lnTo>
                  <a:lnTo>
                    <a:pt x="1018819" y="784834"/>
                  </a:lnTo>
                  <a:lnTo>
                    <a:pt x="1053312" y="756742"/>
                  </a:lnTo>
                  <a:lnTo>
                    <a:pt x="1084732" y="725309"/>
                  </a:lnTo>
                  <a:lnTo>
                    <a:pt x="1112824" y="690816"/>
                  </a:lnTo>
                  <a:lnTo>
                    <a:pt x="1137335" y="653529"/>
                  </a:lnTo>
                  <a:lnTo>
                    <a:pt x="1157973" y="613702"/>
                  </a:lnTo>
                  <a:lnTo>
                    <a:pt x="1174483" y="571601"/>
                  </a:lnTo>
                  <a:lnTo>
                    <a:pt x="1186611" y="527494"/>
                  </a:lnTo>
                  <a:lnTo>
                    <a:pt x="1194079" y="481647"/>
                  </a:lnTo>
                  <a:lnTo>
                    <a:pt x="1196619" y="434327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580888" y="7526642"/>
              <a:ext cx="509905" cy="509905"/>
            </a:xfrm>
            <a:custGeom>
              <a:avLst/>
              <a:gdLst/>
              <a:ahLst/>
              <a:cxnLst/>
              <a:rect l="l" t="t" r="r" b="b"/>
              <a:pathLst>
                <a:path w="509904" h="509904">
                  <a:moveTo>
                    <a:pt x="254662" y="0"/>
                  </a:moveTo>
                  <a:lnTo>
                    <a:pt x="208892" y="4102"/>
                  </a:lnTo>
                  <a:lnTo>
                    <a:pt x="165811" y="15931"/>
                  </a:lnTo>
                  <a:lnTo>
                    <a:pt x="126139" y="34766"/>
                  </a:lnTo>
                  <a:lnTo>
                    <a:pt x="90595" y="59890"/>
                  </a:lnTo>
                  <a:lnTo>
                    <a:pt x="59900" y="90582"/>
                  </a:lnTo>
                  <a:lnTo>
                    <a:pt x="34773" y="126125"/>
                  </a:lnTo>
                  <a:lnTo>
                    <a:pt x="15934" y="165798"/>
                  </a:lnTo>
                  <a:lnTo>
                    <a:pt x="4103" y="208884"/>
                  </a:lnTo>
                  <a:lnTo>
                    <a:pt x="0" y="254662"/>
                  </a:lnTo>
                  <a:lnTo>
                    <a:pt x="4103" y="300437"/>
                  </a:lnTo>
                  <a:lnTo>
                    <a:pt x="15934" y="343521"/>
                  </a:lnTo>
                  <a:lnTo>
                    <a:pt x="34773" y="383194"/>
                  </a:lnTo>
                  <a:lnTo>
                    <a:pt x="59900" y="418737"/>
                  </a:lnTo>
                  <a:lnTo>
                    <a:pt x="90595" y="449430"/>
                  </a:lnTo>
                  <a:lnTo>
                    <a:pt x="126139" y="474555"/>
                  </a:lnTo>
                  <a:lnTo>
                    <a:pt x="165811" y="493392"/>
                  </a:lnTo>
                  <a:lnTo>
                    <a:pt x="208892" y="505221"/>
                  </a:lnTo>
                  <a:lnTo>
                    <a:pt x="254662" y="509324"/>
                  </a:lnTo>
                  <a:lnTo>
                    <a:pt x="300443" y="505221"/>
                  </a:lnTo>
                  <a:lnTo>
                    <a:pt x="343531" y="493392"/>
                  </a:lnTo>
                  <a:lnTo>
                    <a:pt x="383206" y="474555"/>
                  </a:lnTo>
                  <a:lnTo>
                    <a:pt x="418750" y="449430"/>
                  </a:lnTo>
                  <a:lnTo>
                    <a:pt x="449443" y="418737"/>
                  </a:lnTo>
                  <a:lnTo>
                    <a:pt x="474568" y="383194"/>
                  </a:lnTo>
                  <a:lnTo>
                    <a:pt x="493403" y="343521"/>
                  </a:lnTo>
                  <a:lnTo>
                    <a:pt x="505232" y="300437"/>
                  </a:lnTo>
                  <a:lnTo>
                    <a:pt x="509335" y="254662"/>
                  </a:lnTo>
                  <a:lnTo>
                    <a:pt x="505232" y="208884"/>
                  </a:lnTo>
                  <a:lnTo>
                    <a:pt x="493403" y="165798"/>
                  </a:lnTo>
                  <a:lnTo>
                    <a:pt x="474568" y="126125"/>
                  </a:lnTo>
                  <a:lnTo>
                    <a:pt x="449443" y="90582"/>
                  </a:lnTo>
                  <a:lnTo>
                    <a:pt x="418750" y="59890"/>
                  </a:lnTo>
                  <a:lnTo>
                    <a:pt x="383206" y="34766"/>
                  </a:lnTo>
                  <a:lnTo>
                    <a:pt x="343531" y="15931"/>
                  </a:lnTo>
                  <a:lnTo>
                    <a:pt x="300443" y="4102"/>
                  </a:lnTo>
                  <a:lnTo>
                    <a:pt x="254662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376995" y="7709442"/>
              <a:ext cx="607060" cy="607060"/>
            </a:xfrm>
            <a:custGeom>
              <a:avLst/>
              <a:gdLst/>
              <a:ahLst/>
              <a:cxnLst/>
              <a:rect l="l" t="t" r="r" b="b"/>
              <a:pathLst>
                <a:path w="607060" h="607059">
                  <a:moveTo>
                    <a:pt x="303215" y="0"/>
                  </a:moveTo>
                  <a:lnTo>
                    <a:pt x="254035" y="3968"/>
                  </a:lnTo>
                  <a:lnTo>
                    <a:pt x="207380" y="15458"/>
                  </a:lnTo>
                  <a:lnTo>
                    <a:pt x="163875" y="33844"/>
                  </a:lnTo>
                  <a:lnTo>
                    <a:pt x="124145" y="58502"/>
                  </a:lnTo>
                  <a:lnTo>
                    <a:pt x="88814" y="88808"/>
                  </a:lnTo>
                  <a:lnTo>
                    <a:pt x="58506" y="124138"/>
                  </a:lnTo>
                  <a:lnTo>
                    <a:pt x="33846" y="163867"/>
                  </a:lnTo>
                  <a:lnTo>
                    <a:pt x="15459" y="207371"/>
                  </a:lnTo>
                  <a:lnTo>
                    <a:pt x="3968" y="254025"/>
                  </a:lnTo>
                  <a:lnTo>
                    <a:pt x="0" y="303205"/>
                  </a:lnTo>
                  <a:lnTo>
                    <a:pt x="3968" y="352391"/>
                  </a:lnTo>
                  <a:lnTo>
                    <a:pt x="15459" y="399049"/>
                  </a:lnTo>
                  <a:lnTo>
                    <a:pt x="33846" y="442557"/>
                  </a:lnTo>
                  <a:lnTo>
                    <a:pt x="58506" y="482288"/>
                  </a:lnTo>
                  <a:lnTo>
                    <a:pt x="88814" y="517620"/>
                  </a:lnTo>
                  <a:lnTo>
                    <a:pt x="124145" y="547927"/>
                  </a:lnTo>
                  <a:lnTo>
                    <a:pt x="163875" y="572586"/>
                  </a:lnTo>
                  <a:lnTo>
                    <a:pt x="207380" y="590973"/>
                  </a:lnTo>
                  <a:lnTo>
                    <a:pt x="254035" y="602463"/>
                  </a:lnTo>
                  <a:lnTo>
                    <a:pt x="303215" y="606431"/>
                  </a:lnTo>
                  <a:lnTo>
                    <a:pt x="352401" y="602463"/>
                  </a:lnTo>
                  <a:lnTo>
                    <a:pt x="399059" y="590973"/>
                  </a:lnTo>
                  <a:lnTo>
                    <a:pt x="442565" y="572586"/>
                  </a:lnTo>
                  <a:lnTo>
                    <a:pt x="482295" y="547927"/>
                  </a:lnTo>
                  <a:lnTo>
                    <a:pt x="517625" y="517620"/>
                  </a:lnTo>
                  <a:lnTo>
                    <a:pt x="547931" y="482288"/>
                  </a:lnTo>
                  <a:lnTo>
                    <a:pt x="572589" y="442557"/>
                  </a:lnTo>
                  <a:lnTo>
                    <a:pt x="590974" y="399049"/>
                  </a:lnTo>
                  <a:lnTo>
                    <a:pt x="602463" y="352391"/>
                  </a:lnTo>
                  <a:lnTo>
                    <a:pt x="606431" y="303205"/>
                  </a:lnTo>
                  <a:lnTo>
                    <a:pt x="602463" y="254025"/>
                  </a:lnTo>
                  <a:lnTo>
                    <a:pt x="590974" y="207371"/>
                  </a:lnTo>
                  <a:lnTo>
                    <a:pt x="572589" y="163867"/>
                  </a:lnTo>
                  <a:lnTo>
                    <a:pt x="547931" y="124138"/>
                  </a:lnTo>
                  <a:lnTo>
                    <a:pt x="517625" y="88808"/>
                  </a:lnTo>
                  <a:lnTo>
                    <a:pt x="482295" y="58502"/>
                  </a:lnTo>
                  <a:lnTo>
                    <a:pt x="442565" y="33844"/>
                  </a:lnTo>
                  <a:lnTo>
                    <a:pt x="399059" y="15458"/>
                  </a:lnTo>
                  <a:lnTo>
                    <a:pt x="352401" y="3968"/>
                  </a:lnTo>
                  <a:lnTo>
                    <a:pt x="303215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" name="object 76" descr=""/>
          <p:cNvGrpSpPr/>
          <p:nvPr/>
        </p:nvGrpSpPr>
        <p:grpSpPr>
          <a:xfrm>
            <a:off x="7585662" y="6365309"/>
            <a:ext cx="1094105" cy="3071495"/>
            <a:chOff x="7585662" y="6365309"/>
            <a:chExt cx="1094105" cy="3071495"/>
          </a:xfrm>
        </p:grpSpPr>
        <p:sp>
          <p:nvSpPr>
            <p:cNvPr id="77" name="object 77" descr=""/>
            <p:cNvSpPr/>
            <p:nvPr/>
          </p:nvSpPr>
          <p:spPr>
            <a:xfrm>
              <a:off x="7825778" y="7310087"/>
              <a:ext cx="666750" cy="2126615"/>
            </a:xfrm>
            <a:custGeom>
              <a:avLst/>
              <a:gdLst/>
              <a:ahLst/>
              <a:cxnLst/>
              <a:rect l="l" t="t" r="r" b="b"/>
              <a:pathLst>
                <a:path w="666750" h="2126615">
                  <a:moveTo>
                    <a:pt x="666559" y="338455"/>
                  </a:moveTo>
                  <a:lnTo>
                    <a:pt x="600748" y="306235"/>
                  </a:lnTo>
                  <a:lnTo>
                    <a:pt x="595274" y="463003"/>
                  </a:lnTo>
                  <a:lnTo>
                    <a:pt x="564629" y="538226"/>
                  </a:lnTo>
                  <a:lnTo>
                    <a:pt x="555853" y="539775"/>
                  </a:lnTo>
                  <a:lnTo>
                    <a:pt x="554964" y="509803"/>
                  </a:lnTo>
                  <a:lnTo>
                    <a:pt x="516788" y="510501"/>
                  </a:lnTo>
                  <a:lnTo>
                    <a:pt x="516788" y="666178"/>
                  </a:lnTo>
                  <a:lnTo>
                    <a:pt x="502208" y="745299"/>
                  </a:lnTo>
                  <a:lnTo>
                    <a:pt x="447459" y="772566"/>
                  </a:lnTo>
                  <a:lnTo>
                    <a:pt x="366979" y="772541"/>
                  </a:lnTo>
                  <a:lnTo>
                    <a:pt x="361670" y="585736"/>
                  </a:lnTo>
                  <a:lnTo>
                    <a:pt x="511530" y="581228"/>
                  </a:lnTo>
                  <a:lnTo>
                    <a:pt x="516788" y="666178"/>
                  </a:lnTo>
                  <a:lnTo>
                    <a:pt x="516788" y="510501"/>
                  </a:lnTo>
                  <a:lnTo>
                    <a:pt x="507174" y="510667"/>
                  </a:lnTo>
                  <a:lnTo>
                    <a:pt x="509473" y="547916"/>
                  </a:lnTo>
                  <a:lnTo>
                    <a:pt x="482854" y="552589"/>
                  </a:lnTo>
                  <a:lnTo>
                    <a:pt x="360159" y="532638"/>
                  </a:lnTo>
                  <a:lnTo>
                    <a:pt x="348462" y="121145"/>
                  </a:lnTo>
                  <a:lnTo>
                    <a:pt x="296532" y="121145"/>
                  </a:lnTo>
                  <a:lnTo>
                    <a:pt x="292608" y="258826"/>
                  </a:lnTo>
                  <a:lnTo>
                    <a:pt x="160375" y="260858"/>
                  </a:lnTo>
                  <a:lnTo>
                    <a:pt x="81559" y="234759"/>
                  </a:lnTo>
                  <a:lnTo>
                    <a:pt x="62166" y="155892"/>
                  </a:lnTo>
                  <a:lnTo>
                    <a:pt x="79527" y="0"/>
                  </a:lnTo>
                  <a:lnTo>
                    <a:pt x="9753" y="22301"/>
                  </a:lnTo>
                  <a:lnTo>
                    <a:pt x="0" y="164109"/>
                  </a:lnTo>
                  <a:lnTo>
                    <a:pt x="28892" y="242265"/>
                  </a:lnTo>
                  <a:lnTo>
                    <a:pt x="125361" y="284581"/>
                  </a:lnTo>
                  <a:lnTo>
                    <a:pt x="291033" y="314020"/>
                  </a:lnTo>
                  <a:lnTo>
                    <a:pt x="270002" y="1053172"/>
                  </a:lnTo>
                  <a:lnTo>
                    <a:pt x="160375" y="1054849"/>
                  </a:lnTo>
                  <a:lnTo>
                    <a:pt x="81559" y="1028750"/>
                  </a:lnTo>
                  <a:lnTo>
                    <a:pt x="62166" y="949871"/>
                  </a:lnTo>
                  <a:lnTo>
                    <a:pt x="79527" y="793991"/>
                  </a:lnTo>
                  <a:lnTo>
                    <a:pt x="9753" y="816292"/>
                  </a:lnTo>
                  <a:lnTo>
                    <a:pt x="0" y="958100"/>
                  </a:lnTo>
                  <a:lnTo>
                    <a:pt x="28892" y="1036256"/>
                  </a:lnTo>
                  <a:lnTo>
                    <a:pt x="125361" y="1078572"/>
                  </a:lnTo>
                  <a:lnTo>
                    <a:pt x="268554" y="1104011"/>
                  </a:lnTo>
                  <a:lnTo>
                    <a:pt x="239458" y="2126615"/>
                  </a:lnTo>
                  <a:lnTo>
                    <a:pt x="405523" y="2126615"/>
                  </a:lnTo>
                  <a:lnTo>
                    <a:pt x="379666" y="1218298"/>
                  </a:lnTo>
                  <a:lnTo>
                    <a:pt x="471258" y="1192555"/>
                  </a:lnTo>
                  <a:lnTo>
                    <a:pt x="538429" y="1146378"/>
                  </a:lnTo>
                  <a:lnTo>
                    <a:pt x="559549" y="1061275"/>
                  </a:lnTo>
                  <a:lnTo>
                    <a:pt x="554964" y="906957"/>
                  </a:lnTo>
                  <a:lnTo>
                    <a:pt x="507174" y="907821"/>
                  </a:lnTo>
                  <a:lnTo>
                    <a:pt x="516788" y="1063332"/>
                  </a:lnTo>
                  <a:lnTo>
                    <a:pt x="502208" y="1142453"/>
                  </a:lnTo>
                  <a:lnTo>
                    <a:pt x="447459" y="1169720"/>
                  </a:lnTo>
                  <a:lnTo>
                    <a:pt x="378282" y="1169708"/>
                  </a:lnTo>
                  <a:lnTo>
                    <a:pt x="368452" y="824280"/>
                  </a:lnTo>
                  <a:lnTo>
                    <a:pt x="471258" y="795388"/>
                  </a:lnTo>
                  <a:lnTo>
                    <a:pt x="538429" y="749211"/>
                  </a:lnTo>
                  <a:lnTo>
                    <a:pt x="559549" y="664121"/>
                  </a:lnTo>
                  <a:lnTo>
                    <a:pt x="556729" y="569455"/>
                  </a:lnTo>
                  <a:lnTo>
                    <a:pt x="615645" y="553288"/>
                  </a:lnTo>
                  <a:lnTo>
                    <a:pt x="655586" y="480161"/>
                  </a:lnTo>
                  <a:lnTo>
                    <a:pt x="666559" y="338455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585662" y="6746845"/>
              <a:ext cx="537845" cy="725170"/>
            </a:xfrm>
            <a:custGeom>
              <a:avLst/>
              <a:gdLst/>
              <a:ahLst/>
              <a:cxnLst/>
              <a:rect l="l" t="t" r="r" b="b"/>
              <a:pathLst>
                <a:path w="537845" h="725170">
                  <a:moveTo>
                    <a:pt x="288781" y="0"/>
                  </a:moveTo>
                  <a:lnTo>
                    <a:pt x="244528" y="2698"/>
                  </a:lnTo>
                  <a:lnTo>
                    <a:pt x="201382" y="12320"/>
                  </a:lnTo>
                  <a:lnTo>
                    <a:pt x="160365" y="28078"/>
                  </a:lnTo>
                  <a:lnTo>
                    <a:pt x="122499" y="49185"/>
                  </a:lnTo>
                  <a:lnTo>
                    <a:pt x="88805" y="74852"/>
                  </a:lnTo>
                  <a:lnTo>
                    <a:pt x="60308" y="104292"/>
                  </a:lnTo>
                  <a:lnTo>
                    <a:pt x="38027" y="136716"/>
                  </a:lnTo>
                  <a:lnTo>
                    <a:pt x="16097" y="197385"/>
                  </a:lnTo>
                  <a:lnTo>
                    <a:pt x="5053" y="265260"/>
                  </a:lnTo>
                  <a:lnTo>
                    <a:pt x="1601" y="305180"/>
                  </a:lnTo>
                  <a:lnTo>
                    <a:pt x="0" y="347820"/>
                  </a:lnTo>
                  <a:lnTo>
                    <a:pt x="599" y="392225"/>
                  </a:lnTo>
                  <a:lnTo>
                    <a:pt x="3751" y="437443"/>
                  </a:lnTo>
                  <a:lnTo>
                    <a:pt x="9808" y="482521"/>
                  </a:lnTo>
                  <a:lnTo>
                    <a:pt x="19121" y="526507"/>
                  </a:lnTo>
                  <a:lnTo>
                    <a:pt x="32043" y="568447"/>
                  </a:lnTo>
                  <a:lnTo>
                    <a:pt x="48924" y="607389"/>
                  </a:lnTo>
                  <a:lnTo>
                    <a:pt x="70116" y="642380"/>
                  </a:lnTo>
                  <a:lnTo>
                    <a:pt x="95972" y="672467"/>
                  </a:lnTo>
                  <a:lnTo>
                    <a:pt x="126843" y="696698"/>
                  </a:lnTo>
                  <a:lnTo>
                    <a:pt x="163081" y="714119"/>
                  </a:lnTo>
                  <a:lnTo>
                    <a:pt x="205037" y="723778"/>
                  </a:lnTo>
                  <a:lnTo>
                    <a:pt x="253064" y="724723"/>
                  </a:lnTo>
                  <a:lnTo>
                    <a:pt x="301196" y="719119"/>
                  </a:lnTo>
                  <a:lnTo>
                    <a:pt x="346579" y="708663"/>
                  </a:lnTo>
                  <a:lnTo>
                    <a:pt x="388539" y="692126"/>
                  </a:lnTo>
                  <a:lnTo>
                    <a:pt x="426402" y="668285"/>
                  </a:lnTo>
                  <a:lnTo>
                    <a:pt x="459492" y="635911"/>
                  </a:lnTo>
                  <a:lnTo>
                    <a:pt x="487135" y="593780"/>
                  </a:lnTo>
                  <a:lnTo>
                    <a:pt x="508658" y="540666"/>
                  </a:lnTo>
                  <a:lnTo>
                    <a:pt x="519455" y="500285"/>
                  </a:lnTo>
                  <a:lnTo>
                    <a:pt x="528233" y="455104"/>
                  </a:lnTo>
                  <a:lnTo>
                    <a:pt x="534395" y="406389"/>
                  </a:lnTo>
                  <a:lnTo>
                    <a:pt x="537345" y="355404"/>
                  </a:lnTo>
                  <a:lnTo>
                    <a:pt x="536486" y="303417"/>
                  </a:lnTo>
                  <a:lnTo>
                    <a:pt x="531223" y="251693"/>
                  </a:lnTo>
                  <a:lnTo>
                    <a:pt x="520958" y="201499"/>
                  </a:lnTo>
                  <a:lnTo>
                    <a:pt x="505095" y="154099"/>
                  </a:lnTo>
                  <a:lnTo>
                    <a:pt x="483039" y="110760"/>
                  </a:lnTo>
                  <a:lnTo>
                    <a:pt x="454192" y="72749"/>
                  </a:lnTo>
                  <a:lnTo>
                    <a:pt x="417959" y="41330"/>
                  </a:lnTo>
                  <a:lnTo>
                    <a:pt x="376519" y="18528"/>
                  </a:lnTo>
                  <a:lnTo>
                    <a:pt x="333119" y="5014"/>
                  </a:lnTo>
                  <a:lnTo>
                    <a:pt x="288781" y="0"/>
                  </a:lnTo>
                  <a:close/>
                </a:path>
              </a:pathLst>
            </a:custGeom>
            <a:solidFill>
              <a:srgbClr val="5685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924556" y="6365309"/>
              <a:ext cx="728345" cy="1106805"/>
            </a:xfrm>
            <a:custGeom>
              <a:avLst/>
              <a:gdLst/>
              <a:ahLst/>
              <a:cxnLst/>
              <a:rect l="l" t="t" r="r" b="b"/>
              <a:pathLst>
                <a:path w="728345" h="1106804">
                  <a:moveTo>
                    <a:pt x="395348" y="0"/>
                  </a:moveTo>
                  <a:lnTo>
                    <a:pt x="351260" y="1380"/>
                  </a:lnTo>
                  <a:lnTo>
                    <a:pt x="307729" y="8659"/>
                  </a:lnTo>
                  <a:lnTo>
                    <a:pt x="265303" y="21362"/>
                  </a:lnTo>
                  <a:lnTo>
                    <a:pt x="224528" y="39015"/>
                  </a:lnTo>
                  <a:lnTo>
                    <a:pt x="185949" y="61144"/>
                  </a:lnTo>
                  <a:lnTo>
                    <a:pt x="150113" y="87274"/>
                  </a:lnTo>
                  <a:lnTo>
                    <a:pt x="117567" y="116931"/>
                  </a:lnTo>
                  <a:lnTo>
                    <a:pt x="88855" y="149641"/>
                  </a:lnTo>
                  <a:lnTo>
                    <a:pt x="64526" y="184930"/>
                  </a:lnTo>
                  <a:lnTo>
                    <a:pt x="45124" y="222323"/>
                  </a:lnTo>
                  <a:lnTo>
                    <a:pt x="31196" y="261347"/>
                  </a:lnTo>
                  <a:lnTo>
                    <a:pt x="18735" y="317569"/>
                  </a:lnTo>
                  <a:lnTo>
                    <a:pt x="8582" y="388566"/>
                  </a:lnTo>
                  <a:lnTo>
                    <a:pt x="4747" y="428461"/>
                  </a:lnTo>
                  <a:lnTo>
                    <a:pt x="1938" y="470679"/>
                  </a:lnTo>
                  <a:lnTo>
                    <a:pt x="305" y="514760"/>
                  </a:lnTo>
                  <a:lnTo>
                    <a:pt x="0" y="560250"/>
                  </a:lnTo>
                  <a:lnTo>
                    <a:pt x="1170" y="606689"/>
                  </a:lnTo>
                  <a:lnTo>
                    <a:pt x="3966" y="653622"/>
                  </a:lnTo>
                  <a:lnTo>
                    <a:pt x="8539" y="700590"/>
                  </a:lnTo>
                  <a:lnTo>
                    <a:pt x="15037" y="747137"/>
                  </a:lnTo>
                  <a:lnTo>
                    <a:pt x="23610" y="792806"/>
                  </a:lnTo>
                  <a:lnTo>
                    <a:pt x="34410" y="837139"/>
                  </a:lnTo>
                  <a:lnTo>
                    <a:pt x="47584" y="879678"/>
                  </a:lnTo>
                  <a:lnTo>
                    <a:pt x="63284" y="919968"/>
                  </a:lnTo>
                  <a:lnTo>
                    <a:pt x="81658" y="957550"/>
                  </a:lnTo>
                  <a:lnTo>
                    <a:pt x="102858" y="991967"/>
                  </a:lnTo>
                  <a:lnTo>
                    <a:pt x="127032" y="1022763"/>
                  </a:lnTo>
                  <a:lnTo>
                    <a:pt x="154330" y="1049480"/>
                  </a:lnTo>
                  <a:lnTo>
                    <a:pt x="218900" y="1088847"/>
                  </a:lnTo>
                  <a:lnTo>
                    <a:pt x="256471" y="1100584"/>
                  </a:lnTo>
                  <a:lnTo>
                    <a:pt x="297766" y="1106412"/>
                  </a:lnTo>
                  <a:lnTo>
                    <a:pt x="342935" y="1105876"/>
                  </a:lnTo>
                  <a:lnTo>
                    <a:pt x="388939" y="1100583"/>
                  </a:lnTo>
                  <a:lnTo>
                    <a:pt x="433251" y="1091936"/>
                  </a:lnTo>
                  <a:lnTo>
                    <a:pt x="475558" y="1079293"/>
                  </a:lnTo>
                  <a:lnTo>
                    <a:pt x="515547" y="1062011"/>
                  </a:lnTo>
                  <a:lnTo>
                    <a:pt x="552905" y="1039450"/>
                  </a:lnTo>
                  <a:lnTo>
                    <a:pt x="587318" y="1010967"/>
                  </a:lnTo>
                  <a:lnTo>
                    <a:pt x="618473" y="975921"/>
                  </a:lnTo>
                  <a:lnTo>
                    <a:pt x="646057" y="933669"/>
                  </a:lnTo>
                  <a:lnTo>
                    <a:pt x="669757" y="883571"/>
                  </a:lnTo>
                  <a:lnTo>
                    <a:pt x="689259" y="824984"/>
                  </a:lnTo>
                  <a:lnTo>
                    <a:pt x="698995" y="786044"/>
                  </a:lnTo>
                  <a:lnTo>
                    <a:pt x="707705" y="743751"/>
                  </a:lnTo>
                  <a:lnTo>
                    <a:pt x="715170" y="698629"/>
                  </a:lnTo>
                  <a:lnTo>
                    <a:pt x="721170" y="651201"/>
                  </a:lnTo>
                  <a:lnTo>
                    <a:pt x="725489" y="601990"/>
                  </a:lnTo>
                  <a:lnTo>
                    <a:pt x="727905" y="551520"/>
                  </a:lnTo>
                  <a:lnTo>
                    <a:pt x="728201" y="500314"/>
                  </a:lnTo>
                  <a:lnTo>
                    <a:pt x="726157" y="448896"/>
                  </a:lnTo>
                  <a:lnTo>
                    <a:pt x="721554" y="397789"/>
                  </a:lnTo>
                  <a:lnTo>
                    <a:pt x="714175" y="347517"/>
                  </a:lnTo>
                  <a:lnTo>
                    <a:pt x="703799" y="298602"/>
                  </a:lnTo>
                  <a:lnTo>
                    <a:pt x="690208" y="251569"/>
                  </a:lnTo>
                  <a:lnTo>
                    <a:pt x="673183" y="206941"/>
                  </a:lnTo>
                  <a:lnTo>
                    <a:pt x="652504" y="165241"/>
                  </a:lnTo>
                  <a:lnTo>
                    <a:pt x="627954" y="126993"/>
                  </a:lnTo>
                  <a:lnTo>
                    <a:pt x="599313" y="92719"/>
                  </a:lnTo>
                  <a:lnTo>
                    <a:pt x="566363" y="62944"/>
                  </a:lnTo>
                  <a:lnTo>
                    <a:pt x="525503" y="35990"/>
                  </a:lnTo>
                  <a:lnTo>
                    <a:pt x="483016" y="16830"/>
                  </a:lnTo>
                  <a:lnTo>
                    <a:pt x="439449" y="4991"/>
                  </a:lnTo>
                  <a:lnTo>
                    <a:pt x="395348" y="0"/>
                  </a:lnTo>
                  <a:close/>
                </a:path>
              </a:pathLst>
            </a:custGeom>
            <a:solidFill>
              <a:srgbClr val="8BB4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7613675" y="7167987"/>
              <a:ext cx="1066165" cy="1013460"/>
            </a:xfrm>
            <a:custGeom>
              <a:avLst/>
              <a:gdLst/>
              <a:ahLst/>
              <a:cxnLst/>
              <a:rect l="l" t="t" r="r" b="b"/>
              <a:pathLst>
                <a:path w="1066165" h="1013459">
                  <a:moveTo>
                    <a:pt x="373900" y="751586"/>
                  </a:moveTo>
                  <a:lnTo>
                    <a:pt x="371805" y="701840"/>
                  </a:lnTo>
                  <a:lnTo>
                    <a:pt x="363524" y="653262"/>
                  </a:lnTo>
                  <a:lnTo>
                    <a:pt x="347967" y="608164"/>
                  </a:lnTo>
                  <a:lnTo>
                    <a:pt x="324078" y="568820"/>
                  </a:lnTo>
                  <a:lnTo>
                    <a:pt x="290766" y="537527"/>
                  </a:lnTo>
                  <a:lnTo>
                    <a:pt x="244792" y="515531"/>
                  </a:lnTo>
                  <a:lnTo>
                    <a:pt x="196443" y="508723"/>
                  </a:lnTo>
                  <a:lnTo>
                    <a:pt x="148501" y="514972"/>
                  </a:lnTo>
                  <a:lnTo>
                    <a:pt x="103720" y="532142"/>
                  </a:lnTo>
                  <a:lnTo>
                    <a:pt x="64846" y="558126"/>
                  </a:lnTo>
                  <a:lnTo>
                    <a:pt x="34658" y="590791"/>
                  </a:lnTo>
                  <a:lnTo>
                    <a:pt x="15900" y="628002"/>
                  </a:lnTo>
                  <a:lnTo>
                    <a:pt x="3937" y="688962"/>
                  </a:lnTo>
                  <a:lnTo>
                    <a:pt x="609" y="728408"/>
                  </a:lnTo>
                  <a:lnTo>
                    <a:pt x="0" y="771321"/>
                  </a:lnTo>
                  <a:lnTo>
                    <a:pt x="2794" y="815809"/>
                  </a:lnTo>
                  <a:lnTo>
                    <a:pt x="9677" y="859993"/>
                  </a:lnTo>
                  <a:lnTo>
                    <a:pt x="21361" y="901979"/>
                  </a:lnTo>
                  <a:lnTo>
                    <a:pt x="38531" y="939888"/>
                  </a:lnTo>
                  <a:lnTo>
                    <a:pt x="61874" y="971842"/>
                  </a:lnTo>
                  <a:lnTo>
                    <a:pt x="92113" y="995946"/>
                  </a:lnTo>
                  <a:lnTo>
                    <a:pt x="129933" y="1010323"/>
                  </a:lnTo>
                  <a:lnTo>
                    <a:pt x="176009" y="1013079"/>
                  </a:lnTo>
                  <a:lnTo>
                    <a:pt x="222389" y="1006729"/>
                  </a:lnTo>
                  <a:lnTo>
                    <a:pt x="264655" y="993089"/>
                  </a:lnTo>
                  <a:lnTo>
                    <a:pt x="301510" y="969810"/>
                  </a:lnTo>
                  <a:lnTo>
                    <a:pt x="331673" y="934567"/>
                  </a:lnTo>
                  <a:lnTo>
                    <a:pt x="353860" y="885012"/>
                  </a:lnTo>
                  <a:lnTo>
                    <a:pt x="363855" y="845464"/>
                  </a:lnTo>
                  <a:lnTo>
                    <a:pt x="370890" y="800227"/>
                  </a:lnTo>
                  <a:lnTo>
                    <a:pt x="373900" y="751586"/>
                  </a:lnTo>
                  <a:close/>
                </a:path>
                <a:path w="1066165" h="1013459">
                  <a:moveTo>
                    <a:pt x="1065657" y="242849"/>
                  </a:moveTo>
                  <a:lnTo>
                    <a:pt x="1063561" y="193103"/>
                  </a:lnTo>
                  <a:lnTo>
                    <a:pt x="1055268" y="144538"/>
                  </a:lnTo>
                  <a:lnTo>
                    <a:pt x="1039723" y="99441"/>
                  </a:lnTo>
                  <a:lnTo>
                    <a:pt x="1015822" y="60096"/>
                  </a:lnTo>
                  <a:lnTo>
                    <a:pt x="982510" y="28803"/>
                  </a:lnTo>
                  <a:lnTo>
                    <a:pt x="936536" y="6807"/>
                  </a:lnTo>
                  <a:lnTo>
                    <a:pt x="888199" y="0"/>
                  </a:lnTo>
                  <a:lnTo>
                    <a:pt x="840257" y="6248"/>
                  </a:lnTo>
                  <a:lnTo>
                    <a:pt x="795464" y="23431"/>
                  </a:lnTo>
                  <a:lnTo>
                    <a:pt x="756602" y="49415"/>
                  </a:lnTo>
                  <a:lnTo>
                    <a:pt x="726401" y="82080"/>
                  </a:lnTo>
                  <a:lnTo>
                    <a:pt x="707644" y="119291"/>
                  </a:lnTo>
                  <a:lnTo>
                    <a:pt x="695680" y="180238"/>
                  </a:lnTo>
                  <a:lnTo>
                    <a:pt x="692365" y="219684"/>
                  </a:lnTo>
                  <a:lnTo>
                    <a:pt x="691756" y="262585"/>
                  </a:lnTo>
                  <a:lnTo>
                    <a:pt x="694537" y="307073"/>
                  </a:lnTo>
                  <a:lnTo>
                    <a:pt x="701433" y="351256"/>
                  </a:lnTo>
                  <a:lnTo>
                    <a:pt x="713105" y="393255"/>
                  </a:lnTo>
                  <a:lnTo>
                    <a:pt x="730275" y="431165"/>
                  </a:lnTo>
                  <a:lnTo>
                    <a:pt x="753630" y="463118"/>
                  </a:lnTo>
                  <a:lnTo>
                    <a:pt x="783869" y="487235"/>
                  </a:lnTo>
                  <a:lnTo>
                    <a:pt x="821677" y="501611"/>
                  </a:lnTo>
                  <a:lnTo>
                    <a:pt x="867752" y="504367"/>
                  </a:lnTo>
                  <a:lnTo>
                    <a:pt x="914146" y="498005"/>
                  </a:lnTo>
                  <a:lnTo>
                    <a:pt x="956411" y="484365"/>
                  </a:lnTo>
                  <a:lnTo>
                    <a:pt x="993267" y="461086"/>
                  </a:lnTo>
                  <a:lnTo>
                    <a:pt x="1023429" y="425831"/>
                  </a:lnTo>
                  <a:lnTo>
                    <a:pt x="1045616" y="376275"/>
                  </a:lnTo>
                  <a:lnTo>
                    <a:pt x="1055598" y="336727"/>
                  </a:lnTo>
                  <a:lnTo>
                    <a:pt x="1062647" y="291490"/>
                  </a:lnTo>
                  <a:lnTo>
                    <a:pt x="1065657" y="24284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8118915" y="8015948"/>
              <a:ext cx="537845" cy="637540"/>
            </a:xfrm>
            <a:custGeom>
              <a:avLst/>
              <a:gdLst/>
              <a:ahLst/>
              <a:cxnLst/>
              <a:rect l="l" t="t" r="r" b="b"/>
              <a:pathLst>
                <a:path w="537845" h="637540">
                  <a:moveTo>
                    <a:pt x="275509" y="0"/>
                  </a:moveTo>
                  <a:lnTo>
                    <a:pt x="227138" y="5033"/>
                  </a:lnTo>
                  <a:lnTo>
                    <a:pt x="180601" y="17099"/>
                  </a:lnTo>
                  <a:lnTo>
                    <a:pt x="137260" y="35275"/>
                  </a:lnTo>
                  <a:lnTo>
                    <a:pt x="98474" y="58638"/>
                  </a:lnTo>
                  <a:lnTo>
                    <a:pt x="65603" y="86267"/>
                  </a:lnTo>
                  <a:lnTo>
                    <a:pt x="40009" y="117239"/>
                  </a:lnTo>
                  <a:lnTo>
                    <a:pt x="15755" y="175143"/>
                  </a:lnTo>
                  <a:lnTo>
                    <a:pt x="4347" y="239590"/>
                  </a:lnTo>
                  <a:lnTo>
                    <a:pt x="0" y="317907"/>
                  </a:lnTo>
                  <a:lnTo>
                    <a:pt x="1529" y="359754"/>
                  </a:lnTo>
                  <a:lnTo>
                    <a:pt x="6088" y="402054"/>
                  </a:lnTo>
                  <a:lnTo>
                    <a:pt x="14101" y="443801"/>
                  </a:lnTo>
                  <a:lnTo>
                    <a:pt x="25989" y="483991"/>
                  </a:lnTo>
                  <a:lnTo>
                    <a:pt x="42173" y="521618"/>
                  </a:lnTo>
                  <a:lnTo>
                    <a:pt x="63075" y="555678"/>
                  </a:lnTo>
                  <a:lnTo>
                    <a:pt x="89118" y="585166"/>
                  </a:lnTo>
                  <a:lnTo>
                    <a:pt x="120723" y="609077"/>
                  </a:lnTo>
                  <a:lnTo>
                    <a:pt x="158312" y="626406"/>
                  </a:lnTo>
                  <a:lnTo>
                    <a:pt x="202307" y="636148"/>
                  </a:lnTo>
                  <a:lnTo>
                    <a:pt x="253129" y="637298"/>
                  </a:lnTo>
                  <a:lnTo>
                    <a:pt x="301258" y="632361"/>
                  </a:lnTo>
                  <a:lnTo>
                    <a:pt x="346640" y="623159"/>
                  </a:lnTo>
                  <a:lnTo>
                    <a:pt x="388601" y="608613"/>
                  </a:lnTo>
                  <a:lnTo>
                    <a:pt x="426464" y="587644"/>
                  </a:lnTo>
                  <a:lnTo>
                    <a:pt x="459556" y="559173"/>
                  </a:lnTo>
                  <a:lnTo>
                    <a:pt x="487200" y="522120"/>
                  </a:lnTo>
                  <a:lnTo>
                    <a:pt x="508724" y="475407"/>
                  </a:lnTo>
                  <a:lnTo>
                    <a:pt x="520494" y="436098"/>
                  </a:lnTo>
                  <a:lnTo>
                    <a:pt x="529752" y="391814"/>
                  </a:lnTo>
                  <a:lnTo>
                    <a:pt x="535701" y="344038"/>
                  </a:lnTo>
                  <a:lnTo>
                    <a:pt x="537549" y="294252"/>
                  </a:lnTo>
                  <a:lnTo>
                    <a:pt x="534500" y="243938"/>
                  </a:lnTo>
                  <a:lnTo>
                    <a:pt x="525762" y="194577"/>
                  </a:lnTo>
                  <a:lnTo>
                    <a:pt x="510539" y="147652"/>
                  </a:lnTo>
                  <a:lnTo>
                    <a:pt x="488038" y="104645"/>
                  </a:lnTo>
                  <a:lnTo>
                    <a:pt x="457465" y="67037"/>
                  </a:lnTo>
                  <a:lnTo>
                    <a:pt x="418025" y="36311"/>
                  </a:lnTo>
                  <a:lnTo>
                    <a:pt x="372313" y="14716"/>
                  </a:lnTo>
                  <a:lnTo>
                    <a:pt x="324354" y="2920"/>
                  </a:lnTo>
                  <a:lnTo>
                    <a:pt x="275509" y="0"/>
                  </a:lnTo>
                  <a:close/>
                </a:path>
              </a:pathLst>
            </a:custGeom>
            <a:solidFill>
              <a:srgbClr val="56850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" name="object 82" descr=""/>
          <p:cNvGrpSpPr/>
          <p:nvPr/>
        </p:nvGrpSpPr>
        <p:grpSpPr>
          <a:xfrm>
            <a:off x="1473553" y="9127008"/>
            <a:ext cx="859155" cy="309880"/>
            <a:chOff x="1473553" y="9127008"/>
            <a:chExt cx="859155" cy="309880"/>
          </a:xfrm>
        </p:grpSpPr>
        <p:sp>
          <p:nvSpPr>
            <p:cNvPr id="83" name="object 83" descr=""/>
            <p:cNvSpPr/>
            <p:nvPr/>
          </p:nvSpPr>
          <p:spPr>
            <a:xfrm>
              <a:off x="1473543" y="9127013"/>
              <a:ext cx="756285" cy="309880"/>
            </a:xfrm>
            <a:custGeom>
              <a:avLst/>
              <a:gdLst/>
              <a:ahLst/>
              <a:cxnLst/>
              <a:rect l="l" t="t" r="r" b="b"/>
              <a:pathLst>
                <a:path w="756285" h="309879">
                  <a:moveTo>
                    <a:pt x="756043" y="309689"/>
                  </a:moveTo>
                  <a:lnTo>
                    <a:pt x="752678" y="263918"/>
                  </a:lnTo>
                  <a:lnTo>
                    <a:pt x="742924" y="220243"/>
                  </a:lnTo>
                  <a:lnTo>
                    <a:pt x="727252" y="179133"/>
                  </a:lnTo>
                  <a:lnTo>
                    <a:pt x="706145" y="141058"/>
                  </a:lnTo>
                  <a:lnTo>
                    <a:pt x="680072" y="106502"/>
                  </a:lnTo>
                  <a:lnTo>
                    <a:pt x="649528" y="75958"/>
                  </a:lnTo>
                  <a:lnTo>
                    <a:pt x="614972" y="49885"/>
                  </a:lnTo>
                  <a:lnTo>
                    <a:pt x="576910" y="28778"/>
                  </a:lnTo>
                  <a:lnTo>
                    <a:pt x="535787" y="13106"/>
                  </a:lnTo>
                  <a:lnTo>
                    <a:pt x="492112" y="3352"/>
                  </a:lnTo>
                  <a:lnTo>
                    <a:pt x="446341" y="0"/>
                  </a:lnTo>
                  <a:lnTo>
                    <a:pt x="400583" y="3352"/>
                  </a:lnTo>
                  <a:lnTo>
                    <a:pt x="356908" y="13106"/>
                  </a:lnTo>
                  <a:lnTo>
                    <a:pt x="315785" y="28778"/>
                  </a:lnTo>
                  <a:lnTo>
                    <a:pt x="277710" y="49885"/>
                  </a:lnTo>
                  <a:lnTo>
                    <a:pt x="243166" y="75958"/>
                  </a:lnTo>
                  <a:lnTo>
                    <a:pt x="212610" y="106502"/>
                  </a:lnTo>
                  <a:lnTo>
                    <a:pt x="198920" y="124650"/>
                  </a:lnTo>
                  <a:lnTo>
                    <a:pt x="186677" y="122999"/>
                  </a:lnTo>
                  <a:lnTo>
                    <a:pt x="137058" y="129667"/>
                  </a:lnTo>
                  <a:lnTo>
                    <a:pt x="92456" y="148488"/>
                  </a:lnTo>
                  <a:lnTo>
                    <a:pt x="54686" y="177673"/>
                  </a:lnTo>
                  <a:lnTo>
                    <a:pt x="25488" y="215455"/>
                  </a:lnTo>
                  <a:lnTo>
                    <a:pt x="6667" y="260057"/>
                  </a:lnTo>
                  <a:lnTo>
                    <a:pt x="0" y="309676"/>
                  </a:lnTo>
                  <a:lnTo>
                    <a:pt x="136652" y="309676"/>
                  </a:lnTo>
                  <a:lnTo>
                    <a:pt x="756043" y="30968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87338" y="9314286"/>
              <a:ext cx="244809" cy="122404"/>
            </a:xfrm>
            <a:prstGeom prst="rect">
              <a:avLst/>
            </a:prstGeom>
          </p:spPr>
        </p:pic>
      </p:grpSp>
      <p:grpSp>
        <p:nvGrpSpPr>
          <p:cNvPr id="85" name="object 85" descr=""/>
          <p:cNvGrpSpPr/>
          <p:nvPr/>
        </p:nvGrpSpPr>
        <p:grpSpPr>
          <a:xfrm>
            <a:off x="4121393" y="9225473"/>
            <a:ext cx="586105" cy="211454"/>
            <a:chOff x="4121393" y="9225473"/>
            <a:chExt cx="586105" cy="211454"/>
          </a:xfrm>
        </p:grpSpPr>
        <p:sp>
          <p:nvSpPr>
            <p:cNvPr id="86" name="object 86" descr=""/>
            <p:cNvSpPr/>
            <p:nvPr/>
          </p:nvSpPr>
          <p:spPr>
            <a:xfrm>
              <a:off x="4214607" y="9225473"/>
              <a:ext cx="422909" cy="211454"/>
            </a:xfrm>
            <a:custGeom>
              <a:avLst/>
              <a:gdLst/>
              <a:ahLst/>
              <a:cxnLst/>
              <a:rect l="l" t="t" r="r" b="b"/>
              <a:pathLst>
                <a:path w="422910" h="211454">
                  <a:moveTo>
                    <a:pt x="211229" y="0"/>
                  </a:moveTo>
                  <a:lnTo>
                    <a:pt x="162800" y="5578"/>
                  </a:lnTo>
                  <a:lnTo>
                    <a:pt x="118341" y="21467"/>
                  </a:lnTo>
                  <a:lnTo>
                    <a:pt x="79121" y="46401"/>
                  </a:lnTo>
                  <a:lnTo>
                    <a:pt x="46408" y="79110"/>
                  </a:lnTo>
                  <a:lnTo>
                    <a:pt x="21471" y="118328"/>
                  </a:lnTo>
                  <a:lnTo>
                    <a:pt x="5579" y="162787"/>
                  </a:lnTo>
                  <a:lnTo>
                    <a:pt x="0" y="211218"/>
                  </a:lnTo>
                  <a:lnTo>
                    <a:pt x="422447" y="211218"/>
                  </a:lnTo>
                  <a:lnTo>
                    <a:pt x="416869" y="162787"/>
                  </a:lnTo>
                  <a:lnTo>
                    <a:pt x="400978" y="118328"/>
                  </a:lnTo>
                  <a:lnTo>
                    <a:pt x="376043" y="79110"/>
                  </a:lnTo>
                  <a:lnTo>
                    <a:pt x="343332" y="46401"/>
                  </a:lnTo>
                  <a:lnTo>
                    <a:pt x="304114" y="21467"/>
                  </a:lnTo>
                  <a:lnTo>
                    <a:pt x="259657" y="5578"/>
                  </a:lnTo>
                  <a:lnTo>
                    <a:pt x="211229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4121393" y="9309365"/>
              <a:ext cx="255270" cy="127635"/>
            </a:xfrm>
            <a:custGeom>
              <a:avLst/>
              <a:gdLst/>
              <a:ahLst/>
              <a:cxnLst/>
              <a:rect l="l" t="t" r="r" b="b"/>
              <a:pathLst>
                <a:path w="255270" h="127634">
                  <a:moveTo>
                    <a:pt x="127325" y="0"/>
                  </a:moveTo>
                  <a:lnTo>
                    <a:pt x="77768" y="10007"/>
                  </a:lnTo>
                  <a:lnTo>
                    <a:pt x="37295" y="37295"/>
                  </a:lnTo>
                  <a:lnTo>
                    <a:pt x="10007" y="77768"/>
                  </a:lnTo>
                  <a:lnTo>
                    <a:pt x="0" y="127325"/>
                  </a:lnTo>
                  <a:lnTo>
                    <a:pt x="254651" y="127325"/>
                  </a:lnTo>
                  <a:lnTo>
                    <a:pt x="244644" y="77768"/>
                  </a:lnTo>
                  <a:lnTo>
                    <a:pt x="217355" y="37295"/>
                  </a:lnTo>
                  <a:lnTo>
                    <a:pt x="176883" y="10007"/>
                  </a:lnTo>
                  <a:lnTo>
                    <a:pt x="12732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81971" y="9346873"/>
              <a:ext cx="179638" cy="89819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40014" y="9353206"/>
              <a:ext cx="166979" cy="83484"/>
            </a:xfrm>
            <a:prstGeom prst="rect">
              <a:avLst/>
            </a:prstGeom>
          </p:spPr>
        </p:pic>
      </p:grpSp>
      <p:grpSp>
        <p:nvGrpSpPr>
          <p:cNvPr id="90" name="object 90" descr=""/>
          <p:cNvGrpSpPr/>
          <p:nvPr/>
        </p:nvGrpSpPr>
        <p:grpSpPr>
          <a:xfrm>
            <a:off x="2253271" y="8108998"/>
            <a:ext cx="1444625" cy="1327785"/>
            <a:chOff x="2253271" y="8108998"/>
            <a:chExt cx="1444625" cy="1327785"/>
          </a:xfrm>
        </p:grpSpPr>
        <p:sp>
          <p:nvSpPr>
            <p:cNvPr id="91" name="object 91" descr=""/>
            <p:cNvSpPr/>
            <p:nvPr/>
          </p:nvSpPr>
          <p:spPr>
            <a:xfrm>
              <a:off x="2594648" y="8936056"/>
              <a:ext cx="248285" cy="501015"/>
            </a:xfrm>
            <a:custGeom>
              <a:avLst/>
              <a:gdLst/>
              <a:ahLst/>
              <a:cxnLst/>
              <a:rect l="l" t="t" r="r" b="b"/>
              <a:pathLst>
                <a:path w="248285" h="501015">
                  <a:moveTo>
                    <a:pt x="248272" y="130594"/>
                  </a:moveTo>
                  <a:lnTo>
                    <a:pt x="231394" y="18948"/>
                  </a:lnTo>
                  <a:lnTo>
                    <a:pt x="177152" y="10071"/>
                  </a:lnTo>
                  <a:lnTo>
                    <a:pt x="207187" y="123863"/>
                  </a:lnTo>
                  <a:lnTo>
                    <a:pt x="201460" y="184531"/>
                  </a:lnTo>
                  <a:lnTo>
                    <a:pt x="145834" y="212559"/>
                  </a:lnTo>
                  <a:lnTo>
                    <a:pt x="96164" y="219138"/>
                  </a:lnTo>
                  <a:lnTo>
                    <a:pt x="90652" y="0"/>
                  </a:lnTo>
                  <a:lnTo>
                    <a:pt x="18275" y="0"/>
                  </a:lnTo>
                  <a:lnTo>
                    <a:pt x="0" y="500646"/>
                  </a:lnTo>
                  <a:lnTo>
                    <a:pt x="103263" y="500646"/>
                  </a:lnTo>
                  <a:lnTo>
                    <a:pt x="97231" y="261569"/>
                  </a:lnTo>
                  <a:lnTo>
                    <a:pt x="164299" y="239052"/>
                  </a:lnTo>
                  <a:lnTo>
                    <a:pt x="232359" y="195618"/>
                  </a:lnTo>
                  <a:lnTo>
                    <a:pt x="248272" y="130594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73588" y="8898095"/>
              <a:ext cx="172926" cy="224328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2253271" y="8108998"/>
              <a:ext cx="786130" cy="935355"/>
            </a:xfrm>
            <a:custGeom>
              <a:avLst/>
              <a:gdLst/>
              <a:ahLst/>
              <a:cxnLst/>
              <a:rect l="l" t="t" r="r" b="b"/>
              <a:pathLst>
                <a:path w="786130" h="935354">
                  <a:moveTo>
                    <a:pt x="393014" y="0"/>
                  </a:moveTo>
                  <a:lnTo>
                    <a:pt x="352829" y="2670"/>
                  </a:lnTo>
                  <a:lnTo>
                    <a:pt x="313806" y="10506"/>
                  </a:lnTo>
                  <a:lnTo>
                    <a:pt x="276141" y="23250"/>
                  </a:lnTo>
                  <a:lnTo>
                    <a:pt x="240032" y="40641"/>
                  </a:lnTo>
                  <a:lnTo>
                    <a:pt x="205677" y="62419"/>
                  </a:lnTo>
                  <a:lnTo>
                    <a:pt x="173273" y="88323"/>
                  </a:lnTo>
                  <a:lnTo>
                    <a:pt x="143018" y="118095"/>
                  </a:lnTo>
                  <a:lnTo>
                    <a:pt x="115109" y="151474"/>
                  </a:lnTo>
                  <a:lnTo>
                    <a:pt x="89743" y="188200"/>
                  </a:lnTo>
                  <a:lnTo>
                    <a:pt x="67119" y="228013"/>
                  </a:lnTo>
                  <a:lnTo>
                    <a:pt x="47433" y="270654"/>
                  </a:lnTo>
                  <a:lnTo>
                    <a:pt x="30884" y="315862"/>
                  </a:lnTo>
                  <a:lnTo>
                    <a:pt x="17668" y="363377"/>
                  </a:lnTo>
                  <a:lnTo>
                    <a:pt x="7984" y="412939"/>
                  </a:lnTo>
                  <a:lnTo>
                    <a:pt x="2029" y="464289"/>
                  </a:lnTo>
                  <a:lnTo>
                    <a:pt x="0" y="517167"/>
                  </a:lnTo>
                  <a:lnTo>
                    <a:pt x="2644" y="576031"/>
                  </a:lnTo>
                  <a:lnTo>
                    <a:pt x="10379" y="630248"/>
                  </a:lnTo>
                  <a:lnTo>
                    <a:pt x="22911" y="679864"/>
                  </a:lnTo>
                  <a:lnTo>
                    <a:pt x="39945" y="724925"/>
                  </a:lnTo>
                  <a:lnTo>
                    <a:pt x="61186" y="765476"/>
                  </a:lnTo>
                  <a:lnTo>
                    <a:pt x="86339" y="801564"/>
                  </a:lnTo>
                  <a:lnTo>
                    <a:pt x="115109" y="833235"/>
                  </a:lnTo>
                  <a:lnTo>
                    <a:pt x="147201" y="860533"/>
                  </a:lnTo>
                  <a:lnTo>
                    <a:pt x="182321" y="883506"/>
                  </a:lnTo>
                  <a:lnTo>
                    <a:pt x="220174" y="902199"/>
                  </a:lnTo>
                  <a:lnTo>
                    <a:pt x="260464" y="916658"/>
                  </a:lnTo>
                  <a:lnTo>
                    <a:pt x="302897" y="926930"/>
                  </a:lnTo>
                  <a:lnTo>
                    <a:pt x="347179" y="933059"/>
                  </a:lnTo>
                  <a:lnTo>
                    <a:pt x="393014" y="935091"/>
                  </a:lnTo>
                  <a:lnTo>
                    <a:pt x="438849" y="933059"/>
                  </a:lnTo>
                  <a:lnTo>
                    <a:pt x="483131" y="926930"/>
                  </a:lnTo>
                  <a:lnTo>
                    <a:pt x="525565" y="916658"/>
                  </a:lnTo>
                  <a:lnTo>
                    <a:pt x="565856" y="902199"/>
                  </a:lnTo>
                  <a:lnTo>
                    <a:pt x="603710" y="883506"/>
                  </a:lnTo>
                  <a:lnTo>
                    <a:pt x="638831" y="860533"/>
                  </a:lnTo>
                  <a:lnTo>
                    <a:pt x="670924" y="833235"/>
                  </a:lnTo>
                  <a:lnTo>
                    <a:pt x="699695" y="801564"/>
                  </a:lnTo>
                  <a:lnTo>
                    <a:pt x="724849" y="765476"/>
                  </a:lnTo>
                  <a:lnTo>
                    <a:pt x="746091" y="724925"/>
                  </a:lnTo>
                  <a:lnTo>
                    <a:pt x="763126" y="679864"/>
                  </a:lnTo>
                  <a:lnTo>
                    <a:pt x="775658" y="630248"/>
                  </a:lnTo>
                  <a:lnTo>
                    <a:pt x="783394" y="576031"/>
                  </a:lnTo>
                  <a:lnTo>
                    <a:pt x="786038" y="517167"/>
                  </a:lnTo>
                  <a:lnTo>
                    <a:pt x="784009" y="464289"/>
                  </a:lnTo>
                  <a:lnTo>
                    <a:pt x="778054" y="412939"/>
                  </a:lnTo>
                  <a:lnTo>
                    <a:pt x="768369" y="363377"/>
                  </a:lnTo>
                  <a:lnTo>
                    <a:pt x="755153" y="315862"/>
                  </a:lnTo>
                  <a:lnTo>
                    <a:pt x="738602" y="270654"/>
                  </a:lnTo>
                  <a:lnTo>
                    <a:pt x="718916" y="228013"/>
                  </a:lnTo>
                  <a:lnTo>
                    <a:pt x="696291" y="188200"/>
                  </a:lnTo>
                  <a:lnTo>
                    <a:pt x="670924" y="151474"/>
                  </a:lnTo>
                  <a:lnTo>
                    <a:pt x="643014" y="118095"/>
                  </a:lnTo>
                  <a:lnTo>
                    <a:pt x="612758" y="88323"/>
                  </a:lnTo>
                  <a:lnTo>
                    <a:pt x="580353" y="62419"/>
                  </a:lnTo>
                  <a:lnTo>
                    <a:pt x="545997" y="40641"/>
                  </a:lnTo>
                  <a:lnTo>
                    <a:pt x="509887" y="23250"/>
                  </a:lnTo>
                  <a:lnTo>
                    <a:pt x="472222" y="10506"/>
                  </a:lnTo>
                  <a:lnTo>
                    <a:pt x="433198" y="2670"/>
                  </a:lnTo>
                  <a:lnTo>
                    <a:pt x="39301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78897" y="9241451"/>
              <a:ext cx="220600" cy="195240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2983607" y="8967650"/>
              <a:ext cx="380365" cy="414020"/>
            </a:xfrm>
            <a:custGeom>
              <a:avLst/>
              <a:gdLst/>
              <a:ahLst/>
              <a:cxnLst/>
              <a:rect l="l" t="t" r="r" b="b"/>
              <a:pathLst>
                <a:path w="380364" h="414020">
                  <a:moveTo>
                    <a:pt x="202297" y="0"/>
                  </a:moveTo>
                  <a:lnTo>
                    <a:pt x="131709" y="19053"/>
                  </a:lnTo>
                  <a:lnTo>
                    <a:pt x="100194" y="41580"/>
                  </a:lnTo>
                  <a:lnTo>
                    <a:pt x="71960" y="71627"/>
                  </a:lnTo>
                  <a:lnTo>
                    <a:pt x="47578" y="108335"/>
                  </a:lnTo>
                  <a:lnTo>
                    <a:pt x="27619" y="150842"/>
                  </a:lnTo>
                  <a:lnTo>
                    <a:pt x="12656" y="198290"/>
                  </a:lnTo>
                  <a:lnTo>
                    <a:pt x="3259" y="249818"/>
                  </a:lnTo>
                  <a:lnTo>
                    <a:pt x="0" y="304566"/>
                  </a:lnTo>
                  <a:lnTo>
                    <a:pt x="737" y="330163"/>
                  </a:lnTo>
                  <a:lnTo>
                    <a:pt x="6440" y="376954"/>
                  </a:lnTo>
                  <a:lnTo>
                    <a:pt x="15894" y="413945"/>
                  </a:lnTo>
                  <a:lnTo>
                    <a:pt x="59301" y="376826"/>
                  </a:lnTo>
                  <a:lnTo>
                    <a:pt x="105958" y="348193"/>
                  </a:lnTo>
                  <a:lnTo>
                    <a:pt x="155409" y="328748"/>
                  </a:lnTo>
                  <a:lnTo>
                    <a:pt x="207197" y="319194"/>
                  </a:lnTo>
                  <a:lnTo>
                    <a:pt x="234501" y="273002"/>
                  </a:lnTo>
                  <a:lnTo>
                    <a:pt x="265951" y="233214"/>
                  </a:lnTo>
                  <a:lnTo>
                    <a:pt x="301056" y="200568"/>
                  </a:lnTo>
                  <a:lnTo>
                    <a:pt x="339326" y="175800"/>
                  </a:lnTo>
                  <a:lnTo>
                    <a:pt x="380271" y="159649"/>
                  </a:lnTo>
                  <a:lnTo>
                    <a:pt x="355999" y="106532"/>
                  </a:lnTo>
                  <a:lnTo>
                    <a:pt x="324981" y="62375"/>
                  </a:lnTo>
                  <a:lnTo>
                    <a:pt x="288301" y="28811"/>
                  </a:lnTo>
                  <a:lnTo>
                    <a:pt x="247045" y="7475"/>
                  </a:lnTo>
                  <a:lnTo>
                    <a:pt x="202297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3190805" y="9001292"/>
              <a:ext cx="507365" cy="435609"/>
            </a:xfrm>
            <a:custGeom>
              <a:avLst/>
              <a:gdLst/>
              <a:ahLst/>
              <a:cxnLst/>
              <a:rect l="l" t="t" r="r" b="b"/>
              <a:pathLst>
                <a:path w="507364" h="435609">
                  <a:moveTo>
                    <a:pt x="224192" y="0"/>
                  </a:moveTo>
                  <a:lnTo>
                    <a:pt x="185597" y="4046"/>
                  </a:lnTo>
                  <a:lnTo>
                    <a:pt x="132128" y="23229"/>
                  </a:lnTo>
                  <a:lnTo>
                    <a:pt x="93858" y="47997"/>
                  </a:lnTo>
                  <a:lnTo>
                    <a:pt x="58753" y="80643"/>
                  </a:lnTo>
                  <a:lnTo>
                    <a:pt x="27303" y="120431"/>
                  </a:lnTo>
                  <a:lnTo>
                    <a:pt x="0" y="166623"/>
                  </a:lnTo>
                  <a:lnTo>
                    <a:pt x="7193" y="166026"/>
                  </a:lnTo>
                  <a:lnTo>
                    <a:pt x="14418" y="165659"/>
                  </a:lnTo>
                  <a:lnTo>
                    <a:pt x="21716" y="165659"/>
                  </a:lnTo>
                  <a:lnTo>
                    <a:pt x="66893" y="169570"/>
                  </a:lnTo>
                  <a:lnTo>
                    <a:pt x="110543" y="181012"/>
                  </a:lnTo>
                  <a:lnTo>
                    <a:pt x="152378" y="199549"/>
                  </a:lnTo>
                  <a:lnTo>
                    <a:pt x="192112" y="224747"/>
                  </a:lnTo>
                  <a:lnTo>
                    <a:pt x="229458" y="256169"/>
                  </a:lnTo>
                  <a:lnTo>
                    <a:pt x="264128" y="293381"/>
                  </a:lnTo>
                  <a:lnTo>
                    <a:pt x="295835" y="335947"/>
                  </a:lnTo>
                  <a:lnTo>
                    <a:pt x="324293" y="383432"/>
                  </a:lnTo>
                  <a:lnTo>
                    <a:pt x="349214" y="435400"/>
                  </a:lnTo>
                  <a:lnTo>
                    <a:pt x="506570" y="435400"/>
                  </a:lnTo>
                  <a:lnTo>
                    <a:pt x="504190" y="367685"/>
                  </a:lnTo>
                  <a:lnTo>
                    <a:pt x="496675" y="312320"/>
                  </a:lnTo>
                  <a:lnTo>
                    <a:pt x="484562" y="259822"/>
                  </a:lnTo>
                  <a:lnTo>
                    <a:pt x="468188" y="210699"/>
                  </a:lnTo>
                  <a:lnTo>
                    <a:pt x="447889" y="165456"/>
                  </a:lnTo>
                  <a:lnTo>
                    <a:pt x="424002" y="124600"/>
                  </a:lnTo>
                  <a:lnTo>
                    <a:pt x="396864" y="88640"/>
                  </a:lnTo>
                  <a:lnTo>
                    <a:pt x="366812" y="58081"/>
                  </a:lnTo>
                  <a:lnTo>
                    <a:pt x="334181" y="33431"/>
                  </a:lnTo>
                  <a:lnTo>
                    <a:pt x="299310" y="15196"/>
                  </a:lnTo>
                  <a:lnTo>
                    <a:pt x="262535" y="3883"/>
                  </a:lnTo>
                  <a:lnTo>
                    <a:pt x="22419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2885004" y="9166956"/>
              <a:ext cx="655320" cy="269875"/>
            </a:xfrm>
            <a:custGeom>
              <a:avLst/>
              <a:gdLst/>
              <a:ahLst/>
              <a:cxnLst/>
              <a:rect l="l" t="t" r="r" b="b"/>
              <a:pathLst>
                <a:path w="655320" h="269875">
                  <a:moveTo>
                    <a:pt x="327518" y="0"/>
                  </a:moveTo>
                  <a:lnTo>
                    <a:pt x="320210" y="0"/>
                  </a:lnTo>
                  <a:lnTo>
                    <a:pt x="312995" y="366"/>
                  </a:lnTo>
                  <a:lnTo>
                    <a:pt x="254014" y="10515"/>
                  </a:lnTo>
                  <a:lnTo>
                    <a:pt x="204563" y="29955"/>
                  </a:lnTo>
                  <a:lnTo>
                    <a:pt x="157906" y="58582"/>
                  </a:lnTo>
                  <a:lnTo>
                    <a:pt x="114499" y="95693"/>
                  </a:lnTo>
                  <a:lnTo>
                    <a:pt x="81443" y="132207"/>
                  </a:lnTo>
                  <a:lnTo>
                    <a:pt x="51175" y="173641"/>
                  </a:lnTo>
                  <a:lnTo>
                    <a:pt x="23943" y="219610"/>
                  </a:lnTo>
                  <a:lnTo>
                    <a:pt x="0" y="269730"/>
                  </a:lnTo>
                  <a:lnTo>
                    <a:pt x="655016" y="269730"/>
                  </a:lnTo>
                  <a:lnTo>
                    <a:pt x="630095" y="217762"/>
                  </a:lnTo>
                  <a:lnTo>
                    <a:pt x="601638" y="170278"/>
                  </a:lnTo>
                  <a:lnTo>
                    <a:pt x="569930" y="127713"/>
                  </a:lnTo>
                  <a:lnTo>
                    <a:pt x="535260" y="90503"/>
                  </a:lnTo>
                  <a:lnTo>
                    <a:pt x="497915" y="59082"/>
                  </a:lnTo>
                  <a:lnTo>
                    <a:pt x="458181" y="33886"/>
                  </a:lnTo>
                  <a:lnTo>
                    <a:pt x="416345" y="15350"/>
                  </a:lnTo>
                  <a:lnTo>
                    <a:pt x="372695" y="3910"/>
                  </a:lnTo>
                  <a:lnTo>
                    <a:pt x="32751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" name="object 98" descr=""/>
          <p:cNvGrpSpPr/>
          <p:nvPr/>
        </p:nvGrpSpPr>
        <p:grpSpPr>
          <a:xfrm>
            <a:off x="9114703" y="7264224"/>
            <a:ext cx="2392045" cy="2172970"/>
            <a:chOff x="9114703" y="7264224"/>
            <a:chExt cx="2392045" cy="2172970"/>
          </a:xfrm>
        </p:grpSpPr>
        <p:sp>
          <p:nvSpPr>
            <p:cNvPr id="99" name="object 99" descr=""/>
            <p:cNvSpPr/>
            <p:nvPr/>
          </p:nvSpPr>
          <p:spPr>
            <a:xfrm>
              <a:off x="9965099" y="9003743"/>
              <a:ext cx="1156970" cy="433070"/>
            </a:xfrm>
            <a:custGeom>
              <a:avLst/>
              <a:gdLst/>
              <a:ahLst/>
              <a:cxnLst/>
              <a:rect l="l" t="t" r="r" b="b"/>
              <a:pathLst>
                <a:path w="1156970" h="433070">
                  <a:moveTo>
                    <a:pt x="432908" y="0"/>
                  </a:moveTo>
                  <a:lnTo>
                    <a:pt x="385737" y="2540"/>
                  </a:lnTo>
                  <a:lnTo>
                    <a:pt x="340038" y="9986"/>
                  </a:lnTo>
                  <a:lnTo>
                    <a:pt x="296074" y="22073"/>
                  </a:lnTo>
                  <a:lnTo>
                    <a:pt x="254110" y="38538"/>
                  </a:lnTo>
                  <a:lnTo>
                    <a:pt x="214409" y="59114"/>
                  </a:lnTo>
                  <a:lnTo>
                    <a:pt x="177236" y="83539"/>
                  </a:lnTo>
                  <a:lnTo>
                    <a:pt x="142855" y="111549"/>
                  </a:lnTo>
                  <a:lnTo>
                    <a:pt x="111530" y="142878"/>
                  </a:lnTo>
                  <a:lnTo>
                    <a:pt x="83525" y="177263"/>
                  </a:lnTo>
                  <a:lnTo>
                    <a:pt x="59103" y="214440"/>
                  </a:lnTo>
                  <a:lnTo>
                    <a:pt x="38530" y="254144"/>
                  </a:lnTo>
                  <a:lnTo>
                    <a:pt x="22069" y="296111"/>
                  </a:lnTo>
                  <a:lnTo>
                    <a:pt x="9984" y="340078"/>
                  </a:lnTo>
                  <a:lnTo>
                    <a:pt x="2540" y="385778"/>
                  </a:lnTo>
                  <a:lnTo>
                    <a:pt x="0" y="432950"/>
                  </a:lnTo>
                  <a:lnTo>
                    <a:pt x="1156750" y="432950"/>
                  </a:lnTo>
                  <a:lnTo>
                    <a:pt x="1152753" y="383418"/>
                  </a:lnTo>
                  <a:lnTo>
                    <a:pt x="1141181" y="336430"/>
                  </a:lnTo>
                  <a:lnTo>
                    <a:pt x="1122664" y="292615"/>
                  </a:lnTo>
                  <a:lnTo>
                    <a:pt x="1097828" y="252600"/>
                  </a:lnTo>
                  <a:lnTo>
                    <a:pt x="1067303" y="217016"/>
                  </a:lnTo>
                  <a:lnTo>
                    <a:pt x="1031718" y="186492"/>
                  </a:lnTo>
                  <a:lnTo>
                    <a:pt x="991700" y="161655"/>
                  </a:lnTo>
                  <a:lnTo>
                    <a:pt x="947877" y="143136"/>
                  </a:lnTo>
                  <a:lnTo>
                    <a:pt x="900880" y="131564"/>
                  </a:lnTo>
                  <a:lnTo>
                    <a:pt x="851335" y="127566"/>
                  </a:lnTo>
                  <a:lnTo>
                    <a:pt x="801516" y="131730"/>
                  </a:lnTo>
                  <a:lnTo>
                    <a:pt x="754249" y="143566"/>
                  </a:lnTo>
                  <a:lnTo>
                    <a:pt x="718204" y="107925"/>
                  </a:lnTo>
                  <a:lnTo>
                    <a:pt x="678232" y="76648"/>
                  </a:lnTo>
                  <a:lnTo>
                    <a:pt x="634717" y="50143"/>
                  </a:lnTo>
                  <a:lnTo>
                    <a:pt x="588042" y="28817"/>
                  </a:lnTo>
                  <a:lnTo>
                    <a:pt x="538593" y="13079"/>
                  </a:lnTo>
                  <a:lnTo>
                    <a:pt x="486754" y="3338"/>
                  </a:lnTo>
                  <a:lnTo>
                    <a:pt x="43290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9442831" y="7922444"/>
              <a:ext cx="1820545" cy="1514475"/>
            </a:xfrm>
            <a:custGeom>
              <a:avLst/>
              <a:gdLst/>
              <a:ahLst/>
              <a:cxnLst/>
              <a:rect l="l" t="t" r="r" b="b"/>
              <a:pathLst>
                <a:path w="1820545" h="1514475">
                  <a:moveTo>
                    <a:pt x="1820113" y="445376"/>
                  </a:moveTo>
                  <a:lnTo>
                    <a:pt x="1743087" y="374954"/>
                  </a:lnTo>
                  <a:lnTo>
                    <a:pt x="1672628" y="587019"/>
                  </a:lnTo>
                  <a:lnTo>
                    <a:pt x="1600504" y="677532"/>
                  </a:lnTo>
                  <a:lnTo>
                    <a:pt x="1482966" y="664311"/>
                  </a:lnTo>
                  <a:lnTo>
                    <a:pt x="1395196" y="622236"/>
                  </a:lnTo>
                  <a:lnTo>
                    <a:pt x="1405750" y="615505"/>
                  </a:lnTo>
                  <a:lnTo>
                    <a:pt x="1444853" y="455663"/>
                  </a:lnTo>
                  <a:lnTo>
                    <a:pt x="1403375" y="181229"/>
                  </a:lnTo>
                  <a:lnTo>
                    <a:pt x="1270050" y="159385"/>
                  </a:lnTo>
                  <a:lnTo>
                    <a:pt x="1343825" y="439102"/>
                  </a:lnTo>
                  <a:lnTo>
                    <a:pt x="1329753" y="588238"/>
                  </a:lnTo>
                  <a:lnTo>
                    <a:pt x="1327086" y="589584"/>
                  </a:lnTo>
                  <a:lnTo>
                    <a:pt x="1276235" y="565200"/>
                  </a:lnTo>
                  <a:lnTo>
                    <a:pt x="1223429" y="641819"/>
                  </a:lnTo>
                  <a:lnTo>
                    <a:pt x="1193025" y="657136"/>
                  </a:lnTo>
                  <a:lnTo>
                    <a:pt x="932675" y="691642"/>
                  </a:lnTo>
                  <a:lnTo>
                    <a:pt x="926426" y="334657"/>
                  </a:lnTo>
                  <a:lnTo>
                    <a:pt x="807796" y="334657"/>
                  </a:lnTo>
                  <a:lnTo>
                    <a:pt x="805268" y="433666"/>
                  </a:lnTo>
                  <a:lnTo>
                    <a:pt x="646658" y="424688"/>
                  </a:lnTo>
                  <a:lnTo>
                    <a:pt x="558520" y="386549"/>
                  </a:lnTo>
                  <a:lnTo>
                    <a:pt x="567563" y="383501"/>
                  </a:lnTo>
                  <a:lnTo>
                    <a:pt x="566204" y="279133"/>
                  </a:lnTo>
                  <a:lnTo>
                    <a:pt x="527875" y="296862"/>
                  </a:lnTo>
                  <a:lnTo>
                    <a:pt x="522503" y="261810"/>
                  </a:lnTo>
                  <a:lnTo>
                    <a:pt x="564159" y="36347"/>
                  </a:lnTo>
                  <a:lnTo>
                    <a:pt x="461175" y="0"/>
                  </a:lnTo>
                  <a:lnTo>
                    <a:pt x="463816" y="279615"/>
                  </a:lnTo>
                  <a:lnTo>
                    <a:pt x="474649" y="321475"/>
                  </a:lnTo>
                  <a:lnTo>
                    <a:pt x="363359" y="372922"/>
                  </a:lnTo>
                  <a:lnTo>
                    <a:pt x="248018" y="382295"/>
                  </a:lnTo>
                  <a:lnTo>
                    <a:pt x="177203" y="287553"/>
                  </a:lnTo>
                  <a:lnTo>
                    <a:pt x="107962" y="68999"/>
                  </a:lnTo>
                  <a:lnTo>
                    <a:pt x="0" y="85344"/>
                  </a:lnTo>
                  <a:lnTo>
                    <a:pt x="133807" y="330873"/>
                  </a:lnTo>
                  <a:lnTo>
                    <a:pt x="237528" y="443763"/>
                  </a:lnTo>
                  <a:lnTo>
                    <a:pt x="364375" y="451993"/>
                  </a:lnTo>
                  <a:lnTo>
                    <a:pt x="496887" y="407327"/>
                  </a:lnTo>
                  <a:lnTo>
                    <a:pt x="502259" y="428040"/>
                  </a:lnTo>
                  <a:lnTo>
                    <a:pt x="610336" y="494944"/>
                  </a:lnTo>
                  <a:lnTo>
                    <a:pt x="802906" y="526884"/>
                  </a:lnTo>
                  <a:lnTo>
                    <a:pt x="777824" y="1514259"/>
                  </a:lnTo>
                  <a:lnTo>
                    <a:pt x="947089" y="1514259"/>
                  </a:lnTo>
                  <a:lnTo>
                    <a:pt x="934999" y="824103"/>
                  </a:lnTo>
                  <a:lnTo>
                    <a:pt x="1238440" y="722249"/>
                  </a:lnTo>
                  <a:lnTo>
                    <a:pt x="1306118" y="679069"/>
                  </a:lnTo>
                  <a:lnTo>
                    <a:pt x="1484858" y="725627"/>
                  </a:lnTo>
                  <a:lnTo>
                    <a:pt x="1638173" y="727278"/>
                  </a:lnTo>
                  <a:lnTo>
                    <a:pt x="1730984" y="640410"/>
                  </a:lnTo>
                  <a:lnTo>
                    <a:pt x="1820113" y="445376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9114701" y="7264228"/>
              <a:ext cx="1151890" cy="878840"/>
            </a:xfrm>
            <a:custGeom>
              <a:avLst/>
              <a:gdLst/>
              <a:ahLst/>
              <a:cxnLst/>
              <a:rect l="l" t="t" r="r" b="b"/>
              <a:pathLst>
                <a:path w="1151890" h="878840">
                  <a:moveTo>
                    <a:pt x="1151763" y="478091"/>
                  </a:moveTo>
                  <a:lnTo>
                    <a:pt x="1148969" y="423392"/>
                  </a:lnTo>
                  <a:lnTo>
                    <a:pt x="1140815" y="370928"/>
                  </a:lnTo>
                  <a:lnTo>
                    <a:pt x="1127683" y="321183"/>
                  </a:lnTo>
                  <a:lnTo>
                    <a:pt x="1109929" y="274637"/>
                  </a:lnTo>
                  <a:lnTo>
                    <a:pt x="1087920" y="231775"/>
                  </a:lnTo>
                  <a:lnTo>
                    <a:pt x="1062024" y="193052"/>
                  </a:lnTo>
                  <a:lnTo>
                    <a:pt x="1032598" y="158978"/>
                  </a:lnTo>
                  <a:lnTo>
                    <a:pt x="1000023" y="130022"/>
                  </a:lnTo>
                  <a:lnTo>
                    <a:pt x="964653" y="106667"/>
                  </a:lnTo>
                  <a:lnTo>
                    <a:pt x="926858" y="89395"/>
                  </a:lnTo>
                  <a:lnTo>
                    <a:pt x="886993" y="78676"/>
                  </a:lnTo>
                  <a:lnTo>
                    <a:pt x="845439" y="74993"/>
                  </a:lnTo>
                  <a:lnTo>
                    <a:pt x="803859" y="78676"/>
                  </a:lnTo>
                  <a:lnTo>
                    <a:pt x="763993" y="89395"/>
                  </a:lnTo>
                  <a:lnTo>
                    <a:pt x="726186" y="106667"/>
                  </a:lnTo>
                  <a:lnTo>
                    <a:pt x="690803" y="130022"/>
                  </a:lnTo>
                  <a:lnTo>
                    <a:pt x="658215" y="158978"/>
                  </a:lnTo>
                  <a:lnTo>
                    <a:pt x="649173" y="169456"/>
                  </a:lnTo>
                  <a:lnTo>
                    <a:pt x="643572" y="160388"/>
                  </a:lnTo>
                  <a:lnTo>
                    <a:pt x="616851" y="125222"/>
                  </a:lnTo>
                  <a:lnTo>
                    <a:pt x="587514" y="93776"/>
                  </a:lnTo>
                  <a:lnTo>
                    <a:pt x="555802" y="66357"/>
                  </a:lnTo>
                  <a:lnTo>
                    <a:pt x="521931" y="43256"/>
                  </a:lnTo>
                  <a:lnTo>
                    <a:pt x="486130" y="24777"/>
                  </a:lnTo>
                  <a:lnTo>
                    <a:pt x="448614" y="11214"/>
                  </a:lnTo>
                  <a:lnTo>
                    <a:pt x="409638" y="2857"/>
                  </a:lnTo>
                  <a:lnTo>
                    <a:pt x="369392" y="0"/>
                  </a:lnTo>
                  <a:lnTo>
                    <a:pt x="329145" y="2857"/>
                  </a:lnTo>
                  <a:lnTo>
                    <a:pt x="290144" y="11214"/>
                  </a:lnTo>
                  <a:lnTo>
                    <a:pt x="252628" y="24777"/>
                  </a:lnTo>
                  <a:lnTo>
                    <a:pt x="216827" y="43256"/>
                  </a:lnTo>
                  <a:lnTo>
                    <a:pt x="182956" y="66357"/>
                  </a:lnTo>
                  <a:lnTo>
                    <a:pt x="151231" y="93776"/>
                  </a:lnTo>
                  <a:lnTo>
                    <a:pt x="121894" y="125222"/>
                  </a:lnTo>
                  <a:lnTo>
                    <a:pt x="95161" y="160388"/>
                  </a:lnTo>
                  <a:lnTo>
                    <a:pt x="71272" y="198996"/>
                  </a:lnTo>
                  <a:lnTo>
                    <a:pt x="50431" y="240728"/>
                  </a:lnTo>
                  <a:lnTo>
                    <a:pt x="32880" y="285305"/>
                  </a:lnTo>
                  <a:lnTo>
                    <a:pt x="18834" y="332409"/>
                  </a:lnTo>
                  <a:lnTo>
                    <a:pt x="8521" y="381774"/>
                  </a:lnTo>
                  <a:lnTo>
                    <a:pt x="2159" y="433082"/>
                  </a:lnTo>
                  <a:lnTo>
                    <a:pt x="0" y="486041"/>
                  </a:lnTo>
                  <a:lnTo>
                    <a:pt x="2870" y="545439"/>
                  </a:lnTo>
                  <a:lnTo>
                    <a:pt x="11277" y="599770"/>
                  </a:lnTo>
                  <a:lnTo>
                    <a:pt x="24866" y="649097"/>
                  </a:lnTo>
                  <a:lnTo>
                    <a:pt x="43281" y="693470"/>
                  </a:lnTo>
                  <a:lnTo>
                    <a:pt x="66179" y="732929"/>
                  </a:lnTo>
                  <a:lnTo>
                    <a:pt x="93218" y="767562"/>
                  </a:lnTo>
                  <a:lnTo>
                    <a:pt x="124066" y="797394"/>
                  </a:lnTo>
                  <a:lnTo>
                    <a:pt x="158343" y="822490"/>
                  </a:lnTo>
                  <a:lnTo>
                    <a:pt x="195732" y="842899"/>
                  </a:lnTo>
                  <a:lnTo>
                    <a:pt x="235877" y="858672"/>
                  </a:lnTo>
                  <a:lnTo>
                    <a:pt x="278434" y="869886"/>
                  </a:lnTo>
                  <a:lnTo>
                    <a:pt x="323049" y="876566"/>
                  </a:lnTo>
                  <a:lnTo>
                    <a:pt x="369392" y="878776"/>
                  </a:lnTo>
                  <a:lnTo>
                    <a:pt x="415721" y="876566"/>
                  </a:lnTo>
                  <a:lnTo>
                    <a:pt x="460324" y="869886"/>
                  </a:lnTo>
                  <a:lnTo>
                    <a:pt x="502881" y="858672"/>
                  </a:lnTo>
                  <a:lnTo>
                    <a:pt x="543013" y="842899"/>
                  </a:lnTo>
                  <a:lnTo>
                    <a:pt x="580402" y="822490"/>
                  </a:lnTo>
                  <a:lnTo>
                    <a:pt x="614680" y="797394"/>
                  </a:lnTo>
                  <a:lnTo>
                    <a:pt x="645515" y="767562"/>
                  </a:lnTo>
                  <a:lnTo>
                    <a:pt x="659904" y="749134"/>
                  </a:lnTo>
                  <a:lnTo>
                    <a:pt x="678611" y="762127"/>
                  </a:lnTo>
                  <a:lnTo>
                    <a:pt x="716280" y="780478"/>
                  </a:lnTo>
                  <a:lnTo>
                    <a:pt x="756945" y="793496"/>
                  </a:lnTo>
                  <a:lnTo>
                    <a:pt x="800163" y="801243"/>
                  </a:lnTo>
                  <a:lnTo>
                    <a:pt x="845439" y="803821"/>
                  </a:lnTo>
                  <a:lnTo>
                    <a:pt x="890689" y="801243"/>
                  </a:lnTo>
                  <a:lnTo>
                    <a:pt x="933894" y="793496"/>
                  </a:lnTo>
                  <a:lnTo>
                    <a:pt x="974559" y="780478"/>
                  </a:lnTo>
                  <a:lnTo>
                    <a:pt x="1012215" y="762127"/>
                  </a:lnTo>
                  <a:lnTo>
                    <a:pt x="1046391" y="738365"/>
                  </a:lnTo>
                  <a:lnTo>
                    <a:pt x="1076617" y="709129"/>
                  </a:lnTo>
                  <a:lnTo>
                    <a:pt x="1102398" y="674331"/>
                  </a:lnTo>
                  <a:lnTo>
                    <a:pt x="1123289" y="633895"/>
                  </a:lnTo>
                  <a:lnTo>
                    <a:pt x="1138783" y="587768"/>
                  </a:lnTo>
                  <a:lnTo>
                    <a:pt x="1148435" y="535851"/>
                  </a:lnTo>
                  <a:lnTo>
                    <a:pt x="1151763" y="478091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0374722" y="7494291"/>
              <a:ext cx="739140" cy="740410"/>
            </a:xfrm>
            <a:custGeom>
              <a:avLst/>
              <a:gdLst/>
              <a:ahLst/>
              <a:cxnLst/>
              <a:rect l="l" t="t" r="r" b="b"/>
              <a:pathLst>
                <a:path w="739140" h="740409">
                  <a:moveTo>
                    <a:pt x="369360" y="0"/>
                  </a:moveTo>
                  <a:lnTo>
                    <a:pt x="323026" y="3189"/>
                  </a:lnTo>
                  <a:lnTo>
                    <a:pt x="278410" y="12502"/>
                  </a:lnTo>
                  <a:lnTo>
                    <a:pt x="235858" y="27555"/>
                  </a:lnTo>
                  <a:lnTo>
                    <a:pt x="195716" y="47964"/>
                  </a:lnTo>
                  <a:lnTo>
                    <a:pt x="158331" y="73345"/>
                  </a:lnTo>
                  <a:lnTo>
                    <a:pt x="124048" y="103316"/>
                  </a:lnTo>
                  <a:lnTo>
                    <a:pt x="93214" y="137491"/>
                  </a:lnTo>
                  <a:lnTo>
                    <a:pt x="66173" y="175488"/>
                  </a:lnTo>
                  <a:lnTo>
                    <a:pt x="43273" y="216923"/>
                  </a:lnTo>
                  <a:lnTo>
                    <a:pt x="24860" y="261412"/>
                  </a:lnTo>
                  <a:lnTo>
                    <a:pt x="11279" y="308572"/>
                  </a:lnTo>
                  <a:lnTo>
                    <a:pt x="2877" y="358019"/>
                  </a:lnTo>
                  <a:lnTo>
                    <a:pt x="0" y="409369"/>
                  </a:lnTo>
                  <a:lnTo>
                    <a:pt x="3371" y="463361"/>
                  </a:lnTo>
                  <a:lnTo>
                    <a:pt x="13193" y="512356"/>
                  </a:lnTo>
                  <a:lnTo>
                    <a:pt x="29024" y="556413"/>
                  </a:lnTo>
                  <a:lnTo>
                    <a:pt x="50425" y="595589"/>
                  </a:lnTo>
                  <a:lnTo>
                    <a:pt x="76957" y="629940"/>
                  </a:lnTo>
                  <a:lnTo>
                    <a:pt x="108178" y="659525"/>
                  </a:lnTo>
                  <a:lnTo>
                    <a:pt x="143650" y="684401"/>
                  </a:lnTo>
                  <a:lnTo>
                    <a:pt x="182931" y="704626"/>
                  </a:lnTo>
                  <a:lnTo>
                    <a:pt x="225583" y="720256"/>
                  </a:lnTo>
                  <a:lnTo>
                    <a:pt x="271165" y="731349"/>
                  </a:lnTo>
                  <a:lnTo>
                    <a:pt x="319237" y="737963"/>
                  </a:lnTo>
                  <a:lnTo>
                    <a:pt x="369360" y="740155"/>
                  </a:lnTo>
                  <a:lnTo>
                    <a:pt x="419478" y="737963"/>
                  </a:lnTo>
                  <a:lnTo>
                    <a:pt x="467548" y="731349"/>
                  </a:lnTo>
                  <a:lnTo>
                    <a:pt x="513130" y="720256"/>
                  </a:lnTo>
                  <a:lnTo>
                    <a:pt x="555782" y="704626"/>
                  </a:lnTo>
                  <a:lnTo>
                    <a:pt x="595065" y="684401"/>
                  </a:lnTo>
                  <a:lnTo>
                    <a:pt x="630539" y="659525"/>
                  </a:lnTo>
                  <a:lnTo>
                    <a:pt x="661763" y="629940"/>
                  </a:lnTo>
                  <a:lnTo>
                    <a:pt x="688298" y="595589"/>
                  </a:lnTo>
                  <a:lnTo>
                    <a:pt x="709702" y="556413"/>
                  </a:lnTo>
                  <a:lnTo>
                    <a:pt x="725536" y="512356"/>
                  </a:lnTo>
                  <a:lnTo>
                    <a:pt x="735359" y="463361"/>
                  </a:lnTo>
                  <a:lnTo>
                    <a:pt x="738731" y="409369"/>
                  </a:lnTo>
                  <a:lnTo>
                    <a:pt x="735853" y="358019"/>
                  </a:lnTo>
                  <a:lnTo>
                    <a:pt x="727449" y="308572"/>
                  </a:lnTo>
                  <a:lnTo>
                    <a:pt x="713866" y="261412"/>
                  </a:lnTo>
                  <a:lnTo>
                    <a:pt x="695450" y="216923"/>
                  </a:lnTo>
                  <a:lnTo>
                    <a:pt x="672548" y="175488"/>
                  </a:lnTo>
                  <a:lnTo>
                    <a:pt x="645505" y="137491"/>
                  </a:lnTo>
                  <a:lnTo>
                    <a:pt x="614668" y="103316"/>
                  </a:lnTo>
                  <a:lnTo>
                    <a:pt x="580383" y="73345"/>
                  </a:lnTo>
                  <a:lnTo>
                    <a:pt x="542997" y="47964"/>
                  </a:lnTo>
                  <a:lnTo>
                    <a:pt x="502855" y="27555"/>
                  </a:lnTo>
                  <a:lnTo>
                    <a:pt x="460304" y="12502"/>
                  </a:lnTo>
                  <a:lnTo>
                    <a:pt x="415690" y="3189"/>
                  </a:lnTo>
                  <a:lnTo>
                    <a:pt x="369360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0061794" y="7824060"/>
              <a:ext cx="487680" cy="488315"/>
            </a:xfrm>
            <a:custGeom>
              <a:avLst/>
              <a:gdLst/>
              <a:ahLst/>
              <a:cxnLst/>
              <a:rect l="l" t="t" r="r" b="b"/>
              <a:pathLst>
                <a:path w="487679" h="488315">
                  <a:moveTo>
                    <a:pt x="243510" y="0"/>
                  </a:moveTo>
                  <a:lnTo>
                    <a:pt x="199736" y="4348"/>
                  </a:lnTo>
                  <a:lnTo>
                    <a:pt x="158537" y="16885"/>
                  </a:lnTo>
                  <a:lnTo>
                    <a:pt x="120601" y="36848"/>
                  </a:lnTo>
                  <a:lnTo>
                    <a:pt x="86615" y="63477"/>
                  </a:lnTo>
                  <a:lnTo>
                    <a:pt x="57267" y="96008"/>
                  </a:lnTo>
                  <a:lnTo>
                    <a:pt x="33243" y="133679"/>
                  </a:lnTo>
                  <a:lnTo>
                    <a:pt x="15233" y="175730"/>
                  </a:lnTo>
                  <a:lnTo>
                    <a:pt x="3922" y="221396"/>
                  </a:lnTo>
                  <a:lnTo>
                    <a:pt x="0" y="269918"/>
                  </a:lnTo>
                  <a:lnTo>
                    <a:pt x="4946" y="322080"/>
                  </a:lnTo>
                  <a:lnTo>
                    <a:pt x="19134" y="366870"/>
                  </a:lnTo>
                  <a:lnTo>
                    <a:pt x="41584" y="404416"/>
                  </a:lnTo>
                  <a:lnTo>
                    <a:pt x="71318" y="434848"/>
                  </a:lnTo>
                  <a:lnTo>
                    <a:pt x="107356" y="458292"/>
                  </a:lnTo>
                  <a:lnTo>
                    <a:pt x="148720" y="474880"/>
                  </a:lnTo>
                  <a:lnTo>
                    <a:pt x="194431" y="484738"/>
                  </a:lnTo>
                  <a:lnTo>
                    <a:pt x="243510" y="487995"/>
                  </a:lnTo>
                  <a:lnTo>
                    <a:pt x="292591" y="484738"/>
                  </a:lnTo>
                  <a:lnTo>
                    <a:pt x="338305" y="474880"/>
                  </a:lnTo>
                  <a:lnTo>
                    <a:pt x="379675" y="458292"/>
                  </a:lnTo>
                  <a:lnTo>
                    <a:pt x="415719" y="434848"/>
                  </a:lnTo>
                  <a:lnTo>
                    <a:pt x="445458" y="404416"/>
                  </a:lnTo>
                  <a:lnTo>
                    <a:pt x="467913" y="366870"/>
                  </a:lnTo>
                  <a:lnTo>
                    <a:pt x="482105" y="322080"/>
                  </a:lnTo>
                  <a:lnTo>
                    <a:pt x="487053" y="269918"/>
                  </a:lnTo>
                  <a:lnTo>
                    <a:pt x="483129" y="221396"/>
                  </a:lnTo>
                  <a:lnTo>
                    <a:pt x="471815" y="175730"/>
                  </a:lnTo>
                  <a:lnTo>
                    <a:pt x="453801" y="133679"/>
                  </a:lnTo>
                  <a:lnTo>
                    <a:pt x="429773" y="96008"/>
                  </a:lnTo>
                  <a:lnTo>
                    <a:pt x="400419" y="63477"/>
                  </a:lnTo>
                  <a:lnTo>
                    <a:pt x="366428" y="36848"/>
                  </a:lnTo>
                  <a:lnTo>
                    <a:pt x="328488" y="16885"/>
                  </a:lnTo>
                  <a:lnTo>
                    <a:pt x="287286" y="4348"/>
                  </a:lnTo>
                  <a:lnTo>
                    <a:pt x="24351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9435058" y="7910315"/>
              <a:ext cx="2072005" cy="1526540"/>
            </a:xfrm>
            <a:custGeom>
              <a:avLst/>
              <a:gdLst/>
              <a:ahLst/>
              <a:cxnLst/>
              <a:rect l="l" t="t" r="r" b="b"/>
              <a:pathLst>
                <a:path w="2072004" h="1526540">
                  <a:moveTo>
                    <a:pt x="836803" y="1526374"/>
                  </a:moveTo>
                  <a:lnTo>
                    <a:pt x="833399" y="1480096"/>
                  </a:lnTo>
                  <a:lnTo>
                    <a:pt x="823544" y="1435925"/>
                  </a:lnTo>
                  <a:lnTo>
                    <a:pt x="807694" y="1394345"/>
                  </a:lnTo>
                  <a:lnTo>
                    <a:pt x="786345" y="1355839"/>
                  </a:lnTo>
                  <a:lnTo>
                    <a:pt x="759980" y="1320901"/>
                  </a:lnTo>
                  <a:lnTo>
                    <a:pt x="729094" y="1290002"/>
                  </a:lnTo>
                  <a:lnTo>
                    <a:pt x="694156" y="1263637"/>
                  </a:lnTo>
                  <a:lnTo>
                    <a:pt x="655650" y="1242288"/>
                  </a:lnTo>
                  <a:lnTo>
                    <a:pt x="614070" y="1226439"/>
                  </a:lnTo>
                  <a:lnTo>
                    <a:pt x="569899" y="1216571"/>
                  </a:lnTo>
                  <a:lnTo>
                    <a:pt x="523633" y="1213167"/>
                  </a:lnTo>
                  <a:lnTo>
                    <a:pt x="469480" y="1217866"/>
                  </a:lnTo>
                  <a:lnTo>
                    <a:pt x="418388" y="1231417"/>
                  </a:lnTo>
                  <a:lnTo>
                    <a:pt x="371132" y="1253007"/>
                  </a:lnTo>
                  <a:lnTo>
                    <a:pt x="328460" y="1281811"/>
                  </a:lnTo>
                  <a:lnTo>
                    <a:pt x="291147" y="1317040"/>
                  </a:lnTo>
                  <a:lnTo>
                    <a:pt x="274320" y="1312113"/>
                  </a:lnTo>
                  <a:lnTo>
                    <a:pt x="256971" y="1308468"/>
                  </a:lnTo>
                  <a:lnTo>
                    <a:pt x="239166" y="1306207"/>
                  </a:lnTo>
                  <a:lnTo>
                    <a:pt x="220929" y="1305433"/>
                  </a:lnTo>
                  <a:lnTo>
                    <a:pt x="176390" y="1309916"/>
                  </a:lnTo>
                  <a:lnTo>
                    <a:pt x="134924" y="1322793"/>
                  </a:lnTo>
                  <a:lnTo>
                    <a:pt x="97396" y="1343177"/>
                  </a:lnTo>
                  <a:lnTo>
                    <a:pt x="64693" y="1370152"/>
                  </a:lnTo>
                  <a:lnTo>
                    <a:pt x="37719" y="1402854"/>
                  </a:lnTo>
                  <a:lnTo>
                    <a:pt x="17360" y="1440383"/>
                  </a:lnTo>
                  <a:lnTo>
                    <a:pt x="4483" y="1481861"/>
                  </a:lnTo>
                  <a:lnTo>
                    <a:pt x="0" y="1526374"/>
                  </a:lnTo>
                  <a:lnTo>
                    <a:pt x="836803" y="1526374"/>
                  </a:lnTo>
                  <a:close/>
                </a:path>
                <a:path w="2072004" h="1526540">
                  <a:moveTo>
                    <a:pt x="2071420" y="314223"/>
                  </a:moveTo>
                  <a:lnTo>
                    <a:pt x="2067712" y="263258"/>
                  </a:lnTo>
                  <a:lnTo>
                    <a:pt x="2056968" y="214909"/>
                  </a:lnTo>
                  <a:lnTo>
                    <a:pt x="2039772" y="169824"/>
                  </a:lnTo>
                  <a:lnTo>
                    <a:pt x="2016709" y="128651"/>
                  </a:lnTo>
                  <a:lnTo>
                    <a:pt x="1988362" y="92036"/>
                  </a:lnTo>
                  <a:lnTo>
                    <a:pt x="1955330" y="60629"/>
                  </a:lnTo>
                  <a:lnTo>
                    <a:pt x="1918169" y="35077"/>
                  </a:lnTo>
                  <a:lnTo>
                    <a:pt x="1877491" y="16027"/>
                  </a:lnTo>
                  <a:lnTo>
                    <a:pt x="1833854" y="4114"/>
                  </a:lnTo>
                  <a:lnTo>
                    <a:pt x="1787867" y="0"/>
                  </a:lnTo>
                  <a:lnTo>
                    <a:pt x="1741893" y="4114"/>
                  </a:lnTo>
                  <a:lnTo>
                    <a:pt x="1698269" y="16027"/>
                  </a:lnTo>
                  <a:lnTo>
                    <a:pt x="1657604" y="35077"/>
                  </a:lnTo>
                  <a:lnTo>
                    <a:pt x="1620456" y="60629"/>
                  </a:lnTo>
                  <a:lnTo>
                    <a:pt x="1587423" y="92036"/>
                  </a:lnTo>
                  <a:lnTo>
                    <a:pt x="1559090" y="128651"/>
                  </a:lnTo>
                  <a:lnTo>
                    <a:pt x="1536039" y="169824"/>
                  </a:lnTo>
                  <a:lnTo>
                    <a:pt x="1518843" y="214909"/>
                  </a:lnTo>
                  <a:lnTo>
                    <a:pt x="1508099" y="263258"/>
                  </a:lnTo>
                  <a:lnTo>
                    <a:pt x="1504391" y="314223"/>
                  </a:lnTo>
                  <a:lnTo>
                    <a:pt x="1508963" y="368642"/>
                  </a:lnTo>
                  <a:lnTo>
                    <a:pt x="1522133" y="416255"/>
                  </a:lnTo>
                  <a:lnTo>
                    <a:pt x="1543100" y="457187"/>
                  </a:lnTo>
                  <a:lnTo>
                    <a:pt x="1571066" y="491528"/>
                  </a:lnTo>
                  <a:lnTo>
                    <a:pt x="1605229" y="519391"/>
                  </a:lnTo>
                  <a:lnTo>
                    <a:pt x="1644802" y="540880"/>
                  </a:lnTo>
                  <a:lnTo>
                    <a:pt x="1688960" y="556094"/>
                  </a:lnTo>
                  <a:lnTo>
                    <a:pt x="1736915" y="565150"/>
                  </a:lnTo>
                  <a:lnTo>
                    <a:pt x="1787867" y="568147"/>
                  </a:lnTo>
                  <a:lnTo>
                    <a:pt x="1838833" y="565150"/>
                  </a:lnTo>
                  <a:lnTo>
                    <a:pt x="1886800" y="556094"/>
                  </a:lnTo>
                  <a:lnTo>
                    <a:pt x="1930984" y="540880"/>
                  </a:lnTo>
                  <a:lnTo>
                    <a:pt x="1970557" y="519391"/>
                  </a:lnTo>
                  <a:lnTo>
                    <a:pt x="2004733" y="491528"/>
                  </a:lnTo>
                  <a:lnTo>
                    <a:pt x="2032711" y="457187"/>
                  </a:lnTo>
                  <a:lnTo>
                    <a:pt x="2053678" y="416255"/>
                  </a:lnTo>
                  <a:lnTo>
                    <a:pt x="2066848" y="368642"/>
                  </a:lnTo>
                  <a:lnTo>
                    <a:pt x="2071420" y="314223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5" name="object 10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010735" y="2716848"/>
            <a:ext cx="1636028" cy="2474635"/>
          </a:xfrm>
          <a:prstGeom prst="rect">
            <a:avLst/>
          </a:prstGeom>
        </p:spPr>
      </p:pic>
      <p:pic>
        <p:nvPicPr>
          <p:cNvPr id="106" name="object 10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36393" y="2534481"/>
            <a:ext cx="1518134" cy="2657003"/>
          </a:xfrm>
          <a:prstGeom prst="rect">
            <a:avLst/>
          </a:prstGeom>
        </p:spPr>
      </p:pic>
      <p:pic>
        <p:nvPicPr>
          <p:cNvPr id="107" name="object 10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548486" y="2937618"/>
            <a:ext cx="2707686" cy="2253617"/>
          </a:xfrm>
          <a:prstGeom prst="rect">
            <a:avLst/>
          </a:prstGeom>
        </p:spPr>
      </p:pic>
      <p:grpSp>
        <p:nvGrpSpPr>
          <p:cNvPr id="108" name="object 108" descr=""/>
          <p:cNvGrpSpPr/>
          <p:nvPr/>
        </p:nvGrpSpPr>
        <p:grpSpPr>
          <a:xfrm>
            <a:off x="1409978" y="1629584"/>
            <a:ext cx="17472025" cy="3562350"/>
            <a:chOff x="1409978" y="1629584"/>
            <a:chExt cx="17472025" cy="3562350"/>
          </a:xfrm>
        </p:grpSpPr>
        <p:pic>
          <p:nvPicPr>
            <p:cNvPr id="109" name="object 10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49974" y="1629584"/>
              <a:ext cx="5934885" cy="3561383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1409978" y="5130464"/>
              <a:ext cx="17472025" cy="61594"/>
            </a:xfrm>
            <a:custGeom>
              <a:avLst/>
              <a:gdLst/>
              <a:ahLst/>
              <a:cxnLst/>
              <a:rect l="l" t="t" r="r" b="b"/>
              <a:pathLst>
                <a:path w="17472025" h="61595">
                  <a:moveTo>
                    <a:pt x="17441196" y="0"/>
                  </a:moveTo>
                  <a:lnTo>
                    <a:pt x="30512" y="0"/>
                  </a:lnTo>
                  <a:lnTo>
                    <a:pt x="18663" y="2407"/>
                  </a:lnTo>
                  <a:lnTo>
                    <a:pt x="8961" y="8961"/>
                  </a:lnTo>
                  <a:lnTo>
                    <a:pt x="2407" y="18663"/>
                  </a:lnTo>
                  <a:lnTo>
                    <a:pt x="0" y="30512"/>
                  </a:lnTo>
                  <a:lnTo>
                    <a:pt x="2407" y="42356"/>
                  </a:lnTo>
                  <a:lnTo>
                    <a:pt x="8961" y="52058"/>
                  </a:lnTo>
                  <a:lnTo>
                    <a:pt x="18663" y="58615"/>
                  </a:lnTo>
                  <a:lnTo>
                    <a:pt x="30512" y="61024"/>
                  </a:lnTo>
                  <a:lnTo>
                    <a:pt x="17441196" y="61024"/>
                  </a:lnTo>
                  <a:lnTo>
                    <a:pt x="17453045" y="58615"/>
                  </a:lnTo>
                  <a:lnTo>
                    <a:pt x="17462747" y="52058"/>
                  </a:lnTo>
                  <a:lnTo>
                    <a:pt x="17469301" y="42356"/>
                  </a:lnTo>
                  <a:lnTo>
                    <a:pt x="17471708" y="30512"/>
                  </a:lnTo>
                  <a:lnTo>
                    <a:pt x="17469301" y="18663"/>
                  </a:lnTo>
                  <a:lnTo>
                    <a:pt x="17462747" y="8961"/>
                  </a:lnTo>
                  <a:lnTo>
                    <a:pt x="17453045" y="2407"/>
                  </a:lnTo>
                  <a:lnTo>
                    <a:pt x="17441196" y="0"/>
                  </a:lnTo>
                  <a:close/>
                </a:path>
              </a:pathLst>
            </a:custGeom>
            <a:solidFill>
              <a:srgbClr val="716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412602" y="5155046"/>
              <a:ext cx="17466945" cy="36830"/>
            </a:xfrm>
            <a:custGeom>
              <a:avLst/>
              <a:gdLst/>
              <a:ahLst/>
              <a:cxnLst/>
              <a:rect l="l" t="t" r="r" b="b"/>
              <a:pathLst>
                <a:path w="17466945" h="36829">
                  <a:moveTo>
                    <a:pt x="17438568" y="0"/>
                  </a:moveTo>
                  <a:lnTo>
                    <a:pt x="27883" y="0"/>
                  </a:lnTo>
                  <a:lnTo>
                    <a:pt x="18959" y="1341"/>
                  </a:lnTo>
                  <a:lnTo>
                    <a:pt x="11067" y="5096"/>
                  </a:lnTo>
                  <a:lnTo>
                    <a:pt x="4613" y="10857"/>
                  </a:lnTo>
                  <a:lnTo>
                    <a:pt x="0" y="18219"/>
                  </a:lnTo>
                  <a:lnTo>
                    <a:pt x="4613" y="25580"/>
                  </a:lnTo>
                  <a:lnTo>
                    <a:pt x="11067" y="31341"/>
                  </a:lnTo>
                  <a:lnTo>
                    <a:pt x="18959" y="35096"/>
                  </a:lnTo>
                  <a:lnTo>
                    <a:pt x="27883" y="36438"/>
                  </a:lnTo>
                  <a:lnTo>
                    <a:pt x="17438568" y="36438"/>
                  </a:lnTo>
                  <a:lnTo>
                    <a:pt x="17447497" y="35096"/>
                  </a:lnTo>
                  <a:lnTo>
                    <a:pt x="17455389" y="31341"/>
                  </a:lnTo>
                  <a:lnTo>
                    <a:pt x="17461845" y="25580"/>
                  </a:lnTo>
                  <a:lnTo>
                    <a:pt x="17466462" y="18219"/>
                  </a:lnTo>
                  <a:lnTo>
                    <a:pt x="17461845" y="10857"/>
                  </a:lnTo>
                  <a:lnTo>
                    <a:pt x="17455389" y="5096"/>
                  </a:lnTo>
                  <a:lnTo>
                    <a:pt x="17447497" y="1341"/>
                  </a:lnTo>
                  <a:lnTo>
                    <a:pt x="17438568" y="0"/>
                  </a:lnTo>
                  <a:close/>
                </a:path>
              </a:pathLst>
            </a:custGeom>
            <a:solidFill>
              <a:srgbClr val="9982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2" name="object 112" descr=""/>
          <p:cNvGrpSpPr/>
          <p:nvPr/>
        </p:nvGrpSpPr>
        <p:grpSpPr>
          <a:xfrm>
            <a:off x="1409978" y="9375670"/>
            <a:ext cx="17472025" cy="61594"/>
            <a:chOff x="1409978" y="9375670"/>
            <a:chExt cx="17472025" cy="61594"/>
          </a:xfrm>
        </p:grpSpPr>
        <p:sp>
          <p:nvSpPr>
            <p:cNvPr id="113" name="object 113" descr=""/>
            <p:cNvSpPr/>
            <p:nvPr/>
          </p:nvSpPr>
          <p:spPr>
            <a:xfrm>
              <a:off x="1409978" y="9375670"/>
              <a:ext cx="17472025" cy="61594"/>
            </a:xfrm>
            <a:custGeom>
              <a:avLst/>
              <a:gdLst/>
              <a:ahLst/>
              <a:cxnLst/>
              <a:rect l="l" t="t" r="r" b="b"/>
              <a:pathLst>
                <a:path w="17472025" h="61595">
                  <a:moveTo>
                    <a:pt x="17441196" y="0"/>
                  </a:moveTo>
                  <a:lnTo>
                    <a:pt x="30512" y="0"/>
                  </a:lnTo>
                  <a:lnTo>
                    <a:pt x="18663" y="2407"/>
                  </a:lnTo>
                  <a:lnTo>
                    <a:pt x="8961" y="8961"/>
                  </a:lnTo>
                  <a:lnTo>
                    <a:pt x="2407" y="18663"/>
                  </a:lnTo>
                  <a:lnTo>
                    <a:pt x="0" y="30512"/>
                  </a:lnTo>
                  <a:lnTo>
                    <a:pt x="2407" y="42356"/>
                  </a:lnTo>
                  <a:lnTo>
                    <a:pt x="8961" y="52058"/>
                  </a:lnTo>
                  <a:lnTo>
                    <a:pt x="18663" y="58615"/>
                  </a:lnTo>
                  <a:lnTo>
                    <a:pt x="30512" y="61024"/>
                  </a:lnTo>
                  <a:lnTo>
                    <a:pt x="17441196" y="61024"/>
                  </a:lnTo>
                  <a:lnTo>
                    <a:pt x="17453045" y="58615"/>
                  </a:lnTo>
                  <a:lnTo>
                    <a:pt x="17462747" y="52058"/>
                  </a:lnTo>
                  <a:lnTo>
                    <a:pt x="17469301" y="42356"/>
                  </a:lnTo>
                  <a:lnTo>
                    <a:pt x="17471708" y="30512"/>
                  </a:lnTo>
                  <a:lnTo>
                    <a:pt x="17469301" y="18663"/>
                  </a:lnTo>
                  <a:lnTo>
                    <a:pt x="17462747" y="8961"/>
                  </a:lnTo>
                  <a:lnTo>
                    <a:pt x="17453045" y="2407"/>
                  </a:lnTo>
                  <a:lnTo>
                    <a:pt x="17441196" y="0"/>
                  </a:lnTo>
                  <a:close/>
                </a:path>
              </a:pathLst>
            </a:custGeom>
            <a:solidFill>
              <a:srgbClr val="716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412602" y="9400251"/>
              <a:ext cx="17466945" cy="36830"/>
            </a:xfrm>
            <a:custGeom>
              <a:avLst/>
              <a:gdLst/>
              <a:ahLst/>
              <a:cxnLst/>
              <a:rect l="l" t="t" r="r" b="b"/>
              <a:pathLst>
                <a:path w="17466945" h="36829">
                  <a:moveTo>
                    <a:pt x="17438568" y="0"/>
                  </a:moveTo>
                  <a:lnTo>
                    <a:pt x="27883" y="0"/>
                  </a:lnTo>
                  <a:lnTo>
                    <a:pt x="18959" y="1341"/>
                  </a:lnTo>
                  <a:lnTo>
                    <a:pt x="11067" y="5096"/>
                  </a:lnTo>
                  <a:lnTo>
                    <a:pt x="4613" y="10857"/>
                  </a:lnTo>
                  <a:lnTo>
                    <a:pt x="0" y="18219"/>
                  </a:lnTo>
                  <a:lnTo>
                    <a:pt x="4613" y="25580"/>
                  </a:lnTo>
                  <a:lnTo>
                    <a:pt x="11067" y="31341"/>
                  </a:lnTo>
                  <a:lnTo>
                    <a:pt x="18959" y="35096"/>
                  </a:lnTo>
                  <a:lnTo>
                    <a:pt x="27883" y="36438"/>
                  </a:lnTo>
                  <a:lnTo>
                    <a:pt x="17438568" y="36438"/>
                  </a:lnTo>
                  <a:lnTo>
                    <a:pt x="17447497" y="35096"/>
                  </a:lnTo>
                  <a:lnTo>
                    <a:pt x="17455389" y="31341"/>
                  </a:lnTo>
                  <a:lnTo>
                    <a:pt x="17461845" y="25580"/>
                  </a:lnTo>
                  <a:lnTo>
                    <a:pt x="17466462" y="18219"/>
                  </a:lnTo>
                  <a:lnTo>
                    <a:pt x="17461845" y="10857"/>
                  </a:lnTo>
                  <a:lnTo>
                    <a:pt x="17455389" y="5096"/>
                  </a:lnTo>
                  <a:lnTo>
                    <a:pt x="17447497" y="1341"/>
                  </a:lnTo>
                  <a:lnTo>
                    <a:pt x="17438568" y="0"/>
                  </a:lnTo>
                  <a:close/>
                </a:path>
              </a:pathLst>
            </a:custGeom>
            <a:solidFill>
              <a:srgbClr val="99827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 descr=""/>
          <p:cNvSpPr txBox="1"/>
          <p:nvPr/>
        </p:nvSpPr>
        <p:spPr>
          <a:xfrm>
            <a:off x="624163" y="728636"/>
            <a:ext cx="58801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Open Sans"/>
                <a:cs typeface="Open Sans"/>
              </a:rPr>
              <a:t>Trees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14" y="4872410"/>
            <a:ext cx="17424870" cy="20694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9978" y="9197251"/>
            <a:ext cx="17471708" cy="269776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1481032" y="1448542"/>
            <a:ext cx="1340485" cy="2252345"/>
            <a:chOff x="11481032" y="1448542"/>
            <a:chExt cx="1340485" cy="2252345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81032" y="1448542"/>
              <a:ext cx="1339938" cy="225188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33063" y="1845956"/>
              <a:ext cx="156682" cy="22782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90110" y="2510518"/>
              <a:ext cx="121688" cy="17692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95337" y="1987751"/>
              <a:ext cx="172762" cy="27489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47284" y="3139999"/>
              <a:ext cx="135713" cy="6576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876378" y="2866377"/>
              <a:ext cx="70343" cy="16836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993780" y="2714890"/>
              <a:ext cx="70343" cy="168361"/>
            </a:xfrm>
            <a:prstGeom prst="rect">
              <a:avLst/>
            </a:prstGeom>
          </p:spPr>
        </p:pic>
      </p:grpSp>
      <p:sp>
        <p:nvSpPr>
          <p:cNvPr id="12" name="object 12" descr=""/>
          <p:cNvSpPr/>
          <p:nvPr/>
        </p:nvSpPr>
        <p:spPr>
          <a:xfrm>
            <a:off x="12246591" y="3890485"/>
            <a:ext cx="70485" cy="168910"/>
          </a:xfrm>
          <a:custGeom>
            <a:avLst/>
            <a:gdLst/>
            <a:ahLst/>
            <a:cxnLst/>
            <a:rect l="l" t="t" r="r" b="b"/>
            <a:pathLst>
              <a:path w="70484" h="168910">
                <a:moveTo>
                  <a:pt x="37307" y="0"/>
                </a:moveTo>
                <a:lnTo>
                  <a:pt x="27273" y="14163"/>
                </a:lnTo>
                <a:lnTo>
                  <a:pt x="15167" y="40000"/>
                </a:lnTo>
                <a:lnTo>
                  <a:pt x="4804" y="71398"/>
                </a:lnTo>
                <a:lnTo>
                  <a:pt x="0" y="102248"/>
                </a:lnTo>
                <a:lnTo>
                  <a:pt x="1890" y="126664"/>
                </a:lnTo>
                <a:lnTo>
                  <a:pt x="8552" y="144320"/>
                </a:lnTo>
                <a:lnTo>
                  <a:pt x="19206" y="157468"/>
                </a:lnTo>
                <a:lnTo>
                  <a:pt x="33077" y="168361"/>
                </a:lnTo>
                <a:lnTo>
                  <a:pt x="47611" y="158153"/>
                </a:lnTo>
                <a:lnTo>
                  <a:pt x="59220" y="145553"/>
                </a:lnTo>
                <a:lnTo>
                  <a:pt x="67079" y="128260"/>
                </a:lnTo>
                <a:lnTo>
                  <a:pt x="70364" y="103975"/>
                </a:lnTo>
                <a:lnTo>
                  <a:pt x="66957" y="72878"/>
                </a:lnTo>
                <a:lnTo>
                  <a:pt x="57817" y="40946"/>
                </a:lnTo>
                <a:lnTo>
                  <a:pt x="46687" y="14535"/>
                </a:lnTo>
                <a:lnTo>
                  <a:pt x="37307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1998646" y="4376645"/>
            <a:ext cx="97155" cy="145415"/>
          </a:xfrm>
          <a:custGeom>
            <a:avLst/>
            <a:gdLst/>
            <a:ahLst/>
            <a:cxnLst/>
            <a:rect l="l" t="t" r="r" b="b"/>
            <a:pathLst>
              <a:path w="97154" h="145414">
                <a:moveTo>
                  <a:pt x="1035" y="0"/>
                </a:moveTo>
                <a:lnTo>
                  <a:pt x="3379" y="45633"/>
                </a:lnTo>
                <a:lnTo>
                  <a:pt x="23463" y="106478"/>
                </a:lnTo>
                <a:lnTo>
                  <a:pt x="52998" y="137663"/>
                </a:lnTo>
                <a:lnTo>
                  <a:pt x="86498" y="145084"/>
                </a:lnTo>
                <a:lnTo>
                  <a:pt x="93427" y="128765"/>
                </a:lnTo>
                <a:lnTo>
                  <a:pt x="96625" y="111944"/>
                </a:lnTo>
                <a:lnTo>
                  <a:pt x="94162" y="93112"/>
                </a:lnTo>
                <a:lnTo>
                  <a:pt x="64776" y="46175"/>
                </a:lnTo>
                <a:lnTo>
                  <a:pt x="16700" y="7382"/>
                </a:lnTo>
                <a:lnTo>
                  <a:pt x="1035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095870" y="1654049"/>
            <a:ext cx="95975" cy="145691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12303858" y="4045095"/>
            <a:ext cx="80645" cy="75565"/>
          </a:xfrm>
          <a:custGeom>
            <a:avLst/>
            <a:gdLst/>
            <a:ahLst/>
            <a:cxnLst/>
            <a:rect l="l" t="t" r="r" b="b"/>
            <a:pathLst>
              <a:path w="80645" h="75564">
                <a:moveTo>
                  <a:pt x="80322" y="0"/>
                </a:moveTo>
                <a:lnTo>
                  <a:pt x="33121" y="16884"/>
                </a:lnTo>
                <a:lnTo>
                  <a:pt x="1306" y="51037"/>
                </a:lnTo>
                <a:lnTo>
                  <a:pt x="0" y="61764"/>
                </a:lnTo>
                <a:lnTo>
                  <a:pt x="1162" y="72961"/>
                </a:lnTo>
                <a:lnTo>
                  <a:pt x="12301" y="75114"/>
                </a:lnTo>
                <a:lnTo>
                  <a:pt x="23242" y="74848"/>
                </a:lnTo>
                <a:lnTo>
                  <a:pt x="60033" y="46119"/>
                </a:lnTo>
                <a:lnTo>
                  <a:pt x="77808" y="10824"/>
                </a:lnTo>
                <a:lnTo>
                  <a:pt x="80322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2076689" y="4318186"/>
            <a:ext cx="34290" cy="85090"/>
          </a:xfrm>
          <a:custGeom>
            <a:avLst/>
            <a:gdLst/>
            <a:ahLst/>
            <a:cxnLst/>
            <a:rect l="l" t="t" r="r" b="b"/>
            <a:pathLst>
              <a:path w="34290" h="85089">
                <a:moveTo>
                  <a:pt x="22764" y="0"/>
                </a:moveTo>
                <a:lnTo>
                  <a:pt x="12016" y="7890"/>
                </a:lnTo>
                <a:lnTo>
                  <a:pt x="4209" y="20479"/>
                </a:lnTo>
                <a:lnTo>
                  <a:pt x="0" y="36530"/>
                </a:lnTo>
                <a:lnTo>
                  <a:pt x="42" y="54804"/>
                </a:lnTo>
                <a:lnTo>
                  <a:pt x="1435" y="62772"/>
                </a:lnTo>
                <a:lnTo>
                  <a:pt x="3754" y="70492"/>
                </a:lnTo>
                <a:lnTo>
                  <a:pt x="6969" y="77887"/>
                </a:lnTo>
                <a:lnTo>
                  <a:pt x="11047" y="84876"/>
                </a:lnTo>
                <a:lnTo>
                  <a:pt x="21786" y="76995"/>
                </a:lnTo>
                <a:lnTo>
                  <a:pt x="29593" y="64405"/>
                </a:lnTo>
                <a:lnTo>
                  <a:pt x="33808" y="48349"/>
                </a:lnTo>
                <a:lnTo>
                  <a:pt x="33769" y="30072"/>
                </a:lnTo>
                <a:lnTo>
                  <a:pt x="32372" y="22104"/>
                </a:lnTo>
                <a:lnTo>
                  <a:pt x="30053" y="14384"/>
                </a:lnTo>
                <a:lnTo>
                  <a:pt x="26841" y="6989"/>
                </a:lnTo>
                <a:lnTo>
                  <a:pt x="22764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11120173" y="1789230"/>
            <a:ext cx="1281430" cy="3342640"/>
            <a:chOff x="11120173" y="1789230"/>
            <a:chExt cx="1281430" cy="3342640"/>
          </a:xfrm>
        </p:grpSpPr>
        <p:sp>
          <p:nvSpPr>
            <p:cNvPr id="18" name="object 18" descr=""/>
            <p:cNvSpPr/>
            <p:nvPr/>
          </p:nvSpPr>
          <p:spPr>
            <a:xfrm>
              <a:off x="12166168" y="1789230"/>
              <a:ext cx="0" cy="3314700"/>
            </a:xfrm>
            <a:custGeom>
              <a:avLst/>
              <a:gdLst/>
              <a:ahLst/>
              <a:cxnLst/>
              <a:rect l="l" t="t" r="r" b="b"/>
              <a:pathLst>
                <a:path w="0" h="3314700">
                  <a:moveTo>
                    <a:pt x="0" y="3314077"/>
                  </a:moveTo>
                  <a:lnTo>
                    <a:pt x="0" y="0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2030456" y="2141795"/>
              <a:ext cx="135890" cy="450850"/>
            </a:xfrm>
            <a:custGeom>
              <a:avLst/>
              <a:gdLst/>
              <a:ahLst/>
              <a:cxnLst/>
              <a:rect l="l" t="t" r="r" b="b"/>
              <a:pathLst>
                <a:path w="135890" h="450850">
                  <a:moveTo>
                    <a:pt x="0" y="0"/>
                  </a:moveTo>
                  <a:lnTo>
                    <a:pt x="0" y="315110"/>
                  </a:lnTo>
                  <a:lnTo>
                    <a:pt x="7568" y="352599"/>
                  </a:lnTo>
                  <a:lnTo>
                    <a:pt x="28208" y="383213"/>
                  </a:lnTo>
                  <a:lnTo>
                    <a:pt x="58822" y="403853"/>
                  </a:lnTo>
                  <a:lnTo>
                    <a:pt x="96311" y="411422"/>
                  </a:lnTo>
                  <a:lnTo>
                    <a:pt x="111650" y="414521"/>
                  </a:lnTo>
                  <a:lnTo>
                    <a:pt x="124168" y="422960"/>
                  </a:lnTo>
                  <a:lnTo>
                    <a:pt x="132612" y="435476"/>
                  </a:lnTo>
                  <a:lnTo>
                    <a:pt x="135713" y="450803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2030456" y="2911538"/>
              <a:ext cx="135890" cy="544830"/>
            </a:xfrm>
            <a:custGeom>
              <a:avLst/>
              <a:gdLst/>
              <a:ahLst/>
              <a:cxnLst/>
              <a:rect l="l" t="t" r="r" b="b"/>
              <a:pathLst>
                <a:path w="135890" h="544829">
                  <a:moveTo>
                    <a:pt x="0" y="0"/>
                  </a:moveTo>
                  <a:lnTo>
                    <a:pt x="0" y="409013"/>
                  </a:lnTo>
                  <a:lnTo>
                    <a:pt x="6077" y="439116"/>
                  </a:lnTo>
                  <a:lnTo>
                    <a:pt x="22652" y="463699"/>
                  </a:lnTo>
                  <a:lnTo>
                    <a:pt x="47235" y="480273"/>
                  </a:lnTo>
                  <a:lnTo>
                    <a:pt x="77337" y="486351"/>
                  </a:lnTo>
                  <a:lnTo>
                    <a:pt x="100054" y="490937"/>
                  </a:lnTo>
                  <a:lnTo>
                    <a:pt x="118607" y="503442"/>
                  </a:lnTo>
                  <a:lnTo>
                    <a:pt x="131119" y="521991"/>
                  </a:lnTo>
                  <a:lnTo>
                    <a:pt x="135713" y="544705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039388" y="3903278"/>
              <a:ext cx="132917" cy="14797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903598" y="3000076"/>
              <a:ext cx="132980" cy="227521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2166169" y="1984570"/>
              <a:ext cx="201295" cy="387350"/>
            </a:xfrm>
            <a:custGeom>
              <a:avLst/>
              <a:gdLst/>
              <a:ahLst/>
              <a:cxnLst/>
              <a:rect l="l" t="t" r="r" b="b"/>
              <a:pathLst>
                <a:path w="201295" h="387350">
                  <a:moveTo>
                    <a:pt x="201040" y="0"/>
                  </a:moveTo>
                  <a:lnTo>
                    <a:pt x="201040" y="185889"/>
                  </a:lnTo>
                  <a:lnTo>
                    <a:pt x="190939" y="235924"/>
                  </a:lnTo>
                  <a:lnTo>
                    <a:pt x="163392" y="276782"/>
                  </a:lnTo>
                  <a:lnTo>
                    <a:pt x="122534" y="304329"/>
                  </a:lnTo>
                  <a:lnTo>
                    <a:pt x="72500" y="314430"/>
                  </a:lnTo>
                  <a:lnTo>
                    <a:pt x="44280" y="320127"/>
                  </a:lnTo>
                  <a:lnTo>
                    <a:pt x="21234" y="335665"/>
                  </a:lnTo>
                  <a:lnTo>
                    <a:pt x="5697" y="358710"/>
                  </a:lnTo>
                  <a:lnTo>
                    <a:pt x="0" y="386930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1989138" y="2262644"/>
              <a:ext cx="41910" cy="102870"/>
            </a:xfrm>
            <a:custGeom>
              <a:avLst/>
              <a:gdLst/>
              <a:ahLst/>
              <a:cxnLst/>
              <a:rect l="l" t="t" r="r" b="b"/>
              <a:pathLst>
                <a:path w="41909" h="102869">
                  <a:moveTo>
                    <a:pt x="0" y="0"/>
                  </a:moveTo>
                  <a:lnTo>
                    <a:pt x="22973" y="37569"/>
                  </a:lnTo>
                  <a:lnTo>
                    <a:pt x="30901" y="52775"/>
                  </a:lnTo>
                  <a:lnTo>
                    <a:pt x="36645" y="68849"/>
                  </a:lnTo>
                  <a:lnTo>
                    <a:pt x="40139" y="85558"/>
                  </a:lnTo>
                  <a:lnTo>
                    <a:pt x="41318" y="102667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2166164" y="3998286"/>
              <a:ext cx="116205" cy="384810"/>
            </a:xfrm>
            <a:custGeom>
              <a:avLst/>
              <a:gdLst/>
              <a:ahLst/>
              <a:cxnLst/>
              <a:rect l="l" t="t" r="r" b="b"/>
              <a:pathLst>
                <a:path w="116204" h="384810">
                  <a:moveTo>
                    <a:pt x="115609" y="0"/>
                  </a:moveTo>
                  <a:lnTo>
                    <a:pt x="115609" y="160843"/>
                  </a:lnTo>
                  <a:lnTo>
                    <a:pt x="111724" y="196025"/>
                  </a:lnTo>
                  <a:lnTo>
                    <a:pt x="100430" y="229139"/>
                  </a:lnTo>
                  <a:lnTo>
                    <a:pt x="82262" y="259042"/>
                  </a:lnTo>
                  <a:lnTo>
                    <a:pt x="57757" y="284588"/>
                  </a:lnTo>
                  <a:lnTo>
                    <a:pt x="39579" y="299739"/>
                  </a:lnTo>
                  <a:lnTo>
                    <a:pt x="22811" y="317223"/>
                  </a:lnTo>
                  <a:lnTo>
                    <a:pt x="10381" y="337691"/>
                  </a:lnTo>
                  <a:lnTo>
                    <a:pt x="2656" y="360358"/>
                  </a:lnTo>
                  <a:lnTo>
                    <a:pt x="0" y="384438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2242863" y="4200558"/>
              <a:ext cx="152400" cy="65405"/>
            </a:xfrm>
            <a:custGeom>
              <a:avLst/>
              <a:gdLst/>
              <a:ahLst/>
              <a:cxnLst/>
              <a:rect l="l" t="t" r="r" b="b"/>
              <a:pathLst>
                <a:path w="152400" h="65404">
                  <a:moveTo>
                    <a:pt x="152278" y="0"/>
                  </a:moveTo>
                  <a:lnTo>
                    <a:pt x="147142" y="25437"/>
                  </a:lnTo>
                  <a:lnTo>
                    <a:pt x="133138" y="46209"/>
                  </a:lnTo>
                  <a:lnTo>
                    <a:pt x="112366" y="60213"/>
                  </a:lnTo>
                  <a:lnTo>
                    <a:pt x="86929" y="65348"/>
                  </a:lnTo>
                  <a:lnTo>
                    <a:pt x="0" y="65348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2082056" y="4499708"/>
              <a:ext cx="84455" cy="534670"/>
            </a:xfrm>
            <a:custGeom>
              <a:avLst/>
              <a:gdLst/>
              <a:ahLst/>
              <a:cxnLst/>
              <a:rect l="l" t="t" r="r" b="b"/>
              <a:pathLst>
                <a:path w="84454" h="534670">
                  <a:moveTo>
                    <a:pt x="0" y="0"/>
                  </a:moveTo>
                  <a:lnTo>
                    <a:pt x="0" y="450499"/>
                  </a:lnTo>
                  <a:lnTo>
                    <a:pt x="4677" y="473665"/>
                  </a:lnTo>
                  <a:lnTo>
                    <a:pt x="17432" y="492583"/>
                  </a:lnTo>
                  <a:lnTo>
                    <a:pt x="36350" y="505338"/>
                  </a:lnTo>
                  <a:lnTo>
                    <a:pt x="59516" y="510015"/>
                  </a:lnTo>
                  <a:lnTo>
                    <a:pt x="69096" y="511951"/>
                  </a:lnTo>
                  <a:lnTo>
                    <a:pt x="76921" y="517227"/>
                  </a:lnTo>
                  <a:lnTo>
                    <a:pt x="82198" y="525052"/>
                  </a:lnTo>
                  <a:lnTo>
                    <a:pt x="84133" y="534632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120173" y="3366221"/>
              <a:ext cx="944892" cy="1174404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1676541" y="3664026"/>
              <a:ext cx="73025" cy="170815"/>
            </a:xfrm>
            <a:custGeom>
              <a:avLst/>
              <a:gdLst/>
              <a:ahLst/>
              <a:cxnLst/>
              <a:rect l="l" t="t" r="r" b="b"/>
              <a:pathLst>
                <a:path w="73025" h="170814">
                  <a:moveTo>
                    <a:pt x="38992" y="0"/>
                  </a:moveTo>
                  <a:lnTo>
                    <a:pt x="18457" y="18766"/>
                  </a:lnTo>
                  <a:lnTo>
                    <a:pt x="5104" y="46579"/>
                  </a:lnTo>
                  <a:lnTo>
                    <a:pt x="0" y="80738"/>
                  </a:lnTo>
                  <a:lnTo>
                    <a:pt x="4208" y="118540"/>
                  </a:lnTo>
                  <a:lnTo>
                    <a:pt x="22678" y="163272"/>
                  </a:lnTo>
                  <a:lnTo>
                    <a:pt x="38247" y="170383"/>
                  </a:lnTo>
                  <a:lnTo>
                    <a:pt x="44883" y="168647"/>
                  </a:lnTo>
                  <a:lnTo>
                    <a:pt x="50541" y="164351"/>
                  </a:lnTo>
                  <a:lnTo>
                    <a:pt x="63143" y="144000"/>
                  </a:lnTo>
                  <a:lnTo>
                    <a:pt x="70717" y="118845"/>
                  </a:lnTo>
                  <a:lnTo>
                    <a:pt x="72706" y="90293"/>
                  </a:lnTo>
                  <a:lnTo>
                    <a:pt x="68551" y="59746"/>
                  </a:lnTo>
                  <a:lnTo>
                    <a:pt x="63862" y="43571"/>
                  </a:lnTo>
                  <a:lnTo>
                    <a:pt x="57321" y="28118"/>
                  </a:lnTo>
                  <a:lnTo>
                    <a:pt x="49006" y="13542"/>
                  </a:lnTo>
                  <a:lnTo>
                    <a:pt x="38992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225360" y="4500583"/>
              <a:ext cx="121205" cy="167277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1765898" y="3811843"/>
              <a:ext cx="73660" cy="98425"/>
            </a:xfrm>
            <a:custGeom>
              <a:avLst/>
              <a:gdLst/>
              <a:ahLst/>
              <a:cxnLst/>
              <a:rect l="l" t="t" r="r" b="b"/>
              <a:pathLst>
                <a:path w="73659" h="98425">
                  <a:moveTo>
                    <a:pt x="72978" y="0"/>
                  </a:moveTo>
                  <a:lnTo>
                    <a:pt x="35742" y="12872"/>
                  </a:lnTo>
                  <a:lnTo>
                    <a:pt x="7106" y="52909"/>
                  </a:lnTo>
                  <a:lnTo>
                    <a:pt x="0" y="86480"/>
                  </a:lnTo>
                  <a:lnTo>
                    <a:pt x="320" y="97997"/>
                  </a:lnTo>
                  <a:lnTo>
                    <a:pt x="37565" y="85116"/>
                  </a:lnTo>
                  <a:lnTo>
                    <a:pt x="66203" y="45087"/>
                  </a:lnTo>
                  <a:lnTo>
                    <a:pt x="73299" y="11512"/>
                  </a:lnTo>
                  <a:lnTo>
                    <a:pt x="7297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371729" y="3571072"/>
              <a:ext cx="167550" cy="163887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1578191" y="3901524"/>
              <a:ext cx="0" cy="1230630"/>
            </a:xfrm>
            <a:custGeom>
              <a:avLst/>
              <a:gdLst/>
              <a:ahLst/>
              <a:cxnLst/>
              <a:rect l="l" t="t" r="r" b="b"/>
              <a:pathLst>
                <a:path w="0" h="1230629">
                  <a:moveTo>
                    <a:pt x="0" y="0"/>
                  </a:moveTo>
                  <a:lnTo>
                    <a:pt x="0" y="1230182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1578192" y="3863652"/>
              <a:ext cx="133985" cy="424180"/>
            </a:xfrm>
            <a:custGeom>
              <a:avLst/>
              <a:gdLst/>
              <a:ahLst/>
              <a:cxnLst/>
              <a:rect l="l" t="t" r="r" b="b"/>
              <a:pathLst>
                <a:path w="133984" h="424179">
                  <a:moveTo>
                    <a:pt x="133817" y="0"/>
                  </a:moveTo>
                  <a:lnTo>
                    <a:pt x="133817" y="138634"/>
                  </a:lnTo>
                  <a:lnTo>
                    <a:pt x="130486" y="175091"/>
                  </a:lnTo>
                  <a:lnTo>
                    <a:pt x="120704" y="210064"/>
                  </a:lnTo>
                  <a:lnTo>
                    <a:pt x="104791" y="242708"/>
                  </a:lnTo>
                  <a:lnTo>
                    <a:pt x="83065" y="272180"/>
                  </a:lnTo>
                  <a:lnTo>
                    <a:pt x="38763" y="322063"/>
                  </a:lnTo>
                  <a:lnTo>
                    <a:pt x="22170" y="344577"/>
                  </a:lnTo>
                  <a:lnTo>
                    <a:pt x="10016" y="369516"/>
                  </a:lnTo>
                  <a:lnTo>
                    <a:pt x="2544" y="396236"/>
                  </a:lnTo>
                  <a:lnTo>
                    <a:pt x="0" y="424091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2163792" y="2641731"/>
              <a:ext cx="133985" cy="424180"/>
            </a:xfrm>
            <a:custGeom>
              <a:avLst/>
              <a:gdLst/>
              <a:ahLst/>
              <a:cxnLst/>
              <a:rect l="l" t="t" r="r" b="b"/>
              <a:pathLst>
                <a:path w="133984" h="424180">
                  <a:moveTo>
                    <a:pt x="133817" y="0"/>
                  </a:moveTo>
                  <a:lnTo>
                    <a:pt x="133817" y="138634"/>
                  </a:lnTo>
                  <a:lnTo>
                    <a:pt x="130486" y="175091"/>
                  </a:lnTo>
                  <a:lnTo>
                    <a:pt x="120704" y="210064"/>
                  </a:lnTo>
                  <a:lnTo>
                    <a:pt x="104791" y="242708"/>
                  </a:lnTo>
                  <a:lnTo>
                    <a:pt x="83065" y="272180"/>
                  </a:lnTo>
                  <a:lnTo>
                    <a:pt x="38763" y="322063"/>
                  </a:lnTo>
                  <a:lnTo>
                    <a:pt x="22170" y="344577"/>
                  </a:lnTo>
                  <a:lnTo>
                    <a:pt x="10016" y="369516"/>
                  </a:lnTo>
                  <a:lnTo>
                    <a:pt x="2544" y="396236"/>
                  </a:lnTo>
                  <a:lnTo>
                    <a:pt x="0" y="424091"/>
                  </a:lnTo>
                </a:path>
              </a:pathLst>
            </a:custGeom>
            <a:ln w="12282">
              <a:solidFill>
                <a:srgbClr val="85BB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1325057" y="4609518"/>
              <a:ext cx="253365" cy="151130"/>
            </a:xfrm>
            <a:custGeom>
              <a:avLst/>
              <a:gdLst/>
              <a:ahLst/>
              <a:cxnLst/>
              <a:rect l="l" t="t" r="r" b="b"/>
              <a:pathLst>
                <a:path w="253365" h="151129">
                  <a:moveTo>
                    <a:pt x="0" y="0"/>
                  </a:moveTo>
                  <a:lnTo>
                    <a:pt x="30826" y="35112"/>
                  </a:lnTo>
                  <a:lnTo>
                    <a:pt x="68656" y="61385"/>
                  </a:lnTo>
                  <a:lnTo>
                    <a:pt x="111667" y="77858"/>
                  </a:lnTo>
                  <a:lnTo>
                    <a:pt x="158037" y="83568"/>
                  </a:lnTo>
                  <a:lnTo>
                    <a:pt x="185669" y="83568"/>
                  </a:lnTo>
                  <a:lnTo>
                    <a:pt x="211908" y="88861"/>
                  </a:lnTo>
                  <a:lnTo>
                    <a:pt x="233344" y="103300"/>
                  </a:lnTo>
                  <a:lnTo>
                    <a:pt x="247809" y="124720"/>
                  </a:lnTo>
                  <a:lnTo>
                    <a:pt x="253133" y="150958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706781" y="3925623"/>
              <a:ext cx="69694" cy="89107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1485102" y="3733922"/>
              <a:ext cx="93345" cy="359410"/>
            </a:xfrm>
            <a:custGeom>
              <a:avLst/>
              <a:gdLst/>
              <a:ahLst/>
              <a:cxnLst/>
              <a:rect l="l" t="t" r="r" b="b"/>
              <a:pathLst>
                <a:path w="93345" h="359410">
                  <a:moveTo>
                    <a:pt x="0" y="0"/>
                  </a:moveTo>
                  <a:lnTo>
                    <a:pt x="0" y="265761"/>
                  </a:lnTo>
                  <a:lnTo>
                    <a:pt x="4061" y="285886"/>
                  </a:lnTo>
                  <a:lnTo>
                    <a:pt x="15139" y="302323"/>
                  </a:lnTo>
                  <a:lnTo>
                    <a:pt x="31571" y="313407"/>
                  </a:lnTo>
                  <a:lnTo>
                    <a:pt x="51694" y="317477"/>
                  </a:lnTo>
                  <a:lnTo>
                    <a:pt x="67803" y="320728"/>
                  </a:lnTo>
                  <a:lnTo>
                    <a:pt x="80958" y="329595"/>
                  </a:lnTo>
                  <a:lnTo>
                    <a:pt x="89828" y="342749"/>
                  </a:lnTo>
                  <a:lnTo>
                    <a:pt x="93086" y="358858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572093" y="4523731"/>
              <a:ext cx="130247" cy="120142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1451624" y="4638962"/>
              <a:ext cx="54610" cy="54610"/>
            </a:xfrm>
            <a:custGeom>
              <a:avLst/>
              <a:gdLst/>
              <a:ahLst/>
              <a:cxnLst/>
              <a:rect l="l" t="t" r="r" b="b"/>
              <a:pathLst>
                <a:path w="54609" h="54610">
                  <a:moveTo>
                    <a:pt x="0" y="0"/>
                  </a:moveTo>
                  <a:lnTo>
                    <a:pt x="4267" y="21137"/>
                  </a:lnTo>
                  <a:lnTo>
                    <a:pt x="15906" y="38401"/>
                  </a:lnTo>
                  <a:lnTo>
                    <a:pt x="33170" y="50043"/>
                  </a:lnTo>
                  <a:lnTo>
                    <a:pt x="54312" y="54312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420999" y="3780405"/>
              <a:ext cx="70249" cy="128414"/>
            </a:xfrm>
            <a:prstGeom prst="rect">
              <a:avLst/>
            </a:prstGeom>
          </p:spPr>
        </p:pic>
      </p:grpSp>
      <p:grpSp>
        <p:nvGrpSpPr>
          <p:cNvPr id="42" name="object 42" descr=""/>
          <p:cNvGrpSpPr/>
          <p:nvPr/>
        </p:nvGrpSpPr>
        <p:grpSpPr>
          <a:xfrm>
            <a:off x="9892378" y="6620690"/>
            <a:ext cx="1761489" cy="2846705"/>
            <a:chOff x="9892378" y="6620690"/>
            <a:chExt cx="1761489" cy="2846705"/>
          </a:xfrm>
        </p:grpSpPr>
        <p:sp>
          <p:nvSpPr>
            <p:cNvPr id="43" name="object 43" descr=""/>
            <p:cNvSpPr/>
            <p:nvPr/>
          </p:nvSpPr>
          <p:spPr>
            <a:xfrm>
              <a:off x="10773608" y="7620547"/>
              <a:ext cx="0" cy="1846580"/>
            </a:xfrm>
            <a:custGeom>
              <a:avLst/>
              <a:gdLst/>
              <a:ahLst/>
              <a:cxnLst/>
              <a:rect l="l" t="t" r="r" b="b"/>
              <a:pathLst>
                <a:path w="0" h="1846579">
                  <a:moveTo>
                    <a:pt x="0" y="0"/>
                  </a:moveTo>
                  <a:lnTo>
                    <a:pt x="0" y="1846477"/>
                  </a:lnTo>
                </a:path>
              </a:pathLst>
            </a:custGeom>
            <a:ln w="26072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0773611" y="7690920"/>
              <a:ext cx="233679" cy="654050"/>
            </a:xfrm>
            <a:custGeom>
              <a:avLst/>
              <a:gdLst/>
              <a:ahLst/>
              <a:cxnLst/>
              <a:rect l="l" t="t" r="r" b="b"/>
              <a:pathLst>
                <a:path w="233679" h="654050">
                  <a:moveTo>
                    <a:pt x="233500" y="0"/>
                  </a:moveTo>
                  <a:lnTo>
                    <a:pt x="233500" y="119734"/>
                  </a:lnTo>
                  <a:lnTo>
                    <a:pt x="229911" y="163334"/>
                  </a:lnTo>
                  <a:lnTo>
                    <a:pt x="219333" y="205485"/>
                  </a:lnTo>
                  <a:lnTo>
                    <a:pt x="202048" y="245359"/>
                  </a:lnTo>
                  <a:lnTo>
                    <a:pt x="178340" y="282127"/>
                  </a:lnTo>
                  <a:lnTo>
                    <a:pt x="84908" y="403841"/>
                  </a:lnTo>
                  <a:lnTo>
                    <a:pt x="54936" y="448684"/>
                  </a:lnTo>
                  <a:lnTo>
                    <a:pt x="31236" y="496757"/>
                  </a:lnTo>
                  <a:lnTo>
                    <a:pt x="14031" y="547403"/>
                  </a:lnTo>
                  <a:lnTo>
                    <a:pt x="3545" y="599966"/>
                  </a:lnTo>
                  <a:lnTo>
                    <a:pt x="0" y="653791"/>
                  </a:lnTo>
                </a:path>
              </a:pathLst>
            </a:custGeom>
            <a:ln w="26072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456729" y="7887729"/>
              <a:ext cx="317500" cy="643890"/>
            </a:xfrm>
            <a:custGeom>
              <a:avLst/>
              <a:gdLst/>
              <a:ahLst/>
              <a:cxnLst/>
              <a:rect l="l" t="t" r="r" b="b"/>
              <a:pathLst>
                <a:path w="317500" h="643890">
                  <a:moveTo>
                    <a:pt x="0" y="0"/>
                  </a:moveTo>
                  <a:lnTo>
                    <a:pt x="0" y="125566"/>
                  </a:lnTo>
                  <a:lnTo>
                    <a:pt x="3974" y="176783"/>
                  </a:lnTo>
                  <a:lnTo>
                    <a:pt x="15650" y="226190"/>
                  </a:lnTo>
                  <a:lnTo>
                    <a:pt x="34623" y="272978"/>
                  </a:lnTo>
                  <a:lnTo>
                    <a:pt x="60490" y="316337"/>
                  </a:lnTo>
                  <a:lnTo>
                    <a:pt x="92848" y="355456"/>
                  </a:lnTo>
                  <a:lnTo>
                    <a:pt x="131294" y="389527"/>
                  </a:lnTo>
                  <a:lnTo>
                    <a:pt x="226035" y="461211"/>
                  </a:lnTo>
                  <a:lnTo>
                    <a:pt x="264366" y="497905"/>
                  </a:lnTo>
                  <a:lnTo>
                    <a:pt x="292912" y="541831"/>
                  </a:lnTo>
                  <a:lnTo>
                    <a:pt x="310731" y="591097"/>
                  </a:lnTo>
                  <a:lnTo>
                    <a:pt x="316880" y="643812"/>
                  </a:lnTo>
                </a:path>
              </a:pathLst>
            </a:custGeom>
            <a:ln w="26072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9892378" y="6620690"/>
              <a:ext cx="1761489" cy="1313815"/>
            </a:xfrm>
            <a:custGeom>
              <a:avLst/>
              <a:gdLst/>
              <a:ahLst/>
              <a:cxnLst/>
              <a:rect l="l" t="t" r="r" b="b"/>
              <a:pathLst>
                <a:path w="1761490" h="1313815">
                  <a:moveTo>
                    <a:pt x="880590" y="0"/>
                  </a:moveTo>
                  <a:lnTo>
                    <a:pt x="824900" y="1279"/>
                  </a:lnTo>
                  <a:lnTo>
                    <a:pt x="770130" y="5067"/>
                  </a:lnTo>
                  <a:lnTo>
                    <a:pt x="716384" y="11288"/>
                  </a:lnTo>
                  <a:lnTo>
                    <a:pt x="663765" y="19864"/>
                  </a:lnTo>
                  <a:lnTo>
                    <a:pt x="612375" y="30721"/>
                  </a:lnTo>
                  <a:lnTo>
                    <a:pt x="562319" y="43781"/>
                  </a:lnTo>
                  <a:lnTo>
                    <a:pt x="513699" y="58968"/>
                  </a:lnTo>
                  <a:lnTo>
                    <a:pt x="466618" y="76208"/>
                  </a:lnTo>
                  <a:lnTo>
                    <a:pt x="421180" y="95422"/>
                  </a:lnTo>
                  <a:lnTo>
                    <a:pt x="377488" y="116535"/>
                  </a:lnTo>
                  <a:lnTo>
                    <a:pt x="335645" y="139471"/>
                  </a:lnTo>
                  <a:lnTo>
                    <a:pt x="295753" y="164154"/>
                  </a:lnTo>
                  <a:lnTo>
                    <a:pt x="257917" y="190507"/>
                  </a:lnTo>
                  <a:lnTo>
                    <a:pt x="222239" y="218454"/>
                  </a:lnTo>
                  <a:lnTo>
                    <a:pt x="188823" y="247919"/>
                  </a:lnTo>
                  <a:lnTo>
                    <a:pt x="157771" y="278827"/>
                  </a:lnTo>
                  <a:lnTo>
                    <a:pt x="129187" y="311100"/>
                  </a:lnTo>
                  <a:lnTo>
                    <a:pt x="103174" y="344662"/>
                  </a:lnTo>
                  <a:lnTo>
                    <a:pt x="79835" y="379438"/>
                  </a:lnTo>
                  <a:lnTo>
                    <a:pt x="59273" y="415350"/>
                  </a:lnTo>
                  <a:lnTo>
                    <a:pt x="41591" y="452324"/>
                  </a:lnTo>
                  <a:lnTo>
                    <a:pt x="26893" y="490283"/>
                  </a:lnTo>
                  <a:lnTo>
                    <a:pt x="15282" y="529150"/>
                  </a:lnTo>
                  <a:lnTo>
                    <a:pt x="6860" y="568849"/>
                  </a:lnTo>
                  <a:lnTo>
                    <a:pt x="1732" y="609305"/>
                  </a:lnTo>
                  <a:lnTo>
                    <a:pt x="0" y="650440"/>
                  </a:lnTo>
                  <a:lnTo>
                    <a:pt x="2792" y="701180"/>
                  </a:lnTo>
                  <a:lnTo>
                    <a:pt x="11028" y="748193"/>
                  </a:lnTo>
                  <a:lnTo>
                    <a:pt x="24496" y="791604"/>
                  </a:lnTo>
                  <a:lnTo>
                    <a:pt x="42982" y="831539"/>
                  </a:lnTo>
                  <a:lnTo>
                    <a:pt x="66275" y="868124"/>
                  </a:lnTo>
                  <a:lnTo>
                    <a:pt x="94162" y="901484"/>
                  </a:lnTo>
                  <a:lnTo>
                    <a:pt x="126430" y="931744"/>
                  </a:lnTo>
                  <a:lnTo>
                    <a:pt x="162868" y="959030"/>
                  </a:lnTo>
                  <a:lnTo>
                    <a:pt x="203262" y="983467"/>
                  </a:lnTo>
                  <a:lnTo>
                    <a:pt x="247401" y="1005181"/>
                  </a:lnTo>
                  <a:lnTo>
                    <a:pt x="295072" y="1024298"/>
                  </a:lnTo>
                  <a:lnTo>
                    <a:pt x="346062" y="1040942"/>
                  </a:lnTo>
                  <a:lnTo>
                    <a:pt x="345560" y="1047004"/>
                  </a:lnTo>
                  <a:lnTo>
                    <a:pt x="345329" y="1053140"/>
                  </a:lnTo>
                  <a:lnTo>
                    <a:pt x="345329" y="1059308"/>
                  </a:lnTo>
                  <a:lnTo>
                    <a:pt x="349774" y="1104959"/>
                  </a:lnTo>
                  <a:lnTo>
                    <a:pt x="362589" y="1147942"/>
                  </a:lnTo>
                  <a:lnTo>
                    <a:pt x="382994" y="1187534"/>
                  </a:lnTo>
                  <a:lnTo>
                    <a:pt x="410210" y="1223014"/>
                  </a:lnTo>
                  <a:lnTo>
                    <a:pt x="443459" y="1253661"/>
                  </a:lnTo>
                  <a:lnTo>
                    <a:pt x="481960" y="1278753"/>
                  </a:lnTo>
                  <a:lnTo>
                    <a:pt x="524934" y="1297570"/>
                  </a:lnTo>
                  <a:lnTo>
                    <a:pt x="571602" y="1309388"/>
                  </a:lnTo>
                  <a:lnTo>
                    <a:pt x="621185" y="1313488"/>
                  </a:lnTo>
                  <a:lnTo>
                    <a:pt x="671484" y="1309274"/>
                  </a:lnTo>
                  <a:lnTo>
                    <a:pt x="718767" y="1297132"/>
                  </a:lnTo>
                  <a:lnTo>
                    <a:pt x="762220" y="1277811"/>
                  </a:lnTo>
                  <a:lnTo>
                    <a:pt x="801030" y="1252061"/>
                  </a:lnTo>
                  <a:lnTo>
                    <a:pt x="834383" y="1220631"/>
                  </a:lnTo>
                  <a:lnTo>
                    <a:pt x="861465" y="1184270"/>
                  </a:lnTo>
                  <a:lnTo>
                    <a:pt x="881463" y="1143729"/>
                  </a:lnTo>
                  <a:lnTo>
                    <a:pt x="893564" y="1099757"/>
                  </a:lnTo>
                  <a:lnTo>
                    <a:pt x="897983" y="1099757"/>
                  </a:lnTo>
                  <a:lnTo>
                    <a:pt x="923368" y="1131659"/>
                  </a:lnTo>
                  <a:lnTo>
                    <a:pt x="955139" y="1159289"/>
                  </a:lnTo>
                  <a:lnTo>
                    <a:pt x="992465" y="1181966"/>
                  </a:lnTo>
                  <a:lnTo>
                    <a:pt x="1034517" y="1199008"/>
                  </a:lnTo>
                  <a:lnTo>
                    <a:pt x="1080463" y="1209733"/>
                  </a:lnTo>
                  <a:lnTo>
                    <a:pt x="1129473" y="1213460"/>
                  </a:lnTo>
                  <a:lnTo>
                    <a:pt x="1181116" y="1209303"/>
                  </a:lnTo>
                  <a:lnTo>
                    <a:pt x="1229313" y="1197372"/>
                  </a:lnTo>
                  <a:lnTo>
                    <a:pt x="1273080" y="1178478"/>
                  </a:lnTo>
                  <a:lnTo>
                    <a:pt x="1311432" y="1153435"/>
                  </a:lnTo>
                  <a:lnTo>
                    <a:pt x="1343385" y="1123052"/>
                  </a:lnTo>
                  <a:lnTo>
                    <a:pt x="1367954" y="1088143"/>
                  </a:lnTo>
                  <a:lnTo>
                    <a:pt x="1384156" y="1049517"/>
                  </a:lnTo>
                  <a:lnTo>
                    <a:pt x="1435334" y="1034821"/>
                  </a:lnTo>
                  <a:lnTo>
                    <a:pt x="1483520" y="1017874"/>
                  </a:lnTo>
                  <a:lnTo>
                    <a:pt x="1528523" y="998562"/>
                  </a:lnTo>
                  <a:lnTo>
                    <a:pt x="1570151" y="976773"/>
                  </a:lnTo>
                  <a:lnTo>
                    <a:pt x="1608212" y="952393"/>
                  </a:lnTo>
                  <a:lnTo>
                    <a:pt x="1642514" y="925308"/>
                  </a:lnTo>
                  <a:lnTo>
                    <a:pt x="1672865" y="895404"/>
                  </a:lnTo>
                  <a:lnTo>
                    <a:pt x="1699073" y="862569"/>
                  </a:lnTo>
                  <a:lnTo>
                    <a:pt x="1720947" y="826688"/>
                  </a:lnTo>
                  <a:lnTo>
                    <a:pt x="1738294" y="787648"/>
                  </a:lnTo>
                  <a:lnTo>
                    <a:pt x="1750922" y="745336"/>
                  </a:lnTo>
                  <a:lnTo>
                    <a:pt x="1758640" y="699638"/>
                  </a:lnTo>
                  <a:lnTo>
                    <a:pt x="1761255" y="650440"/>
                  </a:lnTo>
                  <a:lnTo>
                    <a:pt x="1759522" y="609287"/>
                  </a:lnTo>
                  <a:lnTo>
                    <a:pt x="1754393" y="568816"/>
                  </a:lnTo>
                  <a:lnTo>
                    <a:pt x="1745970" y="529104"/>
                  </a:lnTo>
                  <a:lnTo>
                    <a:pt x="1734356" y="490227"/>
                  </a:lnTo>
                  <a:lnTo>
                    <a:pt x="1719656" y="452261"/>
                  </a:lnTo>
                  <a:lnTo>
                    <a:pt x="1701972" y="415282"/>
                  </a:lnTo>
                  <a:lnTo>
                    <a:pt x="1681407" y="379365"/>
                  </a:lnTo>
                  <a:lnTo>
                    <a:pt x="1658064" y="344588"/>
                  </a:lnTo>
                  <a:lnTo>
                    <a:pt x="1632047" y="311025"/>
                  </a:lnTo>
                  <a:lnTo>
                    <a:pt x="1603459" y="278753"/>
                  </a:lnTo>
                  <a:lnTo>
                    <a:pt x="1572403" y="247849"/>
                  </a:lnTo>
                  <a:lnTo>
                    <a:pt x="1538983" y="218387"/>
                  </a:lnTo>
                  <a:lnTo>
                    <a:pt x="1503301" y="190444"/>
                  </a:lnTo>
                  <a:lnTo>
                    <a:pt x="1465460" y="164096"/>
                  </a:lnTo>
                  <a:lnTo>
                    <a:pt x="1425565" y="139419"/>
                  </a:lnTo>
                  <a:lnTo>
                    <a:pt x="1383717" y="116489"/>
                  </a:lnTo>
                  <a:lnTo>
                    <a:pt x="1340021" y="95382"/>
                  </a:lnTo>
                  <a:lnTo>
                    <a:pt x="1294579" y="76175"/>
                  </a:lnTo>
                  <a:lnTo>
                    <a:pt x="1247495" y="58942"/>
                  </a:lnTo>
                  <a:lnTo>
                    <a:pt x="1198872" y="43760"/>
                  </a:lnTo>
                  <a:lnTo>
                    <a:pt x="1148813" y="30706"/>
                  </a:lnTo>
                  <a:lnTo>
                    <a:pt x="1097421" y="19854"/>
                  </a:lnTo>
                  <a:lnTo>
                    <a:pt x="1044800" y="11282"/>
                  </a:lnTo>
                  <a:lnTo>
                    <a:pt x="991052" y="5065"/>
                  </a:lnTo>
                  <a:lnTo>
                    <a:pt x="936281" y="1278"/>
                  </a:lnTo>
                  <a:lnTo>
                    <a:pt x="880590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15716707" y="2178603"/>
            <a:ext cx="1553210" cy="2953385"/>
            <a:chOff x="15716707" y="2178603"/>
            <a:chExt cx="1553210" cy="2953385"/>
          </a:xfrm>
        </p:grpSpPr>
        <p:sp>
          <p:nvSpPr>
            <p:cNvPr id="48" name="object 48" descr=""/>
            <p:cNvSpPr/>
            <p:nvPr/>
          </p:nvSpPr>
          <p:spPr>
            <a:xfrm>
              <a:off x="15716707" y="2178603"/>
              <a:ext cx="1553210" cy="1793239"/>
            </a:xfrm>
            <a:custGeom>
              <a:avLst/>
              <a:gdLst/>
              <a:ahLst/>
              <a:cxnLst/>
              <a:rect l="l" t="t" r="r" b="b"/>
              <a:pathLst>
                <a:path w="1553209" h="1793239">
                  <a:moveTo>
                    <a:pt x="628734" y="0"/>
                  </a:moveTo>
                  <a:lnTo>
                    <a:pt x="585684" y="1769"/>
                  </a:lnTo>
                  <a:lnTo>
                    <a:pt x="543413" y="7003"/>
                  </a:lnTo>
                  <a:lnTo>
                    <a:pt x="502015" y="15586"/>
                  </a:lnTo>
                  <a:lnTo>
                    <a:pt x="461583" y="27404"/>
                  </a:lnTo>
                  <a:lnTo>
                    <a:pt x="422210" y="42342"/>
                  </a:lnTo>
                  <a:lnTo>
                    <a:pt x="383991" y="60287"/>
                  </a:lnTo>
                  <a:lnTo>
                    <a:pt x="347019" y="81125"/>
                  </a:lnTo>
                  <a:lnTo>
                    <a:pt x="311388" y="104740"/>
                  </a:lnTo>
                  <a:lnTo>
                    <a:pt x="277191" y="131019"/>
                  </a:lnTo>
                  <a:lnTo>
                    <a:pt x="244522" y="159848"/>
                  </a:lnTo>
                  <a:lnTo>
                    <a:pt x="213474" y="191111"/>
                  </a:lnTo>
                  <a:lnTo>
                    <a:pt x="184142" y="224696"/>
                  </a:lnTo>
                  <a:lnTo>
                    <a:pt x="156618" y="260487"/>
                  </a:lnTo>
                  <a:lnTo>
                    <a:pt x="130996" y="298370"/>
                  </a:lnTo>
                  <a:lnTo>
                    <a:pt x="107371" y="338231"/>
                  </a:lnTo>
                  <a:lnTo>
                    <a:pt x="85834" y="379956"/>
                  </a:lnTo>
                  <a:lnTo>
                    <a:pt x="66481" y="423431"/>
                  </a:lnTo>
                  <a:lnTo>
                    <a:pt x="49405" y="468540"/>
                  </a:lnTo>
                  <a:lnTo>
                    <a:pt x="34699" y="515171"/>
                  </a:lnTo>
                  <a:lnTo>
                    <a:pt x="22457" y="563208"/>
                  </a:lnTo>
                  <a:lnTo>
                    <a:pt x="12772" y="612538"/>
                  </a:lnTo>
                  <a:lnTo>
                    <a:pt x="5739" y="663046"/>
                  </a:lnTo>
                  <a:lnTo>
                    <a:pt x="1450" y="714617"/>
                  </a:lnTo>
                  <a:lnTo>
                    <a:pt x="0" y="767138"/>
                  </a:lnTo>
                  <a:lnTo>
                    <a:pt x="1449" y="819660"/>
                  </a:lnTo>
                  <a:lnTo>
                    <a:pt x="5736" y="871231"/>
                  </a:lnTo>
                  <a:lnTo>
                    <a:pt x="12767" y="921739"/>
                  </a:lnTo>
                  <a:lnTo>
                    <a:pt x="22449" y="971069"/>
                  </a:lnTo>
                  <a:lnTo>
                    <a:pt x="34687" y="1019106"/>
                  </a:lnTo>
                  <a:lnTo>
                    <a:pt x="49389" y="1065737"/>
                  </a:lnTo>
                  <a:lnTo>
                    <a:pt x="66460" y="1110846"/>
                  </a:lnTo>
                  <a:lnTo>
                    <a:pt x="85809" y="1154321"/>
                  </a:lnTo>
                  <a:lnTo>
                    <a:pt x="107340" y="1196046"/>
                  </a:lnTo>
                  <a:lnTo>
                    <a:pt x="130961" y="1235907"/>
                  </a:lnTo>
                  <a:lnTo>
                    <a:pt x="156579" y="1273790"/>
                  </a:lnTo>
                  <a:lnTo>
                    <a:pt x="184099" y="1309581"/>
                  </a:lnTo>
                  <a:lnTo>
                    <a:pt x="213428" y="1343166"/>
                  </a:lnTo>
                  <a:lnTo>
                    <a:pt x="244473" y="1374429"/>
                  </a:lnTo>
                  <a:lnTo>
                    <a:pt x="277141" y="1403258"/>
                  </a:lnTo>
                  <a:lnTo>
                    <a:pt x="311337" y="1429537"/>
                  </a:lnTo>
                  <a:lnTo>
                    <a:pt x="346969" y="1453152"/>
                  </a:lnTo>
                  <a:lnTo>
                    <a:pt x="383943" y="1473989"/>
                  </a:lnTo>
                  <a:lnTo>
                    <a:pt x="422165" y="1491935"/>
                  </a:lnTo>
                  <a:lnTo>
                    <a:pt x="461543" y="1506873"/>
                  </a:lnTo>
                  <a:lnTo>
                    <a:pt x="501982" y="1518691"/>
                  </a:lnTo>
                  <a:lnTo>
                    <a:pt x="543389" y="1527274"/>
                  </a:lnTo>
                  <a:lnTo>
                    <a:pt x="585671" y="1532507"/>
                  </a:lnTo>
                  <a:lnTo>
                    <a:pt x="628734" y="1534277"/>
                  </a:lnTo>
                  <a:lnTo>
                    <a:pt x="679871" y="1531760"/>
                  </a:lnTo>
                  <a:lnTo>
                    <a:pt x="730403" y="1524304"/>
                  </a:lnTo>
                  <a:lnTo>
                    <a:pt x="779970" y="1511978"/>
                  </a:lnTo>
                  <a:lnTo>
                    <a:pt x="828215" y="1494855"/>
                  </a:lnTo>
                  <a:lnTo>
                    <a:pt x="839919" y="1540764"/>
                  </a:lnTo>
                  <a:lnTo>
                    <a:pt x="857078" y="1583965"/>
                  </a:lnTo>
                  <a:lnTo>
                    <a:pt x="879271" y="1624107"/>
                  </a:lnTo>
                  <a:lnTo>
                    <a:pt x="906076" y="1660839"/>
                  </a:lnTo>
                  <a:lnTo>
                    <a:pt x="937071" y="1693812"/>
                  </a:lnTo>
                  <a:lnTo>
                    <a:pt x="971835" y="1722674"/>
                  </a:lnTo>
                  <a:lnTo>
                    <a:pt x="1009946" y="1747077"/>
                  </a:lnTo>
                  <a:lnTo>
                    <a:pt x="1050983" y="1766670"/>
                  </a:lnTo>
                  <a:lnTo>
                    <a:pt x="1094524" y="1781103"/>
                  </a:lnTo>
                  <a:lnTo>
                    <a:pt x="1140146" y="1790025"/>
                  </a:lnTo>
                  <a:lnTo>
                    <a:pt x="1187429" y="1793086"/>
                  </a:lnTo>
                  <a:lnTo>
                    <a:pt x="1233284" y="1790252"/>
                  </a:lnTo>
                  <a:lnTo>
                    <a:pt x="1277441" y="1781950"/>
                  </a:lnTo>
                  <a:lnTo>
                    <a:pt x="1319557" y="1768521"/>
                  </a:lnTo>
                  <a:lnTo>
                    <a:pt x="1359290" y="1750308"/>
                  </a:lnTo>
                  <a:lnTo>
                    <a:pt x="1396297" y="1727654"/>
                  </a:lnTo>
                  <a:lnTo>
                    <a:pt x="1430235" y="1700901"/>
                  </a:lnTo>
                  <a:lnTo>
                    <a:pt x="1460762" y="1670392"/>
                  </a:lnTo>
                  <a:lnTo>
                    <a:pt x="1487534" y="1636469"/>
                  </a:lnTo>
                  <a:lnTo>
                    <a:pt x="1510210" y="1599474"/>
                  </a:lnTo>
                  <a:lnTo>
                    <a:pt x="1528447" y="1559751"/>
                  </a:lnTo>
                  <a:lnTo>
                    <a:pt x="1541901" y="1517641"/>
                  </a:lnTo>
                  <a:lnTo>
                    <a:pt x="1550231" y="1473487"/>
                  </a:lnTo>
                  <a:lnTo>
                    <a:pt x="1553094" y="1427631"/>
                  </a:lnTo>
                  <a:lnTo>
                    <a:pt x="1550033" y="1380002"/>
                  </a:lnTo>
                  <a:lnTo>
                    <a:pt x="1541059" y="1334169"/>
                  </a:lnTo>
                  <a:lnTo>
                    <a:pt x="1526550" y="1290531"/>
                  </a:lnTo>
                  <a:lnTo>
                    <a:pt x="1506882" y="1249489"/>
                  </a:lnTo>
                  <a:lnTo>
                    <a:pt x="1482433" y="1211443"/>
                  </a:lnTo>
                  <a:lnTo>
                    <a:pt x="1453580" y="1176794"/>
                  </a:lnTo>
                  <a:lnTo>
                    <a:pt x="1420698" y="1145940"/>
                  </a:lnTo>
                  <a:lnTo>
                    <a:pt x="1384166" y="1119282"/>
                  </a:lnTo>
                  <a:lnTo>
                    <a:pt x="1344361" y="1097221"/>
                  </a:lnTo>
                  <a:lnTo>
                    <a:pt x="1301659" y="1080157"/>
                  </a:lnTo>
                  <a:lnTo>
                    <a:pt x="1256437" y="1068488"/>
                  </a:lnTo>
                  <a:lnTo>
                    <a:pt x="1209073" y="1062616"/>
                  </a:lnTo>
                  <a:lnTo>
                    <a:pt x="1223878" y="1014666"/>
                  </a:lnTo>
                  <a:lnTo>
                    <a:pt x="1236010" y="966049"/>
                  </a:lnTo>
                  <a:lnTo>
                    <a:pt x="1245451" y="916876"/>
                  </a:lnTo>
                  <a:lnTo>
                    <a:pt x="1252182" y="867259"/>
                  </a:lnTo>
                  <a:lnTo>
                    <a:pt x="1256183" y="817309"/>
                  </a:lnTo>
                  <a:lnTo>
                    <a:pt x="1257438" y="767138"/>
                  </a:lnTo>
                  <a:lnTo>
                    <a:pt x="1255987" y="714617"/>
                  </a:lnTo>
                  <a:lnTo>
                    <a:pt x="1251699" y="663046"/>
                  </a:lnTo>
                  <a:lnTo>
                    <a:pt x="1244666" y="612538"/>
                  </a:lnTo>
                  <a:lnTo>
                    <a:pt x="1234983" y="563208"/>
                  </a:lnTo>
                  <a:lnTo>
                    <a:pt x="1222742" y="515171"/>
                  </a:lnTo>
                  <a:lnTo>
                    <a:pt x="1208037" y="468540"/>
                  </a:lnTo>
                  <a:lnTo>
                    <a:pt x="1190962" y="423431"/>
                  </a:lnTo>
                  <a:lnTo>
                    <a:pt x="1171611" y="379956"/>
                  </a:lnTo>
                  <a:lnTo>
                    <a:pt x="1150076" y="338231"/>
                  </a:lnTo>
                  <a:lnTo>
                    <a:pt x="1126453" y="298370"/>
                  </a:lnTo>
                  <a:lnTo>
                    <a:pt x="1100833" y="260487"/>
                  </a:lnTo>
                  <a:lnTo>
                    <a:pt x="1073311" y="224696"/>
                  </a:lnTo>
                  <a:lnTo>
                    <a:pt x="1043980" y="191111"/>
                  </a:lnTo>
                  <a:lnTo>
                    <a:pt x="1012935" y="159848"/>
                  </a:lnTo>
                  <a:lnTo>
                    <a:pt x="980267" y="131019"/>
                  </a:lnTo>
                  <a:lnTo>
                    <a:pt x="946072" y="104740"/>
                  </a:lnTo>
                  <a:lnTo>
                    <a:pt x="910443" y="81125"/>
                  </a:lnTo>
                  <a:lnTo>
                    <a:pt x="873472" y="60287"/>
                  </a:lnTo>
                  <a:lnTo>
                    <a:pt x="835255" y="42342"/>
                  </a:lnTo>
                  <a:lnTo>
                    <a:pt x="795884" y="27404"/>
                  </a:lnTo>
                  <a:lnTo>
                    <a:pt x="755452" y="15586"/>
                  </a:lnTo>
                  <a:lnTo>
                    <a:pt x="714055" y="7003"/>
                  </a:lnTo>
                  <a:lnTo>
                    <a:pt x="671784" y="1769"/>
                  </a:lnTo>
                  <a:lnTo>
                    <a:pt x="628734" y="0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5949164" y="3947916"/>
              <a:ext cx="530225" cy="498475"/>
            </a:xfrm>
            <a:custGeom>
              <a:avLst/>
              <a:gdLst/>
              <a:ahLst/>
              <a:cxnLst/>
              <a:rect l="l" t="t" r="r" b="b"/>
              <a:pathLst>
                <a:path w="530225" h="498475">
                  <a:moveTo>
                    <a:pt x="265112" y="0"/>
                  </a:moveTo>
                  <a:lnTo>
                    <a:pt x="217458" y="4014"/>
                  </a:lnTo>
                  <a:lnTo>
                    <a:pt x="172607" y="15588"/>
                  </a:lnTo>
                  <a:lnTo>
                    <a:pt x="131306" y="34018"/>
                  </a:lnTo>
                  <a:lnTo>
                    <a:pt x="94305" y="58601"/>
                  </a:lnTo>
                  <a:lnTo>
                    <a:pt x="62352" y="88631"/>
                  </a:lnTo>
                  <a:lnTo>
                    <a:pt x="36196" y="123407"/>
                  </a:lnTo>
                  <a:lnTo>
                    <a:pt x="16586" y="162224"/>
                  </a:lnTo>
                  <a:lnTo>
                    <a:pt x="4271" y="204377"/>
                  </a:lnTo>
                  <a:lnTo>
                    <a:pt x="0" y="249165"/>
                  </a:lnTo>
                  <a:lnTo>
                    <a:pt x="4271" y="293952"/>
                  </a:lnTo>
                  <a:lnTo>
                    <a:pt x="16586" y="336104"/>
                  </a:lnTo>
                  <a:lnTo>
                    <a:pt x="36196" y="374920"/>
                  </a:lnTo>
                  <a:lnTo>
                    <a:pt x="62352" y="409694"/>
                  </a:lnTo>
                  <a:lnTo>
                    <a:pt x="94305" y="439723"/>
                  </a:lnTo>
                  <a:lnTo>
                    <a:pt x="131306" y="464303"/>
                  </a:lnTo>
                  <a:lnTo>
                    <a:pt x="172607" y="482732"/>
                  </a:lnTo>
                  <a:lnTo>
                    <a:pt x="217458" y="494305"/>
                  </a:lnTo>
                  <a:lnTo>
                    <a:pt x="265112" y="498319"/>
                  </a:lnTo>
                  <a:lnTo>
                    <a:pt x="312765" y="494305"/>
                  </a:lnTo>
                  <a:lnTo>
                    <a:pt x="357617" y="482732"/>
                  </a:lnTo>
                  <a:lnTo>
                    <a:pt x="398918" y="464303"/>
                  </a:lnTo>
                  <a:lnTo>
                    <a:pt x="435919" y="439723"/>
                  </a:lnTo>
                  <a:lnTo>
                    <a:pt x="467872" y="409694"/>
                  </a:lnTo>
                  <a:lnTo>
                    <a:pt x="494028" y="374920"/>
                  </a:lnTo>
                  <a:lnTo>
                    <a:pt x="513638" y="336104"/>
                  </a:lnTo>
                  <a:lnTo>
                    <a:pt x="525953" y="293952"/>
                  </a:lnTo>
                  <a:lnTo>
                    <a:pt x="530224" y="249165"/>
                  </a:lnTo>
                  <a:lnTo>
                    <a:pt x="525953" y="204377"/>
                  </a:lnTo>
                  <a:lnTo>
                    <a:pt x="513638" y="162224"/>
                  </a:lnTo>
                  <a:lnTo>
                    <a:pt x="494028" y="123407"/>
                  </a:lnTo>
                  <a:lnTo>
                    <a:pt x="467872" y="88631"/>
                  </a:lnTo>
                  <a:lnTo>
                    <a:pt x="435919" y="58601"/>
                  </a:lnTo>
                  <a:lnTo>
                    <a:pt x="398918" y="34018"/>
                  </a:lnTo>
                  <a:lnTo>
                    <a:pt x="357617" y="15588"/>
                  </a:lnTo>
                  <a:lnTo>
                    <a:pt x="312765" y="4014"/>
                  </a:lnTo>
                  <a:lnTo>
                    <a:pt x="265112" y="0"/>
                  </a:lnTo>
                  <a:close/>
                </a:path>
              </a:pathLst>
            </a:custGeom>
            <a:solidFill>
              <a:srgbClr val="D5E8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038588" y="3033169"/>
              <a:ext cx="166801" cy="166801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6345355" y="2650816"/>
              <a:ext cx="0" cy="2480945"/>
            </a:xfrm>
            <a:custGeom>
              <a:avLst/>
              <a:gdLst/>
              <a:ahLst/>
              <a:cxnLst/>
              <a:rect l="l" t="t" r="r" b="b"/>
              <a:pathLst>
                <a:path w="0" h="2480945">
                  <a:moveTo>
                    <a:pt x="0" y="0"/>
                  </a:moveTo>
                  <a:lnTo>
                    <a:pt x="0" y="2480898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6170737" y="2566517"/>
              <a:ext cx="174625" cy="462915"/>
            </a:xfrm>
            <a:custGeom>
              <a:avLst/>
              <a:gdLst/>
              <a:ahLst/>
              <a:cxnLst/>
              <a:rect l="l" t="t" r="r" b="b"/>
              <a:pathLst>
                <a:path w="174625" h="462914">
                  <a:moveTo>
                    <a:pt x="0" y="0"/>
                  </a:moveTo>
                  <a:lnTo>
                    <a:pt x="0" y="288064"/>
                  </a:lnTo>
                  <a:lnTo>
                    <a:pt x="6681" y="329723"/>
                  </a:lnTo>
                  <a:lnTo>
                    <a:pt x="25355" y="365914"/>
                  </a:lnTo>
                  <a:lnTo>
                    <a:pt x="53855" y="394464"/>
                  </a:lnTo>
                  <a:lnTo>
                    <a:pt x="90013" y="413202"/>
                  </a:lnTo>
                  <a:lnTo>
                    <a:pt x="131660" y="419955"/>
                  </a:lnTo>
                  <a:lnTo>
                    <a:pt x="148424" y="423322"/>
                  </a:lnTo>
                  <a:lnTo>
                    <a:pt x="162050" y="432505"/>
                  </a:lnTo>
                  <a:lnTo>
                    <a:pt x="171242" y="446124"/>
                  </a:lnTo>
                  <a:lnTo>
                    <a:pt x="174622" y="462802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6213090" y="4178463"/>
              <a:ext cx="132080" cy="420370"/>
            </a:xfrm>
            <a:custGeom>
              <a:avLst/>
              <a:gdLst/>
              <a:ahLst/>
              <a:cxnLst/>
              <a:rect l="l" t="t" r="r" b="b"/>
              <a:pathLst>
                <a:path w="132080" h="420370">
                  <a:moveTo>
                    <a:pt x="0" y="0"/>
                  </a:moveTo>
                  <a:lnTo>
                    <a:pt x="0" y="288064"/>
                  </a:lnTo>
                  <a:lnTo>
                    <a:pt x="6703" y="329701"/>
                  </a:lnTo>
                  <a:lnTo>
                    <a:pt x="25393" y="365864"/>
                  </a:lnTo>
                  <a:lnTo>
                    <a:pt x="53899" y="394383"/>
                  </a:lnTo>
                  <a:lnTo>
                    <a:pt x="90052" y="413087"/>
                  </a:lnTo>
                  <a:lnTo>
                    <a:pt x="131681" y="419809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6345355" y="2632406"/>
              <a:ext cx="140970" cy="229235"/>
            </a:xfrm>
            <a:custGeom>
              <a:avLst/>
              <a:gdLst/>
              <a:ahLst/>
              <a:cxnLst/>
              <a:rect l="l" t="t" r="r" b="b"/>
              <a:pathLst>
                <a:path w="140969" h="229235">
                  <a:moveTo>
                    <a:pt x="0" y="229040"/>
                  </a:moveTo>
                  <a:lnTo>
                    <a:pt x="4403" y="185336"/>
                  </a:lnTo>
                  <a:lnTo>
                    <a:pt x="17273" y="143788"/>
                  </a:lnTo>
                  <a:lnTo>
                    <a:pt x="38100" y="105606"/>
                  </a:lnTo>
                  <a:lnTo>
                    <a:pt x="66374" y="71997"/>
                  </a:lnTo>
                  <a:lnTo>
                    <a:pt x="140456" y="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6345352" y="3324132"/>
              <a:ext cx="275590" cy="411480"/>
            </a:xfrm>
            <a:custGeom>
              <a:avLst/>
              <a:gdLst/>
              <a:ahLst/>
              <a:cxnLst/>
              <a:rect l="l" t="t" r="r" b="b"/>
              <a:pathLst>
                <a:path w="275590" h="411479">
                  <a:moveTo>
                    <a:pt x="275593" y="0"/>
                  </a:moveTo>
                  <a:lnTo>
                    <a:pt x="151409" y="98248"/>
                  </a:lnTo>
                  <a:lnTo>
                    <a:pt x="112907" y="133011"/>
                  </a:lnTo>
                  <a:lnTo>
                    <a:pt x="79566" y="172046"/>
                  </a:lnTo>
                  <a:lnTo>
                    <a:pt x="51664" y="214776"/>
                  </a:lnTo>
                  <a:lnTo>
                    <a:pt x="29478" y="260628"/>
                  </a:lnTo>
                  <a:lnTo>
                    <a:pt x="13286" y="309026"/>
                  </a:lnTo>
                  <a:lnTo>
                    <a:pt x="3368" y="359395"/>
                  </a:lnTo>
                  <a:lnTo>
                    <a:pt x="0" y="41116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6345355" y="3621200"/>
              <a:ext cx="478155" cy="729615"/>
            </a:xfrm>
            <a:custGeom>
              <a:avLst/>
              <a:gdLst/>
              <a:ahLst/>
              <a:cxnLst/>
              <a:rect l="l" t="t" r="r" b="b"/>
              <a:pathLst>
                <a:path w="478155" h="729614">
                  <a:moveTo>
                    <a:pt x="0" y="729014"/>
                  </a:moveTo>
                  <a:lnTo>
                    <a:pt x="5997" y="684379"/>
                  </a:lnTo>
                  <a:lnTo>
                    <a:pt x="22923" y="644271"/>
                  </a:lnTo>
                  <a:lnTo>
                    <a:pt x="49176" y="610290"/>
                  </a:lnTo>
                  <a:lnTo>
                    <a:pt x="83157" y="584036"/>
                  </a:lnTo>
                  <a:lnTo>
                    <a:pt x="123265" y="567111"/>
                  </a:lnTo>
                  <a:lnTo>
                    <a:pt x="167900" y="561113"/>
                  </a:lnTo>
                  <a:lnTo>
                    <a:pt x="198789" y="561113"/>
                  </a:lnTo>
                  <a:lnTo>
                    <a:pt x="244005" y="557468"/>
                  </a:lnTo>
                  <a:lnTo>
                    <a:pt x="286898" y="546910"/>
                  </a:lnTo>
                  <a:lnTo>
                    <a:pt x="326895" y="530011"/>
                  </a:lnTo>
                  <a:lnTo>
                    <a:pt x="363421" y="507346"/>
                  </a:lnTo>
                  <a:lnTo>
                    <a:pt x="395902" y="479489"/>
                  </a:lnTo>
                  <a:lnTo>
                    <a:pt x="423766" y="447013"/>
                  </a:lnTo>
                  <a:lnTo>
                    <a:pt x="446438" y="410492"/>
                  </a:lnTo>
                  <a:lnTo>
                    <a:pt x="463345" y="370501"/>
                  </a:lnTo>
                  <a:lnTo>
                    <a:pt x="473912" y="327612"/>
                  </a:lnTo>
                  <a:lnTo>
                    <a:pt x="477566" y="282399"/>
                  </a:lnTo>
                  <a:lnTo>
                    <a:pt x="477566" y="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6822954" y="3697395"/>
              <a:ext cx="175260" cy="196215"/>
            </a:xfrm>
            <a:custGeom>
              <a:avLst/>
              <a:gdLst/>
              <a:ahLst/>
              <a:cxnLst/>
              <a:rect l="l" t="t" r="r" b="b"/>
              <a:pathLst>
                <a:path w="175259" h="196214">
                  <a:moveTo>
                    <a:pt x="174989" y="0"/>
                  </a:moveTo>
                  <a:lnTo>
                    <a:pt x="174989" y="47851"/>
                  </a:lnTo>
                  <a:lnTo>
                    <a:pt x="169181" y="76618"/>
                  </a:lnTo>
                  <a:lnTo>
                    <a:pt x="153343" y="100109"/>
                  </a:lnTo>
                  <a:lnTo>
                    <a:pt x="129852" y="115947"/>
                  </a:lnTo>
                  <a:lnTo>
                    <a:pt x="101085" y="121755"/>
                  </a:lnTo>
                  <a:lnTo>
                    <a:pt x="73934" y="121755"/>
                  </a:lnTo>
                  <a:lnTo>
                    <a:pt x="45154" y="127566"/>
                  </a:lnTo>
                  <a:lnTo>
                    <a:pt x="21653" y="143413"/>
                  </a:lnTo>
                  <a:lnTo>
                    <a:pt x="5809" y="166914"/>
                  </a:lnTo>
                  <a:lnTo>
                    <a:pt x="0" y="19569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733451" y="3428457"/>
              <a:ext cx="102101" cy="225804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16966020" y="3541172"/>
              <a:ext cx="225425" cy="244475"/>
            </a:xfrm>
            <a:custGeom>
              <a:avLst/>
              <a:gdLst/>
              <a:ahLst/>
              <a:cxnLst/>
              <a:rect l="l" t="t" r="r" b="b"/>
              <a:pathLst>
                <a:path w="225425" h="244475">
                  <a:moveTo>
                    <a:pt x="126898" y="8737"/>
                  </a:moveTo>
                  <a:lnTo>
                    <a:pt x="41033" y="0"/>
                  </a:lnTo>
                  <a:lnTo>
                    <a:pt x="1892" y="14655"/>
                  </a:lnTo>
                  <a:lnTo>
                    <a:pt x="0" y="68491"/>
                  </a:lnTo>
                  <a:lnTo>
                    <a:pt x="25869" y="177304"/>
                  </a:lnTo>
                  <a:lnTo>
                    <a:pt x="126898" y="8737"/>
                  </a:lnTo>
                  <a:close/>
                </a:path>
                <a:path w="225425" h="244475">
                  <a:moveTo>
                    <a:pt x="225272" y="204393"/>
                  </a:moveTo>
                  <a:lnTo>
                    <a:pt x="171945" y="163004"/>
                  </a:lnTo>
                  <a:lnTo>
                    <a:pt x="137337" y="149212"/>
                  </a:lnTo>
                  <a:lnTo>
                    <a:pt x="106299" y="163004"/>
                  </a:lnTo>
                  <a:lnTo>
                    <a:pt x="63703" y="204393"/>
                  </a:lnTo>
                  <a:lnTo>
                    <a:pt x="126619" y="234315"/>
                  </a:lnTo>
                  <a:lnTo>
                    <a:pt x="164426" y="244284"/>
                  </a:lnTo>
                  <a:lnTo>
                    <a:pt x="192265" y="234315"/>
                  </a:lnTo>
                  <a:lnTo>
                    <a:pt x="225272" y="204393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529093" y="3269533"/>
              <a:ext cx="160895" cy="127259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123347" y="3745807"/>
              <a:ext cx="191062" cy="117221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091820" y="4216098"/>
              <a:ext cx="115797" cy="113881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806651" y="4043347"/>
              <a:ext cx="214422" cy="100241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116229" y="3125873"/>
              <a:ext cx="172821" cy="130547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6411735" y="2566519"/>
              <a:ext cx="143533" cy="137880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154425" y="2446088"/>
              <a:ext cx="100418" cy="249887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980085" y="2566519"/>
              <a:ext cx="119409" cy="137880"/>
            </a:xfrm>
            <a:prstGeom prst="rect">
              <a:avLst/>
            </a:prstGeom>
          </p:spPr>
        </p:pic>
      </p:grpSp>
      <p:grpSp>
        <p:nvGrpSpPr>
          <p:cNvPr id="68" name="object 68" descr=""/>
          <p:cNvGrpSpPr/>
          <p:nvPr/>
        </p:nvGrpSpPr>
        <p:grpSpPr>
          <a:xfrm>
            <a:off x="11795054" y="6938950"/>
            <a:ext cx="833755" cy="2528570"/>
            <a:chOff x="11795054" y="6938950"/>
            <a:chExt cx="833755" cy="2528570"/>
          </a:xfrm>
        </p:grpSpPr>
        <p:pic>
          <p:nvPicPr>
            <p:cNvPr id="69" name="object 69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795054" y="6938950"/>
              <a:ext cx="833440" cy="1774469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12196854" y="7667306"/>
              <a:ext cx="0" cy="1800225"/>
            </a:xfrm>
            <a:custGeom>
              <a:avLst/>
              <a:gdLst/>
              <a:ahLst/>
              <a:cxnLst/>
              <a:rect l="l" t="t" r="r" b="b"/>
              <a:pathLst>
                <a:path w="0" h="1800225">
                  <a:moveTo>
                    <a:pt x="0" y="0"/>
                  </a:moveTo>
                  <a:lnTo>
                    <a:pt x="0" y="1799714"/>
                  </a:lnTo>
                </a:path>
              </a:pathLst>
            </a:custGeom>
            <a:ln w="10470">
              <a:solidFill>
                <a:srgbClr val="1399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2196857" y="7573139"/>
              <a:ext cx="130175" cy="577215"/>
            </a:xfrm>
            <a:custGeom>
              <a:avLst/>
              <a:gdLst/>
              <a:ahLst/>
              <a:cxnLst/>
              <a:rect l="l" t="t" r="r" b="b"/>
              <a:pathLst>
                <a:path w="130175" h="577215">
                  <a:moveTo>
                    <a:pt x="129870" y="0"/>
                  </a:moveTo>
                  <a:lnTo>
                    <a:pt x="129870" y="308985"/>
                  </a:lnTo>
                  <a:lnTo>
                    <a:pt x="126670" y="348034"/>
                  </a:lnTo>
                  <a:lnTo>
                    <a:pt x="117677" y="385943"/>
                  </a:lnTo>
                  <a:lnTo>
                    <a:pt x="103092" y="422073"/>
                  </a:lnTo>
                  <a:lnTo>
                    <a:pt x="83117" y="455787"/>
                  </a:lnTo>
                  <a:lnTo>
                    <a:pt x="0" y="576767"/>
                  </a:lnTo>
                </a:path>
              </a:pathLst>
            </a:custGeom>
            <a:ln w="10470">
              <a:solidFill>
                <a:srgbClr val="1399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2074045" y="7977979"/>
              <a:ext cx="124460" cy="328930"/>
            </a:xfrm>
            <a:custGeom>
              <a:avLst/>
              <a:gdLst/>
              <a:ahLst/>
              <a:cxnLst/>
              <a:rect l="l" t="t" r="r" b="b"/>
              <a:pathLst>
                <a:path w="124459" h="328929">
                  <a:moveTo>
                    <a:pt x="0" y="0"/>
                  </a:moveTo>
                  <a:lnTo>
                    <a:pt x="0" y="204559"/>
                  </a:lnTo>
                  <a:lnTo>
                    <a:pt x="7342" y="240971"/>
                  </a:lnTo>
                  <a:lnTo>
                    <a:pt x="27380" y="270707"/>
                  </a:lnTo>
                  <a:lnTo>
                    <a:pt x="57106" y="290758"/>
                  </a:lnTo>
                  <a:lnTo>
                    <a:pt x="93515" y="298116"/>
                  </a:lnTo>
                  <a:lnTo>
                    <a:pt x="105382" y="300509"/>
                  </a:lnTo>
                  <a:lnTo>
                    <a:pt x="115058" y="307033"/>
                  </a:lnTo>
                  <a:lnTo>
                    <a:pt x="121582" y="316709"/>
                  </a:lnTo>
                  <a:lnTo>
                    <a:pt x="123975" y="328555"/>
                  </a:lnTo>
                </a:path>
              </a:pathLst>
            </a:custGeom>
            <a:ln w="10470">
              <a:solidFill>
                <a:srgbClr val="1399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066014" y="7863549"/>
              <a:ext cx="97440" cy="128823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079415" y="7514504"/>
              <a:ext cx="173760" cy="243343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983708" y="8040672"/>
              <a:ext cx="84772" cy="97913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2320574" y="7484451"/>
              <a:ext cx="84772" cy="97913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193631" y="8384796"/>
              <a:ext cx="115389" cy="75346"/>
            </a:xfrm>
            <a:prstGeom prst="rect">
              <a:avLst/>
            </a:prstGeom>
          </p:spPr>
        </p:pic>
      </p:grpSp>
      <p:grpSp>
        <p:nvGrpSpPr>
          <p:cNvPr id="78" name="object 78" descr=""/>
          <p:cNvGrpSpPr/>
          <p:nvPr/>
        </p:nvGrpSpPr>
        <p:grpSpPr>
          <a:xfrm>
            <a:off x="17264639" y="6779600"/>
            <a:ext cx="1304290" cy="2684145"/>
            <a:chOff x="17264639" y="6779600"/>
            <a:chExt cx="1304290" cy="2684145"/>
          </a:xfrm>
        </p:grpSpPr>
        <p:sp>
          <p:nvSpPr>
            <p:cNvPr id="79" name="object 79" descr=""/>
            <p:cNvSpPr/>
            <p:nvPr/>
          </p:nvSpPr>
          <p:spPr>
            <a:xfrm>
              <a:off x="17264639" y="6779600"/>
              <a:ext cx="894715" cy="1904364"/>
            </a:xfrm>
            <a:custGeom>
              <a:avLst/>
              <a:gdLst/>
              <a:ahLst/>
              <a:cxnLst/>
              <a:rect l="l" t="t" r="r" b="b"/>
              <a:pathLst>
                <a:path w="894715" h="1904365">
                  <a:moveTo>
                    <a:pt x="447159" y="0"/>
                  </a:moveTo>
                  <a:lnTo>
                    <a:pt x="391274" y="22160"/>
                  </a:lnTo>
                  <a:lnTo>
                    <a:pt x="350045" y="59715"/>
                  </a:lnTo>
                  <a:lnTo>
                    <a:pt x="306869" y="113435"/>
                  </a:lnTo>
                  <a:lnTo>
                    <a:pt x="284880" y="145804"/>
                  </a:lnTo>
                  <a:lnTo>
                    <a:pt x="262800" y="181552"/>
                  </a:lnTo>
                  <a:lnTo>
                    <a:pt x="240760" y="220458"/>
                  </a:lnTo>
                  <a:lnTo>
                    <a:pt x="218893" y="262300"/>
                  </a:lnTo>
                  <a:lnTo>
                    <a:pt x="197329" y="306858"/>
                  </a:lnTo>
                  <a:lnTo>
                    <a:pt x="176202" y="353910"/>
                  </a:lnTo>
                  <a:lnTo>
                    <a:pt x="155642" y="403237"/>
                  </a:lnTo>
                  <a:lnTo>
                    <a:pt x="135781" y="454618"/>
                  </a:lnTo>
                  <a:lnTo>
                    <a:pt x="116752" y="507830"/>
                  </a:lnTo>
                  <a:lnTo>
                    <a:pt x="98686" y="562654"/>
                  </a:lnTo>
                  <a:lnTo>
                    <a:pt x="81715" y="618869"/>
                  </a:lnTo>
                  <a:lnTo>
                    <a:pt x="65971" y="676254"/>
                  </a:lnTo>
                  <a:lnTo>
                    <a:pt x="51586" y="734587"/>
                  </a:lnTo>
                  <a:lnTo>
                    <a:pt x="38690" y="793649"/>
                  </a:lnTo>
                  <a:lnTo>
                    <a:pt x="27417" y="853217"/>
                  </a:lnTo>
                  <a:lnTo>
                    <a:pt x="17898" y="913072"/>
                  </a:lnTo>
                  <a:lnTo>
                    <a:pt x="10265" y="972993"/>
                  </a:lnTo>
                  <a:lnTo>
                    <a:pt x="4650" y="1032758"/>
                  </a:lnTo>
                  <a:lnTo>
                    <a:pt x="1184" y="1092147"/>
                  </a:lnTo>
                  <a:lnTo>
                    <a:pt x="0" y="1150938"/>
                  </a:lnTo>
                  <a:lnTo>
                    <a:pt x="1345" y="1224026"/>
                  </a:lnTo>
                  <a:lnTo>
                    <a:pt x="5315" y="1293100"/>
                  </a:lnTo>
                  <a:lnTo>
                    <a:pt x="11811" y="1358204"/>
                  </a:lnTo>
                  <a:lnTo>
                    <a:pt x="20732" y="1419387"/>
                  </a:lnTo>
                  <a:lnTo>
                    <a:pt x="31979" y="1476693"/>
                  </a:lnTo>
                  <a:lnTo>
                    <a:pt x="45454" y="1530169"/>
                  </a:lnTo>
                  <a:lnTo>
                    <a:pt x="61055" y="1579861"/>
                  </a:lnTo>
                  <a:lnTo>
                    <a:pt x="78685" y="1625814"/>
                  </a:lnTo>
                  <a:lnTo>
                    <a:pt x="98243" y="1668076"/>
                  </a:lnTo>
                  <a:lnTo>
                    <a:pt x="119630" y="1706692"/>
                  </a:lnTo>
                  <a:lnTo>
                    <a:pt x="142747" y="1741708"/>
                  </a:lnTo>
                  <a:lnTo>
                    <a:pt x="167494" y="1773171"/>
                  </a:lnTo>
                  <a:lnTo>
                    <a:pt x="193771" y="1801126"/>
                  </a:lnTo>
                  <a:lnTo>
                    <a:pt x="250520" y="1846697"/>
                  </a:lnTo>
                  <a:lnTo>
                    <a:pt x="312198" y="1878792"/>
                  </a:lnTo>
                  <a:lnTo>
                    <a:pt x="378009" y="1897778"/>
                  </a:lnTo>
                  <a:lnTo>
                    <a:pt x="447159" y="1904025"/>
                  </a:lnTo>
                  <a:lnTo>
                    <a:pt x="482102" y="1902471"/>
                  </a:lnTo>
                  <a:lnTo>
                    <a:pt x="549683" y="1889901"/>
                  </a:lnTo>
                  <a:lnTo>
                    <a:pt x="613526" y="1864406"/>
                  </a:lnTo>
                  <a:lnTo>
                    <a:pt x="672837" y="1825619"/>
                  </a:lnTo>
                  <a:lnTo>
                    <a:pt x="726820" y="1773171"/>
                  </a:lnTo>
                  <a:lnTo>
                    <a:pt x="751565" y="1741708"/>
                  </a:lnTo>
                  <a:lnTo>
                    <a:pt x="774680" y="1706692"/>
                  </a:lnTo>
                  <a:lnTo>
                    <a:pt x="796065" y="1668076"/>
                  </a:lnTo>
                  <a:lnTo>
                    <a:pt x="815621" y="1625814"/>
                  </a:lnTo>
                  <a:lnTo>
                    <a:pt x="833249" y="1579861"/>
                  </a:lnTo>
                  <a:lnTo>
                    <a:pt x="848849" y="1530169"/>
                  </a:lnTo>
                  <a:lnTo>
                    <a:pt x="862322" y="1476693"/>
                  </a:lnTo>
                  <a:lnTo>
                    <a:pt x="873568" y="1419387"/>
                  </a:lnTo>
                  <a:lnTo>
                    <a:pt x="882488" y="1358204"/>
                  </a:lnTo>
                  <a:lnTo>
                    <a:pt x="888982" y="1293100"/>
                  </a:lnTo>
                  <a:lnTo>
                    <a:pt x="892952" y="1224026"/>
                  </a:lnTo>
                  <a:lnTo>
                    <a:pt x="894297" y="1150938"/>
                  </a:lnTo>
                  <a:lnTo>
                    <a:pt x="893169" y="1092147"/>
                  </a:lnTo>
                  <a:lnTo>
                    <a:pt x="889866" y="1032758"/>
                  </a:lnTo>
                  <a:lnTo>
                    <a:pt x="884505" y="972993"/>
                  </a:lnTo>
                  <a:lnTo>
                    <a:pt x="877205" y="913072"/>
                  </a:lnTo>
                  <a:lnTo>
                    <a:pt x="868085" y="853217"/>
                  </a:lnTo>
                  <a:lnTo>
                    <a:pt x="857264" y="793649"/>
                  </a:lnTo>
                  <a:lnTo>
                    <a:pt x="844860" y="734587"/>
                  </a:lnTo>
                  <a:lnTo>
                    <a:pt x="830992" y="676254"/>
                  </a:lnTo>
                  <a:lnTo>
                    <a:pt x="815779" y="618869"/>
                  </a:lnTo>
                  <a:lnTo>
                    <a:pt x="799339" y="562654"/>
                  </a:lnTo>
                  <a:lnTo>
                    <a:pt x="781791" y="507830"/>
                  </a:lnTo>
                  <a:lnTo>
                    <a:pt x="763253" y="454618"/>
                  </a:lnTo>
                  <a:lnTo>
                    <a:pt x="743845" y="403237"/>
                  </a:lnTo>
                  <a:lnTo>
                    <a:pt x="723685" y="353910"/>
                  </a:lnTo>
                  <a:lnTo>
                    <a:pt x="702891" y="306858"/>
                  </a:lnTo>
                  <a:lnTo>
                    <a:pt x="681583" y="262300"/>
                  </a:lnTo>
                  <a:lnTo>
                    <a:pt x="659878" y="220458"/>
                  </a:lnTo>
                  <a:lnTo>
                    <a:pt x="637897" y="181552"/>
                  </a:lnTo>
                  <a:lnTo>
                    <a:pt x="615756" y="145804"/>
                  </a:lnTo>
                  <a:lnTo>
                    <a:pt x="593576" y="113435"/>
                  </a:lnTo>
                  <a:lnTo>
                    <a:pt x="549569" y="59715"/>
                  </a:lnTo>
                  <a:lnTo>
                    <a:pt x="506826" y="22160"/>
                  </a:lnTo>
                  <a:lnTo>
                    <a:pt x="466297" y="2535"/>
                  </a:lnTo>
                  <a:lnTo>
                    <a:pt x="44715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7708385" y="7117717"/>
              <a:ext cx="0" cy="1931670"/>
            </a:xfrm>
            <a:custGeom>
              <a:avLst/>
              <a:gdLst/>
              <a:ahLst/>
              <a:cxnLst/>
              <a:rect l="l" t="t" r="r" b="b"/>
              <a:pathLst>
                <a:path w="0" h="1931670">
                  <a:moveTo>
                    <a:pt x="0" y="0"/>
                  </a:moveTo>
                  <a:lnTo>
                    <a:pt x="0" y="1931113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7708383" y="7016676"/>
              <a:ext cx="139700" cy="619125"/>
            </a:xfrm>
            <a:custGeom>
              <a:avLst/>
              <a:gdLst/>
              <a:ahLst/>
              <a:cxnLst/>
              <a:rect l="l" t="t" r="r" b="b"/>
              <a:pathLst>
                <a:path w="139700" h="619125">
                  <a:moveTo>
                    <a:pt x="139357" y="0"/>
                  </a:moveTo>
                  <a:lnTo>
                    <a:pt x="139357" y="331539"/>
                  </a:lnTo>
                  <a:lnTo>
                    <a:pt x="135924" y="373443"/>
                  </a:lnTo>
                  <a:lnTo>
                    <a:pt x="126273" y="414122"/>
                  </a:lnTo>
                  <a:lnTo>
                    <a:pt x="110623" y="452890"/>
                  </a:lnTo>
                  <a:lnTo>
                    <a:pt x="89191" y="489063"/>
                  </a:lnTo>
                  <a:lnTo>
                    <a:pt x="0" y="618881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7529289" y="8766152"/>
              <a:ext cx="1039494" cy="697865"/>
            </a:xfrm>
            <a:custGeom>
              <a:avLst/>
              <a:gdLst/>
              <a:ahLst/>
              <a:cxnLst/>
              <a:rect l="l" t="t" r="r" b="b"/>
              <a:pathLst>
                <a:path w="1039494" h="697865">
                  <a:moveTo>
                    <a:pt x="519753" y="0"/>
                  </a:moveTo>
                  <a:lnTo>
                    <a:pt x="469698" y="2268"/>
                  </a:lnTo>
                  <a:lnTo>
                    <a:pt x="420989" y="8935"/>
                  </a:lnTo>
                  <a:lnTo>
                    <a:pt x="373844" y="19793"/>
                  </a:lnTo>
                  <a:lnTo>
                    <a:pt x="328480" y="34634"/>
                  </a:lnTo>
                  <a:lnTo>
                    <a:pt x="285116" y="53251"/>
                  </a:lnTo>
                  <a:lnTo>
                    <a:pt x="243969" y="75436"/>
                  </a:lnTo>
                  <a:lnTo>
                    <a:pt x="205258" y="100981"/>
                  </a:lnTo>
                  <a:lnTo>
                    <a:pt x="169199" y="129679"/>
                  </a:lnTo>
                  <a:lnTo>
                    <a:pt x="136012" y="161322"/>
                  </a:lnTo>
                  <a:lnTo>
                    <a:pt x="105913" y="195702"/>
                  </a:lnTo>
                  <a:lnTo>
                    <a:pt x="79120" y="232612"/>
                  </a:lnTo>
                  <a:lnTo>
                    <a:pt x="55852" y="271844"/>
                  </a:lnTo>
                  <a:lnTo>
                    <a:pt x="36326" y="313190"/>
                  </a:lnTo>
                  <a:lnTo>
                    <a:pt x="20760" y="356443"/>
                  </a:lnTo>
                  <a:lnTo>
                    <a:pt x="9372" y="401395"/>
                  </a:lnTo>
                  <a:lnTo>
                    <a:pt x="2379" y="447838"/>
                  </a:lnTo>
                  <a:lnTo>
                    <a:pt x="0" y="495566"/>
                  </a:lnTo>
                  <a:lnTo>
                    <a:pt x="2847" y="547654"/>
                  </a:lnTo>
                  <a:lnTo>
                    <a:pt x="11367" y="598960"/>
                  </a:lnTo>
                  <a:lnTo>
                    <a:pt x="25457" y="649026"/>
                  </a:lnTo>
                  <a:lnTo>
                    <a:pt x="45014" y="697392"/>
                  </a:lnTo>
                  <a:lnTo>
                    <a:pt x="994493" y="697392"/>
                  </a:lnTo>
                  <a:lnTo>
                    <a:pt x="1014030" y="649026"/>
                  </a:lnTo>
                  <a:lnTo>
                    <a:pt x="1028108" y="598960"/>
                  </a:lnTo>
                  <a:lnTo>
                    <a:pt x="1036625" y="547654"/>
                  </a:lnTo>
                  <a:lnTo>
                    <a:pt x="1039476" y="495566"/>
                  </a:lnTo>
                  <a:lnTo>
                    <a:pt x="1037097" y="447848"/>
                  </a:lnTo>
                  <a:lnTo>
                    <a:pt x="1030104" y="401412"/>
                  </a:lnTo>
                  <a:lnTo>
                    <a:pt x="1018717" y="356466"/>
                  </a:lnTo>
                  <a:lnTo>
                    <a:pt x="1003152" y="313216"/>
                  </a:lnTo>
                  <a:lnTo>
                    <a:pt x="983628" y="271872"/>
                  </a:lnTo>
                  <a:lnTo>
                    <a:pt x="960361" y="232640"/>
                  </a:lnTo>
                  <a:lnTo>
                    <a:pt x="933571" y="195729"/>
                  </a:lnTo>
                  <a:lnTo>
                    <a:pt x="903474" y="161347"/>
                  </a:lnTo>
                  <a:lnTo>
                    <a:pt x="870289" y="129701"/>
                  </a:lnTo>
                  <a:lnTo>
                    <a:pt x="834233" y="101000"/>
                  </a:lnTo>
                  <a:lnTo>
                    <a:pt x="795524" y="75451"/>
                  </a:lnTo>
                  <a:lnTo>
                    <a:pt x="754379" y="53263"/>
                  </a:lnTo>
                  <a:lnTo>
                    <a:pt x="711018" y="34642"/>
                  </a:lnTo>
                  <a:lnTo>
                    <a:pt x="665657" y="19798"/>
                  </a:lnTo>
                  <a:lnTo>
                    <a:pt x="618514" y="8937"/>
                  </a:lnTo>
                  <a:lnTo>
                    <a:pt x="569807" y="2269"/>
                  </a:lnTo>
                  <a:lnTo>
                    <a:pt x="519753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 descr=""/>
          <p:cNvSpPr/>
          <p:nvPr/>
        </p:nvSpPr>
        <p:spPr>
          <a:xfrm>
            <a:off x="13970093" y="8775686"/>
            <a:ext cx="690245" cy="691515"/>
          </a:xfrm>
          <a:custGeom>
            <a:avLst/>
            <a:gdLst/>
            <a:ahLst/>
            <a:cxnLst/>
            <a:rect l="l" t="t" r="r" b="b"/>
            <a:pathLst>
              <a:path w="690244" h="691515">
                <a:moveTo>
                  <a:pt x="345047" y="0"/>
                </a:moveTo>
                <a:lnTo>
                  <a:pt x="298225" y="3155"/>
                </a:lnTo>
                <a:lnTo>
                  <a:pt x="253317" y="12347"/>
                </a:lnTo>
                <a:lnTo>
                  <a:pt x="210736" y="27164"/>
                </a:lnTo>
                <a:lnTo>
                  <a:pt x="170892" y="47193"/>
                </a:lnTo>
                <a:lnTo>
                  <a:pt x="134196" y="72023"/>
                </a:lnTo>
                <a:lnTo>
                  <a:pt x="101059" y="101242"/>
                </a:lnTo>
                <a:lnTo>
                  <a:pt x="71893" y="134439"/>
                </a:lnTo>
                <a:lnTo>
                  <a:pt x="47107" y="171201"/>
                </a:lnTo>
                <a:lnTo>
                  <a:pt x="27114" y="211116"/>
                </a:lnTo>
                <a:lnTo>
                  <a:pt x="12325" y="253773"/>
                </a:lnTo>
                <a:lnTo>
                  <a:pt x="3149" y="298760"/>
                </a:lnTo>
                <a:lnTo>
                  <a:pt x="0" y="345664"/>
                </a:lnTo>
                <a:lnTo>
                  <a:pt x="3149" y="392571"/>
                </a:lnTo>
                <a:lnTo>
                  <a:pt x="12325" y="437560"/>
                </a:lnTo>
                <a:lnTo>
                  <a:pt x="27114" y="480219"/>
                </a:lnTo>
                <a:lnTo>
                  <a:pt x="47107" y="520135"/>
                </a:lnTo>
                <a:lnTo>
                  <a:pt x="71893" y="556898"/>
                </a:lnTo>
                <a:lnTo>
                  <a:pt x="101059" y="590095"/>
                </a:lnTo>
                <a:lnTo>
                  <a:pt x="134196" y="619315"/>
                </a:lnTo>
                <a:lnTo>
                  <a:pt x="170892" y="644146"/>
                </a:lnTo>
                <a:lnTo>
                  <a:pt x="210736" y="664175"/>
                </a:lnTo>
                <a:lnTo>
                  <a:pt x="253317" y="678992"/>
                </a:lnTo>
                <a:lnTo>
                  <a:pt x="298225" y="688184"/>
                </a:lnTo>
                <a:lnTo>
                  <a:pt x="345047" y="691340"/>
                </a:lnTo>
                <a:lnTo>
                  <a:pt x="391869" y="688184"/>
                </a:lnTo>
                <a:lnTo>
                  <a:pt x="436776" y="678992"/>
                </a:lnTo>
                <a:lnTo>
                  <a:pt x="479357" y="664175"/>
                </a:lnTo>
                <a:lnTo>
                  <a:pt x="519201" y="644146"/>
                </a:lnTo>
                <a:lnTo>
                  <a:pt x="555897" y="619315"/>
                </a:lnTo>
                <a:lnTo>
                  <a:pt x="589034" y="590095"/>
                </a:lnTo>
                <a:lnTo>
                  <a:pt x="618201" y="556898"/>
                </a:lnTo>
                <a:lnTo>
                  <a:pt x="642986" y="520135"/>
                </a:lnTo>
                <a:lnTo>
                  <a:pt x="662979" y="480219"/>
                </a:lnTo>
                <a:lnTo>
                  <a:pt x="677769" y="437560"/>
                </a:lnTo>
                <a:lnTo>
                  <a:pt x="686944" y="392571"/>
                </a:lnTo>
                <a:lnTo>
                  <a:pt x="690094" y="345664"/>
                </a:lnTo>
                <a:lnTo>
                  <a:pt x="686944" y="298760"/>
                </a:lnTo>
                <a:lnTo>
                  <a:pt x="677769" y="253773"/>
                </a:lnTo>
                <a:lnTo>
                  <a:pt x="662979" y="211116"/>
                </a:lnTo>
                <a:lnTo>
                  <a:pt x="642986" y="171201"/>
                </a:lnTo>
                <a:lnTo>
                  <a:pt x="618201" y="134439"/>
                </a:lnTo>
                <a:lnTo>
                  <a:pt x="589034" y="101242"/>
                </a:lnTo>
                <a:lnTo>
                  <a:pt x="555897" y="72023"/>
                </a:lnTo>
                <a:lnTo>
                  <a:pt x="519201" y="47193"/>
                </a:lnTo>
                <a:lnTo>
                  <a:pt x="479357" y="27164"/>
                </a:lnTo>
                <a:lnTo>
                  <a:pt x="436776" y="12347"/>
                </a:lnTo>
                <a:lnTo>
                  <a:pt x="391869" y="3155"/>
                </a:lnTo>
                <a:lnTo>
                  <a:pt x="345047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4" name="object 84" descr=""/>
          <p:cNvGrpSpPr/>
          <p:nvPr/>
        </p:nvGrpSpPr>
        <p:grpSpPr>
          <a:xfrm>
            <a:off x="13937730" y="6446426"/>
            <a:ext cx="3637279" cy="3011170"/>
            <a:chOff x="13937730" y="6446426"/>
            <a:chExt cx="3637279" cy="3011170"/>
          </a:xfrm>
        </p:grpSpPr>
        <p:sp>
          <p:nvSpPr>
            <p:cNvPr id="85" name="object 85" descr=""/>
            <p:cNvSpPr/>
            <p:nvPr/>
          </p:nvSpPr>
          <p:spPr>
            <a:xfrm>
              <a:off x="16092313" y="7654531"/>
              <a:ext cx="0" cy="1793875"/>
            </a:xfrm>
            <a:custGeom>
              <a:avLst/>
              <a:gdLst/>
              <a:ahLst/>
              <a:cxnLst/>
              <a:rect l="l" t="t" r="r" b="b"/>
              <a:pathLst>
                <a:path w="0" h="1793875">
                  <a:moveTo>
                    <a:pt x="0" y="0"/>
                  </a:moveTo>
                  <a:lnTo>
                    <a:pt x="0" y="1793641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6092314" y="7722890"/>
              <a:ext cx="227329" cy="635635"/>
            </a:xfrm>
            <a:custGeom>
              <a:avLst/>
              <a:gdLst/>
              <a:ahLst/>
              <a:cxnLst/>
              <a:rect l="l" t="t" r="r" b="b"/>
              <a:pathLst>
                <a:path w="227330" h="635634">
                  <a:moveTo>
                    <a:pt x="226820" y="0"/>
                  </a:moveTo>
                  <a:lnTo>
                    <a:pt x="226820" y="116310"/>
                  </a:lnTo>
                  <a:lnTo>
                    <a:pt x="223334" y="158661"/>
                  </a:lnTo>
                  <a:lnTo>
                    <a:pt x="213058" y="199607"/>
                  </a:lnTo>
                  <a:lnTo>
                    <a:pt x="196269" y="238341"/>
                  </a:lnTo>
                  <a:lnTo>
                    <a:pt x="173240" y="274054"/>
                  </a:lnTo>
                  <a:lnTo>
                    <a:pt x="82489" y="392281"/>
                  </a:lnTo>
                  <a:lnTo>
                    <a:pt x="53368" y="435846"/>
                  </a:lnTo>
                  <a:lnTo>
                    <a:pt x="30343" y="482546"/>
                  </a:lnTo>
                  <a:lnTo>
                    <a:pt x="13629" y="531745"/>
                  </a:lnTo>
                  <a:lnTo>
                    <a:pt x="3443" y="582805"/>
                  </a:lnTo>
                  <a:lnTo>
                    <a:pt x="0" y="635090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5784501" y="7914067"/>
              <a:ext cx="307975" cy="625475"/>
            </a:xfrm>
            <a:custGeom>
              <a:avLst/>
              <a:gdLst/>
              <a:ahLst/>
              <a:cxnLst/>
              <a:rect l="l" t="t" r="r" b="b"/>
              <a:pathLst>
                <a:path w="307975" h="625475">
                  <a:moveTo>
                    <a:pt x="0" y="0"/>
                  </a:moveTo>
                  <a:lnTo>
                    <a:pt x="0" y="121975"/>
                  </a:lnTo>
                  <a:lnTo>
                    <a:pt x="3860" y="171724"/>
                  </a:lnTo>
                  <a:lnTo>
                    <a:pt x="15201" y="219718"/>
                  </a:lnTo>
                  <a:lnTo>
                    <a:pt x="33631" y="265168"/>
                  </a:lnTo>
                  <a:lnTo>
                    <a:pt x="58757" y="307288"/>
                  </a:lnTo>
                  <a:lnTo>
                    <a:pt x="90189" y="345290"/>
                  </a:lnTo>
                  <a:lnTo>
                    <a:pt x="127535" y="378386"/>
                  </a:lnTo>
                  <a:lnTo>
                    <a:pt x="219563" y="448007"/>
                  </a:lnTo>
                  <a:lnTo>
                    <a:pt x="256800" y="483659"/>
                  </a:lnTo>
                  <a:lnTo>
                    <a:pt x="284530" y="526329"/>
                  </a:lnTo>
                  <a:lnTo>
                    <a:pt x="301839" y="574183"/>
                  </a:lnTo>
                  <a:lnTo>
                    <a:pt x="307812" y="625384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5236288" y="6683278"/>
              <a:ext cx="1711325" cy="1276350"/>
            </a:xfrm>
            <a:custGeom>
              <a:avLst/>
              <a:gdLst/>
              <a:ahLst/>
              <a:cxnLst/>
              <a:rect l="l" t="t" r="r" b="b"/>
              <a:pathLst>
                <a:path w="1711325" h="1276350">
                  <a:moveTo>
                    <a:pt x="855408" y="0"/>
                  </a:moveTo>
                  <a:lnTo>
                    <a:pt x="801310" y="1243"/>
                  </a:lnTo>
                  <a:lnTo>
                    <a:pt x="748106" y="4922"/>
                  </a:lnTo>
                  <a:lnTo>
                    <a:pt x="695897" y="10965"/>
                  </a:lnTo>
                  <a:lnTo>
                    <a:pt x="644782" y="19296"/>
                  </a:lnTo>
                  <a:lnTo>
                    <a:pt x="594862" y="29842"/>
                  </a:lnTo>
                  <a:lnTo>
                    <a:pt x="546237" y="42529"/>
                  </a:lnTo>
                  <a:lnTo>
                    <a:pt x="499007" y="57283"/>
                  </a:lnTo>
                  <a:lnTo>
                    <a:pt x="453273" y="74029"/>
                  </a:lnTo>
                  <a:lnTo>
                    <a:pt x="409135" y="92694"/>
                  </a:lnTo>
                  <a:lnTo>
                    <a:pt x="366692" y="113203"/>
                  </a:lnTo>
                  <a:lnTo>
                    <a:pt x="326045" y="135483"/>
                  </a:lnTo>
                  <a:lnTo>
                    <a:pt x="287294" y="159460"/>
                  </a:lnTo>
                  <a:lnTo>
                    <a:pt x="250540" y="185059"/>
                  </a:lnTo>
                  <a:lnTo>
                    <a:pt x="215883" y="212207"/>
                  </a:lnTo>
                  <a:lnTo>
                    <a:pt x="183422" y="240830"/>
                  </a:lnTo>
                  <a:lnTo>
                    <a:pt x="153258" y="270853"/>
                  </a:lnTo>
                  <a:lnTo>
                    <a:pt x="125492" y="302203"/>
                  </a:lnTo>
                  <a:lnTo>
                    <a:pt x="100223" y="334805"/>
                  </a:lnTo>
                  <a:lnTo>
                    <a:pt x="77551" y="368586"/>
                  </a:lnTo>
                  <a:lnTo>
                    <a:pt x="57577" y="403471"/>
                  </a:lnTo>
                  <a:lnTo>
                    <a:pt x="40402" y="439387"/>
                  </a:lnTo>
                  <a:lnTo>
                    <a:pt x="26124" y="476259"/>
                  </a:lnTo>
                  <a:lnTo>
                    <a:pt x="14845" y="514014"/>
                  </a:lnTo>
                  <a:lnTo>
                    <a:pt x="6664" y="552578"/>
                  </a:lnTo>
                  <a:lnTo>
                    <a:pt x="1682" y="591875"/>
                  </a:lnTo>
                  <a:lnTo>
                    <a:pt x="0" y="631834"/>
                  </a:lnTo>
                  <a:lnTo>
                    <a:pt x="2712" y="681123"/>
                  </a:lnTo>
                  <a:lnTo>
                    <a:pt x="10713" y="726791"/>
                  </a:lnTo>
                  <a:lnTo>
                    <a:pt x="23796" y="768961"/>
                  </a:lnTo>
                  <a:lnTo>
                    <a:pt x="41755" y="807753"/>
                  </a:lnTo>
                  <a:lnTo>
                    <a:pt x="64382" y="843292"/>
                  </a:lnTo>
                  <a:lnTo>
                    <a:pt x="91472" y="875697"/>
                  </a:lnTo>
                  <a:lnTo>
                    <a:pt x="122818" y="905091"/>
                  </a:lnTo>
                  <a:lnTo>
                    <a:pt x="158214" y="931596"/>
                  </a:lnTo>
                  <a:lnTo>
                    <a:pt x="197453" y="955333"/>
                  </a:lnTo>
                  <a:lnTo>
                    <a:pt x="240329" y="976426"/>
                  </a:lnTo>
                  <a:lnTo>
                    <a:pt x="286636" y="994995"/>
                  </a:lnTo>
                  <a:lnTo>
                    <a:pt x="336167" y="1011162"/>
                  </a:lnTo>
                  <a:lnTo>
                    <a:pt x="335675" y="1017058"/>
                  </a:lnTo>
                  <a:lnTo>
                    <a:pt x="335455" y="1023015"/>
                  </a:lnTo>
                  <a:lnTo>
                    <a:pt x="335455" y="1029005"/>
                  </a:lnTo>
                  <a:lnTo>
                    <a:pt x="339773" y="1073351"/>
                  </a:lnTo>
                  <a:lnTo>
                    <a:pt x="352221" y="1115103"/>
                  </a:lnTo>
                  <a:lnTo>
                    <a:pt x="372043" y="1153562"/>
                  </a:lnTo>
                  <a:lnTo>
                    <a:pt x="398481" y="1188026"/>
                  </a:lnTo>
                  <a:lnTo>
                    <a:pt x="430779" y="1217795"/>
                  </a:lnTo>
                  <a:lnTo>
                    <a:pt x="468178" y="1242169"/>
                  </a:lnTo>
                  <a:lnTo>
                    <a:pt x="509922" y="1260446"/>
                  </a:lnTo>
                  <a:lnTo>
                    <a:pt x="555254" y="1271926"/>
                  </a:lnTo>
                  <a:lnTo>
                    <a:pt x="603416" y="1275908"/>
                  </a:lnTo>
                  <a:lnTo>
                    <a:pt x="652278" y="1271815"/>
                  </a:lnTo>
                  <a:lnTo>
                    <a:pt x="698210" y="1260020"/>
                  </a:lnTo>
                  <a:lnTo>
                    <a:pt x="740421" y="1241252"/>
                  </a:lnTo>
                  <a:lnTo>
                    <a:pt x="778121" y="1216239"/>
                  </a:lnTo>
                  <a:lnTo>
                    <a:pt x="810520" y="1185708"/>
                  </a:lnTo>
                  <a:lnTo>
                    <a:pt x="836827" y="1150388"/>
                  </a:lnTo>
                  <a:lnTo>
                    <a:pt x="856252" y="1111006"/>
                  </a:lnTo>
                  <a:lnTo>
                    <a:pt x="868004" y="1068292"/>
                  </a:lnTo>
                  <a:lnTo>
                    <a:pt x="872298" y="1068292"/>
                  </a:lnTo>
                  <a:lnTo>
                    <a:pt x="902657" y="1105001"/>
                  </a:lnTo>
                  <a:lnTo>
                    <a:pt x="941718" y="1135544"/>
                  </a:lnTo>
                  <a:lnTo>
                    <a:pt x="988087" y="1158778"/>
                  </a:lnTo>
                  <a:lnTo>
                    <a:pt x="1040368" y="1173558"/>
                  </a:lnTo>
                  <a:lnTo>
                    <a:pt x="1097170" y="1178738"/>
                  </a:lnTo>
                  <a:lnTo>
                    <a:pt x="1147336" y="1174700"/>
                  </a:lnTo>
                  <a:lnTo>
                    <a:pt x="1194153" y="1163111"/>
                  </a:lnTo>
                  <a:lnTo>
                    <a:pt x="1236667" y="1144760"/>
                  </a:lnTo>
                  <a:lnTo>
                    <a:pt x="1273921" y="1120435"/>
                  </a:lnTo>
                  <a:lnTo>
                    <a:pt x="1304959" y="1090923"/>
                  </a:lnTo>
                  <a:lnTo>
                    <a:pt x="1328826" y="1057015"/>
                  </a:lnTo>
                  <a:lnTo>
                    <a:pt x="1344566" y="1019497"/>
                  </a:lnTo>
                  <a:lnTo>
                    <a:pt x="1398293" y="1003932"/>
                  </a:lnTo>
                  <a:lnTo>
                    <a:pt x="1448591" y="985790"/>
                  </a:lnTo>
                  <a:lnTo>
                    <a:pt x="1495224" y="964932"/>
                  </a:lnTo>
                  <a:lnTo>
                    <a:pt x="1537955" y="941218"/>
                  </a:lnTo>
                  <a:lnTo>
                    <a:pt x="1576546" y="914507"/>
                  </a:lnTo>
                  <a:lnTo>
                    <a:pt x="1610761" y="884658"/>
                  </a:lnTo>
                  <a:lnTo>
                    <a:pt x="1640362" y="851533"/>
                  </a:lnTo>
                  <a:lnTo>
                    <a:pt x="1665112" y="814989"/>
                  </a:lnTo>
                  <a:lnTo>
                    <a:pt x="1684775" y="774888"/>
                  </a:lnTo>
                  <a:lnTo>
                    <a:pt x="1699114" y="731088"/>
                  </a:lnTo>
                  <a:lnTo>
                    <a:pt x="1707891" y="683450"/>
                  </a:lnTo>
                  <a:lnTo>
                    <a:pt x="1710869" y="631834"/>
                  </a:lnTo>
                  <a:lnTo>
                    <a:pt x="1709186" y="591858"/>
                  </a:lnTo>
                  <a:lnTo>
                    <a:pt x="1704203" y="552545"/>
                  </a:lnTo>
                  <a:lnTo>
                    <a:pt x="1696021" y="513969"/>
                  </a:lnTo>
                  <a:lnTo>
                    <a:pt x="1684740" y="476204"/>
                  </a:lnTo>
                  <a:lnTo>
                    <a:pt x="1670461" y="439324"/>
                  </a:lnTo>
                  <a:lnTo>
                    <a:pt x="1653283" y="403403"/>
                  </a:lnTo>
                  <a:lnTo>
                    <a:pt x="1633306" y="368514"/>
                  </a:lnTo>
                  <a:lnTo>
                    <a:pt x="1610632" y="334731"/>
                  </a:lnTo>
                  <a:lnTo>
                    <a:pt x="1585360" y="302128"/>
                  </a:lnTo>
                  <a:lnTo>
                    <a:pt x="1557590" y="270780"/>
                  </a:lnTo>
                  <a:lnTo>
                    <a:pt x="1527423" y="240759"/>
                  </a:lnTo>
                  <a:lnTo>
                    <a:pt x="1494959" y="212140"/>
                  </a:lnTo>
                  <a:lnTo>
                    <a:pt x="1460298" y="184996"/>
                  </a:lnTo>
                  <a:lnTo>
                    <a:pt x="1423541" y="159402"/>
                  </a:lnTo>
                  <a:lnTo>
                    <a:pt x="1384787" y="135431"/>
                  </a:lnTo>
                  <a:lnTo>
                    <a:pt x="1344137" y="113157"/>
                  </a:lnTo>
                  <a:lnTo>
                    <a:pt x="1301691" y="92654"/>
                  </a:lnTo>
                  <a:lnTo>
                    <a:pt x="1257550" y="73996"/>
                  </a:lnTo>
                  <a:lnTo>
                    <a:pt x="1211813" y="57256"/>
                  </a:lnTo>
                  <a:lnTo>
                    <a:pt x="1164582" y="42509"/>
                  </a:lnTo>
                  <a:lnTo>
                    <a:pt x="1115955" y="29827"/>
                  </a:lnTo>
                  <a:lnTo>
                    <a:pt x="1066034" y="19286"/>
                  </a:lnTo>
                  <a:lnTo>
                    <a:pt x="1014918" y="10959"/>
                  </a:lnTo>
                  <a:lnTo>
                    <a:pt x="962709" y="4920"/>
                  </a:lnTo>
                  <a:lnTo>
                    <a:pt x="909505" y="1242"/>
                  </a:lnTo>
                  <a:lnTo>
                    <a:pt x="85540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4494692" y="6861176"/>
              <a:ext cx="998219" cy="1769110"/>
            </a:xfrm>
            <a:custGeom>
              <a:avLst/>
              <a:gdLst/>
              <a:ahLst/>
              <a:cxnLst/>
              <a:rect l="l" t="t" r="r" b="b"/>
              <a:pathLst>
                <a:path w="998219" h="1769109">
                  <a:moveTo>
                    <a:pt x="498990" y="0"/>
                  </a:moveTo>
                  <a:lnTo>
                    <a:pt x="456803" y="9967"/>
                  </a:lnTo>
                  <a:lnTo>
                    <a:pt x="410419" y="38653"/>
                  </a:lnTo>
                  <a:lnTo>
                    <a:pt x="361154" y="84233"/>
                  </a:lnTo>
                  <a:lnTo>
                    <a:pt x="335853" y="112789"/>
                  </a:lnTo>
                  <a:lnTo>
                    <a:pt x="310326" y="144885"/>
                  </a:lnTo>
                  <a:lnTo>
                    <a:pt x="284737" y="180293"/>
                  </a:lnTo>
                  <a:lnTo>
                    <a:pt x="259253" y="218784"/>
                  </a:lnTo>
                  <a:lnTo>
                    <a:pt x="234036" y="260132"/>
                  </a:lnTo>
                  <a:lnTo>
                    <a:pt x="209253" y="304107"/>
                  </a:lnTo>
                  <a:lnTo>
                    <a:pt x="185067" y="350482"/>
                  </a:lnTo>
                  <a:lnTo>
                    <a:pt x="161644" y="399030"/>
                  </a:lnTo>
                  <a:lnTo>
                    <a:pt x="139148" y="449521"/>
                  </a:lnTo>
                  <a:lnTo>
                    <a:pt x="117744" y="501728"/>
                  </a:lnTo>
                  <a:lnTo>
                    <a:pt x="97596" y="555423"/>
                  </a:lnTo>
                  <a:lnTo>
                    <a:pt x="78870" y="610379"/>
                  </a:lnTo>
                  <a:lnTo>
                    <a:pt x="61730" y="666367"/>
                  </a:lnTo>
                  <a:lnTo>
                    <a:pt x="46341" y="723158"/>
                  </a:lnTo>
                  <a:lnTo>
                    <a:pt x="32868" y="780526"/>
                  </a:lnTo>
                  <a:lnTo>
                    <a:pt x="21474" y="838242"/>
                  </a:lnTo>
                  <a:lnTo>
                    <a:pt x="12326" y="896079"/>
                  </a:lnTo>
                  <a:lnTo>
                    <a:pt x="5588" y="953807"/>
                  </a:lnTo>
                  <a:lnTo>
                    <a:pt x="1424" y="1011200"/>
                  </a:lnTo>
                  <a:lnTo>
                    <a:pt x="0" y="1068030"/>
                  </a:lnTo>
                  <a:lnTo>
                    <a:pt x="1501" y="1136064"/>
                  </a:lnTo>
                  <a:lnTo>
                    <a:pt x="5931" y="1200361"/>
                  </a:lnTo>
                  <a:lnTo>
                    <a:pt x="13178" y="1260964"/>
                  </a:lnTo>
                  <a:lnTo>
                    <a:pt x="23133" y="1317916"/>
                  </a:lnTo>
                  <a:lnTo>
                    <a:pt x="35683" y="1371259"/>
                  </a:lnTo>
                  <a:lnTo>
                    <a:pt x="50718" y="1421036"/>
                  </a:lnTo>
                  <a:lnTo>
                    <a:pt x="68127" y="1467292"/>
                  </a:lnTo>
                  <a:lnTo>
                    <a:pt x="87798" y="1510067"/>
                  </a:lnTo>
                  <a:lnTo>
                    <a:pt x="109622" y="1549406"/>
                  </a:lnTo>
                  <a:lnTo>
                    <a:pt x="133488" y="1585351"/>
                  </a:lnTo>
                  <a:lnTo>
                    <a:pt x="159283" y="1617946"/>
                  </a:lnTo>
                  <a:lnTo>
                    <a:pt x="186897" y="1647232"/>
                  </a:lnTo>
                  <a:lnTo>
                    <a:pt x="216220" y="1673253"/>
                  </a:lnTo>
                  <a:lnTo>
                    <a:pt x="247140" y="1696053"/>
                  </a:lnTo>
                  <a:lnTo>
                    <a:pt x="313329" y="1732157"/>
                  </a:lnTo>
                  <a:lnTo>
                    <a:pt x="384576" y="1755887"/>
                  </a:lnTo>
                  <a:lnTo>
                    <a:pt x="459994" y="1767588"/>
                  </a:lnTo>
                  <a:lnTo>
                    <a:pt x="498990" y="1769035"/>
                  </a:lnTo>
                  <a:lnTo>
                    <a:pt x="537985" y="1767588"/>
                  </a:lnTo>
                  <a:lnTo>
                    <a:pt x="576160" y="1763220"/>
                  </a:lnTo>
                  <a:lnTo>
                    <a:pt x="649603" y="1745548"/>
                  </a:lnTo>
                  <a:lnTo>
                    <a:pt x="718432" y="1715674"/>
                  </a:lnTo>
                  <a:lnTo>
                    <a:pt x="781759" y="1673257"/>
                  </a:lnTo>
                  <a:lnTo>
                    <a:pt x="811082" y="1647237"/>
                  </a:lnTo>
                  <a:lnTo>
                    <a:pt x="838696" y="1617952"/>
                  </a:lnTo>
                  <a:lnTo>
                    <a:pt x="864492" y="1585360"/>
                  </a:lnTo>
                  <a:lnTo>
                    <a:pt x="888357" y="1549418"/>
                  </a:lnTo>
                  <a:lnTo>
                    <a:pt x="910181" y="1510082"/>
                  </a:lnTo>
                  <a:lnTo>
                    <a:pt x="929853" y="1467310"/>
                  </a:lnTo>
                  <a:lnTo>
                    <a:pt x="947261" y="1421059"/>
                  </a:lnTo>
                  <a:lnTo>
                    <a:pt x="962296" y="1371286"/>
                  </a:lnTo>
                  <a:lnTo>
                    <a:pt x="974847" y="1317949"/>
                  </a:lnTo>
                  <a:lnTo>
                    <a:pt x="984801" y="1261004"/>
                  </a:lnTo>
                  <a:lnTo>
                    <a:pt x="992048" y="1200408"/>
                  </a:lnTo>
                  <a:lnTo>
                    <a:pt x="996478" y="1136118"/>
                  </a:lnTo>
                  <a:lnTo>
                    <a:pt x="997980" y="1068093"/>
                  </a:lnTo>
                  <a:lnTo>
                    <a:pt x="996623" y="1011260"/>
                  </a:lnTo>
                  <a:lnTo>
                    <a:pt x="992654" y="953863"/>
                  </a:lnTo>
                  <a:lnTo>
                    <a:pt x="986219" y="896131"/>
                  </a:lnTo>
                  <a:lnTo>
                    <a:pt x="977467" y="838291"/>
                  </a:lnTo>
                  <a:lnTo>
                    <a:pt x="966547" y="780571"/>
                  </a:lnTo>
                  <a:lnTo>
                    <a:pt x="953607" y="723200"/>
                  </a:lnTo>
                  <a:lnTo>
                    <a:pt x="938795" y="666405"/>
                  </a:lnTo>
                  <a:lnTo>
                    <a:pt x="922259" y="610414"/>
                  </a:lnTo>
                  <a:lnTo>
                    <a:pt x="904148" y="555455"/>
                  </a:lnTo>
                  <a:lnTo>
                    <a:pt x="884611" y="501756"/>
                  </a:lnTo>
                  <a:lnTo>
                    <a:pt x="863794" y="449546"/>
                  </a:lnTo>
                  <a:lnTo>
                    <a:pt x="841848" y="399052"/>
                  </a:lnTo>
                  <a:lnTo>
                    <a:pt x="818920" y="350502"/>
                  </a:lnTo>
                  <a:lnTo>
                    <a:pt x="795158" y="304124"/>
                  </a:lnTo>
                  <a:lnTo>
                    <a:pt x="770711" y="260146"/>
                  </a:lnTo>
                  <a:lnTo>
                    <a:pt x="745727" y="218796"/>
                  </a:lnTo>
                  <a:lnTo>
                    <a:pt x="720354" y="180303"/>
                  </a:lnTo>
                  <a:lnTo>
                    <a:pt x="694741" y="144893"/>
                  </a:lnTo>
                  <a:lnTo>
                    <a:pt x="669037" y="112796"/>
                  </a:lnTo>
                  <a:lnTo>
                    <a:pt x="643388" y="84238"/>
                  </a:lnTo>
                  <a:lnTo>
                    <a:pt x="592854" y="38655"/>
                  </a:lnTo>
                  <a:lnTo>
                    <a:pt x="544326" y="9967"/>
                  </a:lnTo>
                  <a:lnTo>
                    <a:pt x="49899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4990493" y="7381195"/>
              <a:ext cx="0" cy="2076450"/>
            </a:xfrm>
            <a:custGeom>
              <a:avLst/>
              <a:gdLst/>
              <a:ahLst/>
              <a:cxnLst/>
              <a:rect l="l" t="t" r="r" b="b"/>
              <a:pathLst>
                <a:path w="0" h="2076450">
                  <a:moveTo>
                    <a:pt x="0" y="207606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4853777" y="7602253"/>
              <a:ext cx="139700" cy="729615"/>
            </a:xfrm>
            <a:custGeom>
              <a:avLst/>
              <a:gdLst/>
              <a:ahLst/>
              <a:cxnLst/>
              <a:rect l="l" t="t" r="r" b="b"/>
              <a:pathLst>
                <a:path w="139700" h="729615">
                  <a:moveTo>
                    <a:pt x="0" y="0"/>
                  </a:moveTo>
                  <a:lnTo>
                    <a:pt x="0" y="390626"/>
                  </a:lnTo>
                  <a:lnTo>
                    <a:pt x="3217" y="439200"/>
                  </a:lnTo>
                  <a:lnTo>
                    <a:pt x="12761" y="486724"/>
                  </a:lnTo>
                  <a:lnTo>
                    <a:pt x="28465" y="532586"/>
                  </a:lnTo>
                  <a:lnTo>
                    <a:pt x="50166" y="576170"/>
                  </a:lnTo>
                  <a:lnTo>
                    <a:pt x="139325" y="729161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4293817" y="6446426"/>
              <a:ext cx="710565" cy="1870075"/>
            </a:xfrm>
            <a:custGeom>
              <a:avLst/>
              <a:gdLst/>
              <a:ahLst/>
              <a:cxnLst/>
              <a:rect l="l" t="t" r="r" b="b"/>
              <a:pathLst>
                <a:path w="710565" h="1870075">
                  <a:moveTo>
                    <a:pt x="211260" y="0"/>
                  </a:moveTo>
                  <a:lnTo>
                    <a:pt x="166451" y="3716"/>
                  </a:lnTo>
                  <a:lnTo>
                    <a:pt x="122753" y="14657"/>
                  </a:lnTo>
                  <a:lnTo>
                    <a:pt x="80334" y="32505"/>
                  </a:lnTo>
                  <a:lnTo>
                    <a:pt x="39361" y="56945"/>
                  </a:lnTo>
                  <a:lnTo>
                    <a:pt x="0" y="87662"/>
                  </a:lnTo>
                  <a:lnTo>
                    <a:pt x="34431" y="71335"/>
                  </a:lnTo>
                  <a:lnTo>
                    <a:pt x="69792" y="59469"/>
                  </a:lnTo>
                  <a:lnTo>
                    <a:pt x="105983" y="52228"/>
                  </a:lnTo>
                  <a:lnTo>
                    <a:pt x="142906" y="49778"/>
                  </a:lnTo>
                  <a:lnTo>
                    <a:pt x="177070" y="51877"/>
                  </a:lnTo>
                  <a:lnTo>
                    <a:pt x="243470" y="68264"/>
                  </a:lnTo>
                  <a:lnTo>
                    <a:pt x="306804" y="99999"/>
                  </a:lnTo>
                  <a:lnTo>
                    <a:pt x="366477" y="145997"/>
                  </a:lnTo>
                  <a:lnTo>
                    <a:pt x="394755" y="174007"/>
                  </a:lnTo>
                  <a:lnTo>
                    <a:pt x="421896" y="205175"/>
                  </a:lnTo>
                  <a:lnTo>
                    <a:pt x="447824" y="239368"/>
                  </a:lnTo>
                  <a:lnTo>
                    <a:pt x="472465" y="276448"/>
                  </a:lnTo>
                  <a:lnTo>
                    <a:pt x="495745" y="316282"/>
                  </a:lnTo>
                  <a:lnTo>
                    <a:pt x="517590" y="358732"/>
                  </a:lnTo>
                  <a:lnTo>
                    <a:pt x="537925" y="403665"/>
                  </a:lnTo>
                  <a:lnTo>
                    <a:pt x="556676" y="450943"/>
                  </a:lnTo>
                  <a:lnTo>
                    <a:pt x="573769" y="500433"/>
                  </a:lnTo>
                  <a:lnTo>
                    <a:pt x="589129" y="551997"/>
                  </a:lnTo>
                  <a:lnTo>
                    <a:pt x="602683" y="605501"/>
                  </a:lnTo>
                  <a:lnTo>
                    <a:pt x="614355" y="660809"/>
                  </a:lnTo>
                  <a:lnTo>
                    <a:pt x="624072" y="717785"/>
                  </a:lnTo>
                  <a:lnTo>
                    <a:pt x="631758" y="776295"/>
                  </a:lnTo>
                  <a:lnTo>
                    <a:pt x="637341" y="836202"/>
                  </a:lnTo>
                  <a:lnTo>
                    <a:pt x="640745" y="897371"/>
                  </a:lnTo>
                  <a:lnTo>
                    <a:pt x="641896" y="959667"/>
                  </a:lnTo>
                  <a:lnTo>
                    <a:pt x="640746" y="1021930"/>
                  </a:lnTo>
                  <a:lnTo>
                    <a:pt x="637344" y="1083071"/>
                  </a:lnTo>
                  <a:lnTo>
                    <a:pt x="631765" y="1142953"/>
                  </a:lnTo>
                  <a:lnTo>
                    <a:pt x="624082" y="1201440"/>
                  </a:lnTo>
                  <a:lnTo>
                    <a:pt x="614372" y="1258397"/>
                  </a:lnTo>
                  <a:lnTo>
                    <a:pt x="602706" y="1313689"/>
                  </a:lnTo>
                  <a:lnTo>
                    <a:pt x="589161" y="1367180"/>
                  </a:lnTo>
                  <a:lnTo>
                    <a:pt x="573809" y="1418733"/>
                  </a:lnTo>
                  <a:lnTo>
                    <a:pt x="556726" y="1468214"/>
                  </a:lnTo>
                  <a:lnTo>
                    <a:pt x="537985" y="1515487"/>
                  </a:lnTo>
                  <a:lnTo>
                    <a:pt x="517662" y="1560417"/>
                  </a:lnTo>
                  <a:lnTo>
                    <a:pt x="495829" y="1602867"/>
                  </a:lnTo>
                  <a:lnTo>
                    <a:pt x="472561" y="1642703"/>
                  </a:lnTo>
                  <a:lnTo>
                    <a:pt x="447933" y="1679788"/>
                  </a:lnTo>
                  <a:lnTo>
                    <a:pt x="422019" y="1713987"/>
                  </a:lnTo>
                  <a:lnTo>
                    <a:pt x="394893" y="1745164"/>
                  </a:lnTo>
                  <a:lnTo>
                    <a:pt x="366629" y="1773184"/>
                  </a:lnTo>
                  <a:lnTo>
                    <a:pt x="337302" y="1797911"/>
                  </a:lnTo>
                  <a:lnTo>
                    <a:pt x="275754" y="1836945"/>
                  </a:lnTo>
                  <a:lnTo>
                    <a:pt x="210844" y="1861180"/>
                  </a:lnTo>
                  <a:lnTo>
                    <a:pt x="177313" y="1867409"/>
                  </a:lnTo>
                  <a:lnTo>
                    <a:pt x="185770" y="1868351"/>
                  </a:lnTo>
                  <a:lnTo>
                    <a:pt x="194251" y="1869024"/>
                  </a:lnTo>
                  <a:lnTo>
                    <a:pt x="202750" y="1869426"/>
                  </a:lnTo>
                  <a:lnTo>
                    <a:pt x="211260" y="1869555"/>
                  </a:lnTo>
                  <a:lnTo>
                    <a:pt x="244069" y="1867567"/>
                  </a:lnTo>
                  <a:lnTo>
                    <a:pt x="307920" y="1852030"/>
                  </a:lnTo>
                  <a:lnTo>
                    <a:pt x="368979" y="1821900"/>
                  </a:lnTo>
                  <a:lnTo>
                    <a:pt x="426719" y="1778163"/>
                  </a:lnTo>
                  <a:lnTo>
                    <a:pt x="454181" y="1751500"/>
                  </a:lnTo>
                  <a:lnTo>
                    <a:pt x="480615" y="1721804"/>
                  </a:lnTo>
                  <a:lnTo>
                    <a:pt x="505957" y="1689200"/>
                  </a:lnTo>
                  <a:lnTo>
                    <a:pt x="530140" y="1653809"/>
                  </a:lnTo>
                  <a:lnTo>
                    <a:pt x="553099" y="1615756"/>
                  </a:lnTo>
                  <a:lnTo>
                    <a:pt x="574768" y="1575163"/>
                  </a:lnTo>
                  <a:lnTo>
                    <a:pt x="595082" y="1532153"/>
                  </a:lnTo>
                  <a:lnTo>
                    <a:pt x="613974" y="1486851"/>
                  </a:lnTo>
                  <a:lnTo>
                    <a:pt x="631378" y="1439378"/>
                  </a:lnTo>
                  <a:lnTo>
                    <a:pt x="647230" y="1389859"/>
                  </a:lnTo>
                  <a:lnTo>
                    <a:pt x="661464" y="1338416"/>
                  </a:lnTo>
                  <a:lnTo>
                    <a:pt x="674013" y="1285172"/>
                  </a:lnTo>
                  <a:lnTo>
                    <a:pt x="684811" y="1230251"/>
                  </a:lnTo>
                  <a:lnTo>
                    <a:pt x="693794" y="1173776"/>
                  </a:lnTo>
                  <a:lnTo>
                    <a:pt x="700895" y="1115870"/>
                  </a:lnTo>
                  <a:lnTo>
                    <a:pt x="706048" y="1056657"/>
                  </a:lnTo>
                  <a:lnTo>
                    <a:pt x="709189" y="996258"/>
                  </a:lnTo>
                  <a:lnTo>
                    <a:pt x="710250" y="934798"/>
                  </a:lnTo>
                  <a:lnTo>
                    <a:pt x="709188" y="873335"/>
                  </a:lnTo>
                  <a:lnTo>
                    <a:pt x="706047" y="812933"/>
                  </a:lnTo>
                  <a:lnTo>
                    <a:pt x="700891" y="753716"/>
                  </a:lnTo>
                  <a:lnTo>
                    <a:pt x="693788" y="695807"/>
                  </a:lnTo>
                  <a:lnTo>
                    <a:pt x="684802" y="639329"/>
                  </a:lnTo>
                  <a:lnTo>
                    <a:pt x="674000" y="584405"/>
                  </a:lnTo>
                  <a:lnTo>
                    <a:pt x="661448" y="531159"/>
                  </a:lnTo>
                  <a:lnTo>
                    <a:pt x="647211" y="479713"/>
                  </a:lnTo>
                  <a:lnTo>
                    <a:pt x="631355" y="430192"/>
                  </a:lnTo>
                  <a:lnTo>
                    <a:pt x="613946" y="382717"/>
                  </a:lnTo>
                  <a:lnTo>
                    <a:pt x="595051" y="337413"/>
                  </a:lnTo>
                  <a:lnTo>
                    <a:pt x="574734" y="294402"/>
                  </a:lnTo>
                  <a:lnTo>
                    <a:pt x="553062" y="253807"/>
                  </a:lnTo>
                  <a:lnTo>
                    <a:pt x="530101" y="215753"/>
                  </a:lnTo>
                  <a:lnTo>
                    <a:pt x="505916" y="180361"/>
                  </a:lnTo>
                  <a:lnTo>
                    <a:pt x="480573" y="147755"/>
                  </a:lnTo>
                  <a:lnTo>
                    <a:pt x="454139" y="118058"/>
                  </a:lnTo>
                  <a:lnTo>
                    <a:pt x="426678" y="91394"/>
                  </a:lnTo>
                  <a:lnTo>
                    <a:pt x="368943" y="47656"/>
                  </a:lnTo>
                  <a:lnTo>
                    <a:pt x="307894" y="17525"/>
                  </a:lnTo>
                  <a:lnTo>
                    <a:pt x="244058" y="1988"/>
                  </a:lnTo>
                  <a:lnTo>
                    <a:pt x="211260" y="0"/>
                  </a:lnTo>
                  <a:close/>
                </a:path>
              </a:pathLst>
            </a:custGeom>
            <a:solidFill>
              <a:srgbClr val="E4EB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3937730" y="6496203"/>
              <a:ext cx="998219" cy="1819910"/>
            </a:xfrm>
            <a:custGeom>
              <a:avLst/>
              <a:gdLst/>
              <a:ahLst/>
              <a:cxnLst/>
              <a:rect l="l" t="t" r="r" b="b"/>
              <a:pathLst>
                <a:path w="998219" h="1819909">
                  <a:moveTo>
                    <a:pt x="498990" y="0"/>
                  </a:moveTo>
                  <a:lnTo>
                    <a:pt x="431280" y="8306"/>
                  </a:lnTo>
                  <a:lnTo>
                    <a:pt x="366339" y="32502"/>
                  </a:lnTo>
                  <a:lnTo>
                    <a:pt x="304761" y="71503"/>
                  </a:lnTo>
                  <a:lnTo>
                    <a:pt x="275419" y="96217"/>
                  </a:lnTo>
                  <a:lnTo>
                    <a:pt x="247140" y="124226"/>
                  </a:lnTo>
                  <a:lnTo>
                    <a:pt x="220000" y="155394"/>
                  </a:lnTo>
                  <a:lnTo>
                    <a:pt x="194072" y="189586"/>
                  </a:lnTo>
                  <a:lnTo>
                    <a:pt x="169431" y="226666"/>
                  </a:lnTo>
                  <a:lnTo>
                    <a:pt x="146151" y="266499"/>
                  </a:lnTo>
                  <a:lnTo>
                    <a:pt x="124306" y="308950"/>
                  </a:lnTo>
                  <a:lnTo>
                    <a:pt x="103971" y="353882"/>
                  </a:lnTo>
                  <a:lnTo>
                    <a:pt x="85220" y="401160"/>
                  </a:lnTo>
                  <a:lnTo>
                    <a:pt x="68127" y="450649"/>
                  </a:lnTo>
                  <a:lnTo>
                    <a:pt x="52766" y="502214"/>
                  </a:lnTo>
                  <a:lnTo>
                    <a:pt x="39213" y="555718"/>
                  </a:lnTo>
                  <a:lnTo>
                    <a:pt x="27541" y="611026"/>
                  </a:lnTo>
                  <a:lnTo>
                    <a:pt x="17824" y="668003"/>
                  </a:lnTo>
                  <a:lnTo>
                    <a:pt x="10137" y="726513"/>
                  </a:lnTo>
                  <a:lnTo>
                    <a:pt x="4555" y="786421"/>
                  </a:lnTo>
                  <a:lnTo>
                    <a:pt x="1151" y="847591"/>
                  </a:lnTo>
                  <a:lnTo>
                    <a:pt x="0" y="909888"/>
                  </a:lnTo>
                  <a:lnTo>
                    <a:pt x="1151" y="972185"/>
                  </a:lnTo>
                  <a:lnTo>
                    <a:pt x="4555" y="1033355"/>
                  </a:lnTo>
                  <a:lnTo>
                    <a:pt x="10137" y="1093263"/>
                  </a:lnTo>
                  <a:lnTo>
                    <a:pt x="17824" y="1151774"/>
                  </a:lnTo>
                  <a:lnTo>
                    <a:pt x="27541" y="1208751"/>
                  </a:lnTo>
                  <a:lnTo>
                    <a:pt x="39213" y="1264060"/>
                  </a:lnTo>
                  <a:lnTo>
                    <a:pt x="52766" y="1317564"/>
                  </a:lnTo>
                  <a:lnTo>
                    <a:pt x="68127" y="1369129"/>
                  </a:lnTo>
                  <a:lnTo>
                    <a:pt x="85220" y="1418619"/>
                  </a:lnTo>
                  <a:lnTo>
                    <a:pt x="103971" y="1465898"/>
                  </a:lnTo>
                  <a:lnTo>
                    <a:pt x="124306" y="1510831"/>
                  </a:lnTo>
                  <a:lnTo>
                    <a:pt x="146151" y="1553282"/>
                  </a:lnTo>
                  <a:lnTo>
                    <a:pt x="169431" y="1593116"/>
                  </a:lnTo>
                  <a:lnTo>
                    <a:pt x="194072" y="1630197"/>
                  </a:lnTo>
                  <a:lnTo>
                    <a:pt x="220000" y="1664389"/>
                  </a:lnTo>
                  <a:lnTo>
                    <a:pt x="247140" y="1695558"/>
                  </a:lnTo>
                  <a:lnTo>
                    <a:pt x="275419" y="1723568"/>
                  </a:lnTo>
                  <a:lnTo>
                    <a:pt x="304761" y="1748282"/>
                  </a:lnTo>
                  <a:lnTo>
                    <a:pt x="366339" y="1787284"/>
                  </a:lnTo>
                  <a:lnTo>
                    <a:pt x="431280" y="1811481"/>
                  </a:lnTo>
                  <a:lnTo>
                    <a:pt x="498990" y="1819787"/>
                  </a:lnTo>
                  <a:lnTo>
                    <a:pt x="533153" y="1817688"/>
                  </a:lnTo>
                  <a:lnTo>
                    <a:pt x="599553" y="1801301"/>
                  </a:lnTo>
                  <a:lnTo>
                    <a:pt x="662887" y="1769566"/>
                  </a:lnTo>
                  <a:lnTo>
                    <a:pt x="722560" y="1723568"/>
                  </a:lnTo>
                  <a:lnTo>
                    <a:pt x="750839" y="1695558"/>
                  </a:lnTo>
                  <a:lnTo>
                    <a:pt x="777979" y="1664389"/>
                  </a:lnTo>
                  <a:lnTo>
                    <a:pt x="803907" y="1630197"/>
                  </a:lnTo>
                  <a:lnTo>
                    <a:pt x="828548" y="1593116"/>
                  </a:lnTo>
                  <a:lnTo>
                    <a:pt x="851828" y="1553282"/>
                  </a:lnTo>
                  <a:lnTo>
                    <a:pt x="873673" y="1510831"/>
                  </a:lnTo>
                  <a:lnTo>
                    <a:pt x="894008" y="1465898"/>
                  </a:lnTo>
                  <a:lnTo>
                    <a:pt x="912760" y="1418619"/>
                  </a:lnTo>
                  <a:lnTo>
                    <a:pt x="929853" y="1369129"/>
                  </a:lnTo>
                  <a:lnTo>
                    <a:pt x="945213" y="1317564"/>
                  </a:lnTo>
                  <a:lnTo>
                    <a:pt x="958766" y="1264060"/>
                  </a:lnTo>
                  <a:lnTo>
                    <a:pt x="970438" y="1208751"/>
                  </a:lnTo>
                  <a:lnTo>
                    <a:pt x="980155" y="1151774"/>
                  </a:lnTo>
                  <a:lnTo>
                    <a:pt x="987842" y="1093263"/>
                  </a:lnTo>
                  <a:lnTo>
                    <a:pt x="993424" y="1033355"/>
                  </a:lnTo>
                  <a:lnTo>
                    <a:pt x="996828" y="972185"/>
                  </a:lnTo>
                  <a:lnTo>
                    <a:pt x="997980" y="909888"/>
                  </a:lnTo>
                  <a:lnTo>
                    <a:pt x="996828" y="847591"/>
                  </a:lnTo>
                  <a:lnTo>
                    <a:pt x="993424" y="786421"/>
                  </a:lnTo>
                  <a:lnTo>
                    <a:pt x="987842" y="726513"/>
                  </a:lnTo>
                  <a:lnTo>
                    <a:pt x="980155" y="668003"/>
                  </a:lnTo>
                  <a:lnTo>
                    <a:pt x="970438" y="611026"/>
                  </a:lnTo>
                  <a:lnTo>
                    <a:pt x="958766" y="555718"/>
                  </a:lnTo>
                  <a:lnTo>
                    <a:pt x="945213" y="502214"/>
                  </a:lnTo>
                  <a:lnTo>
                    <a:pt x="929853" y="450649"/>
                  </a:lnTo>
                  <a:lnTo>
                    <a:pt x="912760" y="401160"/>
                  </a:lnTo>
                  <a:lnTo>
                    <a:pt x="894008" y="353882"/>
                  </a:lnTo>
                  <a:lnTo>
                    <a:pt x="873673" y="308950"/>
                  </a:lnTo>
                  <a:lnTo>
                    <a:pt x="851828" y="266499"/>
                  </a:lnTo>
                  <a:lnTo>
                    <a:pt x="828548" y="226666"/>
                  </a:lnTo>
                  <a:lnTo>
                    <a:pt x="803907" y="189586"/>
                  </a:lnTo>
                  <a:lnTo>
                    <a:pt x="777979" y="155394"/>
                  </a:lnTo>
                  <a:lnTo>
                    <a:pt x="750839" y="124226"/>
                  </a:lnTo>
                  <a:lnTo>
                    <a:pt x="722560" y="96217"/>
                  </a:lnTo>
                  <a:lnTo>
                    <a:pt x="693218" y="71503"/>
                  </a:lnTo>
                  <a:lnTo>
                    <a:pt x="631640" y="32502"/>
                  </a:lnTo>
                  <a:lnTo>
                    <a:pt x="566699" y="8306"/>
                  </a:lnTo>
                  <a:lnTo>
                    <a:pt x="49899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4439812" y="6980412"/>
              <a:ext cx="0" cy="2210435"/>
            </a:xfrm>
            <a:custGeom>
              <a:avLst/>
              <a:gdLst/>
              <a:ahLst/>
              <a:cxnLst/>
              <a:rect l="l" t="t" r="r" b="b"/>
              <a:pathLst>
                <a:path w="0" h="2210434">
                  <a:moveTo>
                    <a:pt x="0" y="2209985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4440858" y="8297921"/>
              <a:ext cx="220345" cy="400685"/>
            </a:xfrm>
            <a:custGeom>
              <a:avLst/>
              <a:gdLst/>
              <a:ahLst/>
              <a:cxnLst/>
              <a:rect l="l" t="t" r="r" b="b"/>
              <a:pathLst>
                <a:path w="220344" h="400684">
                  <a:moveTo>
                    <a:pt x="220307" y="0"/>
                  </a:moveTo>
                  <a:lnTo>
                    <a:pt x="220307" y="180402"/>
                  </a:lnTo>
                  <a:lnTo>
                    <a:pt x="214395" y="224331"/>
                  </a:lnTo>
                  <a:lnTo>
                    <a:pt x="197731" y="263802"/>
                  </a:lnTo>
                  <a:lnTo>
                    <a:pt x="171888" y="297242"/>
                  </a:lnTo>
                  <a:lnTo>
                    <a:pt x="138443" y="323076"/>
                  </a:lnTo>
                  <a:lnTo>
                    <a:pt x="98970" y="339731"/>
                  </a:lnTo>
                  <a:lnTo>
                    <a:pt x="55045" y="345633"/>
                  </a:lnTo>
                  <a:lnTo>
                    <a:pt x="33629" y="349966"/>
                  </a:lnTo>
                  <a:lnTo>
                    <a:pt x="16139" y="361757"/>
                  </a:lnTo>
                  <a:lnTo>
                    <a:pt x="4341" y="379239"/>
                  </a:lnTo>
                  <a:lnTo>
                    <a:pt x="0" y="400647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4349253" y="6740374"/>
              <a:ext cx="87630" cy="882015"/>
            </a:xfrm>
            <a:custGeom>
              <a:avLst/>
              <a:gdLst/>
              <a:ahLst/>
              <a:cxnLst/>
              <a:rect l="l" t="t" r="r" b="b"/>
              <a:pathLst>
                <a:path w="87630" h="882015">
                  <a:moveTo>
                    <a:pt x="0" y="0"/>
                  </a:moveTo>
                  <a:lnTo>
                    <a:pt x="0" y="644524"/>
                  </a:lnTo>
                  <a:lnTo>
                    <a:pt x="3986" y="697524"/>
                  </a:lnTo>
                  <a:lnTo>
                    <a:pt x="15800" y="749037"/>
                  </a:lnTo>
                  <a:lnTo>
                    <a:pt x="35177" y="798206"/>
                  </a:lnTo>
                  <a:lnTo>
                    <a:pt x="61851" y="844173"/>
                  </a:lnTo>
                  <a:lnTo>
                    <a:pt x="87400" y="881407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4440853" y="6986532"/>
              <a:ext cx="194945" cy="369570"/>
            </a:xfrm>
            <a:custGeom>
              <a:avLst/>
              <a:gdLst/>
              <a:ahLst/>
              <a:cxnLst/>
              <a:rect l="l" t="t" r="r" b="b"/>
              <a:pathLst>
                <a:path w="194944" h="369570">
                  <a:moveTo>
                    <a:pt x="194433" y="0"/>
                  </a:moveTo>
                  <a:lnTo>
                    <a:pt x="191769" y="48775"/>
                  </a:lnTo>
                  <a:lnTo>
                    <a:pt x="183914" y="96475"/>
                  </a:lnTo>
                  <a:lnTo>
                    <a:pt x="171063" y="142730"/>
                  </a:lnTo>
                  <a:lnTo>
                    <a:pt x="153412" y="187167"/>
                  </a:lnTo>
                  <a:lnTo>
                    <a:pt x="131156" y="229417"/>
                  </a:lnTo>
                  <a:lnTo>
                    <a:pt x="104492" y="269107"/>
                  </a:lnTo>
                  <a:lnTo>
                    <a:pt x="73614" y="305866"/>
                  </a:lnTo>
                  <a:lnTo>
                    <a:pt x="38718" y="339324"/>
                  </a:lnTo>
                  <a:lnTo>
                    <a:pt x="0" y="369109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6504356" y="7274584"/>
              <a:ext cx="1070610" cy="1660525"/>
            </a:xfrm>
            <a:custGeom>
              <a:avLst/>
              <a:gdLst/>
              <a:ahLst/>
              <a:cxnLst/>
              <a:rect l="l" t="t" r="r" b="b"/>
              <a:pathLst>
                <a:path w="1070609" h="1660525">
                  <a:moveTo>
                    <a:pt x="535250" y="0"/>
                  </a:moveTo>
                  <a:lnTo>
                    <a:pt x="462619" y="7578"/>
                  </a:lnTo>
                  <a:lnTo>
                    <a:pt x="392958" y="29655"/>
                  </a:lnTo>
                  <a:lnTo>
                    <a:pt x="326905" y="65241"/>
                  </a:lnTo>
                  <a:lnTo>
                    <a:pt x="295431" y="87791"/>
                  </a:lnTo>
                  <a:lnTo>
                    <a:pt x="265097" y="113347"/>
                  </a:lnTo>
                  <a:lnTo>
                    <a:pt x="235985" y="141785"/>
                  </a:lnTo>
                  <a:lnTo>
                    <a:pt x="208173" y="172983"/>
                  </a:lnTo>
                  <a:lnTo>
                    <a:pt x="181741" y="206816"/>
                  </a:lnTo>
                  <a:lnTo>
                    <a:pt x="156770" y="243161"/>
                  </a:lnTo>
                  <a:lnTo>
                    <a:pt x="133337" y="281894"/>
                  </a:lnTo>
                  <a:lnTo>
                    <a:pt x="111525" y="322891"/>
                  </a:lnTo>
                  <a:lnTo>
                    <a:pt x="91411" y="366029"/>
                  </a:lnTo>
                  <a:lnTo>
                    <a:pt x="73076" y="411184"/>
                  </a:lnTo>
                  <a:lnTo>
                    <a:pt x="56600" y="458233"/>
                  </a:lnTo>
                  <a:lnTo>
                    <a:pt x="42062" y="507051"/>
                  </a:lnTo>
                  <a:lnTo>
                    <a:pt x="29542" y="557516"/>
                  </a:lnTo>
                  <a:lnTo>
                    <a:pt x="19119" y="609503"/>
                  </a:lnTo>
                  <a:lnTo>
                    <a:pt x="10874" y="662889"/>
                  </a:lnTo>
                  <a:lnTo>
                    <a:pt x="4886" y="717551"/>
                  </a:lnTo>
                  <a:lnTo>
                    <a:pt x="1234" y="773364"/>
                  </a:lnTo>
                  <a:lnTo>
                    <a:pt x="0" y="830205"/>
                  </a:lnTo>
                  <a:lnTo>
                    <a:pt x="1234" y="887046"/>
                  </a:lnTo>
                  <a:lnTo>
                    <a:pt x="4886" y="942858"/>
                  </a:lnTo>
                  <a:lnTo>
                    <a:pt x="10874" y="997520"/>
                  </a:lnTo>
                  <a:lnTo>
                    <a:pt x="19119" y="1050906"/>
                  </a:lnTo>
                  <a:lnTo>
                    <a:pt x="29542" y="1102893"/>
                  </a:lnTo>
                  <a:lnTo>
                    <a:pt x="42062" y="1153358"/>
                  </a:lnTo>
                  <a:lnTo>
                    <a:pt x="56600" y="1202176"/>
                  </a:lnTo>
                  <a:lnTo>
                    <a:pt x="73076" y="1249225"/>
                  </a:lnTo>
                  <a:lnTo>
                    <a:pt x="91411" y="1294380"/>
                  </a:lnTo>
                  <a:lnTo>
                    <a:pt x="111525" y="1337518"/>
                  </a:lnTo>
                  <a:lnTo>
                    <a:pt x="133337" y="1378515"/>
                  </a:lnTo>
                  <a:lnTo>
                    <a:pt x="156770" y="1417248"/>
                  </a:lnTo>
                  <a:lnTo>
                    <a:pt x="181741" y="1453593"/>
                  </a:lnTo>
                  <a:lnTo>
                    <a:pt x="208173" y="1487426"/>
                  </a:lnTo>
                  <a:lnTo>
                    <a:pt x="235985" y="1518624"/>
                  </a:lnTo>
                  <a:lnTo>
                    <a:pt x="265097" y="1547062"/>
                  </a:lnTo>
                  <a:lnTo>
                    <a:pt x="295431" y="1572618"/>
                  </a:lnTo>
                  <a:lnTo>
                    <a:pt x="326905" y="1595168"/>
                  </a:lnTo>
                  <a:lnTo>
                    <a:pt x="392958" y="1630754"/>
                  </a:lnTo>
                  <a:lnTo>
                    <a:pt x="462619" y="1652831"/>
                  </a:lnTo>
                  <a:lnTo>
                    <a:pt x="535250" y="1660410"/>
                  </a:lnTo>
                  <a:lnTo>
                    <a:pt x="571897" y="1658494"/>
                  </a:lnTo>
                  <a:lnTo>
                    <a:pt x="643123" y="1643543"/>
                  </a:lnTo>
                  <a:lnTo>
                    <a:pt x="711060" y="1614588"/>
                  </a:lnTo>
                  <a:lnTo>
                    <a:pt x="775070" y="1572618"/>
                  </a:lnTo>
                  <a:lnTo>
                    <a:pt x="805403" y="1547062"/>
                  </a:lnTo>
                  <a:lnTo>
                    <a:pt x="834515" y="1518624"/>
                  </a:lnTo>
                  <a:lnTo>
                    <a:pt x="862327" y="1487426"/>
                  </a:lnTo>
                  <a:lnTo>
                    <a:pt x="888759" y="1453593"/>
                  </a:lnTo>
                  <a:lnTo>
                    <a:pt x="913731" y="1417248"/>
                  </a:lnTo>
                  <a:lnTo>
                    <a:pt x="937163" y="1378515"/>
                  </a:lnTo>
                  <a:lnTo>
                    <a:pt x="958976" y="1337518"/>
                  </a:lnTo>
                  <a:lnTo>
                    <a:pt x="979089" y="1294380"/>
                  </a:lnTo>
                  <a:lnTo>
                    <a:pt x="997424" y="1249225"/>
                  </a:lnTo>
                  <a:lnTo>
                    <a:pt x="1013901" y="1202176"/>
                  </a:lnTo>
                  <a:lnTo>
                    <a:pt x="1028439" y="1153358"/>
                  </a:lnTo>
                  <a:lnTo>
                    <a:pt x="1040959" y="1102893"/>
                  </a:lnTo>
                  <a:lnTo>
                    <a:pt x="1051381" y="1050906"/>
                  </a:lnTo>
                  <a:lnTo>
                    <a:pt x="1059627" y="997520"/>
                  </a:lnTo>
                  <a:lnTo>
                    <a:pt x="1065615" y="942858"/>
                  </a:lnTo>
                  <a:lnTo>
                    <a:pt x="1069266" y="887046"/>
                  </a:lnTo>
                  <a:lnTo>
                    <a:pt x="1070501" y="830205"/>
                  </a:lnTo>
                  <a:lnTo>
                    <a:pt x="1069266" y="773364"/>
                  </a:lnTo>
                  <a:lnTo>
                    <a:pt x="1065615" y="717551"/>
                  </a:lnTo>
                  <a:lnTo>
                    <a:pt x="1059627" y="662889"/>
                  </a:lnTo>
                  <a:lnTo>
                    <a:pt x="1051381" y="609503"/>
                  </a:lnTo>
                  <a:lnTo>
                    <a:pt x="1040959" y="557516"/>
                  </a:lnTo>
                  <a:lnTo>
                    <a:pt x="1028439" y="507051"/>
                  </a:lnTo>
                  <a:lnTo>
                    <a:pt x="1013901" y="458233"/>
                  </a:lnTo>
                  <a:lnTo>
                    <a:pt x="997424" y="411184"/>
                  </a:lnTo>
                  <a:lnTo>
                    <a:pt x="979089" y="366029"/>
                  </a:lnTo>
                  <a:lnTo>
                    <a:pt x="958976" y="322891"/>
                  </a:lnTo>
                  <a:lnTo>
                    <a:pt x="937163" y="281894"/>
                  </a:lnTo>
                  <a:lnTo>
                    <a:pt x="913731" y="243161"/>
                  </a:lnTo>
                  <a:lnTo>
                    <a:pt x="888759" y="206816"/>
                  </a:lnTo>
                  <a:lnTo>
                    <a:pt x="862327" y="172983"/>
                  </a:lnTo>
                  <a:lnTo>
                    <a:pt x="834515" y="141785"/>
                  </a:lnTo>
                  <a:lnTo>
                    <a:pt x="805403" y="113347"/>
                  </a:lnTo>
                  <a:lnTo>
                    <a:pt x="775070" y="87791"/>
                  </a:lnTo>
                  <a:lnTo>
                    <a:pt x="743595" y="65241"/>
                  </a:lnTo>
                  <a:lnTo>
                    <a:pt x="677542" y="29655"/>
                  </a:lnTo>
                  <a:lnTo>
                    <a:pt x="607881" y="7578"/>
                  </a:lnTo>
                  <a:lnTo>
                    <a:pt x="53525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7002823" y="7849419"/>
              <a:ext cx="0" cy="1454785"/>
            </a:xfrm>
            <a:custGeom>
              <a:avLst/>
              <a:gdLst/>
              <a:ahLst/>
              <a:cxnLst/>
              <a:rect l="l" t="t" r="r" b="b"/>
              <a:pathLst>
                <a:path w="0" h="1454784">
                  <a:moveTo>
                    <a:pt x="0" y="0"/>
                  </a:moveTo>
                  <a:lnTo>
                    <a:pt x="0" y="1454678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7002825" y="8094991"/>
              <a:ext cx="107314" cy="450850"/>
            </a:xfrm>
            <a:custGeom>
              <a:avLst/>
              <a:gdLst/>
              <a:ahLst/>
              <a:cxnLst/>
              <a:rect l="l" t="t" r="r" b="b"/>
              <a:pathLst>
                <a:path w="107315" h="450850">
                  <a:moveTo>
                    <a:pt x="106897" y="0"/>
                  </a:moveTo>
                  <a:lnTo>
                    <a:pt x="106897" y="189386"/>
                  </a:lnTo>
                  <a:lnTo>
                    <a:pt x="104562" y="225330"/>
                  </a:lnTo>
                  <a:lnTo>
                    <a:pt x="97635" y="260526"/>
                  </a:lnTo>
                  <a:lnTo>
                    <a:pt x="86232" y="294535"/>
                  </a:lnTo>
                  <a:lnTo>
                    <a:pt x="70469" y="326921"/>
                  </a:lnTo>
                  <a:lnTo>
                    <a:pt x="0" y="450614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 descr=""/>
          <p:cNvSpPr/>
          <p:nvPr/>
        </p:nvSpPr>
        <p:spPr>
          <a:xfrm>
            <a:off x="12637322" y="5919316"/>
            <a:ext cx="498475" cy="215265"/>
          </a:xfrm>
          <a:custGeom>
            <a:avLst/>
            <a:gdLst/>
            <a:ahLst/>
            <a:cxnLst/>
            <a:rect l="l" t="t" r="r" b="b"/>
            <a:pathLst>
              <a:path w="498475" h="215264">
                <a:moveTo>
                  <a:pt x="495440" y="0"/>
                </a:moveTo>
                <a:lnTo>
                  <a:pt x="474718" y="37894"/>
                </a:lnTo>
                <a:lnTo>
                  <a:pt x="473596" y="44404"/>
                </a:lnTo>
                <a:lnTo>
                  <a:pt x="472130" y="50841"/>
                </a:lnTo>
                <a:lnTo>
                  <a:pt x="454603" y="90422"/>
                </a:lnTo>
                <a:lnTo>
                  <a:pt x="410076" y="136959"/>
                </a:lnTo>
                <a:lnTo>
                  <a:pt x="348510" y="169972"/>
                </a:lnTo>
                <a:lnTo>
                  <a:pt x="275811" y="187357"/>
                </a:lnTo>
                <a:lnTo>
                  <a:pt x="236055" y="189669"/>
                </a:lnTo>
                <a:lnTo>
                  <a:pt x="180752" y="185155"/>
                </a:lnTo>
                <a:lnTo>
                  <a:pt x="130021" y="172302"/>
                </a:lnTo>
                <a:lnTo>
                  <a:pt x="85326" y="152141"/>
                </a:lnTo>
                <a:lnTo>
                  <a:pt x="48133" y="125702"/>
                </a:lnTo>
                <a:lnTo>
                  <a:pt x="19905" y="94018"/>
                </a:lnTo>
                <a:lnTo>
                  <a:pt x="16927" y="88042"/>
                </a:lnTo>
                <a:lnTo>
                  <a:pt x="13760" y="82166"/>
                </a:lnTo>
                <a:lnTo>
                  <a:pt x="10406" y="76394"/>
                </a:lnTo>
                <a:lnTo>
                  <a:pt x="4659" y="67338"/>
                </a:lnTo>
                <a:lnTo>
                  <a:pt x="0" y="60804"/>
                </a:lnTo>
                <a:lnTo>
                  <a:pt x="13780" y="96877"/>
                </a:lnTo>
                <a:lnTo>
                  <a:pt x="36521" y="129580"/>
                </a:lnTo>
                <a:lnTo>
                  <a:pt x="67157" y="158118"/>
                </a:lnTo>
                <a:lnTo>
                  <a:pt x="104619" y="181697"/>
                </a:lnTo>
                <a:lnTo>
                  <a:pt x="147841" y="199523"/>
                </a:lnTo>
                <a:lnTo>
                  <a:pt x="195753" y="210801"/>
                </a:lnTo>
                <a:lnTo>
                  <a:pt x="247290" y="214736"/>
                </a:lnTo>
                <a:lnTo>
                  <a:pt x="297884" y="210945"/>
                </a:lnTo>
                <a:lnTo>
                  <a:pt x="345006" y="200070"/>
                </a:lnTo>
                <a:lnTo>
                  <a:pt x="387649" y="182863"/>
                </a:lnTo>
                <a:lnTo>
                  <a:pt x="424802" y="160073"/>
                </a:lnTo>
                <a:lnTo>
                  <a:pt x="455456" y="132452"/>
                </a:lnTo>
                <a:lnTo>
                  <a:pt x="478602" y="100750"/>
                </a:lnTo>
                <a:lnTo>
                  <a:pt x="498330" y="28103"/>
                </a:lnTo>
                <a:lnTo>
                  <a:pt x="498136" y="21028"/>
                </a:lnTo>
                <a:lnTo>
                  <a:pt x="497588" y="13977"/>
                </a:lnTo>
                <a:lnTo>
                  <a:pt x="496688" y="6963"/>
                </a:lnTo>
                <a:lnTo>
                  <a:pt x="495440" y="0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13392360" y="6055424"/>
            <a:ext cx="784225" cy="316230"/>
          </a:xfrm>
          <a:custGeom>
            <a:avLst/>
            <a:gdLst/>
            <a:ahLst/>
            <a:cxnLst/>
            <a:rect l="l" t="t" r="r" b="b"/>
            <a:pathLst>
              <a:path w="784225" h="316229">
                <a:moveTo>
                  <a:pt x="18596" y="0"/>
                </a:moveTo>
                <a:lnTo>
                  <a:pt x="12533" y="1863"/>
                </a:lnTo>
                <a:lnTo>
                  <a:pt x="6303" y="3130"/>
                </a:lnTo>
                <a:lnTo>
                  <a:pt x="0" y="3790"/>
                </a:lnTo>
                <a:lnTo>
                  <a:pt x="8864" y="46091"/>
                </a:lnTo>
                <a:lnTo>
                  <a:pt x="23658" y="86735"/>
                </a:lnTo>
                <a:lnTo>
                  <a:pt x="44005" y="125331"/>
                </a:lnTo>
                <a:lnTo>
                  <a:pt x="69528" y="161486"/>
                </a:lnTo>
                <a:lnTo>
                  <a:pt x="99852" y="194808"/>
                </a:lnTo>
                <a:lnTo>
                  <a:pt x="134599" y="224905"/>
                </a:lnTo>
                <a:lnTo>
                  <a:pt x="173394" y="251384"/>
                </a:lnTo>
                <a:lnTo>
                  <a:pt x="215860" y="273855"/>
                </a:lnTo>
                <a:lnTo>
                  <a:pt x="261620" y="291924"/>
                </a:lnTo>
                <a:lnTo>
                  <a:pt x="310298" y="305199"/>
                </a:lnTo>
                <a:lnTo>
                  <a:pt x="361517" y="313288"/>
                </a:lnTo>
                <a:lnTo>
                  <a:pt x="413102" y="315740"/>
                </a:lnTo>
                <a:lnTo>
                  <a:pt x="463262" y="312647"/>
                </a:lnTo>
                <a:lnTo>
                  <a:pt x="511556" y="304313"/>
                </a:lnTo>
                <a:lnTo>
                  <a:pt x="557540" y="291042"/>
                </a:lnTo>
                <a:lnTo>
                  <a:pt x="600773" y="273137"/>
                </a:lnTo>
                <a:lnTo>
                  <a:pt x="640812" y="250901"/>
                </a:lnTo>
                <a:lnTo>
                  <a:pt x="677215" y="224639"/>
                </a:lnTo>
                <a:lnTo>
                  <a:pt x="709538" y="194569"/>
                </a:lnTo>
                <a:lnTo>
                  <a:pt x="743885" y="149211"/>
                </a:lnTo>
                <a:lnTo>
                  <a:pt x="771997" y="99745"/>
                </a:lnTo>
                <a:lnTo>
                  <a:pt x="783860" y="72531"/>
                </a:lnTo>
                <a:lnTo>
                  <a:pt x="778845" y="71432"/>
                </a:lnTo>
                <a:lnTo>
                  <a:pt x="769086" y="68825"/>
                </a:lnTo>
                <a:lnTo>
                  <a:pt x="742542" y="111933"/>
                </a:lnTo>
                <a:lnTo>
                  <a:pt x="713423" y="145059"/>
                </a:lnTo>
                <a:lnTo>
                  <a:pt x="679871" y="174895"/>
                </a:lnTo>
                <a:lnTo>
                  <a:pt x="642296" y="201092"/>
                </a:lnTo>
                <a:lnTo>
                  <a:pt x="601107" y="223304"/>
                </a:lnTo>
                <a:lnTo>
                  <a:pt x="556711" y="241184"/>
                </a:lnTo>
                <a:lnTo>
                  <a:pt x="509518" y="254386"/>
                </a:lnTo>
                <a:lnTo>
                  <a:pt x="459937" y="262561"/>
                </a:lnTo>
                <a:lnTo>
                  <a:pt x="408375" y="265363"/>
                </a:lnTo>
                <a:lnTo>
                  <a:pt x="357216" y="262605"/>
                </a:lnTo>
                <a:lnTo>
                  <a:pt x="308004" y="254556"/>
                </a:lnTo>
                <a:lnTo>
                  <a:pt x="261138" y="241555"/>
                </a:lnTo>
                <a:lnTo>
                  <a:pt x="217018" y="223942"/>
                </a:lnTo>
                <a:lnTo>
                  <a:pt x="176043" y="202056"/>
                </a:lnTo>
                <a:lnTo>
                  <a:pt x="138612" y="176236"/>
                </a:lnTo>
                <a:lnTo>
                  <a:pt x="105125" y="146822"/>
                </a:lnTo>
                <a:lnTo>
                  <a:pt x="75980" y="114151"/>
                </a:lnTo>
                <a:lnTo>
                  <a:pt x="51578" y="78565"/>
                </a:lnTo>
                <a:lnTo>
                  <a:pt x="32317" y="40401"/>
                </a:lnTo>
                <a:lnTo>
                  <a:pt x="18596" y="0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3" name="object 103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4134582" y="5498698"/>
            <a:ext cx="142027" cy="142027"/>
          </a:xfrm>
          <a:prstGeom prst="rect">
            <a:avLst/>
          </a:prstGeom>
        </p:spPr>
      </p:pic>
      <p:grpSp>
        <p:nvGrpSpPr>
          <p:cNvPr id="104" name="object 104" descr=""/>
          <p:cNvGrpSpPr/>
          <p:nvPr/>
        </p:nvGrpSpPr>
        <p:grpSpPr>
          <a:xfrm>
            <a:off x="12930199" y="5825047"/>
            <a:ext cx="416559" cy="3642360"/>
            <a:chOff x="12930199" y="5825047"/>
            <a:chExt cx="416559" cy="3642360"/>
          </a:xfrm>
        </p:grpSpPr>
        <p:sp>
          <p:nvSpPr>
            <p:cNvPr id="105" name="object 105" descr=""/>
            <p:cNvSpPr/>
            <p:nvPr/>
          </p:nvSpPr>
          <p:spPr>
            <a:xfrm>
              <a:off x="13171659" y="5830283"/>
              <a:ext cx="66040" cy="2352675"/>
            </a:xfrm>
            <a:custGeom>
              <a:avLst/>
              <a:gdLst/>
              <a:ahLst/>
              <a:cxnLst/>
              <a:rect l="l" t="t" r="r" b="b"/>
              <a:pathLst>
                <a:path w="66040" h="2352675">
                  <a:moveTo>
                    <a:pt x="0" y="2352127"/>
                  </a:moveTo>
                  <a:lnTo>
                    <a:pt x="25578" y="2346962"/>
                  </a:lnTo>
                  <a:lnTo>
                    <a:pt x="46467" y="2332879"/>
                  </a:lnTo>
                  <a:lnTo>
                    <a:pt x="60550" y="2311990"/>
                  </a:lnTo>
                  <a:lnTo>
                    <a:pt x="65715" y="2286412"/>
                  </a:lnTo>
                  <a:lnTo>
                    <a:pt x="65715" y="0"/>
                  </a:lnTo>
                </a:path>
              </a:pathLst>
            </a:custGeom>
            <a:ln w="10470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3135673" y="5860156"/>
              <a:ext cx="52705" cy="3607435"/>
            </a:xfrm>
            <a:custGeom>
              <a:avLst/>
              <a:gdLst/>
              <a:ahLst/>
              <a:cxnLst/>
              <a:rect l="l" t="t" r="r" b="b"/>
              <a:pathLst>
                <a:path w="52705" h="3607434">
                  <a:moveTo>
                    <a:pt x="52699" y="0"/>
                  </a:moveTo>
                  <a:lnTo>
                    <a:pt x="0" y="0"/>
                  </a:lnTo>
                  <a:lnTo>
                    <a:pt x="0" y="3606874"/>
                  </a:lnTo>
                  <a:lnTo>
                    <a:pt x="52699" y="3606874"/>
                  </a:lnTo>
                  <a:lnTo>
                    <a:pt x="5269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3179373" y="6412234"/>
              <a:ext cx="162560" cy="311150"/>
            </a:xfrm>
            <a:custGeom>
              <a:avLst/>
              <a:gdLst/>
              <a:ahLst/>
              <a:cxnLst/>
              <a:rect l="l" t="t" r="r" b="b"/>
              <a:pathLst>
                <a:path w="162559" h="311150">
                  <a:moveTo>
                    <a:pt x="161942" y="0"/>
                  </a:moveTo>
                  <a:lnTo>
                    <a:pt x="159494" y="33505"/>
                  </a:lnTo>
                  <a:lnTo>
                    <a:pt x="152251" y="66128"/>
                  </a:lnTo>
                  <a:lnTo>
                    <a:pt x="140368" y="97362"/>
                  </a:lnTo>
                  <a:lnTo>
                    <a:pt x="123996" y="126697"/>
                  </a:lnTo>
                  <a:lnTo>
                    <a:pt x="0" y="310922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2935435" y="6560788"/>
              <a:ext cx="200660" cy="518159"/>
            </a:xfrm>
            <a:custGeom>
              <a:avLst/>
              <a:gdLst/>
              <a:ahLst/>
              <a:cxnLst/>
              <a:rect l="l" t="t" r="r" b="b"/>
              <a:pathLst>
                <a:path w="200659" h="518159">
                  <a:moveTo>
                    <a:pt x="0" y="0"/>
                  </a:moveTo>
                  <a:lnTo>
                    <a:pt x="0" y="134215"/>
                  </a:lnTo>
                  <a:lnTo>
                    <a:pt x="3934" y="178812"/>
                  </a:lnTo>
                  <a:lnTo>
                    <a:pt x="15449" y="221555"/>
                  </a:lnTo>
                  <a:lnTo>
                    <a:pt x="34115" y="261520"/>
                  </a:lnTo>
                  <a:lnTo>
                    <a:pt x="59502" y="297785"/>
                  </a:lnTo>
                  <a:lnTo>
                    <a:pt x="91180" y="329424"/>
                  </a:lnTo>
                  <a:lnTo>
                    <a:pt x="125608" y="358250"/>
                  </a:lnTo>
                  <a:lnTo>
                    <a:pt x="157226" y="391267"/>
                  </a:lnTo>
                  <a:lnTo>
                    <a:pt x="180662" y="429899"/>
                  </a:lnTo>
                  <a:lnTo>
                    <a:pt x="195227" y="472671"/>
                  </a:lnTo>
                  <a:lnTo>
                    <a:pt x="200234" y="518109"/>
                  </a:lnTo>
                </a:path>
              </a:pathLst>
            </a:custGeom>
            <a:ln w="10470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3135669" y="5893566"/>
              <a:ext cx="0" cy="3571875"/>
            </a:xfrm>
            <a:custGeom>
              <a:avLst/>
              <a:gdLst/>
              <a:ahLst/>
              <a:cxnLst/>
              <a:rect l="l" t="t" r="r" b="b"/>
              <a:pathLst>
                <a:path w="0" h="3571875">
                  <a:moveTo>
                    <a:pt x="0" y="357142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C4D32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3086641" y="8375360"/>
              <a:ext cx="66040" cy="751205"/>
            </a:xfrm>
            <a:custGeom>
              <a:avLst/>
              <a:gdLst/>
              <a:ahLst/>
              <a:cxnLst/>
              <a:rect l="l" t="t" r="r" b="b"/>
              <a:pathLst>
                <a:path w="66040" h="751204">
                  <a:moveTo>
                    <a:pt x="65736" y="750877"/>
                  </a:moveTo>
                  <a:lnTo>
                    <a:pt x="40155" y="745713"/>
                  </a:lnTo>
                  <a:lnTo>
                    <a:pt x="19262" y="731629"/>
                  </a:lnTo>
                  <a:lnTo>
                    <a:pt x="5172" y="710741"/>
                  </a:lnTo>
                  <a:lnTo>
                    <a:pt x="0" y="685162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3047549" y="6039501"/>
              <a:ext cx="100330" cy="371475"/>
            </a:xfrm>
            <a:custGeom>
              <a:avLst/>
              <a:gdLst/>
              <a:ahLst/>
              <a:cxnLst/>
              <a:rect l="l" t="t" r="r" b="b"/>
              <a:pathLst>
                <a:path w="100330" h="371475">
                  <a:moveTo>
                    <a:pt x="0" y="0"/>
                  </a:moveTo>
                  <a:lnTo>
                    <a:pt x="0" y="271311"/>
                  </a:lnTo>
                  <a:lnTo>
                    <a:pt x="7830" y="310131"/>
                  </a:lnTo>
                  <a:lnTo>
                    <a:pt x="29199" y="341837"/>
                  </a:lnTo>
                  <a:lnTo>
                    <a:pt x="60896" y="363216"/>
                  </a:lnTo>
                  <a:lnTo>
                    <a:pt x="99714" y="371056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165958" y="5945711"/>
              <a:ext cx="177052" cy="144267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13052978" y="7461759"/>
              <a:ext cx="184785" cy="525780"/>
            </a:xfrm>
            <a:custGeom>
              <a:avLst/>
              <a:gdLst/>
              <a:ahLst/>
              <a:cxnLst/>
              <a:rect l="l" t="t" r="r" b="b"/>
              <a:pathLst>
                <a:path w="184784" h="525779">
                  <a:moveTo>
                    <a:pt x="0" y="0"/>
                  </a:moveTo>
                  <a:lnTo>
                    <a:pt x="0" y="199596"/>
                  </a:lnTo>
                  <a:lnTo>
                    <a:pt x="3642" y="243390"/>
                  </a:lnTo>
                  <a:lnTo>
                    <a:pt x="14375" y="285702"/>
                  </a:lnTo>
                  <a:lnTo>
                    <a:pt x="31906" y="325679"/>
                  </a:lnTo>
                  <a:lnTo>
                    <a:pt x="55945" y="362470"/>
                  </a:lnTo>
                  <a:lnTo>
                    <a:pt x="184392" y="525397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4" name="object 114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2472002" y="5825040"/>
            <a:ext cx="248317" cy="207365"/>
          </a:xfrm>
          <a:prstGeom prst="rect">
            <a:avLst/>
          </a:prstGeom>
        </p:spPr>
      </p:pic>
      <p:grpSp>
        <p:nvGrpSpPr>
          <p:cNvPr id="115" name="object 115" descr=""/>
          <p:cNvGrpSpPr/>
          <p:nvPr/>
        </p:nvGrpSpPr>
        <p:grpSpPr>
          <a:xfrm>
            <a:off x="12048676" y="5400485"/>
            <a:ext cx="2415540" cy="1254760"/>
            <a:chOff x="12048676" y="5400485"/>
            <a:chExt cx="2415540" cy="1254760"/>
          </a:xfrm>
        </p:grpSpPr>
        <p:pic>
          <p:nvPicPr>
            <p:cNvPr id="116" name="object 116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010434" y="6095065"/>
              <a:ext cx="248296" cy="162235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12048676" y="5400485"/>
              <a:ext cx="2415540" cy="920115"/>
            </a:xfrm>
            <a:custGeom>
              <a:avLst/>
              <a:gdLst/>
              <a:ahLst/>
              <a:cxnLst/>
              <a:rect l="l" t="t" r="r" b="b"/>
              <a:pathLst>
                <a:path w="2415540" h="920114">
                  <a:moveTo>
                    <a:pt x="1397091" y="0"/>
                  </a:moveTo>
                  <a:lnTo>
                    <a:pt x="1247743" y="2106"/>
                  </a:lnTo>
                  <a:lnTo>
                    <a:pt x="1133181" y="59672"/>
                  </a:lnTo>
                  <a:lnTo>
                    <a:pt x="992506" y="186467"/>
                  </a:lnTo>
                  <a:lnTo>
                    <a:pt x="971007" y="176436"/>
                  </a:lnTo>
                  <a:lnTo>
                    <a:pt x="921274" y="156520"/>
                  </a:lnTo>
                  <a:lnTo>
                    <a:pt x="845856" y="132815"/>
                  </a:lnTo>
                  <a:lnTo>
                    <a:pt x="799314" y="121447"/>
                  </a:lnTo>
                  <a:lnTo>
                    <a:pt x="747308" y="111418"/>
                  </a:lnTo>
                  <a:lnTo>
                    <a:pt x="690157" y="103490"/>
                  </a:lnTo>
                  <a:lnTo>
                    <a:pt x="628181" y="98425"/>
                  </a:lnTo>
                  <a:lnTo>
                    <a:pt x="561698" y="96986"/>
                  </a:lnTo>
                  <a:lnTo>
                    <a:pt x="491027" y="99933"/>
                  </a:lnTo>
                  <a:lnTo>
                    <a:pt x="416488" y="108031"/>
                  </a:lnTo>
                  <a:lnTo>
                    <a:pt x="338400" y="122040"/>
                  </a:lnTo>
                  <a:lnTo>
                    <a:pt x="262841" y="141187"/>
                  </a:lnTo>
                  <a:lnTo>
                    <a:pt x="198123" y="163296"/>
                  </a:lnTo>
                  <a:lnTo>
                    <a:pt x="143667" y="187984"/>
                  </a:lnTo>
                  <a:lnTo>
                    <a:pt x="98894" y="214871"/>
                  </a:lnTo>
                  <a:lnTo>
                    <a:pt x="63225" y="243574"/>
                  </a:lnTo>
                  <a:lnTo>
                    <a:pt x="36080" y="273713"/>
                  </a:lnTo>
                  <a:lnTo>
                    <a:pt x="5047" y="336774"/>
                  </a:lnTo>
                  <a:lnTo>
                    <a:pt x="0" y="368933"/>
                  </a:lnTo>
                  <a:lnTo>
                    <a:pt x="1160" y="401003"/>
                  </a:lnTo>
                  <a:lnTo>
                    <a:pt x="19787" y="463351"/>
                  </a:lnTo>
                  <a:lnTo>
                    <a:pt x="70960" y="533086"/>
                  </a:lnTo>
                  <a:lnTo>
                    <a:pt x="113882" y="561101"/>
                  </a:lnTo>
                  <a:lnTo>
                    <a:pt x="161811" y="578208"/>
                  </a:lnTo>
                  <a:lnTo>
                    <a:pt x="211692" y="585702"/>
                  </a:lnTo>
                  <a:lnTo>
                    <a:pt x="260473" y="584881"/>
                  </a:lnTo>
                  <a:lnTo>
                    <a:pt x="305103" y="577040"/>
                  </a:lnTo>
                  <a:lnTo>
                    <a:pt x="342529" y="563475"/>
                  </a:lnTo>
                  <a:lnTo>
                    <a:pt x="369697" y="545482"/>
                  </a:lnTo>
                  <a:lnTo>
                    <a:pt x="402909" y="523920"/>
                  </a:lnTo>
                  <a:lnTo>
                    <a:pt x="443467" y="512396"/>
                  </a:lnTo>
                  <a:lnTo>
                    <a:pt x="486847" y="511558"/>
                  </a:lnTo>
                  <a:lnTo>
                    <a:pt x="528524" y="522054"/>
                  </a:lnTo>
                  <a:lnTo>
                    <a:pt x="563975" y="544531"/>
                  </a:lnTo>
                  <a:lnTo>
                    <a:pt x="588675" y="579638"/>
                  </a:lnTo>
                  <a:lnTo>
                    <a:pt x="611008" y="618252"/>
                  </a:lnTo>
                  <a:lnTo>
                    <a:pt x="641849" y="650544"/>
                  </a:lnTo>
                  <a:lnTo>
                    <a:pt x="680426" y="676105"/>
                  </a:lnTo>
                  <a:lnTo>
                    <a:pt x="725966" y="694524"/>
                  </a:lnTo>
                  <a:lnTo>
                    <a:pt x="777697" y="705390"/>
                  </a:lnTo>
                  <a:lnTo>
                    <a:pt x="834845" y="708294"/>
                  </a:lnTo>
                  <a:lnTo>
                    <a:pt x="891235" y="702580"/>
                  </a:lnTo>
                  <a:lnTo>
                    <a:pt x="940698" y="688987"/>
                  </a:lnTo>
                  <a:lnTo>
                    <a:pt x="982473" y="669181"/>
                  </a:lnTo>
                  <a:lnTo>
                    <a:pt x="1015801" y="644829"/>
                  </a:lnTo>
                  <a:lnTo>
                    <a:pt x="1054074" y="589146"/>
                  </a:lnTo>
                  <a:lnTo>
                    <a:pt x="1068038" y="548800"/>
                  </a:lnTo>
                  <a:lnTo>
                    <a:pt x="1084555" y="517429"/>
                  </a:lnTo>
                  <a:lnTo>
                    <a:pt x="1108423" y="492489"/>
                  </a:lnTo>
                  <a:lnTo>
                    <a:pt x="1144438" y="471432"/>
                  </a:lnTo>
                  <a:lnTo>
                    <a:pt x="1182951" y="454861"/>
                  </a:lnTo>
                  <a:lnTo>
                    <a:pt x="1210000" y="449629"/>
                  </a:lnTo>
                  <a:lnTo>
                    <a:pt x="1238374" y="456001"/>
                  </a:lnTo>
                  <a:lnTo>
                    <a:pt x="1280863" y="474238"/>
                  </a:lnTo>
                  <a:lnTo>
                    <a:pt x="1268718" y="481535"/>
                  </a:lnTo>
                  <a:lnTo>
                    <a:pt x="1249465" y="501130"/>
                  </a:lnTo>
                  <a:lnTo>
                    <a:pt x="1234812" y="534998"/>
                  </a:lnTo>
                  <a:lnTo>
                    <a:pt x="1236467" y="585115"/>
                  </a:lnTo>
                  <a:lnTo>
                    <a:pt x="1250705" y="638889"/>
                  </a:lnTo>
                  <a:lnTo>
                    <a:pt x="1268547" y="664074"/>
                  </a:lnTo>
                  <a:lnTo>
                    <a:pt x="1301777" y="667206"/>
                  </a:lnTo>
                  <a:lnTo>
                    <a:pt x="1362180" y="654819"/>
                  </a:lnTo>
                  <a:lnTo>
                    <a:pt x="1367124" y="678426"/>
                  </a:lnTo>
                  <a:lnTo>
                    <a:pt x="1393262" y="734858"/>
                  </a:lnTo>
                  <a:lnTo>
                    <a:pt x="1440815" y="796135"/>
                  </a:lnTo>
                  <a:lnTo>
                    <a:pt x="1472528" y="825798"/>
                  </a:lnTo>
                  <a:lnTo>
                    <a:pt x="1509481" y="853323"/>
                  </a:lnTo>
                  <a:lnTo>
                    <a:pt x="1551637" y="877593"/>
                  </a:lnTo>
                  <a:lnTo>
                    <a:pt x="1598959" y="897491"/>
                  </a:lnTo>
                  <a:lnTo>
                    <a:pt x="1651408" y="911900"/>
                  </a:lnTo>
                  <a:lnTo>
                    <a:pt x="1708948" y="919703"/>
                  </a:lnTo>
                  <a:lnTo>
                    <a:pt x="1771539" y="919785"/>
                  </a:lnTo>
                  <a:lnTo>
                    <a:pt x="1923351" y="907379"/>
                  </a:lnTo>
                  <a:lnTo>
                    <a:pt x="2009493" y="882812"/>
                  </a:lnTo>
                  <a:lnTo>
                    <a:pt x="2061948" y="827697"/>
                  </a:lnTo>
                  <a:lnTo>
                    <a:pt x="2112702" y="723644"/>
                  </a:lnTo>
                  <a:lnTo>
                    <a:pt x="2154780" y="732616"/>
                  </a:lnTo>
                  <a:lnTo>
                    <a:pt x="2197162" y="733622"/>
                  </a:lnTo>
                  <a:lnTo>
                    <a:pt x="2238749" y="727310"/>
                  </a:lnTo>
                  <a:lnTo>
                    <a:pt x="2278438" y="714328"/>
                  </a:lnTo>
                  <a:lnTo>
                    <a:pt x="2315131" y="695324"/>
                  </a:lnTo>
                  <a:lnTo>
                    <a:pt x="2347726" y="670946"/>
                  </a:lnTo>
                  <a:lnTo>
                    <a:pt x="2375122" y="641842"/>
                  </a:lnTo>
                  <a:lnTo>
                    <a:pt x="2396220" y="608661"/>
                  </a:lnTo>
                  <a:lnTo>
                    <a:pt x="2409918" y="572049"/>
                  </a:lnTo>
                  <a:lnTo>
                    <a:pt x="2415116" y="532655"/>
                  </a:lnTo>
                  <a:lnTo>
                    <a:pt x="2410714" y="491128"/>
                  </a:lnTo>
                  <a:lnTo>
                    <a:pt x="2378340" y="366222"/>
                  </a:lnTo>
                  <a:lnTo>
                    <a:pt x="2336114" y="308531"/>
                  </a:lnTo>
                  <a:lnTo>
                    <a:pt x="2255745" y="303606"/>
                  </a:lnTo>
                  <a:lnTo>
                    <a:pt x="2108943" y="336996"/>
                  </a:lnTo>
                  <a:lnTo>
                    <a:pt x="2088369" y="299865"/>
                  </a:lnTo>
                  <a:lnTo>
                    <a:pt x="2015177" y="213195"/>
                  </a:lnTo>
                  <a:lnTo>
                    <a:pt x="1872165" y="114072"/>
                  </a:lnTo>
                  <a:lnTo>
                    <a:pt x="1642130" y="39581"/>
                  </a:lnTo>
                  <a:lnTo>
                    <a:pt x="1397091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335755" y="6225938"/>
              <a:ext cx="83976" cy="192978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853648" y="6369094"/>
              <a:ext cx="155724" cy="285963"/>
            </a:xfrm>
            <a:prstGeom prst="rect">
              <a:avLst/>
            </a:prstGeom>
          </p:spPr>
        </p:pic>
      </p:grpSp>
      <p:pic>
        <p:nvPicPr>
          <p:cNvPr id="120" name="object 120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3013614" y="8467437"/>
            <a:ext cx="79296" cy="186402"/>
          </a:xfrm>
          <a:prstGeom prst="rect">
            <a:avLst/>
          </a:prstGeom>
        </p:spPr>
      </p:pic>
      <p:pic>
        <p:nvPicPr>
          <p:cNvPr id="121" name="object 121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2966575" y="7375123"/>
            <a:ext cx="93086" cy="218799"/>
          </a:xfrm>
          <a:prstGeom prst="rect">
            <a:avLst/>
          </a:prstGeom>
        </p:spPr>
      </p:pic>
      <p:sp>
        <p:nvSpPr>
          <p:cNvPr id="122" name="object 122" descr=""/>
          <p:cNvSpPr/>
          <p:nvPr/>
        </p:nvSpPr>
        <p:spPr>
          <a:xfrm>
            <a:off x="1746929" y="2652667"/>
            <a:ext cx="537210" cy="195580"/>
          </a:xfrm>
          <a:custGeom>
            <a:avLst/>
            <a:gdLst/>
            <a:ahLst/>
            <a:cxnLst/>
            <a:rect l="l" t="t" r="r" b="b"/>
            <a:pathLst>
              <a:path w="537210" h="195580">
                <a:moveTo>
                  <a:pt x="435567" y="0"/>
                </a:moveTo>
                <a:lnTo>
                  <a:pt x="372834" y="18413"/>
                </a:lnTo>
                <a:lnTo>
                  <a:pt x="268557" y="86242"/>
                </a:lnTo>
                <a:lnTo>
                  <a:pt x="151534" y="41192"/>
                </a:lnTo>
                <a:lnTo>
                  <a:pt x="67558" y="60744"/>
                </a:lnTo>
                <a:lnTo>
                  <a:pt x="16941" y="103115"/>
                </a:lnTo>
                <a:lnTo>
                  <a:pt x="0" y="126523"/>
                </a:lnTo>
                <a:lnTo>
                  <a:pt x="121978" y="95500"/>
                </a:lnTo>
                <a:lnTo>
                  <a:pt x="205404" y="123797"/>
                </a:lnTo>
                <a:lnTo>
                  <a:pt x="253267" y="170660"/>
                </a:lnTo>
                <a:lnTo>
                  <a:pt x="268557" y="195338"/>
                </a:lnTo>
                <a:lnTo>
                  <a:pt x="317127" y="99854"/>
                </a:lnTo>
                <a:lnTo>
                  <a:pt x="361292" y="60858"/>
                </a:lnTo>
                <a:lnTo>
                  <a:pt x="426229" y="71898"/>
                </a:lnTo>
                <a:lnTo>
                  <a:pt x="537114" y="126523"/>
                </a:lnTo>
                <a:lnTo>
                  <a:pt x="481935" y="34777"/>
                </a:lnTo>
                <a:lnTo>
                  <a:pt x="435567" y="0"/>
                </a:lnTo>
                <a:close/>
              </a:path>
            </a:pathLst>
          </a:custGeom>
          <a:solidFill>
            <a:srgbClr val="9E69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 descr=""/>
          <p:cNvSpPr/>
          <p:nvPr/>
        </p:nvSpPr>
        <p:spPr>
          <a:xfrm>
            <a:off x="3440369" y="1511198"/>
            <a:ext cx="537210" cy="195580"/>
          </a:xfrm>
          <a:custGeom>
            <a:avLst/>
            <a:gdLst/>
            <a:ahLst/>
            <a:cxnLst/>
            <a:rect l="l" t="t" r="r" b="b"/>
            <a:pathLst>
              <a:path w="537210" h="195580">
                <a:moveTo>
                  <a:pt x="435567" y="0"/>
                </a:moveTo>
                <a:lnTo>
                  <a:pt x="372834" y="18415"/>
                </a:lnTo>
                <a:lnTo>
                  <a:pt x="268557" y="86249"/>
                </a:lnTo>
                <a:lnTo>
                  <a:pt x="151534" y="41196"/>
                </a:lnTo>
                <a:lnTo>
                  <a:pt x="67558" y="60748"/>
                </a:lnTo>
                <a:lnTo>
                  <a:pt x="16941" y="103121"/>
                </a:lnTo>
                <a:lnTo>
                  <a:pt x="0" y="126531"/>
                </a:lnTo>
                <a:lnTo>
                  <a:pt x="121978" y="95508"/>
                </a:lnTo>
                <a:lnTo>
                  <a:pt x="205404" y="123805"/>
                </a:lnTo>
                <a:lnTo>
                  <a:pt x="253267" y="170668"/>
                </a:lnTo>
                <a:lnTo>
                  <a:pt x="268557" y="195346"/>
                </a:lnTo>
                <a:lnTo>
                  <a:pt x="317127" y="99862"/>
                </a:lnTo>
                <a:lnTo>
                  <a:pt x="361292" y="60865"/>
                </a:lnTo>
                <a:lnTo>
                  <a:pt x="426229" y="71906"/>
                </a:lnTo>
                <a:lnTo>
                  <a:pt x="537114" y="126531"/>
                </a:lnTo>
                <a:lnTo>
                  <a:pt x="481935" y="34779"/>
                </a:lnTo>
                <a:lnTo>
                  <a:pt x="435567" y="0"/>
                </a:lnTo>
                <a:close/>
              </a:path>
            </a:pathLst>
          </a:custGeom>
          <a:solidFill>
            <a:srgbClr val="9E693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4" name="object 124" descr=""/>
          <p:cNvGrpSpPr/>
          <p:nvPr/>
        </p:nvGrpSpPr>
        <p:grpSpPr>
          <a:xfrm>
            <a:off x="5439835" y="2596482"/>
            <a:ext cx="1177925" cy="2539365"/>
            <a:chOff x="5439835" y="2596482"/>
            <a:chExt cx="1177925" cy="2539365"/>
          </a:xfrm>
        </p:grpSpPr>
        <p:pic>
          <p:nvPicPr>
            <p:cNvPr id="125" name="object 125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439835" y="2596482"/>
              <a:ext cx="1177802" cy="2140664"/>
            </a:xfrm>
            <a:prstGeom prst="rect">
              <a:avLst/>
            </a:prstGeom>
          </p:spPr>
        </p:pic>
        <p:sp>
          <p:nvSpPr>
            <p:cNvPr id="126" name="object 126" descr=""/>
            <p:cNvSpPr/>
            <p:nvPr/>
          </p:nvSpPr>
          <p:spPr>
            <a:xfrm>
              <a:off x="6028735" y="3149714"/>
              <a:ext cx="0" cy="1982470"/>
            </a:xfrm>
            <a:custGeom>
              <a:avLst/>
              <a:gdLst/>
              <a:ahLst/>
              <a:cxnLst/>
              <a:rect l="l" t="t" r="r" b="b"/>
              <a:pathLst>
                <a:path w="0" h="1982470">
                  <a:moveTo>
                    <a:pt x="0" y="0"/>
                  </a:moveTo>
                  <a:lnTo>
                    <a:pt x="0" y="1981992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5821878" y="5131711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2960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6028737" y="3267575"/>
              <a:ext cx="84455" cy="209550"/>
            </a:xfrm>
            <a:custGeom>
              <a:avLst/>
              <a:gdLst/>
              <a:ahLst/>
              <a:cxnLst/>
              <a:rect l="l" t="t" r="r" b="b"/>
              <a:pathLst>
                <a:path w="84454" h="209550">
                  <a:moveTo>
                    <a:pt x="84185" y="0"/>
                  </a:moveTo>
                  <a:lnTo>
                    <a:pt x="0" y="209260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5860362" y="3494879"/>
              <a:ext cx="168910" cy="433070"/>
            </a:xfrm>
            <a:custGeom>
              <a:avLst/>
              <a:gdLst/>
              <a:ahLst/>
              <a:cxnLst/>
              <a:rect l="l" t="t" r="r" b="b"/>
              <a:pathLst>
                <a:path w="168910" h="433070">
                  <a:moveTo>
                    <a:pt x="0" y="0"/>
                  </a:moveTo>
                  <a:lnTo>
                    <a:pt x="168371" y="432960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6028734" y="4010825"/>
              <a:ext cx="333375" cy="462280"/>
            </a:xfrm>
            <a:custGeom>
              <a:avLst/>
              <a:gdLst/>
              <a:ahLst/>
              <a:cxnLst/>
              <a:rect l="l" t="t" r="r" b="b"/>
              <a:pathLst>
                <a:path w="333375" h="462279">
                  <a:moveTo>
                    <a:pt x="333141" y="0"/>
                  </a:moveTo>
                  <a:lnTo>
                    <a:pt x="0" y="461828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1" name="object 131" descr=""/>
          <p:cNvGrpSpPr/>
          <p:nvPr/>
        </p:nvGrpSpPr>
        <p:grpSpPr>
          <a:xfrm>
            <a:off x="6815664" y="3476840"/>
            <a:ext cx="666115" cy="1659255"/>
            <a:chOff x="6815664" y="3476840"/>
            <a:chExt cx="666115" cy="1659255"/>
          </a:xfrm>
        </p:grpSpPr>
        <p:sp>
          <p:nvSpPr>
            <p:cNvPr id="132" name="object 132" descr=""/>
            <p:cNvSpPr/>
            <p:nvPr/>
          </p:nvSpPr>
          <p:spPr>
            <a:xfrm>
              <a:off x="6815664" y="3476840"/>
              <a:ext cx="666115" cy="1202055"/>
            </a:xfrm>
            <a:custGeom>
              <a:avLst/>
              <a:gdLst/>
              <a:ahLst/>
              <a:cxnLst/>
              <a:rect l="l" t="t" r="r" b="b"/>
              <a:pathLst>
                <a:path w="666115" h="1202054">
                  <a:moveTo>
                    <a:pt x="332760" y="0"/>
                  </a:moveTo>
                  <a:lnTo>
                    <a:pt x="144240" y="258760"/>
                  </a:lnTo>
                  <a:lnTo>
                    <a:pt x="88316" y="441076"/>
                  </a:lnTo>
                  <a:lnTo>
                    <a:pt x="101395" y="548978"/>
                  </a:lnTo>
                  <a:lnTo>
                    <a:pt x="119887" y="584495"/>
                  </a:lnTo>
                  <a:lnTo>
                    <a:pt x="73432" y="662745"/>
                  </a:lnTo>
                  <a:lnTo>
                    <a:pt x="45919" y="723405"/>
                  </a:lnTo>
                  <a:lnTo>
                    <a:pt x="26525" y="797595"/>
                  </a:lnTo>
                  <a:lnTo>
                    <a:pt x="4424" y="916432"/>
                  </a:lnTo>
                  <a:lnTo>
                    <a:pt x="0" y="964484"/>
                  </a:lnTo>
                  <a:lnTo>
                    <a:pt x="4193" y="1007700"/>
                  </a:lnTo>
                  <a:lnTo>
                    <a:pt x="16154" y="1046206"/>
                  </a:lnTo>
                  <a:lnTo>
                    <a:pt x="35030" y="1080127"/>
                  </a:lnTo>
                  <a:lnTo>
                    <a:pt x="59969" y="1109588"/>
                  </a:lnTo>
                  <a:lnTo>
                    <a:pt x="90119" y="1134714"/>
                  </a:lnTo>
                  <a:lnTo>
                    <a:pt x="124629" y="1155630"/>
                  </a:lnTo>
                  <a:lnTo>
                    <a:pt x="162647" y="1172463"/>
                  </a:lnTo>
                  <a:lnTo>
                    <a:pt x="203321" y="1185337"/>
                  </a:lnTo>
                  <a:lnTo>
                    <a:pt x="245799" y="1194378"/>
                  </a:lnTo>
                  <a:lnTo>
                    <a:pt x="289229" y="1199711"/>
                  </a:lnTo>
                  <a:lnTo>
                    <a:pt x="332760" y="1201460"/>
                  </a:lnTo>
                  <a:lnTo>
                    <a:pt x="376288" y="1199711"/>
                  </a:lnTo>
                  <a:lnTo>
                    <a:pt x="419717" y="1194378"/>
                  </a:lnTo>
                  <a:lnTo>
                    <a:pt x="462194" y="1185337"/>
                  </a:lnTo>
                  <a:lnTo>
                    <a:pt x="502868" y="1172463"/>
                  </a:lnTo>
                  <a:lnTo>
                    <a:pt x="540885" y="1155630"/>
                  </a:lnTo>
                  <a:lnTo>
                    <a:pt x="575395" y="1134714"/>
                  </a:lnTo>
                  <a:lnTo>
                    <a:pt x="605546" y="1109588"/>
                  </a:lnTo>
                  <a:lnTo>
                    <a:pt x="630484" y="1080127"/>
                  </a:lnTo>
                  <a:lnTo>
                    <a:pt x="649360" y="1046206"/>
                  </a:lnTo>
                  <a:lnTo>
                    <a:pt x="661319" y="1007700"/>
                  </a:lnTo>
                  <a:lnTo>
                    <a:pt x="665512" y="964484"/>
                  </a:lnTo>
                  <a:lnTo>
                    <a:pt x="661085" y="916432"/>
                  </a:lnTo>
                  <a:lnTo>
                    <a:pt x="627823" y="779329"/>
                  </a:lnTo>
                  <a:lnTo>
                    <a:pt x="589828" y="674696"/>
                  </a:lnTo>
                  <a:lnTo>
                    <a:pt x="558598" y="607947"/>
                  </a:lnTo>
                  <a:lnTo>
                    <a:pt x="545633" y="584495"/>
                  </a:lnTo>
                  <a:lnTo>
                    <a:pt x="629571" y="469827"/>
                  </a:lnTo>
                  <a:lnTo>
                    <a:pt x="635376" y="370720"/>
                  </a:lnTo>
                  <a:lnTo>
                    <a:pt x="543091" y="232376"/>
                  </a:lnTo>
                  <a:lnTo>
                    <a:pt x="332760" y="0"/>
                  </a:lnTo>
                  <a:close/>
                </a:path>
              </a:pathLst>
            </a:custGeom>
            <a:solidFill>
              <a:srgbClr val="F7AC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7148421" y="3772696"/>
              <a:ext cx="0" cy="1359535"/>
            </a:xfrm>
            <a:custGeom>
              <a:avLst/>
              <a:gdLst/>
              <a:ahLst/>
              <a:cxnLst/>
              <a:rect l="l" t="t" r="r" b="b"/>
              <a:pathLst>
                <a:path w="0" h="1359535">
                  <a:moveTo>
                    <a:pt x="0" y="0"/>
                  </a:moveTo>
                  <a:lnTo>
                    <a:pt x="0" y="1359016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6931941" y="5131711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2960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815664" y="3476840"/>
              <a:ext cx="665512" cy="1201460"/>
            </a:xfrm>
            <a:prstGeom prst="rect">
              <a:avLst/>
            </a:prstGeom>
          </p:spPr>
        </p:pic>
      </p:grpSp>
      <p:grpSp>
        <p:nvGrpSpPr>
          <p:cNvPr id="136" name="object 136" descr=""/>
          <p:cNvGrpSpPr/>
          <p:nvPr/>
        </p:nvGrpSpPr>
        <p:grpSpPr>
          <a:xfrm>
            <a:off x="2127590" y="2664976"/>
            <a:ext cx="3042920" cy="2470785"/>
            <a:chOff x="2127590" y="2664976"/>
            <a:chExt cx="3042920" cy="2470785"/>
          </a:xfrm>
        </p:grpSpPr>
        <p:sp>
          <p:nvSpPr>
            <p:cNvPr id="137" name="object 137" descr=""/>
            <p:cNvSpPr/>
            <p:nvPr/>
          </p:nvSpPr>
          <p:spPr>
            <a:xfrm>
              <a:off x="2127590" y="3303748"/>
              <a:ext cx="1217295" cy="1217295"/>
            </a:xfrm>
            <a:custGeom>
              <a:avLst/>
              <a:gdLst/>
              <a:ahLst/>
              <a:cxnLst/>
              <a:rect l="l" t="t" r="r" b="b"/>
              <a:pathLst>
                <a:path w="1217295" h="1217295">
                  <a:moveTo>
                    <a:pt x="608379" y="0"/>
                  </a:moveTo>
                  <a:lnTo>
                    <a:pt x="560834" y="1830"/>
                  </a:lnTo>
                  <a:lnTo>
                    <a:pt x="514290" y="7231"/>
                  </a:lnTo>
                  <a:lnTo>
                    <a:pt x="468883" y="16067"/>
                  </a:lnTo>
                  <a:lnTo>
                    <a:pt x="424746" y="28204"/>
                  </a:lnTo>
                  <a:lnTo>
                    <a:pt x="382016" y="43505"/>
                  </a:lnTo>
                  <a:lnTo>
                    <a:pt x="340828" y="61836"/>
                  </a:lnTo>
                  <a:lnTo>
                    <a:pt x="301317" y="83061"/>
                  </a:lnTo>
                  <a:lnTo>
                    <a:pt x="263619" y="107045"/>
                  </a:lnTo>
                  <a:lnTo>
                    <a:pt x="227868" y="133653"/>
                  </a:lnTo>
                  <a:lnTo>
                    <a:pt x="194200" y="162750"/>
                  </a:lnTo>
                  <a:lnTo>
                    <a:pt x="162750" y="194200"/>
                  </a:lnTo>
                  <a:lnTo>
                    <a:pt x="133653" y="227868"/>
                  </a:lnTo>
                  <a:lnTo>
                    <a:pt x="107045" y="263619"/>
                  </a:lnTo>
                  <a:lnTo>
                    <a:pt x="83061" y="301317"/>
                  </a:lnTo>
                  <a:lnTo>
                    <a:pt x="61836" y="340828"/>
                  </a:lnTo>
                  <a:lnTo>
                    <a:pt x="43505" y="382016"/>
                  </a:lnTo>
                  <a:lnTo>
                    <a:pt x="28204" y="424746"/>
                  </a:lnTo>
                  <a:lnTo>
                    <a:pt x="16067" y="468883"/>
                  </a:lnTo>
                  <a:lnTo>
                    <a:pt x="7231" y="514290"/>
                  </a:lnTo>
                  <a:lnTo>
                    <a:pt x="1830" y="560834"/>
                  </a:lnTo>
                  <a:lnTo>
                    <a:pt x="0" y="608379"/>
                  </a:lnTo>
                  <a:lnTo>
                    <a:pt x="1830" y="655924"/>
                  </a:lnTo>
                  <a:lnTo>
                    <a:pt x="7231" y="702467"/>
                  </a:lnTo>
                  <a:lnTo>
                    <a:pt x="16067" y="747875"/>
                  </a:lnTo>
                  <a:lnTo>
                    <a:pt x="28204" y="792012"/>
                  </a:lnTo>
                  <a:lnTo>
                    <a:pt x="43505" y="834741"/>
                  </a:lnTo>
                  <a:lnTo>
                    <a:pt x="61836" y="875929"/>
                  </a:lnTo>
                  <a:lnTo>
                    <a:pt x="83061" y="915440"/>
                  </a:lnTo>
                  <a:lnTo>
                    <a:pt x="107045" y="953139"/>
                  </a:lnTo>
                  <a:lnTo>
                    <a:pt x="133653" y="988890"/>
                  </a:lnTo>
                  <a:lnTo>
                    <a:pt x="162750" y="1022558"/>
                  </a:lnTo>
                  <a:lnTo>
                    <a:pt x="194200" y="1054008"/>
                  </a:lnTo>
                  <a:lnTo>
                    <a:pt x="227868" y="1083105"/>
                  </a:lnTo>
                  <a:lnTo>
                    <a:pt x="263619" y="1109713"/>
                  </a:lnTo>
                  <a:lnTo>
                    <a:pt x="301317" y="1133697"/>
                  </a:lnTo>
                  <a:lnTo>
                    <a:pt x="340828" y="1154922"/>
                  </a:lnTo>
                  <a:lnTo>
                    <a:pt x="382016" y="1173253"/>
                  </a:lnTo>
                  <a:lnTo>
                    <a:pt x="424746" y="1188554"/>
                  </a:lnTo>
                  <a:lnTo>
                    <a:pt x="468883" y="1200691"/>
                  </a:lnTo>
                  <a:lnTo>
                    <a:pt x="514290" y="1209527"/>
                  </a:lnTo>
                  <a:lnTo>
                    <a:pt x="560834" y="1214928"/>
                  </a:lnTo>
                  <a:lnTo>
                    <a:pt x="608379" y="1216758"/>
                  </a:lnTo>
                  <a:lnTo>
                    <a:pt x="655924" y="1214928"/>
                  </a:lnTo>
                  <a:lnTo>
                    <a:pt x="702467" y="1209527"/>
                  </a:lnTo>
                  <a:lnTo>
                    <a:pt x="747875" y="1200691"/>
                  </a:lnTo>
                  <a:lnTo>
                    <a:pt x="792012" y="1188554"/>
                  </a:lnTo>
                  <a:lnTo>
                    <a:pt x="834741" y="1173253"/>
                  </a:lnTo>
                  <a:lnTo>
                    <a:pt x="875929" y="1154922"/>
                  </a:lnTo>
                  <a:lnTo>
                    <a:pt x="915440" y="1133697"/>
                  </a:lnTo>
                  <a:lnTo>
                    <a:pt x="953139" y="1109713"/>
                  </a:lnTo>
                  <a:lnTo>
                    <a:pt x="988890" y="1083105"/>
                  </a:lnTo>
                  <a:lnTo>
                    <a:pt x="1022558" y="1054008"/>
                  </a:lnTo>
                  <a:lnTo>
                    <a:pt x="1054008" y="1022558"/>
                  </a:lnTo>
                  <a:lnTo>
                    <a:pt x="1083105" y="988890"/>
                  </a:lnTo>
                  <a:lnTo>
                    <a:pt x="1109713" y="953139"/>
                  </a:lnTo>
                  <a:lnTo>
                    <a:pt x="1133697" y="915440"/>
                  </a:lnTo>
                  <a:lnTo>
                    <a:pt x="1154922" y="875929"/>
                  </a:lnTo>
                  <a:lnTo>
                    <a:pt x="1173253" y="834741"/>
                  </a:lnTo>
                  <a:lnTo>
                    <a:pt x="1188554" y="792012"/>
                  </a:lnTo>
                  <a:lnTo>
                    <a:pt x="1200691" y="747875"/>
                  </a:lnTo>
                  <a:lnTo>
                    <a:pt x="1209527" y="702467"/>
                  </a:lnTo>
                  <a:lnTo>
                    <a:pt x="1214928" y="655924"/>
                  </a:lnTo>
                  <a:lnTo>
                    <a:pt x="1216758" y="608379"/>
                  </a:lnTo>
                  <a:lnTo>
                    <a:pt x="1214928" y="560834"/>
                  </a:lnTo>
                  <a:lnTo>
                    <a:pt x="1209527" y="514290"/>
                  </a:lnTo>
                  <a:lnTo>
                    <a:pt x="1200691" y="468883"/>
                  </a:lnTo>
                  <a:lnTo>
                    <a:pt x="1188554" y="424746"/>
                  </a:lnTo>
                  <a:lnTo>
                    <a:pt x="1173253" y="382016"/>
                  </a:lnTo>
                  <a:lnTo>
                    <a:pt x="1154922" y="340828"/>
                  </a:lnTo>
                  <a:lnTo>
                    <a:pt x="1133697" y="301317"/>
                  </a:lnTo>
                  <a:lnTo>
                    <a:pt x="1109713" y="263619"/>
                  </a:lnTo>
                  <a:lnTo>
                    <a:pt x="1083105" y="227868"/>
                  </a:lnTo>
                  <a:lnTo>
                    <a:pt x="1054008" y="194200"/>
                  </a:lnTo>
                  <a:lnTo>
                    <a:pt x="1022558" y="162750"/>
                  </a:lnTo>
                  <a:lnTo>
                    <a:pt x="988890" y="133653"/>
                  </a:lnTo>
                  <a:lnTo>
                    <a:pt x="953139" y="107045"/>
                  </a:lnTo>
                  <a:lnTo>
                    <a:pt x="915440" y="83061"/>
                  </a:lnTo>
                  <a:lnTo>
                    <a:pt x="875929" y="61836"/>
                  </a:lnTo>
                  <a:lnTo>
                    <a:pt x="834741" y="43505"/>
                  </a:lnTo>
                  <a:lnTo>
                    <a:pt x="792012" y="28204"/>
                  </a:lnTo>
                  <a:lnTo>
                    <a:pt x="747875" y="16067"/>
                  </a:lnTo>
                  <a:lnTo>
                    <a:pt x="702467" y="7231"/>
                  </a:lnTo>
                  <a:lnTo>
                    <a:pt x="655924" y="1830"/>
                  </a:lnTo>
                  <a:lnTo>
                    <a:pt x="608379" y="0"/>
                  </a:lnTo>
                  <a:close/>
                </a:path>
              </a:pathLst>
            </a:custGeom>
            <a:solidFill>
              <a:srgbClr val="9FDA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222975" y="2664976"/>
              <a:ext cx="906705" cy="906705"/>
            </a:xfrm>
            <a:prstGeom prst="rect">
              <a:avLst/>
            </a:prstGeom>
          </p:spPr>
        </p:pic>
        <p:sp>
          <p:nvSpPr>
            <p:cNvPr id="139" name="object 139" descr=""/>
            <p:cNvSpPr/>
            <p:nvPr/>
          </p:nvSpPr>
          <p:spPr>
            <a:xfrm>
              <a:off x="2735970" y="4003775"/>
              <a:ext cx="0" cy="1128395"/>
            </a:xfrm>
            <a:custGeom>
              <a:avLst/>
              <a:gdLst/>
              <a:ahLst/>
              <a:cxnLst/>
              <a:rect l="l" t="t" r="r" b="b"/>
              <a:pathLst>
                <a:path w="0" h="1128395">
                  <a:moveTo>
                    <a:pt x="0" y="0"/>
                  </a:moveTo>
                  <a:lnTo>
                    <a:pt x="0" y="1127934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3676327" y="3171250"/>
              <a:ext cx="0" cy="1960880"/>
            </a:xfrm>
            <a:custGeom>
              <a:avLst/>
              <a:gdLst/>
              <a:ahLst/>
              <a:cxnLst/>
              <a:rect l="l" t="t" r="r" b="b"/>
              <a:pathLst>
                <a:path w="0" h="1960879">
                  <a:moveTo>
                    <a:pt x="0" y="0"/>
                  </a:moveTo>
                  <a:lnTo>
                    <a:pt x="0" y="1960463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3676333" y="3607654"/>
              <a:ext cx="374650" cy="621665"/>
            </a:xfrm>
            <a:custGeom>
              <a:avLst/>
              <a:gdLst/>
              <a:ahLst/>
              <a:cxnLst/>
              <a:rect l="l" t="t" r="r" b="b"/>
              <a:pathLst>
                <a:path w="374650" h="621664">
                  <a:moveTo>
                    <a:pt x="374271" y="0"/>
                  </a:moveTo>
                  <a:lnTo>
                    <a:pt x="0" y="621038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2556759" y="5131711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 h="0">
                  <a:moveTo>
                    <a:pt x="0" y="0"/>
                  </a:moveTo>
                  <a:lnTo>
                    <a:pt x="342408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3505123" y="5131711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 h="0">
                  <a:moveTo>
                    <a:pt x="0" y="0"/>
                  </a:moveTo>
                  <a:lnTo>
                    <a:pt x="342408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127590" y="3303748"/>
              <a:ext cx="1216758" cy="1216758"/>
            </a:xfrm>
            <a:prstGeom prst="rect">
              <a:avLst/>
            </a:prstGeom>
          </p:spPr>
        </p:pic>
        <p:sp>
          <p:nvSpPr>
            <p:cNvPr id="145" name="object 145" descr=""/>
            <p:cNvSpPr/>
            <p:nvPr/>
          </p:nvSpPr>
          <p:spPr>
            <a:xfrm>
              <a:off x="2735970" y="4003775"/>
              <a:ext cx="0" cy="1128395"/>
            </a:xfrm>
            <a:custGeom>
              <a:avLst/>
              <a:gdLst/>
              <a:ahLst/>
              <a:cxnLst/>
              <a:rect l="l" t="t" r="r" b="b"/>
              <a:pathLst>
                <a:path w="0" h="1128395">
                  <a:moveTo>
                    <a:pt x="0" y="0"/>
                  </a:moveTo>
                  <a:lnTo>
                    <a:pt x="0" y="1127934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2556759" y="5131711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 h="0">
                  <a:moveTo>
                    <a:pt x="0" y="0"/>
                  </a:moveTo>
                  <a:lnTo>
                    <a:pt x="342408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7" name="object 147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080849" y="3495024"/>
              <a:ext cx="1089443" cy="1089432"/>
            </a:xfrm>
            <a:prstGeom prst="rect">
              <a:avLst/>
            </a:prstGeom>
          </p:spPr>
        </p:pic>
        <p:sp>
          <p:nvSpPr>
            <p:cNvPr id="148" name="object 148" descr=""/>
            <p:cNvSpPr/>
            <p:nvPr/>
          </p:nvSpPr>
          <p:spPr>
            <a:xfrm>
              <a:off x="4625576" y="4121801"/>
              <a:ext cx="0" cy="1010285"/>
            </a:xfrm>
            <a:custGeom>
              <a:avLst/>
              <a:gdLst/>
              <a:ahLst/>
              <a:cxnLst/>
              <a:rect l="l" t="t" r="r" b="b"/>
              <a:pathLst>
                <a:path w="0" h="1010285">
                  <a:moveTo>
                    <a:pt x="0" y="0"/>
                  </a:moveTo>
                  <a:lnTo>
                    <a:pt x="0" y="1009906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4465115" y="5131711"/>
              <a:ext cx="306705" cy="0"/>
            </a:xfrm>
            <a:custGeom>
              <a:avLst/>
              <a:gdLst/>
              <a:ahLst/>
              <a:cxnLst/>
              <a:rect l="l" t="t" r="r" b="b"/>
              <a:pathLst>
                <a:path w="306704" h="0">
                  <a:moveTo>
                    <a:pt x="0" y="0"/>
                  </a:moveTo>
                  <a:lnTo>
                    <a:pt x="306577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4625576" y="4121801"/>
              <a:ext cx="0" cy="1010285"/>
            </a:xfrm>
            <a:custGeom>
              <a:avLst/>
              <a:gdLst/>
              <a:ahLst/>
              <a:cxnLst/>
              <a:rect l="l" t="t" r="r" b="b"/>
              <a:pathLst>
                <a:path w="0" h="1010285">
                  <a:moveTo>
                    <a:pt x="0" y="0"/>
                  </a:moveTo>
                  <a:lnTo>
                    <a:pt x="0" y="1009906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4465115" y="5131711"/>
              <a:ext cx="306705" cy="0"/>
            </a:xfrm>
            <a:custGeom>
              <a:avLst/>
              <a:gdLst/>
              <a:ahLst/>
              <a:cxnLst/>
              <a:rect l="l" t="t" r="r" b="b"/>
              <a:pathLst>
                <a:path w="306704" h="0">
                  <a:moveTo>
                    <a:pt x="0" y="0"/>
                  </a:moveTo>
                  <a:lnTo>
                    <a:pt x="306577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2" name="object 152" descr=""/>
          <p:cNvGrpSpPr/>
          <p:nvPr/>
        </p:nvGrpSpPr>
        <p:grpSpPr>
          <a:xfrm>
            <a:off x="8145160" y="3156586"/>
            <a:ext cx="920115" cy="1979295"/>
            <a:chOff x="8145160" y="3156586"/>
            <a:chExt cx="920115" cy="1979295"/>
          </a:xfrm>
        </p:grpSpPr>
        <p:sp>
          <p:nvSpPr>
            <p:cNvPr id="153" name="object 153" descr=""/>
            <p:cNvSpPr/>
            <p:nvPr/>
          </p:nvSpPr>
          <p:spPr>
            <a:xfrm>
              <a:off x="9025882" y="3909333"/>
              <a:ext cx="0" cy="52705"/>
            </a:xfrm>
            <a:custGeom>
              <a:avLst/>
              <a:gdLst/>
              <a:ahLst/>
              <a:cxnLst/>
              <a:rect l="l" t="t" r="r" b="b"/>
              <a:pathLst>
                <a:path w="0" h="52704">
                  <a:moveTo>
                    <a:pt x="0" y="0"/>
                  </a:moveTo>
                  <a:lnTo>
                    <a:pt x="0" y="52375"/>
                  </a:lnTo>
                </a:path>
              </a:pathLst>
            </a:custGeom>
            <a:ln w="7622">
              <a:solidFill>
                <a:srgbClr val="9FDA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4" name="object 154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145160" y="3156586"/>
              <a:ext cx="919636" cy="1592948"/>
            </a:xfrm>
            <a:prstGeom prst="rect">
              <a:avLst/>
            </a:prstGeom>
          </p:spPr>
        </p:pic>
        <p:sp>
          <p:nvSpPr>
            <p:cNvPr id="155" name="object 155" descr=""/>
            <p:cNvSpPr/>
            <p:nvPr/>
          </p:nvSpPr>
          <p:spPr>
            <a:xfrm>
              <a:off x="8604981" y="3402752"/>
              <a:ext cx="0" cy="1729105"/>
            </a:xfrm>
            <a:custGeom>
              <a:avLst/>
              <a:gdLst/>
              <a:ahLst/>
              <a:cxnLst/>
              <a:rect l="l" t="t" r="r" b="b"/>
              <a:pathLst>
                <a:path w="0" h="1729104">
                  <a:moveTo>
                    <a:pt x="0" y="0"/>
                  </a:moveTo>
                  <a:lnTo>
                    <a:pt x="0" y="1728963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8397317" y="5131711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90" h="0">
                  <a:moveTo>
                    <a:pt x="0" y="0"/>
                  </a:moveTo>
                  <a:lnTo>
                    <a:pt x="414741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8604984" y="3672182"/>
              <a:ext cx="93345" cy="149860"/>
            </a:xfrm>
            <a:custGeom>
              <a:avLst/>
              <a:gdLst/>
              <a:ahLst/>
              <a:cxnLst/>
              <a:rect l="l" t="t" r="r" b="b"/>
              <a:pathLst>
                <a:path w="93345" h="149860">
                  <a:moveTo>
                    <a:pt x="93243" y="0"/>
                  </a:moveTo>
                  <a:lnTo>
                    <a:pt x="0" y="149649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8495367" y="3821829"/>
              <a:ext cx="109855" cy="169545"/>
            </a:xfrm>
            <a:custGeom>
              <a:avLst/>
              <a:gdLst/>
              <a:ahLst/>
              <a:cxnLst/>
              <a:rect l="l" t="t" r="r" b="b"/>
              <a:pathLst>
                <a:path w="109854" h="169545">
                  <a:moveTo>
                    <a:pt x="0" y="0"/>
                  </a:moveTo>
                  <a:lnTo>
                    <a:pt x="109619" y="169136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8604987" y="4144479"/>
              <a:ext cx="282575" cy="271145"/>
            </a:xfrm>
            <a:custGeom>
              <a:avLst/>
              <a:gdLst/>
              <a:ahLst/>
              <a:cxnLst/>
              <a:rect l="l" t="t" r="r" b="b"/>
              <a:pathLst>
                <a:path w="282575" h="271145">
                  <a:moveTo>
                    <a:pt x="282577" y="0"/>
                  </a:moveTo>
                  <a:lnTo>
                    <a:pt x="0" y="270745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0" name="object 160" descr=""/>
          <p:cNvGrpSpPr/>
          <p:nvPr/>
        </p:nvGrpSpPr>
        <p:grpSpPr>
          <a:xfrm>
            <a:off x="9208496" y="2576106"/>
            <a:ext cx="647700" cy="2548890"/>
            <a:chOff x="9208496" y="2576106"/>
            <a:chExt cx="647700" cy="2548890"/>
          </a:xfrm>
        </p:grpSpPr>
        <p:sp>
          <p:nvSpPr>
            <p:cNvPr id="161" name="object 161" descr=""/>
            <p:cNvSpPr/>
            <p:nvPr/>
          </p:nvSpPr>
          <p:spPr>
            <a:xfrm>
              <a:off x="9208496" y="2576106"/>
              <a:ext cx="647700" cy="1461770"/>
            </a:xfrm>
            <a:custGeom>
              <a:avLst/>
              <a:gdLst/>
              <a:ahLst/>
              <a:cxnLst/>
              <a:rect l="l" t="t" r="r" b="b"/>
              <a:pathLst>
                <a:path w="647700" h="1461770">
                  <a:moveTo>
                    <a:pt x="323775" y="0"/>
                  </a:moveTo>
                  <a:lnTo>
                    <a:pt x="278064" y="27344"/>
                  </a:lnTo>
                  <a:lnTo>
                    <a:pt x="250103" y="75271"/>
                  </a:lnTo>
                  <a:lnTo>
                    <a:pt x="218219" y="134511"/>
                  </a:lnTo>
                  <a:lnTo>
                    <a:pt x="183905" y="204443"/>
                  </a:lnTo>
                  <a:lnTo>
                    <a:pt x="166305" y="243225"/>
                  </a:lnTo>
                  <a:lnTo>
                    <a:pt x="148658" y="284447"/>
                  </a:lnTo>
                  <a:lnTo>
                    <a:pt x="131151" y="328032"/>
                  </a:lnTo>
                  <a:lnTo>
                    <a:pt x="113971" y="373902"/>
                  </a:lnTo>
                  <a:lnTo>
                    <a:pt x="97304" y="421979"/>
                  </a:lnTo>
                  <a:lnTo>
                    <a:pt x="81339" y="472186"/>
                  </a:lnTo>
                  <a:lnTo>
                    <a:pt x="66260" y="524445"/>
                  </a:lnTo>
                  <a:lnTo>
                    <a:pt x="52256" y="578679"/>
                  </a:lnTo>
                  <a:lnTo>
                    <a:pt x="39513" y="634810"/>
                  </a:lnTo>
                  <a:lnTo>
                    <a:pt x="28218" y="692760"/>
                  </a:lnTo>
                  <a:lnTo>
                    <a:pt x="18558" y="752452"/>
                  </a:lnTo>
                  <a:lnTo>
                    <a:pt x="10719" y="813808"/>
                  </a:lnTo>
                  <a:lnTo>
                    <a:pt x="4888" y="876750"/>
                  </a:lnTo>
                  <a:lnTo>
                    <a:pt x="1253" y="941201"/>
                  </a:lnTo>
                  <a:lnTo>
                    <a:pt x="0" y="1007084"/>
                  </a:lnTo>
                  <a:lnTo>
                    <a:pt x="2253" y="1061567"/>
                  </a:lnTo>
                  <a:lnTo>
                    <a:pt x="8903" y="1114738"/>
                  </a:lnTo>
                  <a:lnTo>
                    <a:pt x="19778" y="1166066"/>
                  </a:lnTo>
                  <a:lnTo>
                    <a:pt x="34711" y="1215022"/>
                  </a:lnTo>
                  <a:lnTo>
                    <a:pt x="53531" y="1261075"/>
                  </a:lnTo>
                  <a:lnTo>
                    <a:pt x="76071" y="1303696"/>
                  </a:lnTo>
                  <a:lnTo>
                    <a:pt x="102161" y="1342354"/>
                  </a:lnTo>
                  <a:lnTo>
                    <a:pt x="131631" y="1376519"/>
                  </a:lnTo>
                  <a:lnTo>
                    <a:pt x="164314" y="1405660"/>
                  </a:lnTo>
                  <a:lnTo>
                    <a:pt x="200039" y="1429249"/>
                  </a:lnTo>
                  <a:lnTo>
                    <a:pt x="238638" y="1446754"/>
                  </a:lnTo>
                  <a:lnTo>
                    <a:pt x="279941" y="1457646"/>
                  </a:lnTo>
                  <a:lnTo>
                    <a:pt x="323780" y="1461395"/>
                  </a:lnTo>
                  <a:lnTo>
                    <a:pt x="367619" y="1457646"/>
                  </a:lnTo>
                  <a:lnTo>
                    <a:pt x="408922" y="1446754"/>
                  </a:lnTo>
                  <a:lnTo>
                    <a:pt x="447520" y="1429249"/>
                  </a:lnTo>
                  <a:lnTo>
                    <a:pt x="483245" y="1405660"/>
                  </a:lnTo>
                  <a:lnTo>
                    <a:pt x="515926" y="1376519"/>
                  </a:lnTo>
                  <a:lnTo>
                    <a:pt x="545395" y="1342354"/>
                  </a:lnTo>
                  <a:lnTo>
                    <a:pt x="571484" y="1303696"/>
                  </a:lnTo>
                  <a:lnTo>
                    <a:pt x="594022" y="1261075"/>
                  </a:lnTo>
                  <a:lnTo>
                    <a:pt x="612842" y="1215022"/>
                  </a:lnTo>
                  <a:lnTo>
                    <a:pt x="627773" y="1166066"/>
                  </a:lnTo>
                  <a:lnTo>
                    <a:pt x="638648" y="1114738"/>
                  </a:lnTo>
                  <a:lnTo>
                    <a:pt x="645297" y="1061567"/>
                  </a:lnTo>
                  <a:lnTo>
                    <a:pt x="647550" y="1007084"/>
                  </a:lnTo>
                  <a:lnTo>
                    <a:pt x="646297" y="941201"/>
                  </a:lnTo>
                  <a:lnTo>
                    <a:pt x="642662" y="876750"/>
                  </a:lnTo>
                  <a:lnTo>
                    <a:pt x="636831" y="813808"/>
                  </a:lnTo>
                  <a:lnTo>
                    <a:pt x="628992" y="752452"/>
                  </a:lnTo>
                  <a:lnTo>
                    <a:pt x="619332" y="692760"/>
                  </a:lnTo>
                  <a:lnTo>
                    <a:pt x="608037" y="634810"/>
                  </a:lnTo>
                  <a:lnTo>
                    <a:pt x="595294" y="578679"/>
                  </a:lnTo>
                  <a:lnTo>
                    <a:pt x="581290" y="524445"/>
                  </a:lnTo>
                  <a:lnTo>
                    <a:pt x="566211" y="472186"/>
                  </a:lnTo>
                  <a:lnTo>
                    <a:pt x="550246" y="421979"/>
                  </a:lnTo>
                  <a:lnTo>
                    <a:pt x="533579" y="373902"/>
                  </a:lnTo>
                  <a:lnTo>
                    <a:pt x="516399" y="328032"/>
                  </a:lnTo>
                  <a:lnTo>
                    <a:pt x="498892" y="284447"/>
                  </a:lnTo>
                  <a:lnTo>
                    <a:pt x="481245" y="243225"/>
                  </a:lnTo>
                  <a:lnTo>
                    <a:pt x="463644" y="204443"/>
                  </a:lnTo>
                  <a:lnTo>
                    <a:pt x="446278" y="168179"/>
                  </a:lnTo>
                  <a:lnTo>
                    <a:pt x="412992" y="103516"/>
                  </a:lnTo>
                  <a:lnTo>
                    <a:pt x="382882" y="49855"/>
                  </a:lnTo>
                  <a:lnTo>
                    <a:pt x="348984" y="6836"/>
                  </a:lnTo>
                  <a:lnTo>
                    <a:pt x="323775" y="0"/>
                  </a:lnTo>
                  <a:close/>
                </a:path>
              </a:pathLst>
            </a:custGeom>
            <a:solidFill>
              <a:srgbClr val="3BAA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9532273" y="2801946"/>
              <a:ext cx="0" cy="2319655"/>
            </a:xfrm>
            <a:custGeom>
              <a:avLst/>
              <a:gdLst/>
              <a:ahLst/>
              <a:cxnLst/>
              <a:rect l="l" t="t" r="r" b="b"/>
              <a:pathLst>
                <a:path w="0" h="2319654">
                  <a:moveTo>
                    <a:pt x="0" y="0"/>
                  </a:moveTo>
                  <a:lnTo>
                    <a:pt x="0" y="2319123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9386047" y="5121070"/>
              <a:ext cx="292100" cy="0"/>
            </a:xfrm>
            <a:custGeom>
              <a:avLst/>
              <a:gdLst/>
              <a:ahLst/>
              <a:cxnLst/>
              <a:rect l="l" t="t" r="r" b="b"/>
              <a:pathLst>
                <a:path w="292100" h="0">
                  <a:moveTo>
                    <a:pt x="0" y="0"/>
                  </a:moveTo>
                  <a:lnTo>
                    <a:pt x="292032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9532269" y="3049122"/>
              <a:ext cx="66040" cy="137795"/>
            </a:xfrm>
            <a:custGeom>
              <a:avLst/>
              <a:gdLst/>
              <a:ahLst/>
              <a:cxnLst/>
              <a:rect l="l" t="t" r="r" b="b"/>
              <a:pathLst>
                <a:path w="66040" h="137794">
                  <a:moveTo>
                    <a:pt x="65662" y="0"/>
                  </a:moveTo>
                  <a:lnTo>
                    <a:pt x="0" y="137283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9455088" y="3186410"/>
              <a:ext cx="77470" cy="155575"/>
            </a:xfrm>
            <a:custGeom>
              <a:avLst/>
              <a:gdLst/>
              <a:ahLst/>
              <a:cxnLst/>
              <a:rect l="l" t="t" r="r" b="b"/>
              <a:pathLst>
                <a:path w="77470" h="155575">
                  <a:moveTo>
                    <a:pt x="0" y="0"/>
                  </a:moveTo>
                  <a:lnTo>
                    <a:pt x="77180" y="155168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9532273" y="3482413"/>
              <a:ext cx="199390" cy="248920"/>
            </a:xfrm>
            <a:custGeom>
              <a:avLst/>
              <a:gdLst/>
              <a:ahLst/>
              <a:cxnLst/>
              <a:rect l="l" t="t" r="r" b="b"/>
              <a:pathLst>
                <a:path w="199390" h="248920">
                  <a:moveTo>
                    <a:pt x="198978" y="0"/>
                  </a:moveTo>
                  <a:lnTo>
                    <a:pt x="0" y="248390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7" name="object 167" descr=""/>
          <p:cNvGrpSpPr/>
          <p:nvPr/>
        </p:nvGrpSpPr>
        <p:grpSpPr>
          <a:xfrm>
            <a:off x="9948223" y="3304095"/>
            <a:ext cx="647700" cy="1816100"/>
            <a:chOff x="9948223" y="3304095"/>
            <a:chExt cx="647700" cy="1816100"/>
          </a:xfrm>
        </p:grpSpPr>
        <p:pic>
          <p:nvPicPr>
            <p:cNvPr id="168" name="object 16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948223" y="3304095"/>
              <a:ext cx="647550" cy="1461395"/>
            </a:xfrm>
            <a:prstGeom prst="rect">
              <a:avLst/>
            </a:prstGeom>
          </p:spPr>
        </p:pic>
        <p:sp>
          <p:nvSpPr>
            <p:cNvPr id="169" name="object 169" descr=""/>
            <p:cNvSpPr/>
            <p:nvPr/>
          </p:nvSpPr>
          <p:spPr>
            <a:xfrm>
              <a:off x="10271998" y="3529935"/>
              <a:ext cx="0" cy="1586230"/>
            </a:xfrm>
            <a:custGeom>
              <a:avLst/>
              <a:gdLst/>
              <a:ahLst/>
              <a:cxnLst/>
              <a:rect l="l" t="t" r="r" b="b"/>
              <a:pathLst>
                <a:path w="0" h="1586229">
                  <a:moveTo>
                    <a:pt x="0" y="0"/>
                  </a:moveTo>
                  <a:lnTo>
                    <a:pt x="0" y="1586161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0125773" y="5116098"/>
              <a:ext cx="292100" cy="0"/>
            </a:xfrm>
            <a:custGeom>
              <a:avLst/>
              <a:gdLst/>
              <a:ahLst/>
              <a:cxnLst/>
              <a:rect l="l" t="t" r="r" b="b"/>
              <a:pathLst>
                <a:path w="292100" h="0">
                  <a:moveTo>
                    <a:pt x="0" y="0"/>
                  </a:moveTo>
                  <a:lnTo>
                    <a:pt x="292032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0271994" y="3777112"/>
              <a:ext cx="66040" cy="137795"/>
            </a:xfrm>
            <a:custGeom>
              <a:avLst/>
              <a:gdLst/>
              <a:ahLst/>
              <a:cxnLst/>
              <a:rect l="l" t="t" r="r" b="b"/>
              <a:pathLst>
                <a:path w="66040" h="137795">
                  <a:moveTo>
                    <a:pt x="65662" y="0"/>
                  </a:moveTo>
                  <a:lnTo>
                    <a:pt x="0" y="137283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0194814" y="3914399"/>
              <a:ext cx="77470" cy="155575"/>
            </a:xfrm>
            <a:custGeom>
              <a:avLst/>
              <a:gdLst/>
              <a:ahLst/>
              <a:cxnLst/>
              <a:rect l="l" t="t" r="r" b="b"/>
              <a:pathLst>
                <a:path w="77470" h="155575">
                  <a:moveTo>
                    <a:pt x="0" y="0"/>
                  </a:moveTo>
                  <a:lnTo>
                    <a:pt x="77180" y="155168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0271998" y="4210402"/>
              <a:ext cx="199390" cy="248920"/>
            </a:xfrm>
            <a:custGeom>
              <a:avLst/>
              <a:gdLst/>
              <a:ahLst/>
              <a:cxnLst/>
              <a:rect l="l" t="t" r="r" b="b"/>
              <a:pathLst>
                <a:path w="199390" h="248920">
                  <a:moveTo>
                    <a:pt x="198978" y="0"/>
                  </a:moveTo>
                  <a:lnTo>
                    <a:pt x="0" y="248390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4" name="object 174" descr=""/>
          <p:cNvGrpSpPr/>
          <p:nvPr/>
        </p:nvGrpSpPr>
        <p:grpSpPr>
          <a:xfrm>
            <a:off x="3384928" y="6765089"/>
            <a:ext cx="1981200" cy="2702560"/>
            <a:chOff x="3384928" y="6765089"/>
            <a:chExt cx="1981200" cy="2702560"/>
          </a:xfrm>
        </p:grpSpPr>
        <p:sp>
          <p:nvSpPr>
            <p:cNvPr id="175" name="object 175" descr=""/>
            <p:cNvSpPr/>
            <p:nvPr/>
          </p:nvSpPr>
          <p:spPr>
            <a:xfrm>
              <a:off x="4319983" y="8802768"/>
              <a:ext cx="111125" cy="664845"/>
            </a:xfrm>
            <a:custGeom>
              <a:avLst/>
              <a:gdLst/>
              <a:ahLst/>
              <a:cxnLst/>
              <a:rect l="l" t="t" r="r" b="b"/>
              <a:pathLst>
                <a:path w="111125" h="664845">
                  <a:moveTo>
                    <a:pt x="110603" y="0"/>
                  </a:moveTo>
                  <a:lnTo>
                    <a:pt x="0" y="0"/>
                  </a:lnTo>
                  <a:lnTo>
                    <a:pt x="0" y="664252"/>
                  </a:lnTo>
                  <a:lnTo>
                    <a:pt x="110603" y="664252"/>
                  </a:lnTo>
                  <a:lnTo>
                    <a:pt x="110603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3384928" y="6765089"/>
              <a:ext cx="1981200" cy="2092325"/>
            </a:xfrm>
            <a:custGeom>
              <a:avLst/>
              <a:gdLst/>
              <a:ahLst/>
              <a:cxnLst/>
              <a:rect l="l" t="t" r="r" b="b"/>
              <a:pathLst>
                <a:path w="1981200" h="2092325">
                  <a:moveTo>
                    <a:pt x="990357" y="0"/>
                  </a:moveTo>
                  <a:lnTo>
                    <a:pt x="941118" y="3612"/>
                  </a:lnTo>
                  <a:lnTo>
                    <a:pt x="894122" y="14107"/>
                  </a:lnTo>
                  <a:lnTo>
                    <a:pt x="849885" y="30968"/>
                  </a:lnTo>
                  <a:lnTo>
                    <a:pt x="808923" y="53680"/>
                  </a:lnTo>
                  <a:lnTo>
                    <a:pt x="771749" y="81728"/>
                  </a:lnTo>
                  <a:lnTo>
                    <a:pt x="738881" y="114597"/>
                  </a:lnTo>
                  <a:lnTo>
                    <a:pt x="710833" y="151770"/>
                  </a:lnTo>
                  <a:lnTo>
                    <a:pt x="688121" y="192733"/>
                  </a:lnTo>
                  <a:lnTo>
                    <a:pt x="671260" y="236969"/>
                  </a:lnTo>
                  <a:lnTo>
                    <a:pt x="660765" y="283965"/>
                  </a:lnTo>
                  <a:lnTo>
                    <a:pt x="657152" y="333204"/>
                  </a:lnTo>
                  <a:lnTo>
                    <a:pt x="657257" y="336282"/>
                  </a:lnTo>
                  <a:lnTo>
                    <a:pt x="657152" y="347266"/>
                  </a:lnTo>
                  <a:lnTo>
                    <a:pt x="657508" y="356816"/>
                  </a:lnTo>
                  <a:lnTo>
                    <a:pt x="634009" y="350650"/>
                  </a:lnTo>
                  <a:lnTo>
                    <a:pt x="609875" y="346151"/>
                  </a:lnTo>
                  <a:lnTo>
                    <a:pt x="585173" y="343396"/>
                  </a:lnTo>
                  <a:lnTo>
                    <a:pt x="559972" y="342460"/>
                  </a:lnTo>
                  <a:lnTo>
                    <a:pt x="514128" y="345544"/>
                  </a:lnTo>
                  <a:lnTo>
                    <a:pt x="470159" y="354527"/>
                  </a:lnTo>
                  <a:lnTo>
                    <a:pt x="428467" y="369007"/>
                  </a:lnTo>
                  <a:lnTo>
                    <a:pt x="389456" y="388582"/>
                  </a:lnTo>
                  <a:lnTo>
                    <a:pt x="353528" y="412849"/>
                  </a:lnTo>
                  <a:lnTo>
                    <a:pt x="321084" y="441405"/>
                  </a:lnTo>
                  <a:lnTo>
                    <a:pt x="292528" y="473849"/>
                  </a:lnTo>
                  <a:lnTo>
                    <a:pt x="268261" y="509777"/>
                  </a:lnTo>
                  <a:lnTo>
                    <a:pt x="248686" y="548788"/>
                  </a:lnTo>
                  <a:lnTo>
                    <a:pt x="234206" y="590480"/>
                  </a:lnTo>
                  <a:lnTo>
                    <a:pt x="225223" y="634449"/>
                  </a:lnTo>
                  <a:lnTo>
                    <a:pt x="222139" y="680293"/>
                  </a:lnTo>
                  <a:lnTo>
                    <a:pt x="222795" y="701380"/>
                  </a:lnTo>
                  <a:lnTo>
                    <a:pt x="224731" y="722128"/>
                  </a:lnTo>
                  <a:lnTo>
                    <a:pt x="227900" y="742497"/>
                  </a:lnTo>
                  <a:lnTo>
                    <a:pt x="232254" y="762447"/>
                  </a:lnTo>
                  <a:lnTo>
                    <a:pt x="188309" y="784845"/>
                  </a:lnTo>
                  <a:lnTo>
                    <a:pt x="147848" y="812492"/>
                  </a:lnTo>
                  <a:lnTo>
                    <a:pt x="111323" y="844941"/>
                  </a:lnTo>
                  <a:lnTo>
                    <a:pt x="79182" y="881741"/>
                  </a:lnTo>
                  <a:lnTo>
                    <a:pt x="51876" y="922445"/>
                  </a:lnTo>
                  <a:lnTo>
                    <a:pt x="29855" y="966602"/>
                  </a:lnTo>
                  <a:lnTo>
                    <a:pt x="13569" y="1013764"/>
                  </a:lnTo>
                  <a:lnTo>
                    <a:pt x="3467" y="1063482"/>
                  </a:lnTo>
                  <a:lnTo>
                    <a:pt x="0" y="1115306"/>
                  </a:lnTo>
                  <a:lnTo>
                    <a:pt x="3093" y="1164267"/>
                  </a:lnTo>
                  <a:lnTo>
                    <a:pt x="12121" y="1211372"/>
                  </a:lnTo>
                  <a:lnTo>
                    <a:pt x="26705" y="1256242"/>
                  </a:lnTo>
                  <a:lnTo>
                    <a:pt x="46464" y="1298503"/>
                  </a:lnTo>
                  <a:lnTo>
                    <a:pt x="71021" y="1337777"/>
                  </a:lnTo>
                  <a:lnTo>
                    <a:pt x="99996" y="1373687"/>
                  </a:lnTo>
                  <a:lnTo>
                    <a:pt x="133009" y="1405858"/>
                  </a:lnTo>
                  <a:lnTo>
                    <a:pt x="169683" y="1433912"/>
                  </a:lnTo>
                  <a:lnTo>
                    <a:pt x="209637" y="1457473"/>
                  </a:lnTo>
                  <a:lnTo>
                    <a:pt x="199151" y="1488300"/>
                  </a:lnTo>
                  <a:lnTo>
                    <a:pt x="191457" y="1520312"/>
                  </a:lnTo>
                  <a:lnTo>
                    <a:pt x="186720" y="1553372"/>
                  </a:lnTo>
                  <a:lnTo>
                    <a:pt x="185104" y="1587344"/>
                  </a:lnTo>
                  <a:lnTo>
                    <a:pt x="188357" y="1635697"/>
                  </a:lnTo>
                  <a:lnTo>
                    <a:pt x="197835" y="1682074"/>
                  </a:lnTo>
                  <a:lnTo>
                    <a:pt x="213111" y="1726050"/>
                  </a:lnTo>
                  <a:lnTo>
                    <a:pt x="233761" y="1767199"/>
                  </a:lnTo>
                  <a:lnTo>
                    <a:pt x="259360" y="1805098"/>
                  </a:lnTo>
                  <a:lnTo>
                    <a:pt x="289484" y="1839322"/>
                  </a:lnTo>
                  <a:lnTo>
                    <a:pt x="323708" y="1869445"/>
                  </a:lnTo>
                  <a:lnTo>
                    <a:pt x="361606" y="1895044"/>
                  </a:lnTo>
                  <a:lnTo>
                    <a:pt x="402754" y="1915694"/>
                  </a:lnTo>
                  <a:lnTo>
                    <a:pt x="446727" y="1930969"/>
                  </a:lnTo>
                  <a:lnTo>
                    <a:pt x="493100" y="1940446"/>
                  </a:lnTo>
                  <a:lnTo>
                    <a:pt x="541449" y="1943699"/>
                  </a:lnTo>
                  <a:lnTo>
                    <a:pt x="588974" y="1940544"/>
                  </a:lnTo>
                  <a:lnTo>
                    <a:pt x="634582" y="1931356"/>
                  </a:lnTo>
                  <a:lnTo>
                    <a:pt x="677882" y="1916555"/>
                  </a:lnTo>
                  <a:lnTo>
                    <a:pt x="718480" y="1896560"/>
                  </a:lnTo>
                  <a:lnTo>
                    <a:pt x="738962" y="1943103"/>
                  </a:lnTo>
                  <a:lnTo>
                    <a:pt x="767013" y="1984888"/>
                  </a:lnTo>
                  <a:lnTo>
                    <a:pt x="801764" y="2021038"/>
                  </a:lnTo>
                  <a:lnTo>
                    <a:pt x="842345" y="2050679"/>
                  </a:lnTo>
                  <a:lnTo>
                    <a:pt x="887884" y="2072934"/>
                  </a:lnTo>
                  <a:lnTo>
                    <a:pt x="937511" y="2086930"/>
                  </a:lnTo>
                  <a:lnTo>
                    <a:pt x="990357" y="2091789"/>
                  </a:lnTo>
                  <a:lnTo>
                    <a:pt x="1042037" y="2087147"/>
                  </a:lnTo>
                  <a:lnTo>
                    <a:pt x="1090667" y="2073765"/>
                  </a:lnTo>
                  <a:lnTo>
                    <a:pt x="1135432" y="2052457"/>
                  </a:lnTo>
                  <a:lnTo>
                    <a:pt x="1175519" y="2024040"/>
                  </a:lnTo>
                  <a:lnTo>
                    <a:pt x="1210114" y="1989329"/>
                  </a:lnTo>
                  <a:lnTo>
                    <a:pt x="1238403" y="1949140"/>
                  </a:lnTo>
                  <a:lnTo>
                    <a:pt x="1259574" y="1904287"/>
                  </a:lnTo>
                  <a:lnTo>
                    <a:pt x="1300692" y="1924921"/>
                  </a:lnTo>
                  <a:lnTo>
                    <a:pt x="1344623" y="1940200"/>
                  </a:lnTo>
                  <a:lnTo>
                    <a:pt x="1390950" y="1949686"/>
                  </a:lnTo>
                  <a:lnTo>
                    <a:pt x="1439254" y="1952945"/>
                  </a:lnTo>
                  <a:lnTo>
                    <a:pt x="1487608" y="1949692"/>
                  </a:lnTo>
                  <a:lnTo>
                    <a:pt x="1533985" y="1940216"/>
                  </a:lnTo>
                  <a:lnTo>
                    <a:pt x="1577961" y="1924942"/>
                  </a:lnTo>
                  <a:lnTo>
                    <a:pt x="1619112" y="1904293"/>
                  </a:lnTo>
                  <a:lnTo>
                    <a:pt x="1657012" y="1878696"/>
                  </a:lnTo>
                  <a:lnTo>
                    <a:pt x="1691237" y="1848574"/>
                  </a:lnTo>
                  <a:lnTo>
                    <a:pt x="1721362" y="1814353"/>
                  </a:lnTo>
                  <a:lnTo>
                    <a:pt x="1746962" y="1776456"/>
                  </a:lnTo>
                  <a:lnTo>
                    <a:pt x="1767613" y="1735309"/>
                  </a:lnTo>
                  <a:lnTo>
                    <a:pt x="1782889" y="1691336"/>
                  </a:lnTo>
                  <a:lnTo>
                    <a:pt x="1792367" y="1644961"/>
                  </a:lnTo>
                  <a:lnTo>
                    <a:pt x="1795620" y="1596611"/>
                  </a:lnTo>
                  <a:lnTo>
                    <a:pt x="1794006" y="1562633"/>
                  </a:lnTo>
                  <a:lnTo>
                    <a:pt x="1789270" y="1529568"/>
                  </a:lnTo>
                  <a:lnTo>
                    <a:pt x="1781573" y="1497552"/>
                  </a:lnTo>
                  <a:lnTo>
                    <a:pt x="1771076" y="1466719"/>
                  </a:lnTo>
                  <a:lnTo>
                    <a:pt x="1811036" y="1443158"/>
                  </a:lnTo>
                  <a:lnTo>
                    <a:pt x="1847713" y="1415105"/>
                  </a:lnTo>
                  <a:lnTo>
                    <a:pt x="1880727" y="1382935"/>
                  </a:lnTo>
                  <a:lnTo>
                    <a:pt x="1909701" y="1347027"/>
                  </a:lnTo>
                  <a:lnTo>
                    <a:pt x="1934256" y="1307755"/>
                  </a:lnTo>
                  <a:lnTo>
                    <a:pt x="1954014" y="1265496"/>
                  </a:lnTo>
                  <a:lnTo>
                    <a:pt x="1968595" y="1220627"/>
                  </a:lnTo>
                  <a:lnTo>
                    <a:pt x="1977621" y="1173523"/>
                  </a:lnTo>
                  <a:lnTo>
                    <a:pt x="1980714" y="1124562"/>
                  </a:lnTo>
                  <a:lnTo>
                    <a:pt x="1977247" y="1072735"/>
                  </a:lnTo>
                  <a:lnTo>
                    <a:pt x="1967145" y="1023015"/>
                  </a:lnTo>
                  <a:lnTo>
                    <a:pt x="1950859" y="975851"/>
                  </a:lnTo>
                  <a:lnTo>
                    <a:pt x="1928838" y="931692"/>
                  </a:lnTo>
                  <a:lnTo>
                    <a:pt x="1901533" y="890988"/>
                  </a:lnTo>
                  <a:lnTo>
                    <a:pt x="1869394" y="854187"/>
                  </a:lnTo>
                  <a:lnTo>
                    <a:pt x="1832870" y="821738"/>
                  </a:lnTo>
                  <a:lnTo>
                    <a:pt x="1792412" y="794091"/>
                  </a:lnTo>
                  <a:lnTo>
                    <a:pt x="1748470" y="771693"/>
                  </a:lnTo>
                  <a:lnTo>
                    <a:pt x="1752824" y="751751"/>
                  </a:lnTo>
                  <a:lnTo>
                    <a:pt x="1755993" y="731388"/>
                  </a:lnTo>
                  <a:lnTo>
                    <a:pt x="1757929" y="710645"/>
                  </a:lnTo>
                  <a:lnTo>
                    <a:pt x="1758585" y="689560"/>
                  </a:lnTo>
                  <a:lnTo>
                    <a:pt x="1755501" y="643715"/>
                  </a:lnTo>
                  <a:lnTo>
                    <a:pt x="1746517" y="599745"/>
                  </a:lnTo>
                  <a:lnTo>
                    <a:pt x="1732036" y="558052"/>
                  </a:lnTo>
                  <a:lnTo>
                    <a:pt x="1712461" y="519039"/>
                  </a:lnTo>
                  <a:lnTo>
                    <a:pt x="1688193" y="483107"/>
                  </a:lnTo>
                  <a:lnTo>
                    <a:pt x="1659636" y="450661"/>
                  </a:lnTo>
                  <a:lnTo>
                    <a:pt x="1627192" y="422102"/>
                  </a:lnTo>
                  <a:lnTo>
                    <a:pt x="1591263" y="397833"/>
                  </a:lnTo>
                  <a:lnTo>
                    <a:pt x="1552252" y="378256"/>
                  </a:lnTo>
                  <a:lnTo>
                    <a:pt x="1510562" y="363775"/>
                  </a:lnTo>
                  <a:lnTo>
                    <a:pt x="1466594" y="354790"/>
                  </a:lnTo>
                  <a:lnTo>
                    <a:pt x="1420752" y="351706"/>
                  </a:lnTo>
                  <a:lnTo>
                    <a:pt x="1395391" y="352652"/>
                  </a:lnTo>
                  <a:lnTo>
                    <a:pt x="1370539" y="355438"/>
                  </a:lnTo>
                  <a:lnTo>
                    <a:pt x="1346260" y="359989"/>
                  </a:lnTo>
                  <a:lnTo>
                    <a:pt x="1322619" y="366229"/>
                  </a:lnTo>
                  <a:lnTo>
                    <a:pt x="1323572" y="350450"/>
                  </a:lnTo>
                  <a:lnTo>
                    <a:pt x="1323467" y="339382"/>
                  </a:lnTo>
                  <a:lnTo>
                    <a:pt x="1323572" y="333204"/>
                  </a:lnTo>
                  <a:lnTo>
                    <a:pt x="1319959" y="283965"/>
                  </a:lnTo>
                  <a:lnTo>
                    <a:pt x="1309463" y="236969"/>
                  </a:lnTo>
                  <a:lnTo>
                    <a:pt x="1292601" y="192733"/>
                  </a:lnTo>
                  <a:lnTo>
                    <a:pt x="1269888" y="151770"/>
                  </a:lnTo>
                  <a:lnTo>
                    <a:pt x="1241838" y="114597"/>
                  </a:lnTo>
                  <a:lnTo>
                    <a:pt x="1208969" y="81728"/>
                  </a:lnTo>
                  <a:lnTo>
                    <a:pt x="1171794" y="53680"/>
                  </a:lnTo>
                  <a:lnTo>
                    <a:pt x="1130830" y="30968"/>
                  </a:lnTo>
                  <a:lnTo>
                    <a:pt x="1086592" y="14107"/>
                  </a:lnTo>
                  <a:lnTo>
                    <a:pt x="1039596" y="3612"/>
                  </a:lnTo>
                  <a:lnTo>
                    <a:pt x="99035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3533825" y="6876027"/>
              <a:ext cx="1705610" cy="1884045"/>
            </a:xfrm>
            <a:custGeom>
              <a:avLst/>
              <a:gdLst/>
              <a:ahLst/>
              <a:cxnLst/>
              <a:rect l="l" t="t" r="r" b="b"/>
              <a:pathLst>
                <a:path w="1705610" h="1884045">
                  <a:moveTo>
                    <a:pt x="426516" y="902398"/>
                  </a:moveTo>
                  <a:lnTo>
                    <a:pt x="395427" y="872109"/>
                  </a:lnTo>
                  <a:lnTo>
                    <a:pt x="359410" y="847750"/>
                  </a:lnTo>
                  <a:lnTo>
                    <a:pt x="319303" y="830097"/>
                  </a:lnTo>
                  <a:lnTo>
                    <a:pt x="275907" y="819899"/>
                  </a:lnTo>
                  <a:lnTo>
                    <a:pt x="230047" y="817930"/>
                  </a:lnTo>
                  <a:lnTo>
                    <a:pt x="181432" y="825360"/>
                  </a:lnTo>
                  <a:lnTo>
                    <a:pt x="136639" y="841819"/>
                  </a:lnTo>
                  <a:lnTo>
                    <a:pt x="96596" y="866292"/>
                  </a:lnTo>
                  <a:lnTo>
                    <a:pt x="62230" y="897737"/>
                  </a:lnTo>
                  <a:lnTo>
                    <a:pt x="34455" y="935151"/>
                  </a:lnTo>
                  <a:lnTo>
                    <a:pt x="14211" y="977480"/>
                  </a:lnTo>
                  <a:lnTo>
                    <a:pt x="2425" y="1023734"/>
                  </a:lnTo>
                  <a:lnTo>
                    <a:pt x="0" y="1072857"/>
                  </a:lnTo>
                  <a:lnTo>
                    <a:pt x="6362" y="1117053"/>
                  </a:lnTo>
                  <a:lnTo>
                    <a:pt x="20256" y="1158151"/>
                  </a:lnTo>
                  <a:lnTo>
                    <a:pt x="40894" y="1195489"/>
                  </a:lnTo>
                  <a:lnTo>
                    <a:pt x="67475" y="1228394"/>
                  </a:lnTo>
                  <a:lnTo>
                    <a:pt x="63169" y="1212773"/>
                  </a:lnTo>
                  <a:lnTo>
                    <a:pt x="59740" y="1196797"/>
                  </a:lnTo>
                  <a:lnTo>
                    <a:pt x="57264" y="1180477"/>
                  </a:lnTo>
                  <a:lnTo>
                    <a:pt x="55854" y="1163802"/>
                  </a:lnTo>
                  <a:lnTo>
                    <a:pt x="57696" y="1115402"/>
                  </a:lnTo>
                  <a:lnTo>
                    <a:pt x="67818" y="1069428"/>
                  </a:lnTo>
                  <a:lnTo>
                    <a:pt x="85496" y="1026668"/>
                  </a:lnTo>
                  <a:lnTo>
                    <a:pt x="110020" y="987907"/>
                  </a:lnTo>
                  <a:lnTo>
                    <a:pt x="140665" y="953947"/>
                  </a:lnTo>
                  <a:lnTo>
                    <a:pt x="176720" y="925588"/>
                  </a:lnTo>
                  <a:lnTo>
                    <a:pt x="217449" y="903630"/>
                  </a:lnTo>
                  <a:lnTo>
                    <a:pt x="262153" y="888847"/>
                  </a:lnTo>
                  <a:lnTo>
                    <a:pt x="310108" y="882065"/>
                  </a:lnTo>
                  <a:lnTo>
                    <a:pt x="340664" y="882256"/>
                  </a:lnTo>
                  <a:lnTo>
                    <a:pt x="370370" y="885863"/>
                  </a:lnTo>
                  <a:lnTo>
                    <a:pt x="399046" y="892644"/>
                  </a:lnTo>
                  <a:lnTo>
                    <a:pt x="426516" y="902398"/>
                  </a:lnTo>
                  <a:close/>
                </a:path>
                <a:path w="1705610" h="1884045">
                  <a:moveTo>
                    <a:pt x="516724" y="1683270"/>
                  </a:moveTo>
                  <a:lnTo>
                    <a:pt x="500900" y="1686763"/>
                  </a:lnTo>
                  <a:lnTo>
                    <a:pt x="484759" y="1689366"/>
                  </a:lnTo>
                  <a:lnTo>
                    <a:pt x="468337" y="1690992"/>
                  </a:lnTo>
                  <a:lnTo>
                    <a:pt x="451612" y="1691563"/>
                  </a:lnTo>
                  <a:lnTo>
                    <a:pt x="403377" y="1687233"/>
                  </a:lnTo>
                  <a:lnTo>
                    <a:pt x="357974" y="1674774"/>
                  </a:lnTo>
                  <a:lnTo>
                    <a:pt x="316166" y="1654924"/>
                  </a:lnTo>
                  <a:lnTo>
                    <a:pt x="278714" y="1628444"/>
                  </a:lnTo>
                  <a:lnTo>
                    <a:pt x="246380" y="1596097"/>
                  </a:lnTo>
                  <a:lnTo>
                    <a:pt x="219900" y="1558645"/>
                  </a:lnTo>
                  <a:lnTo>
                    <a:pt x="200063" y="1516837"/>
                  </a:lnTo>
                  <a:lnTo>
                    <a:pt x="187591" y="1471434"/>
                  </a:lnTo>
                  <a:lnTo>
                    <a:pt x="183273" y="1423200"/>
                  </a:lnTo>
                  <a:lnTo>
                    <a:pt x="185026" y="1392682"/>
                  </a:lnTo>
                  <a:lnTo>
                    <a:pt x="190157" y="1363205"/>
                  </a:lnTo>
                  <a:lnTo>
                    <a:pt x="198399" y="1334909"/>
                  </a:lnTo>
                  <a:lnTo>
                    <a:pt x="209537" y="1307973"/>
                  </a:lnTo>
                  <a:lnTo>
                    <a:pt x="177698" y="1337487"/>
                  </a:lnTo>
                  <a:lnTo>
                    <a:pt x="151536" y="1372196"/>
                  </a:lnTo>
                  <a:lnTo>
                    <a:pt x="131838" y="1411351"/>
                  </a:lnTo>
                  <a:lnTo>
                    <a:pt x="119443" y="1454162"/>
                  </a:lnTo>
                  <a:lnTo>
                    <a:pt x="115125" y="1499882"/>
                  </a:lnTo>
                  <a:lnTo>
                    <a:pt x="120053" y="1548803"/>
                  </a:lnTo>
                  <a:lnTo>
                    <a:pt x="134200" y="1594383"/>
                  </a:lnTo>
                  <a:lnTo>
                    <a:pt x="156591" y="1635620"/>
                  </a:lnTo>
                  <a:lnTo>
                    <a:pt x="186232" y="1671548"/>
                  </a:lnTo>
                  <a:lnTo>
                    <a:pt x="222161" y="1701203"/>
                  </a:lnTo>
                  <a:lnTo>
                    <a:pt x="263410" y="1723580"/>
                  </a:lnTo>
                  <a:lnTo>
                    <a:pt x="308978" y="1737728"/>
                  </a:lnTo>
                  <a:lnTo>
                    <a:pt x="357911" y="1742668"/>
                  </a:lnTo>
                  <a:lnTo>
                    <a:pt x="402386" y="1738579"/>
                  </a:lnTo>
                  <a:lnTo>
                    <a:pt x="444144" y="1726806"/>
                  </a:lnTo>
                  <a:lnTo>
                    <a:pt x="482498" y="1708111"/>
                  </a:lnTo>
                  <a:lnTo>
                    <a:pt x="516724" y="1683270"/>
                  </a:lnTo>
                  <a:close/>
                </a:path>
                <a:path w="1705610" h="1884045">
                  <a:moveTo>
                    <a:pt x="604342" y="442302"/>
                  </a:moveTo>
                  <a:lnTo>
                    <a:pt x="574840" y="410451"/>
                  </a:lnTo>
                  <a:lnTo>
                    <a:pt x="540118" y="384276"/>
                  </a:lnTo>
                  <a:lnTo>
                    <a:pt x="500964" y="364578"/>
                  </a:lnTo>
                  <a:lnTo>
                    <a:pt x="458152" y="352183"/>
                  </a:lnTo>
                  <a:lnTo>
                    <a:pt x="412432" y="347865"/>
                  </a:lnTo>
                  <a:lnTo>
                    <a:pt x="363512" y="352793"/>
                  </a:lnTo>
                  <a:lnTo>
                    <a:pt x="317931" y="366941"/>
                  </a:lnTo>
                  <a:lnTo>
                    <a:pt x="276694" y="389331"/>
                  </a:lnTo>
                  <a:lnTo>
                    <a:pt x="240753" y="418973"/>
                  </a:lnTo>
                  <a:lnTo>
                    <a:pt x="211112" y="454901"/>
                  </a:lnTo>
                  <a:lnTo>
                    <a:pt x="188722" y="496150"/>
                  </a:lnTo>
                  <a:lnTo>
                    <a:pt x="174586" y="541731"/>
                  </a:lnTo>
                  <a:lnTo>
                    <a:pt x="169646" y="590664"/>
                  </a:lnTo>
                  <a:lnTo>
                    <a:pt x="173736" y="635127"/>
                  </a:lnTo>
                  <a:lnTo>
                    <a:pt x="185508" y="676884"/>
                  </a:lnTo>
                  <a:lnTo>
                    <a:pt x="204190" y="715225"/>
                  </a:lnTo>
                  <a:lnTo>
                    <a:pt x="229044" y="749465"/>
                  </a:lnTo>
                  <a:lnTo>
                    <a:pt x="225552" y="733640"/>
                  </a:lnTo>
                  <a:lnTo>
                    <a:pt x="222948" y="717499"/>
                  </a:lnTo>
                  <a:lnTo>
                    <a:pt x="221322" y="701078"/>
                  </a:lnTo>
                  <a:lnTo>
                    <a:pt x="220764" y="684352"/>
                  </a:lnTo>
                  <a:lnTo>
                    <a:pt x="225082" y="636117"/>
                  </a:lnTo>
                  <a:lnTo>
                    <a:pt x="237553" y="590715"/>
                  </a:lnTo>
                  <a:lnTo>
                    <a:pt x="257403" y="548919"/>
                  </a:lnTo>
                  <a:lnTo>
                    <a:pt x="283870" y="511454"/>
                  </a:lnTo>
                  <a:lnTo>
                    <a:pt x="316217" y="479120"/>
                  </a:lnTo>
                  <a:lnTo>
                    <a:pt x="353669" y="452640"/>
                  </a:lnTo>
                  <a:lnTo>
                    <a:pt x="395478" y="432790"/>
                  </a:lnTo>
                  <a:lnTo>
                    <a:pt x="440880" y="420319"/>
                  </a:lnTo>
                  <a:lnTo>
                    <a:pt x="489115" y="416001"/>
                  </a:lnTo>
                  <a:lnTo>
                    <a:pt x="519633" y="417766"/>
                  </a:lnTo>
                  <a:lnTo>
                    <a:pt x="549109" y="422897"/>
                  </a:lnTo>
                  <a:lnTo>
                    <a:pt x="577405" y="431152"/>
                  </a:lnTo>
                  <a:lnTo>
                    <a:pt x="604342" y="442302"/>
                  </a:lnTo>
                  <a:close/>
                </a:path>
                <a:path w="1705610" h="1884045">
                  <a:moveTo>
                    <a:pt x="1069086" y="230200"/>
                  </a:moveTo>
                  <a:lnTo>
                    <a:pt x="1063040" y="187147"/>
                  </a:lnTo>
                  <a:lnTo>
                    <a:pt x="1049274" y="145542"/>
                  </a:lnTo>
                  <a:lnTo>
                    <a:pt x="1027772" y="106489"/>
                  </a:lnTo>
                  <a:lnTo>
                    <a:pt x="998499" y="71120"/>
                  </a:lnTo>
                  <a:lnTo>
                    <a:pt x="960399" y="40005"/>
                  </a:lnTo>
                  <a:lnTo>
                    <a:pt x="918171" y="17780"/>
                  </a:lnTo>
                  <a:lnTo>
                    <a:pt x="873188" y="4445"/>
                  </a:lnTo>
                  <a:lnTo>
                    <a:pt x="826808" y="0"/>
                  </a:lnTo>
                  <a:lnTo>
                    <a:pt x="780440" y="4445"/>
                  </a:lnTo>
                  <a:lnTo>
                    <a:pt x="735444" y="17780"/>
                  </a:lnTo>
                  <a:lnTo>
                    <a:pt x="693216" y="40005"/>
                  </a:lnTo>
                  <a:lnTo>
                    <a:pt x="655116" y="71120"/>
                  </a:lnTo>
                  <a:lnTo>
                    <a:pt x="626579" y="105460"/>
                  </a:lnTo>
                  <a:lnTo>
                    <a:pt x="605383" y="143306"/>
                  </a:lnTo>
                  <a:lnTo>
                    <a:pt x="591477" y="183642"/>
                  </a:lnTo>
                  <a:lnTo>
                    <a:pt x="584847" y="225425"/>
                  </a:lnTo>
                  <a:lnTo>
                    <a:pt x="593559" y="211759"/>
                  </a:lnTo>
                  <a:lnTo>
                    <a:pt x="603135" y="198513"/>
                  </a:lnTo>
                  <a:lnTo>
                    <a:pt x="662190" y="142468"/>
                  </a:lnTo>
                  <a:lnTo>
                    <a:pt x="703110" y="119189"/>
                  </a:lnTo>
                  <a:lnTo>
                    <a:pt x="746709" y="103657"/>
                  </a:lnTo>
                  <a:lnTo>
                    <a:pt x="791908" y="95897"/>
                  </a:lnTo>
                  <a:lnTo>
                    <a:pt x="837653" y="95897"/>
                  </a:lnTo>
                  <a:lnTo>
                    <a:pt x="882853" y="103657"/>
                  </a:lnTo>
                  <a:lnTo>
                    <a:pt x="926452" y="119176"/>
                  </a:lnTo>
                  <a:lnTo>
                    <a:pt x="967371" y="142468"/>
                  </a:lnTo>
                  <a:lnTo>
                    <a:pt x="1004531" y="173520"/>
                  </a:lnTo>
                  <a:lnTo>
                    <a:pt x="1042085" y="220814"/>
                  </a:lnTo>
                  <a:lnTo>
                    <a:pt x="1067422" y="273583"/>
                  </a:lnTo>
                  <a:lnTo>
                    <a:pt x="1069086" y="230200"/>
                  </a:lnTo>
                  <a:close/>
                </a:path>
                <a:path w="1705610" h="1884045">
                  <a:moveTo>
                    <a:pt x="1084160" y="1658581"/>
                  </a:moveTo>
                  <a:lnTo>
                    <a:pt x="1055408" y="1698256"/>
                  </a:lnTo>
                  <a:lnTo>
                    <a:pt x="1006817" y="1741538"/>
                  </a:lnTo>
                  <a:lnTo>
                    <a:pt x="965898" y="1764817"/>
                  </a:lnTo>
                  <a:lnTo>
                    <a:pt x="922299" y="1780349"/>
                  </a:lnTo>
                  <a:lnTo>
                    <a:pt x="877100" y="1788109"/>
                  </a:lnTo>
                  <a:lnTo>
                    <a:pt x="831354" y="1788109"/>
                  </a:lnTo>
                  <a:lnTo>
                    <a:pt x="786155" y="1780349"/>
                  </a:lnTo>
                  <a:lnTo>
                    <a:pt x="742556" y="1764830"/>
                  </a:lnTo>
                  <a:lnTo>
                    <a:pt x="701636" y="1741538"/>
                  </a:lnTo>
                  <a:lnTo>
                    <a:pt x="664464" y="1710486"/>
                  </a:lnTo>
                  <a:lnTo>
                    <a:pt x="626922" y="1663192"/>
                  </a:lnTo>
                  <a:lnTo>
                    <a:pt x="601586" y="1610410"/>
                  </a:lnTo>
                  <a:lnTo>
                    <a:pt x="599922" y="1653806"/>
                  </a:lnTo>
                  <a:lnTo>
                    <a:pt x="605967" y="1696859"/>
                  </a:lnTo>
                  <a:lnTo>
                    <a:pt x="619734" y="1738464"/>
                  </a:lnTo>
                  <a:lnTo>
                    <a:pt x="641235" y="1777517"/>
                  </a:lnTo>
                  <a:lnTo>
                    <a:pt x="670521" y="1812886"/>
                  </a:lnTo>
                  <a:lnTo>
                    <a:pt x="708609" y="1843989"/>
                  </a:lnTo>
                  <a:lnTo>
                    <a:pt x="750836" y="1866214"/>
                  </a:lnTo>
                  <a:lnTo>
                    <a:pt x="795820" y="1879549"/>
                  </a:lnTo>
                  <a:lnTo>
                    <a:pt x="842187" y="1883994"/>
                  </a:lnTo>
                  <a:lnTo>
                    <a:pt x="888568" y="1879549"/>
                  </a:lnTo>
                  <a:lnTo>
                    <a:pt x="933551" y="1866214"/>
                  </a:lnTo>
                  <a:lnTo>
                    <a:pt x="975791" y="1843989"/>
                  </a:lnTo>
                  <a:lnTo>
                    <a:pt x="1013879" y="1812886"/>
                  </a:lnTo>
                  <a:lnTo>
                    <a:pt x="1042416" y="1778546"/>
                  </a:lnTo>
                  <a:lnTo>
                    <a:pt x="1063625" y="1740700"/>
                  </a:lnTo>
                  <a:lnTo>
                    <a:pt x="1077531" y="1700364"/>
                  </a:lnTo>
                  <a:lnTo>
                    <a:pt x="1084160" y="1658581"/>
                  </a:lnTo>
                  <a:close/>
                </a:path>
                <a:path w="1705610" h="1884045">
                  <a:moveTo>
                    <a:pt x="1101001" y="1224241"/>
                  </a:moveTo>
                  <a:lnTo>
                    <a:pt x="1072489" y="1264094"/>
                  </a:lnTo>
                  <a:lnTo>
                    <a:pt x="1024166" y="1307668"/>
                  </a:lnTo>
                  <a:lnTo>
                    <a:pt x="983399" y="1331214"/>
                  </a:lnTo>
                  <a:lnTo>
                    <a:pt x="939901" y="1347000"/>
                  </a:lnTo>
                  <a:lnTo>
                    <a:pt x="894753" y="1355051"/>
                  </a:lnTo>
                  <a:lnTo>
                    <a:pt x="849007" y="1355331"/>
                  </a:lnTo>
                  <a:lnTo>
                    <a:pt x="803757" y="1347851"/>
                  </a:lnTo>
                  <a:lnTo>
                    <a:pt x="760069" y="1332585"/>
                  </a:lnTo>
                  <a:lnTo>
                    <a:pt x="719010" y="1309547"/>
                  </a:lnTo>
                  <a:lnTo>
                    <a:pt x="681647" y="1278724"/>
                  </a:lnTo>
                  <a:lnTo>
                    <a:pt x="643801" y="1231671"/>
                  </a:lnTo>
                  <a:lnTo>
                    <a:pt x="618134" y="1179068"/>
                  </a:lnTo>
                  <a:lnTo>
                    <a:pt x="616750" y="1222463"/>
                  </a:lnTo>
                  <a:lnTo>
                    <a:pt x="623062" y="1265466"/>
                  </a:lnTo>
                  <a:lnTo>
                    <a:pt x="637070" y="1306995"/>
                  </a:lnTo>
                  <a:lnTo>
                    <a:pt x="658825" y="1345907"/>
                  </a:lnTo>
                  <a:lnTo>
                    <a:pt x="688314" y="1381099"/>
                  </a:lnTo>
                  <a:lnTo>
                    <a:pt x="726592" y="1411973"/>
                  </a:lnTo>
                  <a:lnTo>
                    <a:pt x="768959" y="1433931"/>
                  </a:lnTo>
                  <a:lnTo>
                    <a:pt x="814031" y="1446987"/>
                  </a:lnTo>
                  <a:lnTo>
                    <a:pt x="860425" y="1451140"/>
                  </a:lnTo>
                  <a:lnTo>
                    <a:pt x="906767" y="1446415"/>
                  </a:lnTo>
                  <a:lnTo>
                    <a:pt x="951674" y="1432801"/>
                  </a:lnTo>
                  <a:lnTo>
                    <a:pt x="993775" y="1410322"/>
                  </a:lnTo>
                  <a:lnTo>
                    <a:pt x="1031671" y="1378966"/>
                  </a:lnTo>
                  <a:lnTo>
                    <a:pt x="1060005" y="1344460"/>
                  </a:lnTo>
                  <a:lnTo>
                    <a:pt x="1080973" y="1306474"/>
                  </a:lnTo>
                  <a:lnTo>
                    <a:pt x="1094625" y="1266063"/>
                  </a:lnTo>
                  <a:lnTo>
                    <a:pt x="1101001" y="1224241"/>
                  </a:lnTo>
                  <a:close/>
                </a:path>
                <a:path w="1705610" h="1884045">
                  <a:moveTo>
                    <a:pt x="1161300" y="838746"/>
                  </a:moveTo>
                  <a:lnTo>
                    <a:pt x="1154988" y="795731"/>
                  </a:lnTo>
                  <a:lnTo>
                    <a:pt x="1140968" y="754214"/>
                  </a:lnTo>
                  <a:lnTo>
                    <a:pt x="1119225" y="715302"/>
                  </a:lnTo>
                  <a:lnTo>
                    <a:pt x="1089736" y="680110"/>
                  </a:lnTo>
                  <a:lnTo>
                    <a:pt x="1051458" y="649236"/>
                  </a:lnTo>
                  <a:lnTo>
                    <a:pt x="1009091" y="627278"/>
                  </a:lnTo>
                  <a:lnTo>
                    <a:pt x="964018" y="614222"/>
                  </a:lnTo>
                  <a:lnTo>
                    <a:pt x="917625" y="610057"/>
                  </a:lnTo>
                  <a:lnTo>
                    <a:pt x="871283" y="614794"/>
                  </a:lnTo>
                  <a:lnTo>
                    <a:pt x="826376" y="628396"/>
                  </a:lnTo>
                  <a:lnTo>
                    <a:pt x="784275" y="650887"/>
                  </a:lnTo>
                  <a:lnTo>
                    <a:pt x="746379" y="682231"/>
                  </a:lnTo>
                  <a:lnTo>
                    <a:pt x="718045" y="716749"/>
                  </a:lnTo>
                  <a:lnTo>
                    <a:pt x="697064" y="754722"/>
                  </a:lnTo>
                  <a:lnTo>
                    <a:pt x="683425" y="795147"/>
                  </a:lnTo>
                  <a:lnTo>
                    <a:pt x="677049" y="836968"/>
                  </a:lnTo>
                  <a:lnTo>
                    <a:pt x="685685" y="823252"/>
                  </a:lnTo>
                  <a:lnTo>
                    <a:pt x="695172" y="809942"/>
                  </a:lnTo>
                  <a:lnTo>
                    <a:pt x="753872" y="753541"/>
                  </a:lnTo>
                  <a:lnTo>
                    <a:pt x="794651" y="729996"/>
                  </a:lnTo>
                  <a:lnTo>
                    <a:pt x="838149" y="714197"/>
                  </a:lnTo>
                  <a:lnTo>
                    <a:pt x="883297" y="706158"/>
                  </a:lnTo>
                  <a:lnTo>
                    <a:pt x="929043" y="705878"/>
                  </a:lnTo>
                  <a:lnTo>
                    <a:pt x="974293" y="713359"/>
                  </a:lnTo>
                  <a:lnTo>
                    <a:pt x="1017981" y="728611"/>
                  </a:lnTo>
                  <a:lnTo>
                    <a:pt x="1059040" y="751649"/>
                  </a:lnTo>
                  <a:lnTo>
                    <a:pt x="1096403" y="782472"/>
                  </a:lnTo>
                  <a:lnTo>
                    <a:pt x="1134249" y="829525"/>
                  </a:lnTo>
                  <a:lnTo>
                    <a:pt x="1159916" y="882129"/>
                  </a:lnTo>
                  <a:lnTo>
                    <a:pt x="1161300" y="838746"/>
                  </a:lnTo>
                  <a:close/>
                </a:path>
                <a:path w="1705610" h="1884045">
                  <a:moveTo>
                    <a:pt x="1499349" y="595401"/>
                  </a:moveTo>
                  <a:lnTo>
                    <a:pt x="1494421" y="546481"/>
                  </a:lnTo>
                  <a:lnTo>
                    <a:pt x="1480273" y="500900"/>
                  </a:lnTo>
                  <a:lnTo>
                    <a:pt x="1457896" y="459663"/>
                  </a:lnTo>
                  <a:lnTo>
                    <a:pt x="1428254" y="423735"/>
                  </a:lnTo>
                  <a:lnTo>
                    <a:pt x="1392313" y="394081"/>
                  </a:lnTo>
                  <a:lnTo>
                    <a:pt x="1351076" y="371690"/>
                  </a:lnTo>
                  <a:lnTo>
                    <a:pt x="1305496" y="357543"/>
                  </a:lnTo>
                  <a:lnTo>
                    <a:pt x="1256563" y="352615"/>
                  </a:lnTo>
                  <a:lnTo>
                    <a:pt x="1212100" y="356704"/>
                  </a:lnTo>
                  <a:lnTo>
                    <a:pt x="1170330" y="368477"/>
                  </a:lnTo>
                  <a:lnTo>
                    <a:pt x="1131989" y="387159"/>
                  </a:lnTo>
                  <a:lnTo>
                    <a:pt x="1097749" y="412013"/>
                  </a:lnTo>
                  <a:lnTo>
                    <a:pt x="1113586" y="408520"/>
                  </a:lnTo>
                  <a:lnTo>
                    <a:pt x="1129715" y="405917"/>
                  </a:lnTo>
                  <a:lnTo>
                    <a:pt x="1146149" y="404291"/>
                  </a:lnTo>
                  <a:lnTo>
                    <a:pt x="1162875" y="403720"/>
                  </a:lnTo>
                  <a:lnTo>
                    <a:pt x="1211110" y="408051"/>
                  </a:lnTo>
                  <a:lnTo>
                    <a:pt x="1256512" y="420509"/>
                  </a:lnTo>
                  <a:lnTo>
                    <a:pt x="1298308" y="440359"/>
                  </a:lnTo>
                  <a:lnTo>
                    <a:pt x="1335760" y="466839"/>
                  </a:lnTo>
                  <a:lnTo>
                    <a:pt x="1368107" y="499186"/>
                  </a:lnTo>
                  <a:lnTo>
                    <a:pt x="1394574" y="536638"/>
                  </a:lnTo>
                  <a:lnTo>
                    <a:pt x="1414424" y="578446"/>
                  </a:lnTo>
                  <a:lnTo>
                    <a:pt x="1426883" y="623836"/>
                  </a:lnTo>
                  <a:lnTo>
                    <a:pt x="1431213" y="672084"/>
                  </a:lnTo>
                  <a:lnTo>
                    <a:pt x="1429448" y="702589"/>
                  </a:lnTo>
                  <a:lnTo>
                    <a:pt x="1424330" y="732078"/>
                  </a:lnTo>
                  <a:lnTo>
                    <a:pt x="1416075" y="760361"/>
                  </a:lnTo>
                  <a:lnTo>
                    <a:pt x="1404937" y="787298"/>
                  </a:lnTo>
                  <a:lnTo>
                    <a:pt x="1436776" y="757796"/>
                  </a:lnTo>
                  <a:lnTo>
                    <a:pt x="1462951" y="723087"/>
                  </a:lnTo>
                  <a:lnTo>
                    <a:pt x="1482636" y="683933"/>
                  </a:lnTo>
                  <a:lnTo>
                    <a:pt x="1495044" y="641108"/>
                  </a:lnTo>
                  <a:lnTo>
                    <a:pt x="1499349" y="595401"/>
                  </a:lnTo>
                  <a:close/>
                </a:path>
                <a:path w="1705610" h="1884045">
                  <a:moveTo>
                    <a:pt x="1587957" y="1511427"/>
                  </a:moveTo>
                  <a:lnTo>
                    <a:pt x="1583867" y="1466977"/>
                  </a:lnTo>
                  <a:lnTo>
                    <a:pt x="1572094" y="1425219"/>
                  </a:lnTo>
                  <a:lnTo>
                    <a:pt x="1553413" y="1386865"/>
                  </a:lnTo>
                  <a:lnTo>
                    <a:pt x="1528559" y="1352626"/>
                  </a:lnTo>
                  <a:lnTo>
                    <a:pt x="1532051" y="1368463"/>
                  </a:lnTo>
                  <a:lnTo>
                    <a:pt x="1534655" y="1384592"/>
                  </a:lnTo>
                  <a:lnTo>
                    <a:pt x="1536268" y="1401025"/>
                  </a:lnTo>
                  <a:lnTo>
                    <a:pt x="1536827" y="1417739"/>
                  </a:lnTo>
                  <a:lnTo>
                    <a:pt x="1532509" y="1465973"/>
                  </a:lnTo>
                  <a:lnTo>
                    <a:pt x="1520050" y="1511376"/>
                  </a:lnTo>
                  <a:lnTo>
                    <a:pt x="1500200" y="1553184"/>
                  </a:lnTo>
                  <a:lnTo>
                    <a:pt x="1473733" y="1590636"/>
                  </a:lnTo>
                  <a:lnTo>
                    <a:pt x="1441386" y="1622983"/>
                  </a:lnTo>
                  <a:lnTo>
                    <a:pt x="1403934" y="1649463"/>
                  </a:lnTo>
                  <a:lnTo>
                    <a:pt x="1362125" y="1669313"/>
                  </a:lnTo>
                  <a:lnTo>
                    <a:pt x="1316723" y="1681772"/>
                  </a:lnTo>
                  <a:lnTo>
                    <a:pt x="1268488" y="1686102"/>
                  </a:lnTo>
                  <a:lnTo>
                    <a:pt x="1237970" y="1684337"/>
                  </a:lnTo>
                  <a:lnTo>
                    <a:pt x="1208493" y="1679206"/>
                  </a:lnTo>
                  <a:lnTo>
                    <a:pt x="1180198" y="1670951"/>
                  </a:lnTo>
                  <a:lnTo>
                    <a:pt x="1153261" y="1659801"/>
                  </a:lnTo>
                  <a:lnTo>
                    <a:pt x="1182763" y="1691652"/>
                  </a:lnTo>
                  <a:lnTo>
                    <a:pt x="1217485" y="1717814"/>
                  </a:lnTo>
                  <a:lnTo>
                    <a:pt x="1256639" y="1737512"/>
                  </a:lnTo>
                  <a:lnTo>
                    <a:pt x="1299451" y="1749920"/>
                  </a:lnTo>
                  <a:lnTo>
                    <a:pt x="1345171" y="1754238"/>
                  </a:lnTo>
                  <a:lnTo>
                    <a:pt x="1394091" y="1749298"/>
                  </a:lnTo>
                  <a:lnTo>
                    <a:pt x="1439672" y="1735150"/>
                  </a:lnTo>
                  <a:lnTo>
                    <a:pt x="1480908" y="1712772"/>
                  </a:lnTo>
                  <a:lnTo>
                    <a:pt x="1516849" y="1683118"/>
                  </a:lnTo>
                  <a:lnTo>
                    <a:pt x="1546491" y="1647190"/>
                  </a:lnTo>
                  <a:lnTo>
                    <a:pt x="1568881" y="1605953"/>
                  </a:lnTo>
                  <a:lnTo>
                    <a:pt x="1583016" y="1560372"/>
                  </a:lnTo>
                  <a:lnTo>
                    <a:pt x="1587957" y="1511427"/>
                  </a:lnTo>
                  <a:close/>
                </a:path>
                <a:path w="1705610" h="1884045">
                  <a:moveTo>
                    <a:pt x="1705216" y="1059776"/>
                  </a:moveTo>
                  <a:lnTo>
                    <a:pt x="1696389" y="1011389"/>
                  </a:lnTo>
                  <a:lnTo>
                    <a:pt x="1678647" y="967092"/>
                  </a:lnTo>
                  <a:lnTo>
                    <a:pt x="1653044" y="927773"/>
                  </a:lnTo>
                  <a:lnTo>
                    <a:pt x="1620621" y="894321"/>
                  </a:lnTo>
                  <a:lnTo>
                    <a:pt x="1582432" y="867638"/>
                  </a:lnTo>
                  <a:lnTo>
                    <a:pt x="1539532" y="848614"/>
                  </a:lnTo>
                  <a:lnTo>
                    <a:pt x="1492973" y="838149"/>
                  </a:lnTo>
                  <a:lnTo>
                    <a:pt x="1443799" y="837145"/>
                  </a:lnTo>
                  <a:lnTo>
                    <a:pt x="1399806" y="844778"/>
                  </a:lnTo>
                  <a:lnTo>
                    <a:pt x="1359115" y="859840"/>
                  </a:lnTo>
                  <a:lnTo>
                    <a:pt x="1322387" y="881532"/>
                  </a:lnTo>
                  <a:lnTo>
                    <a:pt x="1290256" y="909040"/>
                  </a:lnTo>
                  <a:lnTo>
                    <a:pt x="1305750" y="904290"/>
                  </a:lnTo>
                  <a:lnTo>
                    <a:pt x="1321612" y="900404"/>
                  </a:lnTo>
                  <a:lnTo>
                    <a:pt x="1337868" y="897470"/>
                  </a:lnTo>
                  <a:lnTo>
                    <a:pt x="1354493" y="895578"/>
                  </a:lnTo>
                  <a:lnTo>
                    <a:pt x="1402918" y="896035"/>
                  </a:lnTo>
                  <a:lnTo>
                    <a:pt x="1449171" y="904836"/>
                  </a:lnTo>
                  <a:lnTo>
                    <a:pt x="1492427" y="921283"/>
                  </a:lnTo>
                  <a:lnTo>
                    <a:pt x="1531874" y="944676"/>
                  </a:lnTo>
                  <a:lnTo>
                    <a:pt x="1566684" y="974344"/>
                  </a:lnTo>
                  <a:lnTo>
                    <a:pt x="1596072" y="1009561"/>
                  </a:lnTo>
                  <a:lnTo>
                    <a:pt x="1619186" y="1049642"/>
                  </a:lnTo>
                  <a:lnTo>
                    <a:pt x="1635239" y="1093901"/>
                  </a:lnTo>
                  <a:lnTo>
                    <a:pt x="1643405" y="1141641"/>
                  </a:lnTo>
                  <a:lnTo>
                    <a:pt x="1644078" y="1172210"/>
                  </a:lnTo>
                  <a:lnTo>
                    <a:pt x="1641335" y="1202004"/>
                  </a:lnTo>
                  <a:lnTo>
                    <a:pt x="1635366" y="1230858"/>
                  </a:lnTo>
                  <a:lnTo>
                    <a:pt x="1626412" y="1258608"/>
                  </a:lnTo>
                  <a:lnTo>
                    <a:pt x="1655800" y="1226654"/>
                  </a:lnTo>
                  <a:lnTo>
                    <a:pt x="1679117" y="1189951"/>
                  </a:lnTo>
                  <a:lnTo>
                    <a:pt x="1695615" y="1149350"/>
                  </a:lnTo>
                  <a:lnTo>
                    <a:pt x="1704555" y="1105687"/>
                  </a:lnTo>
                  <a:lnTo>
                    <a:pt x="1705216" y="1059776"/>
                  </a:lnTo>
                  <a:close/>
                </a:path>
              </a:pathLst>
            </a:custGeom>
            <a:solidFill>
              <a:srgbClr val="259CA6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8" name="object 178" descr=""/>
          <p:cNvGrpSpPr/>
          <p:nvPr/>
        </p:nvGrpSpPr>
        <p:grpSpPr>
          <a:xfrm>
            <a:off x="1559025" y="5794015"/>
            <a:ext cx="1450975" cy="3631565"/>
            <a:chOff x="1559025" y="5794015"/>
            <a:chExt cx="1450975" cy="3631565"/>
          </a:xfrm>
        </p:grpSpPr>
        <p:sp>
          <p:nvSpPr>
            <p:cNvPr id="179" name="object 179" descr=""/>
            <p:cNvSpPr/>
            <p:nvPr/>
          </p:nvSpPr>
          <p:spPr>
            <a:xfrm>
              <a:off x="2292431" y="6708658"/>
              <a:ext cx="717550" cy="2155190"/>
            </a:xfrm>
            <a:custGeom>
              <a:avLst/>
              <a:gdLst/>
              <a:ahLst/>
              <a:cxnLst/>
              <a:rect l="l" t="t" r="r" b="b"/>
              <a:pathLst>
                <a:path w="717550" h="2155190">
                  <a:moveTo>
                    <a:pt x="370281" y="0"/>
                  </a:moveTo>
                  <a:lnTo>
                    <a:pt x="322706" y="23873"/>
                  </a:lnTo>
                  <a:lnTo>
                    <a:pt x="291784" y="64197"/>
                  </a:lnTo>
                  <a:lnTo>
                    <a:pt x="261659" y="121672"/>
                  </a:lnTo>
                  <a:lnTo>
                    <a:pt x="232472" y="194266"/>
                  </a:lnTo>
                  <a:lnTo>
                    <a:pt x="218273" y="235597"/>
                  </a:lnTo>
                  <a:lnTo>
                    <a:pt x="204360" y="279944"/>
                  </a:lnTo>
                  <a:lnTo>
                    <a:pt x="190751" y="327053"/>
                  </a:lnTo>
                  <a:lnTo>
                    <a:pt x="177463" y="376670"/>
                  </a:lnTo>
                  <a:lnTo>
                    <a:pt x="164513" y="428541"/>
                  </a:lnTo>
                  <a:lnTo>
                    <a:pt x="151919" y="482412"/>
                  </a:lnTo>
                  <a:lnTo>
                    <a:pt x="139698" y="538027"/>
                  </a:lnTo>
                  <a:lnTo>
                    <a:pt x="127868" y="595134"/>
                  </a:lnTo>
                  <a:lnTo>
                    <a:pt x="116446" y="653477"/>
                  </a:lnTo>
                  <a:lnTo>
                    <a:pt x="105448" y="712802"/>
                  </a:lnTo>
                  <a:lnTo>
                    <a:pt x="94894" y="772855"/>
                  </a:lnTo>
                  <a:lnTo>
                    <a:pt x="84799" y="833382"/>
                  </a:lnTo>
                  <a:lnTo>
                    <a:pt x="75181" y="894128"/>
                  </a:lnTo>
                  <a:lnTo>
                    <a:pt x="66058" y="954839"/>
                  </a:lnTo>
                  <a:lnTo>
                    <a:pt x="57447" y="1015260"/>
                  </a:lnTo>
                  <a:lnTo>
                    <a:pt x="49366" y="1075139"/>
                  </a:lnTo>
                  <a:lnTo>
                    <a:pt x="41831" y="1134219"/>
                  </a:lnTo>
                  <a:lnTo>
                    <a:pt x="34861" y="1192247"/>
                  </a:lnTo>
                  <a:lnTo>
                    <a:pt x="28471" y="1248969"/>
                  </a:lnTo>
                  <a:lnTo>
                    <a:pt x="22681" y="1304130"/>
                  </a:lnTo>
                  <a:lnTo>
                    <a:pt x="17507" y="1357476"/>
                  </a:lnTo>
                  <a:lnTo>
                    <a:pt x="12966" y="1408752"/>
                  </a:lnTo>
                  <a:lnTo>
                    <a:pt x="9076" y="1457705"/>
                  </a:lnTo>
                  <a:lnTo>
                    <a:pt x="5855" y="1504080"/>
                  </a:lnTo>
                  <a:lnTo>
                    <a:pt x="3319" y="1547622"/>
                  </a:lnTo>
                  <a:lnTo>
                    <a:pt x="1487" y="1588078"/>
                  </a:lnTo>
                  <a:lnTo>
                    <a:pt x="0" y="1658713"/>
                  </a:lnTo>
                  <a:lnTo>
                    <a:pt x="2103" y="1733019"/>
                  </a:lnTo>
                  <a:lnTo>
                    <a:pt x="8268" y="1800067"/>
                  </a:lnTo>
                  <a:lnTo>
                    <a:pt x="18276" y="1860174"/>
                  </a:lnTo>
                  <a:lnTo>
                    <a:pt x="31908" y="1913656"/>
                  </a:lnTo>
                  <a:lnTo>
                    <a:pt x="48946" y="1960829"/>
                  </a:lnTo>
                  <a:lnTo>
                    <a:pt x="69170" y="2002009"/>
                  </a:lnTo>
                  <a:lnTo>
                    <a:pt x="92362" y="2037512"/>
                  </a:lnTo>
                  <a:lnTo>
                    <a:pt x="118304" y="2067655"/>
                  </a:lnTo>
                  <a:lnTo>
                    <a:pt x="177559" y="2113123"/>
                  </a:lnTo>
                  <a:lnTo>
                    <a:pt x="245188" y="2140941"/>
                  </a:lnTo>
                  <a:lnTo>
                    <a:pt x="319439" y="2153638"/>
                  </a:lnTo>
                  <a:lnTo>
                    <a:pt x="358502" y="2155107"/>
                  </a:lnTo>
                  <a:lnTo>
                    <a:pt x="397566" y="2153638"/>
                  </a:lnTo>
                  <a:lnTo>
                    <a:pt x="435412" y="2149021"/>
                  </a:lnTo>
                  <a:lnTo>
                    <a:pt x="506573" y="2129080"/>
                  </a:lnTo>
                  <a:lnTo>
                    <a:pt x="570236" y="2092753"/>
                  </a:lnTo>
                  <a:lnTo>
                    <a:pt x="624651" y="2037512"/>
                  </a:lnTo>
                  <a:lnTo>
                    <a:pt x="647843" y="2002009"/>
                  </a:lnTo>
                  <a:lnTo>
                    <a:pt x="668068" y="1960829"/>
                  </a:lnTo>
                  <a:lnTo>
                    <a:pt x="685105" y="1913656"/>
                  </a:lnTo>
                  <a:lnTo>
                    <a:pt x="698737" y="1860174"/>
                  </a:lnTo>
                  <a:lnTo>
                    <a:pt x="708745" y="1800067"/>
                  </a:lnTo>
                  <a:lnTo>
                    <a:pt x="714911" y="1733019"/>
                  </a:lnTo>
                  <a:lnTo>
                    <a:pt x="717014" y="1658713"/>
                  </a:lnTo>
                  <a:lnTo>
                    <a:pt x="716690" y="1625193"/>
                  </a:lnTo>
                  <a:lnTo>
                    <a:pt x="714134" y="1547622"/>
                  </a:lnTo>
                  <a:lnTo>
                    <a:pt x="711925" y="1504080"/>
                  </a:lnTo>
                  <a:lnTo>
                    <a:pt x="709112" y="1457705"/>
                  </a:lnTo>
                  <a:lnTo>
                    <a:pt x="705705" y="1408752"/>
                  </a:lnTo>
                  <a:lnTo>
                    <a:pt x="701718" y="1357476"/>
                  </a:lnTo>
                  <a:lnTo>
                    <a:pt x="697161" y="1304130"/>
                  </a:lnTo>
                  <a:lnTo>
                    <a:pt x="692046" y="1248969"/>
                  </a:lnTo>
                  <a:lnTo>
                    <a:pt x="686386" y="1192247"/>
                  </a:lnTo>
                  <a:lnTo>
                    <a:pt x="680191" y="1134219"/>
                  </a:lnTo>
                  <a:lnTo>
                    <a:pt x="673475" y="1075139"/>
                  </a:lnTo>
                  <a:lnTo>
                    <a:pt x="666247" y="1015260"/>
                  </a:lnTo>
                  <a:lnTo>
                    <a:pt x="658521" y="954839"/>
                  </a:lnTo>
                  <a:lnTo>
                    <a:pt x="650309" y="894128"/>
                  </a:lnTo>
                  <a:lnTo>
                    <a:pt x="641621" y="833382"/>
                  </a:lnTo>
                  <a:lnTo>
                    <a:pt x="632469" y="772855"/>
                  </a:lnTo>
                  <a:lnTo>
                    <a:pt x="622867" y="712802"/>
                  </a:lnTo>
                  <a:lnTo>
                    <a:pt x="612824" y="653477"/>
                  </a:lnTo>
                  <a:lnTo>
                    <a:pt x="602353" y="595134"/>
                  </a:lnTo>
                  <a:lnTo>
                    <a:pt x="591466" y="538027"/>
                  </a:lnTo>
                  <a:lnTo>
                    <a:pt x="580175" y="482412"/>
                  </a:lnTo>
                  <a:lnTo>
                    <a:pt x="568491" y="428541"/>
                  </a:lnTo>
                  <a:lnTo>
                    <a:pt x="556426" y="376670"/>
                  </a:lnTo>
                  <a:lnTo>
                    <a:pt x="543992" y="327053"/>
                  </a:lnTo>
                  <a:lnTo>
                    <a:pt x="531201" y="279944"/>
                  </a:lnTo>
                  <a:lnTo>
                    <a:pt x="518064" y="235597"/>
                  </a:lnTo>
                  <a:lnTo>
                    <a:pt x="504593" y="194266"/>
                  </a:lnTo>
                  <a:lnTo>
                    <a:pt x="490801" y="156207"/>
                  </a:lnTo>
                  <a:lnTo>
                    <a:pt x="462296" y="90918"/>
                  </a:lnTo>
                  <a:lnTo>
                    <a:pt x="432646" y="41764"/>
                  </a:lnTo>
                  <a:lnTo>
                    <a:pt x="401943" y="10780"/>
                  </a:lnTo>
                  <a:lnTo>
                    <a:pt x="370281" y="0"/>
                  </a:lnTo>
                  <a:close/>
                </a:path>
              </a:pathLst>
            </a:custGeom>
            <a:solidFill>
              <a:srgbClr val="9FD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2303765" y="6814925"/>
              <a:ext cx="706120" cy="2049145"/>
            </a:xfrm>
            <a:custGeom>
              <a:avLst/>
              <a:gdLst/>
              <a:ahLst/>
              <a:cxnLst/>
              <a:rect l="l" t="t" r="r" b="b"/>
              <a:pathLst>
                <a:path w="706119" h="2049145">
                  <a:moveTo>
                    <a:pt x="458415" y="0"/>
                  </a:moveTo>
                  <a:lnTo>
                    <a:pt x="470340" y="45640"/>
                  </a:lnTo>
                  <a:lnTo>
                    <a:pt x="481941" y="93417"/>
                  </a:lnTo>
                  <a:lnTo>
                    <a:pt x="493210" y="143117"/>
                  </a:lnTo>
                  <a:lnTo>
                    <a:pt x="504134" y="194526"/>
                  </a:lnTo>
                  <a:lnTo>
                    <a:pt x="514706" y="247430"/>
                  </a:lnTo>
                  <a:lnTo>
                    <a:pt x="524914" y="301613"/>
                  </a:lnTo>
                  <a:lnTo>
                    <a:pt x="534750" y="356862"/>
                  </a:lnTo>
                  <a:lnTo>
                    <a:pt x="544202" y="412963"/>
                  </a:lnTo>
                  <a:lnTo>
                    <a:pt x="553262" y="469701"/>
                  </a:lnTo>
                  <a:lnTo>
                    <a:pt x="561918" y="526861"/>
                  </a:lnTo>
                  <a:lnTo>
                    <a:pt x="570162" y="584231"/>
                  </a:lnTo>
                  <a:lnTo>
                    <a:pt x="577983" y="641594"/>
                  </a:lnTo>
                  <a:lnTo>
                    <a:pt x="585372" y="698738"/>
                  </a:lnTo>
                  <a:lnTo>
                    <a:pt x="592317" y="755448"/>
                  </a:lnTo>
                  <a:lnTo>
                    <a:pt x="598811" y="811509"/>
                  </a:lnTo>
                  <a:lnTo>
                    <a:pt x="604842" y="866707"/>
                  </a:lnTo>
                  <a:lnTo>
                    <a:pt x="610400" y="920828"/>
                  </a:lnTo>
                  <a:lnTo>
                    <a:pt x="615477" y="973658"/>
                  </a:lnTo>
                  <a:lnTo>
                    <a:pt x="620061" y="1024982"/>
                  </a:lnTo>
                  <a:lnTo>
                    <a:pt x="624143" y="1074586"/>
                  </a:lnTo>
                  <a:lnTo>
                    <a:pt x="627713" y="1122255"/>
                  </a:lnTo>
                  <a:lnTo>
                    <a:pt x="630761" y="1167777"/>
                  </a:lnTo>
                  <a:lnTo>
                    <a:pt x="633277" y="1210935"/>
                  </a:lnTo>
                  <a:lnTo>
                    <a:pt x="635251" y="1251516"/>
                  </a:lnTo>
                  <a:lnTo>
                    <a:pt x="637534" y="1324090"/>
                  </a:lnTo>
                  <a:lnTo>
                    <a:pt x="637823" y="1355655"/>
                  </a:lnTo>
                  <a:lnTo>
                    <a:pt x="635719" y="1429960"/>
                  </a:lnTo>
                  <a:lnTo>
                    <a:pt x="629554" y="1497008"/>
                  </a:lnTo>
                  <a:lnTo>
                    <a:pt x="619546" y="1557115"/>
                  </a:lnTo>
                  <a:lnTo>
                    <a:pt x="605914" y="1610597"/>
                  </a:lnTo>
                  <a:lnTo>
                    <a:pt x="588876" y="1657770"/>
                  </a:lnTo>
                  <a:lnTo>
                    <a:pt x="568652" y="1698950"/>
                  </a:lnTo>
                  <a:lnTo>
                    <a:pt x="545459" y="1734454"/>
                  </a:lnTo>
                  <a:lnTo>
                    <a:pt x="519517" y="1764596"/>
                  </a:lnTo>
                  <a:lnTo>
                    <a:pt x="460260" y="1810064"/>
                  </a:lnTo>
                  <a:lnTo>
                    <a:pt x="392629" y="1837882"/>
                  </a:lnTo>
                  <a:lnTo>
                    <a:pt x="318375" y="1850579"/>
                  </a:lnTo>
                  <a:lnTo>
                    <a:pt x="279310" y="1852048"/>
                  </a:lnTo>
                  <a:lnTo>
                    <a:pt x="231739" y="1849838"/>
                  </a:lnTo>
                  <a:lnTo>
                    <a:pt x="186060" y="1842825"/>
                  </a:lnTo>
                  <a:lnTo>
                    <a:pt x="142672" y="1830431"/>
                  </a:lnTo>
                  <a:lnTo>
                    <a:pt x="101973" y="1812079"/>
                  </a:lnTo>
                  <a:lnTo>
                    <a:pt x="64363" y="1787195"/>
                  </a:lnTo>
                  <a:lnTo>
                    <a:pt x="30239" y="1755200"/>
                  </a:lnTo>
                  <a:lnTo>
                    <a:pt x="0" y="1715518"/>
                  </a:lnTo>
                  <a:lnTo>
                    <a:pt x="12011" y="1776226"/>
                  </a:lnTo>
                  <a:lnTo>
                    <a:pt x="27953" y="1829713"/>
                  </a:lnTo>
                  <a:lnTo>
                    <a:pt x="47569" y="1876347"/>
                  </a:lnTo>
                  <a:lnTo>
                    <a:pt x="70604" y="1916500"/>
                  </a:lnTo>
                  <a:lnTo>
                    <a:pt x="96800" y="1950541"/>
                  </a:lnTo>
                  <a:lnTo>
                    <a:pt x="125901" y="1978842"/>
                  </a:lnTo>
                  <a:lnTo>
                    <a:pt x="157652" y="2001773"/>
                  </a:lnTo>
                  <a:lnTo>
                    <a:pt x="191796" y="2019704"/>
                  </a:lnTo>
                  <a:lnTo>
                    <a:pt x="228076" y="2033006"/>
                  </a:lnTo>
                  <a:lnTo>
                    <a:pt x="266236" y="2042048"/>
                  </a:lnTo>
                  <a:lnTo>
                    <a:pt x="306020" y="2047202"/>
                  </a:lnTo>
                  <a:lnTo>
                    <a:pt x="347172" y="2048838"/>
                  </a:lnTo>
                  <a:lnTo>
                    <a:pt x="386237" y="2047369"/>
                  </a:lnTo>
                  <a:lnTo>
                    <a:pt x="424083" y="2042752"/>
                  </a:lnTo>
                  <a:lnTo>
                    <a:pt x="495244" y="2022811"/>
                  </a:lnTo>
                  <a:lnTo>
                    <a:pt x="558907" y="1986484"/>
                  </a:lnTo>
                  <a:lnTo>
                    <a:pt x="613321" y="1931243"/>
                  </a:lnTo>
                  <a:lnTo>
                    <a:pt x="636514" y="1895740"/>
                  </a:lnTo>
                  <a:lnTo>
                    <a:pt x="656738" y="1854560"/>
                  </a:lnTo>
                  <a:lnTo>
                    <a:pt x="673776" y="1807387"/>
                  </a:lnTo>
                  <a:lnTo>
                    <a:pt x="687408" y="1753905"/>
                  </a:lnTo>
                  <a:lnTo>
                    <a:pt x="697416" y="1693798"/>
                  </a:lnTo>
                  <a:lnTo>
                    <a:pt x="703581" y="1626750"/>
                  </a:lnTo>
                  <a:lnTo>
                    <a:pt x="705685" y="1552444"/>
                  </a:lnTo>
                  <a:lnTo>
                    <a:pt x="705371" y="1519512"/>
                  </a:lnTo>
                  <a:lnTo>
                    <a:pt x="702898" y="1443445"/>
                  </a:lnTo>
                  <a:lnTo>
                    <a:pt x="700761" y="1400796"/>
                  </a:lnTo>
                  <a:lnTo>
                    <a:pt x="698038" y="1355390"/>
                  </a:lnTo>
                  <a:lnTo>
                    <a:pt x="694741" y="1307472"/>
                  </a:lnTo>
                  <a:lnTo>
                    <a:pt x="690880" y="1257281"/>
                  </a:lnTo>
                  <a:lnTo>
                    <a:pt x="686468" y="1205061"/>
                  </a:lnTo>
                  <a:lnTo>
                    <a:pt x="681515" y="1151053"/>
                  </a:lnTo>
                  <a:lnTo>
                    <a:pt x="676032" y="1095499"/>
                  </a:lnTo>
                  <a:lnTo>
                    <a:pt x="670031" y="1038640"/>
                  </a:lnTo>
                  <a:lnTo>
                    <a:pt x="663523" y="980719"/>
                  </a:lnTo>
                  <a:lnTo>
                    <a:pt x="656519" y="921977"/>
                  </a:lnTo>
                  <a:lnTo>
                    <a:pt x="649030" y="862657"/>
                  </a:lnTo>
                  <a:lnTo>
                    <a:pt x="641067" y="802999"/>
                  </a:lnTo>
                  <a:lnTo>
                    <a:pt x="632643" y="743247"/>
                  </a:lnTo>
                  <a:lnTo>
                    <a:pt x="623767" y="683641"/>
                  </a:lnTo>
                  <a:lnTo>
                    <a:pt x="614451" y="624424"/>
                  </a:lnTo>
                  <a:lnTo>
                    <a:pt x="604707" y="565837"/>
                  </a:lnTo>
                  <a:lnTo>
                    <a:pt x="594545" y="508123"/>
                  </a:lnTo>
                  <a:lnTo>
                    <a:pt x="583977" y="451522"/>
                  </a:lnTo>
                  <a:lnTo>
                    <a:pt x="573013" y="396278"/>
                  </a:lnTo>
                  <a:lnTo>
                    <a:pt x="561666" y="342631"/>
                  </a:lnTo>
                  <a:lnTo>
                    <a:pt x="549946" y="290824"/>
                  </a:lnTo>
                  <a:lnTo>
                    <a:pt x="537865" y="241099"/>
                  </a:lnTo>
                  <a:lnTo>
                    <a:pt x="525434" y="193697"/>
                  </a:lnTo>
                  <a:lnTo>
                    <a:pt x="512663" y="148859"/>
                  </a:lnTo>
                  <a:lnTo>
                    <a:pt x="499565" y="106829"/>
                  </a:lnTo>
                  <a:lnTo>
                    <a:pt x="486150" y="67848"/>
                  </a:lnTo>
                  <a:lnTo>
                    <a:pt x="472429" y="32158"/>
                  </a:lnTo>
                  <a:lnTo>
                    <a:pt x="458415" y="0"/>
                  </a:lnTo>
                  <a:close/>
                </a:path>
              </a:pathLst>
            </a:custGeom>
            <a:solidFill>
              <a:srgbClr val="86C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2688997" y="8365825"/>
              <a:ext cx="0" cy="1059815"/>
            </a:xfrm>
            <a:custGeom>
              <a:avLst/>
              <a:gdLst/>
              <a:ahLst/>
              <a:cxnLst/>
              <a:rect l="l" t="t" r="r" b="b"/>
              <a:pathLst>
                <a:path w="0" h="1059815">
                  <a:moveTo>
                    <a:pt x="0" y="0"/>
                  </a:moveTo>
                  <a:lnTo>
                    <a:pt x="0" y="1059318"/>
                  </a:lnTo>
                </a:path>
              </a:pathLst>
            </a:custGeom>
            <a:ln w="41883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2688992" y="8406197"/>
              <a:ext cx="133985" cy="375285"/>
            </a:xfrm>
            <a:custGeom>
              <a:avLst/>
              <a:gdLst/>
              <a:ahLst/>
              <a:cxnLst/>
              <a:rect l="l" t="t" r="r" b="b"/>
              <a:pathLst>
                <a:path w="133985" h="375284">
                  <a:moveTo>
                    <a:pt x="133964" y="0"/>
                  </a:moveTo>
                  <a:lnTo>
                    <a:pt x="133964" y="68689"/>
                  </a:lnTo>
                  <a:lnTo>
                    <a:pt x="131904" y="93702"/>
                  </a:lnTo>
                  <a:lnTo>
                    <a:pt x="125835" y="117885"/>
                  </a:lnTo>
                  <a:lnTo>
                    <a:pt x="115919" y="140761"/>
                  </a:lnTo>
                  <a:lnTo>
                    <a:pt x="102321" y="161858"/>
                  </a:lnTo>
                  <a:lnTo>
                    <a:pt x="48721" y="231678"/>
                  </a:lnTo>
                  <a:lnTo>
                    <a:pt x="27781" y="264143"/>
                  </a:lnTo>
                  <a:lnTo>
                    <a:pt x="12514" y="299353"/>
                  </a:lnTo>
                  <a:lnTo>
                    <a:pt x="3170" y="336575"/>
                  </a:lnTo>
                  <a:lnTo>
                    <a:pt x="0" y="375077"/>
                  </a:lnTo>
                </a:path>
              </a:pathLst>
            </a:custGeom>
            <a:ln w="41883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2507206" y="8519106"/>
              <a:ext cx="182245" cy="369570"/>
            </a:xfrm>
            <a:custGeom>
              <a:avLst/>
              <a:gdLst/>
              <a:ahLst/>
              <a:cxnLst/>
              <a:rect l="l" t="t" r="r" b="b"/>
              <a:pathLst>
                <a:path w="182244" h="369570">
                  <a:moveTo>
                    <a:pt x="0" y="0"/>
                  </a:moveTo>
                  <a:lnTo>
                    <a:pt x="0" y="72039"/>
                  </a:lnTo>
                  <a:lnTo>
                    <a:pt x="5092" y="115749"/>
                  </a:lnTo>
                  <a:lnTo>
                    <a:pt x="19864" y="156605"/>
                  </a:lnTo>
                  <a:lnTo>
                    <a:pt x="43536" y="193035"/>
                  </a:lnTo>
                  <a:lnTo>
                    <a:pt x="75327" y="223469"/>
                  </a:lnTo>
                  <a:lnTo>
                    <a:pt x="129671" y="264588"/>
                  </a:lnTo>
                  <a:lnTo>
                    <a:pt x="151664" y="285643"/>
                  </a:lnTo>
                  <a:lnTo>
                    <a:pt x="168043" y="310843"/>
                  </a:lnTo>
                  <a:lnTo>
                    <a:pt x="178267" y="339107"/>
                  </a:lnTo>
                  <a:lnTo>
                    <a:pt x="181795" y="369350"/>
                  </a:lnTo>
                </a:path>
              </a:pathLst>
            </a:custGeom>
            <a:ln w="41883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559025" y="5794015"/>
              <a:ext cx="968375" cy="2909570"/>
            </a:xfrm>
            <a:custGeom>
              <a:avLst/>
              <a:gdLst/>
              <a:ahLst/>
              <a:cxnLst/>
              <a:rect l="l" t="t" r="r" b="b"/>
              <a:pathLst>
                <a:path w="968375" h="2909570">
                  <a:moveTo>
                    <a:pt x="499848" y="0"/>
                  </a:moveTo>
                  <a:lnTo>
                    <a:pt x="452155" y="17867"/>
                  </a:lnTo>
                  <a:lnTo>
                    <a:pt x="420903" y="48472"/>
                  </a:lnTo>
                  <a:lnTo>
                    <a:pt x="390175" y="92733"/>
                  </a:lnTo>
                  <a:lnTo>
                    <a:pt x="360045" y="149538"/>
                  </a:lnTo>
                  <a:lnTo>
                    <a:pt x="330590" y="217773"/>
                  </a:lnTo>
                  <a:lnTo>
                    <a:pt x="316140" y="255830"/>
                  </a:lnTo>
                  <a:lnTo>
                    <a:pt x="301887" y="296327"/>
                  </a:lnTo>
                  <a:lnTo>
                    <a:pt x="287841" y="339125"/>
                  </a:lnTo>
                  <a:lnTo>
                    <a:pt x="274010" y="384085"/>
                  </a:lnTo>
                  <a:lnTo>
                    <a:pt x="260406" y="431069"/>
                  </a:lnTo>
                  <a:lnTo>
                    <a:pt x="247037" y="479936"/>
                  </a:lnTo>
                  <a:lnTo>
                    <a:pt x="233913" y="530549"/>
                  </a:lnTo>
                  <a:lnTo>
                    <a:pt x="221043" y="582767"/>
                  </a:lnTo>
                  <a:lnTo>
                    <a:pt x="208437" y="636451"/>
                  </a:lnTo>
                  <a:lnTo>
                    <a:pt x="196104" y="691464"/>
                  </a:lnTo>
                  <a:lnTo>
                    <a:pt x="184053" y="747665"/>
                  </a:lnTo>
                  <a:lnTo>
                    <a:pt x="172295" y="804915"/>
                  </a:lnTo>
                  <a:lnTo>
                    <a:pt x="160839" y="863075"/>
                  </a:lnTo>
                  <a:lnTo>
                    <a:pt x="149694" y="922007"/>
                  </a:lnTo>
                  <a:lnTo>
                    <a:pt x="138870" y="981570"/>
                  </a:lnTo>
                  <a:lnTo>
                    <a:pt x="128376" y="1041627"/>
                  </a:lnTo>
                  <a:lnTo>
                    <a:pt x="118221" y="1102038"/>
                  </a:lnTo>
                  <a:lnTo>
                    <a:pt x="108416" y="1162663"/>
                  </a:lnTo>
                  <a:lnTo>
                    <a:pt x="98970" y="1223364"/>
                  </a:lnTo>
                  <a:lnTo>
                    <a:pt x="89891" y="1284001"/>
                  </a:lnTo>
                  <a:lnTo>
                    <a:pt x="81191" y="1344436"/>
                  </a:lnTo>
                  <a:lnTo>
                    <a:pt x="72878" y="1404529"/>
                  </a:lnTo>
                  <a:lnTo>
                    <a:pt x="64961" y="1464142"/>
                  </a:lnTo>
                  <a:lnTo>
                    <a:pt x="57451" y="1523134"/>
                  </a:lnTo>
                  <a:lnTo>
                    <a:pt x="50356" y="1581368"/>
                  </a:lnTo>
                  <a:lnTo>
                    <a:pt x="43687" y="1638704"/>
                  </a:lnTo>
                  <a:lnTo>
                    <a:pt x="37452" y="1695002"/>
                  </a:lnTo>
                  <a:lnTo>
                    <a:pt x="31662" y="1750124"/>
                  </a:lnTo>
                  <a:lnTo>
                    <a:pt x="26325" y="1803931"/>
                  </a:lnTo>
                  <a:lnTo>
                    <a:pt x="21451" y="1856283"/>
                  </a:lnTo>
                  <a:lnTo>
                    <a:pt x="17050" y="1907042"/>
                  </a:lnTo>
                  <a:lnTo>
                    <a:pt x="13132" y="1956068"/>
                  </a:lnTo>
                  <a:lnTo>
                    <a:pt x="9705" y="2003223"/>
                  </a:lnTo>
                  <a:lnTo>
                    <a:pt x="6779" y="2048366"/>
                  </a:lnTo>
                  <a:lnTo>
                    <a:pt x="4364" y="2091360"/>
                  </a:lnTo>
                  <a:lnTo>
                    <a:pt x="2469" y="2132064"/>
                  </a:lnTo>
                  <a:lnTo>
                    <a:pt x="1103" y="2170340"/>
                  </a:lnTo>
                  <a:lnTo>
                    <a:pt x="0" y="2239052"/>
                  </a:lnTo>
                  <a:lnTo>
                    <a:pt x="1456" y="2311715"/>
                  </a:lnTo>
                  <a:lnTo>
                    <a:pt x="5752" y="2379318"/>
                  </a:lnTo>
                  <a:lnTo>
                    <a:pt x="12781" y="2442016"/>
                  </a:lnTo>
                  <a:lnTo>
                    <a:pt x="22435" y="2499965"/>
                  </a:lnTo>
                  <a:lnTo>
                    <a:pt x="34607" y="2553320"/>
                  </a:lnTo>
                  <a:lnTo>
                    <a:pt x="49189" y="2602237"/>
                  </a:lnTo>
                  <a:lnTo>
                    <a:pt x="66073" y="2646871"/>
                  </a:lnTo>
                  <a:lnTo>
                    <a:pt x="85152" y="2687378"/>
                  </a:lnTo>
                  <a:lnTo>
                    <a:pt x="106318" y="2723912"/>
                  </a:lnTo>
                  <a:lnTo>
                    <a:pt x="129464" y="2756631"/>
                  </a:lnTo>
                  <a:lnTo>
                    <a:pt x="154481" y="2785688"/>
                  </a:lnTo>
                  <a:lnTo>
                    <a:pt x="209702" y="2833443"/>
                  </a:lnTo>
                  <a:lnTo>
                    <a:pt x="271119" y="2868420"/>
                  </a:lnTo>
                  <a:lnTo>
                    <a:pt x="337872" y="2891864"/>
                  </a:lnTo>
                  <a:lnTo>
                    <a:pt x="409100" y="2905017"/>
                  </a:lnTo>
                  <a:lnTo>
                    <a:pt x="483943" y="2909126"/>
                  </a:lnTo>
                  <a:lnTo>
                    <a:pt x="521763" y="2908124"/>
                  </a:lnTo>
                  <a:lnTo>
                    <a:pt x="594908" y="2899649"/>
                  </a:lnTo>
                  <a:lnTo>
                    <a:pt x="664008" y="2881506"/>
                  </a:lnTo>
                  <a:lnTo>
                    <a:pt x="728201" y="2852451"/>
                  </a:lnTo>
                  <a:lnTo>
                    <a:pt x="786627" y="2811241"/>
                  </a:lnTo>
                  <a:lnTo>
                    <a:pt x="838426" y="2756631"/>
                  </a:lnTo>
                  <a:lnTo>
                    <a:pt x="861571" y="2723912"/>
                  </a:lnTo>
                  <a:lnTo>
                    <a:pt x="882737" y="2687378"/>
                  </a:lnTo>
                  <a:lnTo>
                    <a:pt x="901815" y="2646871"/>
                  </a:lnTo>
                  <a:lnTo>
                    <a:pt x="918699" y="2602237"/>
                  </a:lnTo>
                  <a:lnTo>
                    <a:pt x="933280" y="2553320"/>
                  </a:lnTo>
                  <a:lnTo>
                    <a:pt x="945451" y="2499965"/>
                  </a:lnTo>
                  <a:lnTo>
                    <a:pt x="955105" y="2442016"/>
                  </a:lnTo>
                  <a:lnTo>
                    <a:pt x="962134" y="2379318"/>
                  </a:lnTo>
                  <a:lnTo>
                    <a:pt x="966430" y="2311715"/>
                  </a:lnTo>
                  <a:lnTo>
                    <a:pt x="967886" y="2239052"/>
                  </a:lnTo>
                  <a:lnTo>
                    <a:pt x="967646" y="2206049"/>
                  </a:lnTo>
                  <a:lnTo>
                    <a:pt x="965747" y="2132064"/>
                  </a:lnTo>
                  <a:lnTo>
                    <a:pt x="964100" y="2091360"/>
                  </a:lnTo>
                  <a:lnTo>
                    <a:pt x="961997" y="2048366"/>
                  </a:lnTo>
                  <a:lnTo>
                    <a:pt x="959445" y="2003223"/>
                  </a:lnTo>
                  <a:lnTo>
                    <a:pt x="956449" y="1956068"/>
                  </a:lnTo>
                  <a:lnTo>
                    <a:pt x="953017" y="1907042"/>
                  </a:lnTo>
                  <a:lnTo>
                    <a:pt x="949155" y="1856283"/>
                  </a:lnTo>
                  <a:lnTo>
                    <a:pt x="944868" y="1803931"/>
                  </a:lnTo>
                  <a:lnTo>
                    <a:pt x="940164" y="1750124"/>
                  </a:lnTo>
                  <a:lnTo>
                    <a:pt x="935050" y="1695002"/>
                  </a:lnTo>
                  <a:lnTo>
                    <a:pt x="929530" y="1638704"/>
                  </a:lnTo>
                  <a:lnTo>
                    <a:pt x="923613" y="1581368"/>
                  </a:lnTo>
                  <a:lnTo>
                    <a:pt x="917304" y="1523134"/>
                  </a:lnTo>
                  <a:lnTo>
                    <a:pt x="910610" y="1464142"/>
                  </a:lnTo>
                  <a:lnTo>
                    <a:pt x="903537" y="1404529"/>
                  </a:lnTo>
                  <a:lnTo>
                    <a:pt x="896092" y="1344436"/>
                  </a:lnTo>
                  <a:lnTo>
                    <a:pt x="888281" y="1284001"/>
                  </a:lnTo>
                  <a:lnTo>
                    <a:pt x="880110" y="1223364"/>
                  </a:lnTo>
                  <a:lnTo>
                    <a:pt x="871587" y="1162663"/>
                  </a:lnTo>
                  <a:lnTo>
                    <a:pt x="862717" y="1102038"/>
                  </a:lnTo>
                  <a:lnTo>
                    <a:pt x="853507" y="1041627"/>
                  </a:lnTo>
                  <a:lnTo>
                    <a:pt x="843964" y="981570"/>
                  </a:lnTo>
                  <a:lnTo>
                    <a:pt x="834093" y="922007"/>
                  </a:lnTo>
                  <a:lnTo>
                    <a:pt x="823902" y="863075"/>
                  </a:lnTo>
                  <a:lnTo>
                    <a:pt x="813396" y="804915"/>
                  </a:lnTo>
                  <a:lnTo>
                    <a:pt x="802583" y="747665"/>
                  </a:lnTo>
                  <a:lnTo>
                    <a:pt x="791468" y="691464"/>
                  </a:lnTo>
                  <a:lnTo>
                    <a:pt x="780058" y="636451"/>
                  </a:lnTo>
                  <a:lnTo>
                    <a:pt x="768360" y="582767"/>
                  </a:lnTo>
                  <a:lnTo>
                    <a:pt x="756379" y="530549"/>
                  </a:lnTo>
                  <a:lnTo>
                    <a:pt x="744123" y="479936"/>
                  </a:lnTo>
                  <a:lnTo>
                    <a:pt x="731598" y="431069"/>
                  </a:lnTo>
                  <a:lnTo>
                    <a:pt x="718810" y="384085"/>
                  </a:lnTo>
                  <a:lnTo>
                    <a:pt x="705766" y="339125"/>
                  </a:lnTo>
                  <a:lnTo>
                    <a:pt x="692472" y="296327"/>
                  </a:lnTo>
                  <a:lnTo>
                    <a:pt x="678935" y="255830"/>
                  </a:lnTo>
                  <a:lnTo>
                    <a:pt x="665160" y="217773"/>
                  </a:lnTo>
                  <a:lnTo>
                    <a:pt x="651156" y="182296"/>
                  </a:lnTo>
                  <a:lnTo>
                    <a:pt x="622480" y="119637"/>
                  </a:lnTo>
                  <a:lnTo>
                    <a:pt x="592960" y="68965"/>
                  </a:lnTo>
                  <a:lnTo>
                    <a:pt x="562647" y="31393"/>
                  </a:lnTo>
                  <a:lnTo>
                    <a:pt x="531593" y="8033"/>
                  </a:lnTo>
                  <a:lnTo>
                    <a:pt x="499848" y="0"/>
                  </a:lnTo>
                  <a:close/>
                </a:path>
              </a:pathLst>
            </a:custGeom>
            <a:solidFill>
              <a:srgbClr val="9FD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574325" y="5937460"/>
              <a:ext cx="953135" cy="2766060"/>
            </a:xfrm>
            <a:custGeom>
              <a:avLst/>
              <a:gdLst/>
              <a:ahLst/>
              <a:cxnLst/>
              <a:rect l="l" t="t" r="r" b="b"/>
              <a:pathLst>
                <a:path w="953135" h="2766059">
                  <a:moveTo>
                    <a:pt x="618808" y="0"/>
                  </a:moveTo>
                  <a:lnTo>
                    <a:pt x="630596" y="44661"/>
                  </a:lnTo>
                  <a:lnTo>
                    <a:pt x="642154" y="90900"/>
                  </a:lnTo>
                  <a:lnTo>
                    <a:pt x="653477" y="138605"/>
                  </a:lnTo>
                  <a:lnTo>
                    <a:pt x="664558" y="187663"/>
                  </a:lnTo>
                  <a:lnTo>
                    <a:pt x="675393" y="237961"/>
                  </a:lnTo>
                  <a:lnTo>
                    <a:pt x="685977" y="289388"/>
                  </a:lnTo>
                  <a:lnTo>
                    <a:pt x="696305" y="341830"/>
                  </a:lnTo>
                  <a:lnTo>
                    <a:pt x="706370" y="395176"/>
                  </a:lnTo>
                  <a:lnTo>
                    <a:pt x="716169" y="449313"/>
                  </a:lnTo>
                  <a:lnTo>
                    <a:pt x="725695" y="504128"/>
                  </a:lnTo>
                  <a:lnTo>
                    <a:pt x="734945" y="559510"/>
                  </a:lnTo>
                  <a:lnTo>
                    <a:pt x="743911" y="615346"/>
                  </a:lnTo>
                  <a:lnTo>
                    <a:pt x="752590" y="671523"/>
                  </a:lnTo>
                  <a:lnTo>
                    <a:pt x="760975" y="727929"/>
                  </a:lnTo>
                  <a:lnTo>
                    <a:pt x="769063" y="784452"/>
                  </a:lnTo>
                  <a:lnTo>
                    <a:pt x="776847" y="840979"/>
                  </a:lnTo>
                  <a:lnTo>
                    <a:pt x="784322" y="897397"/>
                  </a:lnTo>
                  <a:lnTo>
                    <a:pt x="791484" y="953596"/>
                  </a:lnTo>
                  <a:lnTo>
                    <a:pt x="798326" y="1009461"/>
                  </a:lnTo>
                  <a:lnTo>
                    <a:pt x="804844" y="1064881"/>
                  </a:lnTo>
                  <a:lnTo>
                    <a:pt x="811033" y="1119743"/>
                  </a:lnTo>
                  <a:lnTo>
                    <a:pt x="816887" y="1173935"/>
                  </a:lnTo>
                  <a:lnTo>
                    <a:pt x="822401" y="1227344"/>
                  </a:lnTo>
                  <a:lnTo>
                    <a:pt x="827570" y="1279859"/>
                  </a:lnTo>
                  <a:lnTo>
                    <a:pt x="832389" y="1331366"/>
                  </a:lnTo>
                  <a:lnTo>
                    <a:pt x="836852" y="1381753"/>
                  </a:lnTo>
                  <a:lnTo>
                    <a:pt x="840954" y="1430909"/>
                  </a:lnTo>
                  <a:lnTo>
                    <a:pt x="844690" y="1478719"/>
                  </a:lnTo>
                  <a:lnTo>
                    <a:pt x="848055" y="1525073"/>
                  </a:lnTo>
                  <a:lnTo>
                    <a:pt x="851044" y="1569857"/>
                  </a:lnTo>
                  <a:lnTo>
                    <a:pt x="853651" y="1612960"/>
                  </a:lnTo>
                  <a:lnTo>
                    <a:pt x="855872" y="1654269"/>
                  </a:lnTo>
                  <a:lnTo>
                    <a:pt x="857700" y="1693670"/>
                  </a:lnTo>
                  <a:lnTo>
                    <a:pt x="860160" y="1766305"/>
                  </a:lnTo>
                  <a:lnTo>
                    <a:pt x="860989" y="1829965"/>
                  </a:lnTo>
                  <a:lnTo>
                    <a:pt x="859533" y="1902628"/>
                  </a:lnTo>
                  <a:lnTo>
                    <a:pt x="855237" y="1970231"/>
                  </a:lnTo>
                  <a:lnTo>
                    <a:pt x="848207" y="2032929"/>
                  </a:lnTo>
                  <a:lnTo>
                    <a:pt x="838553" y="2090877"/>
                  </a:lnTo>
                  <a:lnTo>
                    <a:pt x="826381" y="2144232"/>
                  </a:lnTo>
                  <a:lnTo>
                    <a:pt x="811800" y="2193148"/>
                  </a:lnTo>
                  <a:lnTo>
                    <a:pt x="794915" y="2237781"/>
                  </a:lnTo>
                  <a:lnTo>
                    <a:pt x="775836" y="2278287"/>
                  </a:lnTo>
                  <a:lnTo>
                    <a:pt x="754670" y="2314821"/>
                  </a:lnTo>
                  <a:lnTo>
                    <a:pt x="731525" y="2347539"/>
                  </a:lnTo>
                  <a:lnTo>
                    <a:pt x="706507" y="2376596"/>
                  </a:lnTo>
                  <a:lnTo>
                    <a:pt x="651287" y="2424349"/>
                  </a:lnTo>
                  <a:lnTo>
                    <a:pt x="589869" y="2459325"/>
                  </a:lnTo>
                  <a:lnTo>
                    <a:pt x="523116" y="2482767"/>
                  </a:lnTo>
                  <a:lnTo>
                    <a:pt x="451888" y="2495920"/>
                  </a:lnTo>
                  <a:lnTo>
                    <a:pt x="377046" y="2500028"/>
                  </a:lnTo>
                  <a:lnTo>
                    <a:pt x="326899" y="2498241"/>
                  </a:lnTo>
                  <a:lnTo>
                    <a:pt x="278225" y="2492635"/>
                  </a:lnTo>
                  <a:lnTo>
                    <a:pt x="231276" y="2482845"/>
                  </a:lnTo>
                  <a:lnTo>
                    <a:pt x="186305" y="2468505"/>
                  </a:lnTo>
                  <a:lnTo>
                    <a:pt x="143567" y="2449248"/>
                  </a:lnTo>
                  <a:lnTo>
                    <a:pt x="103313" y="2424708"/>
                  </a:lnTo>
                  <a:lnTo>
                    <a:pt x="65799" y="2394519"/>
                  </a:lnTo>
                  <a:lnTo>
                    <a:pt x="31276" y="2358315"/>
                  </a:lnTo>
                  <a:lnTo>
                    <a:pt x="0" y="2315730"/>
                  </a:lnTo>
                  <a:lnTo>
                    <a:pt x="11650" y="2378127"/>
                  </a:lnTo>
                  <a:lnTo>
                    <a:pt x="26334" y="2434969"/>
                  </a:lnTo>
                  <a:lnTo>
                    <a:pt x="43905" y="2486467"/>
                  </a:lnTo>
                  <a:lnTo>
                    <a:pt x="64217" y="2532833"/>
                  </a:lnTo>
                  <a:lnTo>
                    <a:pt x="87124" y="2574277"/>
                  </a:lnTo>
                  <a:lnTo>
                    <a:pt x="112481" y="2611011"/>
                  </a:lnTo>
                  <a:lnTo>
                    <a:pt x="140140" y="2643245"/>
                  </a:lnTo>
                  <a:lnTo>
                    <a:pt x="169958" y="2671190"/>
                  </a:lnTo>
                  <a:lnTo>
                    <a:pt x="201786" y="2695058"/>
                  </a:lnTo>
                  <a:lnTo>
                    <a:pt x="235480" y="2715059"/>
                  </a:lnTo>
                  <a:lnTo>
                    <a:pt x="270894" y="2731404"/>
                  </a:lnTo>
                  <a:lnTo>
                    <a:pt x="307881" y="2744304"/>
                  </a:lnTo>
                  <a:lnTo>
                    <a:pt x="346295" y="2753970"/>
                  </a:lnTo>
                  <a:lnTo>
                    <a:pt x="385992" y="2760613"/>
                  </a:lnTo>
                  <a:lnTo>
                    <a:pt x="426823" y="2764444"/>
                  </a:lnTo>
                  <a:lnTo>
                    <a:pt x="468645" y="2765674"/>
                  </a:lnTo>
                  <a:lnTo>
                    <a:pt x="506464" y="2764673"/>
                  </a:lnTo>
                  <a:lnTo>
                    <a:pt x="579607" y="2756198"/>
                  </a:lnTo>
                  <a:lnTo>
                    <a:pt x="648705" y="2738056"/>
                  </a:lnTo>
                  <a:lnTo>
                    <a:pt x="712898" y="2709003"/>
                  </a:lnTo>
                  <a:lnTo>
                    <a:pt x="771325" y="2667794"/>
                  </a:lnTo>
                  <a:lnTo>
                    <a:pt x="823124" y="2613185"/>
                  </a:lnTo>
                  <a:lnTo>
                    <a:pt x="846270" y="2580468"/>
                  </a:lnTo>
                  <a:lnTo>
                    <a:pt x="867436" y="2543934"/>
                  </a:lnTo>
                  <a:lnTo>
                    <a:pt x="886515" y="2503428"/>
                  </a:lnTo>
                  <a:lnTo>
                    <a:pt x="903399" y="2458794"/>
                  </a:lnTo>
                  <a:lnTo>
                    <a:pt x="917981" y="2409878"/>
                  </a:lnTo>
                  <a:lnTo>
                    <a:pt x="930152" y="2356524"/>
                  </a:lnTo>
                  <a:lnTo>
                    <a:pt x="939807" y="2298575"/>
                  </a:lnTo>
                  <a:lnTo>
                    <a:pt x="946836" y="2235877"/>
                  </a:lnTo>
                  <a:lnTo>
                    <a:pt x="951132" y="2168274"/>
                  </a:lnTo>
                  <a:lnTo>
                    <a:pt x="952588" y="2095611"/>
                  </a:lnTo>
                  <a:lnTo>
                    <a:pt x="952358" y="2063266"/>
                  </a:lnTo>
                  <a:lnTo>
                    <a:pt x="950529" y="1990888"/>
                  </a:lnTo>
                  <a:lnTo>
                    <a:pt x="948944" y="1951117"/>
                  </a:lnTo>
                  <a:lnTo>
                    <a:pt x="946920" y="1909134"/>
                  </a:lnTo>
                  <a:lnTo>
                    <a:pt x="944462" y="1865070"/>
                  </a:lnTo>
                  <a:lnTo>
                    <a:pt x="941578" y="1819056"/>
                  </a:lnTo>
                  <a:lnTo>
                    <a:pt x="938272" y="1771223"/>
                  </a:lnTo>
                  <a:lnTo>
                    <a:pt x="934551" y="1721702"/>
                  </a:lnTo>
                  <a:lnTo>
                    <a:pt x="930422" y="1670626"/>
                  </a:lnTo>
                  <a:lnTo>
                    <a:pt x="925890" y="1618124"/>
                  </a:lnTo>
                  <a:lnTo>
                    <a:pt x="920961" y="1564329"/>
                  </a:lnTo>
                  <a:lnTo>
                    <a:pt x="915641" y="1509371"/>
                  </a:lnTo>
                  <a:lnTo>
                    <a:pt x="909937" y="1453382"/>
                  </a:lnTo>
                  <a:lnTo>
                    <a:pt x="903855" y="1396494"/>
                  </a:lnTo>
                  <a:lnTo>
                    <a:pt x="897400" y="1338837"/>
                  </a:lnTo>
                  <a:lnTo>
                    <a:pt x="890579" y="1280542"/>
                  </a:lnTo>
                  <a:lnTo>
                    <a:pt x="883398" y="1221741"/>
                  </a:lnTo>
                  <a:lnTo>
                    <a:pt x="875862" y="1162566"/>
                  </a:lnTo>
                  <a:lnTo>
                    <a:pt x="867979" y="1103147"/>
                  </a:lnTo>
                  <a:lnTo>
                    <a:pt x="859753" y="1043616"/>
                  </a:lnTo>
                  <a:lnTo>
                    <a:pt x="851192" y="984103"/>
                  </a:lnTo>
                  <a:lnTo>
                    <a:pt x="842301" y="924741"/>
                  </a:lnTo>
                  <a:lnTo>
                    <a:pt x="833087" y="865661"/>
                  </a:lnTo>
                  <a:lnTo>
                    <a:pt x="823554" y="806993"/>
                  </a:lnTo>
                  <a:lnTo>
                    <a:pt x="813711" y="748870"/>
                  </a:lnTo>
                  <a:lnTo>
                    <a:pt x="803561" y="691422"/>
                  </a:lnTo>
                  <a:lnTo>
                    <a:pt x="793113" y="634780"/>
                  </a:lnTo>
                  <a:lnTo>
                    <a:pt x="782371" y="579076"/>
                  </a:lnTo>
                  <a:lnTo>
                    <a:pt x="771342" y="524441"/>
                  </a:lnTo>
                  <a:lnTo>
                    <a:pt x="760032" y="471007"/>
                  </a:lnTo>
                  <a:lnTo>
                    <a:pt x="748447" y="418905"/>
                  </a:lnTo>
                  <a:lnTo>
                    <a:pt x="736593" y="368265"/>
                  </a:lnTo>
                  <a:lnTo>
                    <a:pt x="724476" y="319220"/>
                  </a:lnTo>
                  <a:lnTo>
                    <a:pt x="712102" y="271900"/>
                  </a:lnTo>
                  <a:lnTo>
                    <a:pt x="699478" y="226436"/>
                  </a:lnTo>
                  <a:lnTo>
                    <a:pt x="686609" y="182961"/>
                  </a:lnTo>
                  <a:lnTo>
                    <a:pt x="673501" y="141605"/>
                  </a:lnTo>
                  <a:lnTo>
                    <a:pt x="660161" y="102500"/>
                  </a:lnTo>
                  <a:lnTo>
                    <a:pt x="646595" y="65776"/>
                  </a:lnTo>
                  <a:lnTo>
                    <a:pt x="632809" y="31566"/>
                  </a:lnTo>
                  <a:lnTo>
                    <a:pt x="618808" y="0"/>
                  </a:lnTo>
                  <a:close/>
                </a:path>
              </a:pathLst>
            </a:custGeom>
            <a:solidFill>
              <a:srgbClr val="86C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2069593" y="7880507"/>
              <a:ext cx="0" cy="1544955"/>
            </a:xfrm>
            <a:custGeom>
              <a:avLst/>
              <a:gdLst/>
              <a:ahLst/>
              <a:cxnLst/>
              <a:rect l="l" t="t" r="r" b="b"/>
              <a:pathLst>
                <a:path w="0" h="1544954">
                  <a:moveTo>
                    <a:pt x="0" y="0"/>
                  </a:moveTo>
                  <a:lnTo>
                    <a:pt x="0" y="1544633"/>
                  </a:lnTo>
                </a:path>
              </a:pathLst>
            </a:custGeom>
            <a:ln w="62825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2069591" y="7939376"/>
              <a:ext cx="195580" cy="547370"/>
            </a:xfrm>
            <a:custGeom>
              <a:avLst/>
              <a:gdLst/>
              <a:ahLst/>
              <a:cxnLst/>
              <a:rect l="l" t="t" r="r" b="b"/>
              <a:pathLst>
                <a:path w="195580" h="547370">
                  <a:moveTo>
                    <a:pt x="195334" y="0"/>
                  </a:moveTo>
                  <a:lnTo>
                    <a:pt x="195334" y="100164"/>
                  </a:lnTo>
                  <a:lnTo>
                    <a:pt x="192332" y="136632"/>
                  </a:lnTo>
                  <a:lnTo>
                    <a:pt x="183483" y="171892"/>
                  </a:lnTo>
                  <a:lnTo>
                    <a:pt x="169024" y="205248"/>
                  </a:lnTo>
                  <a:lnTo>
                    <a:pt x="149189" y="236003"/>
                  </a:lnTo>
                  <a:lnTo>
                    <a:pt x="71034" y="337822"/>
                  </a:lnTo>
                  <a:lnTo>
                    <a:pt x="45959" y="375335"/>
                  </a:lnTo>
                  <a:lnTo>
                    <a:pt x="26131" y="415549"/>
                  </a:lnTo>
                  <a:lnTo>
                    <a:pt x="11738" y="457916"/>
                  </a:lnTo>
                  <a:lnTo>
                    <a:pt x="2965" y="501888"/>
                  </a:lnTo>
                  <a:lnTo>
                    <a:pt x="0" y="546915"/>
                  </a:lnTo>
                </a:path>
              </a:pathLst>
            </a:custGeom>
            <a:ln w="62825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804515" y="8104011"/>
              <a:ext cx="265430" cy="539115"/>
            </a:xfrm>
            <a:custGeom>
              <a:avLst/>
              <a:gdLst/>
              <a:ahLst/>
              <a:cxnLst/>
              <a:rect l="l" t="t" r="r" b="b"/>
              <a:pathLst>
                <a:path w="265430" h="539115">
                  <a:moveTo>
                    <a:pt x="0" y="0"/>
                  </a:moveTo>
                  <a:lnTo>
                    <a:pt x="0" y="105043"/>
                  </a:lnTo>
                  <a:lnTo>
                    <a:pt x="4775" y="156293"/>
                  </a:lnTo>
                  <a:lnTo>
                    <a:pt x="18728" y="205172"/>
                  </a:lnTo>
                  <a:lnTo>
                    <a:pt x="41275" y="250506"/>
                  </a:lnTo>
                  <a:lnTo>
                    <a:pt x="71836" y="291124"/>
                  </a:lnTo>
                  <a:lnTo>
                    <a:pt x="109829" y="325853"/>
                  </a:lnTo>
                  <a:lnTo>
                    <a:pt x="189083" y="385810"/>
                  </a:lnTo>
                  <a:lnTo>
                    <a:pt x="221149" y="416509"/>
                  </a:lnTo>
                  <a:lnTo>
                    <a:pt x="245030" y="453257"/>
                  </a:lnTo>
                  <a:lnTo>
                    <a:pt x="259936" y="494471"/>
                  </a:lnTo>
                  <a:lnTo>
                    <a:pt x="265080" y="538569"/>
                  </a:lnTo>
                </a:path>
              </a:pathLst>
            </a:custGeom>
            <a:ln w="62825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9" name="object 189" descr=""/>
          <p:cNvGrpSpPr/>
          <p:nvPr/>
        </p:nvGrpSpPr>
        <p:grpSpPr>
          <a:xfrm>
            <a:off x="13079252" y="2727574"/>
            <a:ext cx="667385" cy="2404745"/>
            <a:chOff x="13079252" y="2727574"/>
            <a:chExt cx="667385" cy="2404745"/>
          </a:xfrm>
        </p:grpSpPr>
        <p:sp>
          <p:nvSpPr>
            <p:cNvPr id="190" name="object 190" descr=""/>
            <p:cNvSpPr/>
            <p:nvPr/>
          </p:nvSpPr>
          <p:spPr>
            <a:xfrm>
              <a:off x="13351607" y="2824787"/>
              <a:ext cx="0" cy="2306955"/>
            </a:xfrm>
            <a:custGeom>
              <a:avLst/>
              <a:gdLst/>
              <a:ahLst/>
              <a:cxnLst/>
              <a:rect l="l" t="t" r="r" b="b"/>
              <a:pathLst>
                <a:path w="0" h="2306954">
                  <a:moveTo>
                    <a:pt x="0" y="2306924"/>
                  </a:moveTo>
                  <a:lnTo>
                    <a:pt x="0" y="0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3351613" y="2991495"/>
              <a:ext cx="154940" cy="447040"/>
            </a:xfrm>
            <a:custGeom>
              <a:avLst/>
              <a:gdLst/>
              <a:ahLst/>
              <a:cxnLst/>
              <a:rect l="l" t="t" r="r" b="b"/>
              <a:pathLst>
                <a:path w="154940" h="447039">
                  <a:moveTo>
                    <a:pt x="154749" y="0"/>
                  </a:moveTo>
                  <a:lnTo>
                    <a:pt x="18711" y="307686"/>
                  </a:lnTo>
                  <a:lnTo>
                    <a:pt x="4722" y="350914"/>
                  </a:lnTo>
                  <a:lnTo>
                    <a:pt x="0" y="395830"/>
                  </a:lnTo>
                  <a:lnTo>
                    <a:pt x="0" y="447023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3443385" y="3091369"/>
              <a:ext cx="96520" cy="43180"/>
            </a:xfrm>
            <a:custGeom>
              <a:avLst/>
              <a:gdLst/>
              <a:ahLst/>
              <a:cxnLst/>
              <a:rect l="l" t="t" r="r" b="b"/>
              <a:pathLst>
                <a:path w="96519" h="43180">
                  <a:moveTo>
                    <a:pt x="0" y="42553"/>
                  </a:moveTo>
                  <a:lnTo>
                    <a:pt x="95934" y="0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3287174" y="2957857"/>
              <a:ext cx="69327" cy="206119"/>
            </a:xfrm>
            <a:prstGeom prst="rect">
              <a:avLst/>
            </a:prstGeom>
          </p:spPr>
        </p:pic>
        <p:sp>
          <p:nvSpPr>
            <p:cNvPr id="194" name="object 194" descr=""/>
            <p:cNvSpPr/>
            <p:nvPr/>
          </p:nvSpPr>
          <p:spPr>
            <a:xfrm>
              <a:off x="13154360" y="3247058"/>
              <a:ext cx="197485" cy="523240"/>
            </a:xfrm>
            <a:custGeom>
              <a:avLst/>
              <a:gdLst/>
              <a:ahLst/>
              <a:cxnLst/>
              <a:rect l="l" t="t" r="r" b="b"/>
              <a:pathLst>
                <a:path w="197484" h="523239">
                  <a:moveTo>
                    <a:pt x="0" y="0"/>
                  </a:moveTo>
                  <a:lnTo>
                    <a:pt x="169031" y="327791"/>
                  </a:lnTo>
                  <a:lnTo>
                    <a:pt x="190106" y="384004"/>
                  </a:lnTo>
                  <a:lnTo>
                    <a:pt x="197250" y="443138"/>
                  </a:lnTo>
                  <a:lnTo>
                    <a:pt x="197250" y="523094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13351612" y="3759076"/>
              <a:ext cx="295275" cy="563245"/>
            </a:xfrm>
            <a:custGeom>
              <a:avLst/>
              <a:gdLst/>
              <a:ahLst/>
              <a:cxnLst/>
              <a:rect l="l" t="t" r="r" b="b"/>
              <a:pathLst>
                <a:path w="295275" h="563245">
                  <a:moveTo>
                    <a:pt x="294860" y="0"/>
                  </a:moveTo>
                  <a:lnTo>
                    <a:pt x="38574" y="369632"/>
                  </a:lnTo>
                  <a:lnTo>
                    <a:pt x="9840" y="427624"/>
                  </a:lnTo>
                  <a:lnTo>
                    <a:pt x="0" y="490791"/>
                  </a:lnTo>
                  <a:lnTo>
                    <a:pt x="0" y="563207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3079247" y="2897002"/>
              <a:ext cx="667385" cy="1119505"/>
            </a:xfrm>
            <a:custGeom>
              <a:avLst/>
              <a:gdLst/>
              <a:ahLst/>
              <a:cxnLst/>
              <a:rect l="l" t="t" r="r" b="b"/>
              <a:pathLst>
                <a:path w="667384" h="1119504">
                  <a:moveTo>
                    <a:pt x="98069" y="499618"/>
                  </a:moveTo>
                  <a:lnTo>
                    <a:pt x="87160" y="452043"/>
                  </a:lnTo>
                  <a:lnTo>
                    <a:pt x="73304" y="428536"/>
                  </a:lnTo>
                  <a:lnTo>
                    <a:pt x="47320" y="422186"/>
                  </a:lnTo>
                  <a:lnTo>
                    <a:pt x="0" y="426123"/>
                  </a:lnTo>
                  <a:lnTo>
                    <a:pt x="13665" y="470065"/>
                  </a:lnTo>
                  <a:lnTo>
                    <a:pt x="28435" y="492366"/>
                  </a:lnTo>
                  <a:lnTo>
                    <a:pt x="53505" y="499910"/>
                  </a:lnTo>
                  <a:lnTo>
                    <a:pt x="98069" y="499618"/>
                  </a:lnTo>
                  <a:close/>
                </a:path>
                <a:path w="667384" h="1119504">
                  <a:moveTo>
                    <a:pt x="133502" y="345046"/>
                  </a:moveTo>
                  <a:lnTo>
                    <a:pt x="130009" y="299427"/>
                  </a:lnTo>
                  <a:lnTo>
                    <a:pt x="113931" y="270154"/>
                  </a:lnTo>
                  <a:lnTo>
                    <a:pt x="104330" y="259803"/>
                  </a:lnTo>
                  <a:lnTo>
                    <a:pt x="73050" y="311505"/>
                  </a:lnTo>
                  <a:lnTo>
                    <a:pt x="62725" y="343814"/>
                  </a:lnTo>
                  <a:lnTo>
                    <a:pt x="73444" y="370281"/>
                  </a:lnTo>
                  <a:lnTo>
                    <a:pt x="105321" y="404456"/>
                  </a:lnTo>
                  <a:lnTo>
                    <a:pt x="133502" y="345046"/>
                  </a:lnTo>
                  <a:close/>
                </a:path>
                <a:path w="667384" h="1119504">
                  <a:moveTo>
                    <a:pt x="256832" y="146697"/>
                  </a:moveTo>
                  <a:lnTo>
                    <a:pt x="232664" y="119684"/>
                  </a:lnTo>
                  <a:lnTo>
                    <a:pt x="213093" y="108762"/>
                  </a:lnTo>
                  <a:lnTo>
                    <a:pt x="187782" y="112179"/>
                  </a:lnTo>
                  <a:lnTo>
                    <a:pt x="146354" y="128206"/>
                  </a:lnTo>
                  <a:lnTo>
                    <a:pt x="179222" y="162433"/>
                  </a:lnTo>
                  <a:lnTo>
                    <a:pt x="201676" y="175768"/>
                  </a:lnTo>
                  <a:lnTo>
                    <a:pt x="224091" y="169938"/>
                  </a:lnTo>
                  <a:lnTo>
                    <a:pt x="256832" y="146697"/>
                  </a:lnTo>
                  <a:close/>
                </a:path>
                <a:path w="667384" h="1119504">
                  <a:moveTo>
                    <a:pt x="494461" y="15113"/>
                  </a:moveTo>
                  <a:lnTo>
                    <a:pt x="491693" y="0"/>
                  </a:lnTo>
                  <a:lnTo>
                    <a:pt x="428231" y="23456"/>
                  </a:lnTo>
                  <a:lnTo>
                    <a:pt x="398614" y="45046"/>
                  </a:lnTo>
                  <a:lnTo>
                    <a:pt x="395224" y="77165"/>
                  </a:lnTo>
                  <a:lnTo>
                    <a:pt x="410438" y="132207"/>
                  </a:lnTo>
                  <a:lnTo>
                    <a:pt x="469531" y="94957"/>
                  </a:lnTo>
                  <a:lnTo>
                    <a:pt x="492315" y="51346"/>
                  </a:lnTo>
                  <a:lnTo>
                    <a:pt x="494461" y="15113"/>
                  </a:lnTo>
                  <a:close/>
                </a:path>
                <a:path w="667384" h="1119504">
                  <a:moveTo>
                    <a:pt x="561365" y="1043711"/>
                  </a:moveTo>
                  <a:lnTo>
                    <a:pt x="485698" y="1040117"/>
                  </a:lnTo>
                  <a:lnTo>
                    <a:pt x="443484" y="1045946"/>
                  </a:lnTo>
                  <a:lnTo>
                    <a:pt x="419430" y="1067536"/>
                  </a:lnTo>
                  <a:lnTo>
                    <a:pt x="398259" y="1111211"/>
                  </a:lnTo>
                  <a:lnTo>
                    <a:pt x="466585" y="1119466"/>
                  </a:lnTo>
                  <a:lnTo>
                    <a:pt x="506349" y="1115187"/>
                  </a:lnTo>
                  <a:lnTo>
                    <a:pt x="532853" y="1092047"/>
                  </a:lnTo>
                  <a:lnTo>
                    <a:pt x="561365" y="1043711"/>
                  </a:lnTo>
                  <a:close/>
                </a:path>
                <a:path w="667384" h="1119504">
                  <a:moveTo>
                    <a:pt x="666953" y="927785"/>
                  </a:moveTo>
                  <a:lnTo>
                    <a:pt x="605193" y="915022"/>
                  </a:lnTo>
                  <a:lnTo>
                    <a:pt x="569328" y="914793"/>
                  </a:lnTo>
                  <a:lnTo>
                    <a:pt x="545592" y="930694"/>
                  </a:lnTo>
                  <a:lnTo>
                    <a:pt x="520230" y="966343"/>
                  </a:lnTo>
                  <a:lnTo>
                    <a:pt x="583666" y="974191"/>
                  </a:lnTo>
                  <a:lnTo>
                    <a:pt x="629602" y="959396"/>
                  </a:lnTo>
                  <a:lnTo>
                    <a:pt x="657529" y="938428"/>
                  </a:lnTo>
                  <a:lnTo>
                    <a:pt x="666953" y="927785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3101434" y="2727584"/>
              <a:ext cx="290195" cy="571500"/>
            </a:xfrm>
            <a:custGeom>
              <a:avLst/>
              <a:gdLst/>
              <a:ahLst/>
              <a:cxnLst/>
              <a:rect l="l" t="t" r="r" b="b"/>
              <a:pathLst>
                <a:path w="290194" h="571500">
                  <a:moveTo>
                    <a:pt x="82918" y="509320"/>
                  </a:moveTo>
                  <a:lnTo>
                    <a:pt x="77495" y="474687"/>
                  </a:lnTo>
                  <a:lnTo>
                    <a:pt x="52590" y="454761"/>
                  </a:lnTo>
                  <a:lnTo>
                    <a:pt x="1193" y="436943"/>
                  </a:lnTo>
                  <a:lnTo>
                    <a:pt x="0" y="496341"/>
                  </a:lnTo>
                  <a:lnTo>
                    <a:pt x="7391" y="530136"/>
                  </a:lnTo>
                  <a:lnTo>
                    <a:pt x="30340" y="550913"/>
                  </a:lnTo>
                  <a:lnTo>
                    <a:pt x="75869" y="571271"/>
                  </a:lnTo>
                  <a:lnTo>
                    <a:pt x="82918" y="509320"/>
                  </a:lnTo>
                  <a:close/>
                </a:path>
                <a:path w="290194" h="571500">
                  <a:moveTo>
                    <a:pt x="227850" y="237540"/>
                  </a:moveTo>
                  <a:lnTo>
                    <a:pt x="225907" y="209435"/>
                  </a:lnTo>
                  <a:lnTo>
                    <a:pt x="202692" y="186359"/>
                  </a:lnTo>
                  <a:lnTo>
                    <a:pt x="152361" y="156527"/>
                  </a:lnTo>
                  <a:lnTo>
                    <a:pt x="136906" y="215785"/>
                  </a:lnTo>
                  <a:lnTo>
                    <a:pt x="138214" y="248666"/>
                  </a:lnTo>
                  <a:lnTo>
                    <a:pt x="162077" y="266966"/>
                  </a:lnTo>
                  <a:lnTo>
                    <a:pt x="214325" y="282511"/>
                  </a:lnTo>
                  <a:lnTo>
                    <a:pt x="227850" y="237540"/>
                  </a:lnTo>
                  <a:close/>
                </a:path>
                <a:path w="290194" h="571500">
                  <a:moveTo>
                    <a:pt x="289699" y="121069"/>
                  </a:moveTo>
                  <a:lnTo>
                    <a:pt x="289090" y="105549"/>
                  </a:lnTo>
                  <a:lnTo>
                    <a:pt x="284772" y="87769"/>
                  </a:lnTo>
                  <a:lnTo>
                    <a:pt x="273088" y="56362"/>
                  </a:lnTo>
                  <a:lnTo>
                    <a:pt x="250329" y="0"/>
                  </a:lnTo>
                  <a:lnTo>
                    <a:pt x="244182" y="15506"/>
                  </a:lnTo>
                  <a:lnTo>
                    <a:pt x="230644" y="51460"/>
                  </a:lnTo>
                  <a:lnTo>
                    <a:pt x="217119" y="91948"/>
                  </a:lnTo>
                  <a:lnTo>
                    <a:pt x="210972" y="121069"/>
                  </a:lnTo>
                  <a:lnTo>
                    <a:pt x="214058" y="138125"/>
                  </a:lnTo>
                  <a:lnTo>
                    <a:pt x="222504" y="152069"/>
                  </a:lnTo>
                  <a:lnTo>
                    <a:pt x="235013" y="161467"/>
                  </a:lnTo>
                  <a:lnTo>
                    <a:pt x="250329" y="164909"/>
                  </a:lnTo>
                  <a:lnTo>
                    <a:pt x="265645" y="161467"/>
                  </a:lnTo>
                  <a:lnTo>
                    <a:pt x="278168" y="152069"/>
                  </a:lnTo>
                  <a:lnTo>
                    <a:pt x="286600" y="138125"/>
                  </a:lnTo>
                  <a:lnTo>
                    <a:pt x="289699" y="121069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3236871" y="3274122"/>
              <a:ext cx="70929" cy="129577"/>
            </a:xfrm>
            <a:prstGeom prst="rect">
              <a:avLst/>
            </a:prstGeom>
          </p:spPr>
        </p:pic>
        <p:sp>
          <p:nvSpPr>
            <p:cNvPr id="199" name="object 199" descr=""/>
            <p:cNvSpPr/>
            <p:nvPr/>
          </p:nvSpPr>
          <p:spPr>
            <a:xfrm>
              <a:off x="13445033" y="2966840"/>
              <a:ext cx="245110" cy="1073785"/>
            </a:xfrm>
            <a:custGeom>
              <a:avLst/>
              <a:gdLst/>
              <a:ahLst/>
              <a:cxnLst/>
              <a:rect l="l" t="t" r="r" b="b"/>
              <a:pathLst>
                <a:path w="245109" h="1073785">
                  <a:moveTo>
                    <a:pt x="87541" y="842060"/>
                  </a:moveTo>
                  <a:lnTo>
                    <a:pt x="80949" y="802386"/>
                  </a:lnTo>
                  <a:lnTo>
                    <a:pt x="75082" y="786917"/>
                  </a:lnTo>
                  <a:lnTo>
                    <a:pt x="21717" y="827963"/>
                  </a:lnTo>
                  <a:lnTo>
                    <a:pt x="0" y="858989"/>
                  </a:lnTo>
                  <a:lnTo>
                    <a:pt x="6426" y="895654"/>
                  </a:lnTo>
                  <a:lnTo>
                    <a:pt x="37452" y="953541"/>
                  </a:lnTo>
                  <a:lnTo>
                    <a:pt x="78498" y="895807"/>
                  </a:lnTo>
                  <a:lnTo>
                    <a:pt x="87541" y="842060"/>
                  </a:lnTo>
                  <a:close/>
                </a:path>
                <a:path w="245109" h="1073785">
                  <a:moveTo>
                    <a:pt x="158623" y="10452"/>
                  </a:moveTo>
                  <a:lnTo>
                    <a:pt x="104025" y="0"/>
                  </a:lnTo>
                  <a:lnTo>
                    <a:pt x="73990" y="1701"/>
                  </a:lnTo>
                  <a:lnTo>
                    <a:pt x="57861" y="20256"/>
                  </a:lnTo>
                  <a:lnTo>
                    <a:pt x="44996" y="60337"/>
                  </a:lnTo>
                  <a:lnTo>
                    <a:pt x="98437" y="59982"/>
                  </a:lnTo>
                  <a:lnTo>
                    <a:pt x="133553" y="42011"/>
                  </a:lnTo>
                  <a:lnTo>
                    <a:pt x="152793" y="20726"/>
                  </a:lnTo>
                  <a:lnTo>
                    <a:pt x="158623" y="10452"/>
                  </a:lnTo>
                  <a:close/>
                </a:path>
                <a:path w="245109" h="1073785">
                  <a:moveTo>
                    <a:pt x="173202" y="90030"/>
                  </a:moveTo>
                  <a:lnTo>
                    <a:pt x="118618" y="79565"/>
                  </a:lnTo>
                  <a:lnTo>
                    <a:pt x="88582" y="81280"/>
                  </a:lnTo>
                  <a:lnTo>
                    <a:pt x="72453" y="99834"/>
                  </a:lnTo>
                  <a:lnTo>
                    <a:pt x="59575" y="139915"/>
                  </a:lnTo>
                  <a:lnTo>
                    <a:pt x="108927" y="149072"/>
                  </a:lnTo>
                  <a:lnTo>
                    <a:pt x="137223" y="146926"/>
                  </a:lnTo>
                  <a:lnTo>
                    <a:pt x="155092" y="128803"/>
                  </a:lnTo>
                  <a:lnTo>
                    <a:pt x="173202" y="90030"/>
                  </a:lnTo>
                  <a:close/>
                </a:path>
                <a:path w="245109" h="1073785">
                  <a:moveTo>
                    <a:pt x="223113" y="1026248"/>
                  </a:moveTo>
                  <a:lnTo>
                    <a:pt x="147955" y="1003744"/>
                  </a:lnTo>
                  <a:lnTo>
                    <a:pt x="103035" y="997826"/>
                  </a:lnTo>
                  <a:lnTo>
                    <a:pt x="70510" y="1009891"/>
                  </a:lnTo>
                  <a:lnTo>
                    <a:pt x="32473" y="1041374"/>
                  </a:lnTo>
                  <a:lnTo>
                    <a:pt x="98831" y="1066495"/>
                  </a:lnTo>
                  <a:lnTo>
                    <a:pt x="140804" y="1073289"/>
                  </a:lnTo>
                  <a:lnTo>
                    <a:pt x="176276" y="1060348"/>
                  </a:lnTo>
                  <a:lnTo>
                    <a:pt x="223113" y="1026248"/>
                  </a:lnTo>
                  <a:close/>
                </a:path>
                <a:path w="245109" h="1073785">
                  <a:moveTo>
                    <a:pt x="245097" y="724065"/>
                  </a:moveTo>
                  <a:lnTo>
                    <a:pt x="242760" y="708875"/>
                  </a:lnTo>
                  <a:lnTo>
                    <a:pt x="189052" y="730732"/>
                  </a:lnTo>
                  <a:lnTo>
                    <a:pt x="162636" y="752983"/>
                  </a:lnTo>
                  <a:lnTo>
                    <a:pt x="155854" y="789089"/>
                  </a:lnTo>
                  <a:lnTo>
                    <a:pt x="161010" y="852538"/>
                  </a:lnTo>
                  <a:lnTo>
                    <a:pt x="219113" y="808291"/>
                  </a:lnTo>
                  <a:lnTo>
                    <a:pt x="242176" y="761326"/>
                  </a:lnTo>
                  <a:lnTo>
                    <a:pt x="245097" y="724065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0" name="object 200" descr=""/>
          <p:cNvGrpSpPr/>
          <p:nvPr/>
        </p:nvGrpSpPr>
        <p:grpSpPr>
          <a:xfrm>
            <a:off x="7356895" y="6499397"/>
            <a:ext cx="2183130" cy="948690"/>
            <a:chOff x="7356895" y="6499397"/>
            <a:chExt cx="2183130" cy="948690"/>
          </a:xfrm>
        </p:grpSpPr>
        <p:sp>
          <p:nvSpPr>
            <p:cNvPr id="201" name="object 201" descr=""/>
            <p:cNvSpPr/>
            <p:nvPr/>
          </p:nvSpPr>
          <p:spPr>
            <a:xfrm>
              <a:off x="7356895" y="6499397"/>
              <a:ext cx="2183130" cy="948690"/>
            </a:xfrm>
            <a:custGeom>
              <a:avLst/>
              <a:gdLst/>
              <a:ahLst/>
              <a:cxnLst/>
              <a:rect l="l" t="t" r="r" b="b"/>
              <a:pathLst>
                <a:path w="2183129" h="948690">
                  <a:moveTo>
                    <a:pt x="926600" y="0"/>
                  </a:moveTo>
                  <a:lnTo>
                    <a:pt x="874738" y="2238"/>
                  </a:lnTo>
                  <a:lnTo>
                    <a:pt x="824397" y="8807"/>
                  </a:lnTo>
                  <a:lnTo>
                    <a:pt x="775839" y="19484"/>
                  </a:lnTo>
                  <a:lnTo>
                    <a:pt x="729326" y="34051"/>
                  </a:lnTo>
                  <a:lnTo>
                    <a:pt x="685118" y="52285"/>
                  </a:lnTo>
                  <a:lnTo>
                    <a:pt x="643478" y="73967"/>
                  </a:lnTo>
                  <a:lnTo>
                    <a:pt x="604667" y="98875"/>
                  </a:lnTo>
                  <a:lnTo>
                    <a:pt x="568947" y="126789"/>
                  </a:lnTo>
                  <a:lnTo>
                    <a:pt x="536578" y="157488"/>
                  </a:lnTo>
                  <a:lnTo>
                    <a:pt x="507824" y="190751"/>
                  </a:lnTo>
                  <a:lnTo>
                    <a:pt x="482945" y="226359"/>
                  </a:lnTo>
                  <a:lnTo>
                    <a:pt x="462203" y="264089"/>
                  </a:lnTo>
                  <a:lnTo>
                    <a:pt x="445859" y="303722"/>
                  </a:lnTo>
                  <a:lnTo>
                    <a:pt x="434175" y="345036"/>
                  </a:lnTo>
                  <a:lnTo>
                    <a:pt x="396701" y="319640"/>
                  </a:lnTo>
                  <a:lnTo>
                    <a:pt x="354087" y="300501"/>
                  </a:lnTo>
                  <a:lnTo>
                    <a:pt x="307261" y="288426"/>
                  </a:lnTo>
                  <a:lnTo>
                    <a:pt x="257154" y="284221"/>
                  </a:lnTo>
                  <a:lnTo>
                    <a:pt x="205324" y="288724"/>
                  </a:lnTo>
                  <a:lnTo>
                    <a:pt x="157051" y="301639"/>
                  </a:lnTo>
                  <a:lnTo>
                    <a:pt x="113370" y="322074"/>
                  </a:lnTo>
                  <a:lnTo>
                    <a:pt x="75313" y="349138"/>
                  </a:lnTo>
                  <a:lnTo>
                    <a:pt x="43913" y="381940"/>
                  </a:lnTo>
                  <a:lnTo>
                    <a:pt x="20206" y="419588"/>
                  </a:lnTo>
                  <a:lnTo>
                    <a:pt x="5223" y="461191"/>
                  </a:lnTo>
                  <a:lnTo>
                    <a:pt x="0" y="505858"/>
                  </a:lnTo>
                  <a:lnTo>
                    <a:pt x="5390" y="551243"/>
                  </a:lnTo>
                  <a:lnTo>
                    <a:pt x="20841" y="593451"/>
                  </a:lnTo>
                  <a:lnTo>
                    <a:pt x="45268" y="631540"/>
                  </a:lnTo>
                  <a:lnTo>
                    <a:pt x="77588" y="664569"/>
                  </a:lnTo>
                  <a:lnTo>
                    <a:pt x="116718" y="691594"/>
                  </a:lnTo>
                  <a:lnTo>
                    <a:pt x="161576" y="711674"/>
                  </a:lnTo>
                  <a:lnTo>
                    <a:pt x="161335" y="714260"/>
                  </a:lnTo>
                  <a:lnTo>
                    <a:pt x="168310" y="754643"/>
                  </a:lnTo>
                  <a:lnTo>
                    <a:pt x="216331" y="802664"/>
                  </a:lnTo>
                  <a:lnTo>
                    <a:pt x="251458" y="809755"/>
                  </a:lnTo>
                  <a:lnTo>
                    <a:pt x="286584" y="802664"/>
                  </a:lnTo>
                  <a:lnTo>
                    <a:pt x="315267" y="783326"/>
                  </a:lnTo>
                  <a:lnTo>
                    <a:pt x="334605" y="754643"/>
                  </a:lnTo>
                  <a:lnTo>
                    <a:pt x="341696" y="719517"/>
                  </a:lnTo>
                  <a:lnTo>
                    <a:pt x="341602" y="715245"/>
                  </a:lnTo>
                  <a:lnTo>
                    <a:pt x="383939" y="698702"/>
                  </a:lnTo>
                  <a:lnTo>
                    <a:pt x="421763" y="676111"/>
                  </a:lnTo>
                  <a:lnTo>
                    <a:pt x="454241" y="648190"/>
                  </a:lnTo>
                  <a:lnTo>
                    <a:pt x="480540" y="615656"/>
                  </a:lnTo>
                  <a:lnTo>
                    <a:pt x="505256" y="651830"/>
                  </a:lnTo>
                  <a:lnTo>
                    <a:pt x="533946" y="685637"/>
                  </a:lnTo>
                  <a:lnTo>
                    <a:pt x="566341" y="716850"/>
                  </a:lnTo>
                  <a:lnTo>
                    <a:pt x="602172" y="745243"/>
                  </a:lnTo>
                  <a:lnTo>
                    <a:pt x="641169" y="770587"/>
                  </a:lnTo>
                  <a:lnTo>
                    <a:pt x="683064" y="792656"/>
                  </a:lnTo>
                  <a:lnTo>
                    <a:pt x="727589" y="811222"/>
                  </a:lnTo>
                  <a:lnTo>
                    <a:pt x="774474" y="826057"/>
                  </a:lnTo>
                  <a:lnTo>
                    <a:pt x="823450" y="836936"/>
                  </a:lnTo>
                  <a:lnTo>
                    <a:pt x="874248" y="843629"/>
                  </a:lnTo>
                  <a:lnTo>
                    <a:pt x="926600" y="845911"/>
                  </a:lnTo>
                  <a:lnTo>
                    <a:pt x="979992" y="843537"/>
                  </a:lnTo>
                  <a:lnTo>
                    <a:pt x="1031764" y="836575"/>
                  </a:lnTo>
                  <a:lnTo>
                    <a:pt x="1081628" y="825267"/>
                  </a:lnTo>
                  <a:lnTo>
                    <a:pt x="1129298" y="809854"/>
                  </a:lnTo>
                  <a:lnTo>
                    <a:pt x="1174490" y="790578"/>
                  </a:lnTo>
                  <a:lnTo>
                    <a:pt x="1216917" y="767678"/>
                  </a:lnTo>
                  <a:lnTo>
                    <a:pt x="1256292" y="741398"/>
                  </a:lnTo>
                  <a:lnTo>
                    <a:pt x="1292332" y="711977"/>
                  </a:lnTo>
                  <a:lnTo>
                    <a:pt x="1324748" y="679658"/>
                  </a:lnTo>
                  <a:lnTo>
                    <a:pt x="1353257" y="644681"/>
                  </a:lnTo>
                  <a:lnTo>
                    <a:pt x="1391635" y="664029"/>
                  </a:lnTo>
                  <a:lnTo>
                    <a:pt x="1432589" y="675788"/>
                  </a:lnTo>
                  <a:lnTo>
                    <a:pt x="1475012" y="679753"/>
                  </a:lnTo>
                  <a:lnTo>
                    <a:pt x="1517796" y="675717"/>
                  </a:lnTo>
                  <a:lnTo>
                    <a:pt x="1525523" y="720510"/>
                  </a:lnTo>
                  <a:lnTo>
                    <a:pt x="1540063" y="762803"/>
                  </a:lnTo>
                  <a:lnTo>
                    <a:pt x="1560858" y="802075"/>
                  </a:lnTo>
                  <a:lnTo>
                    <a:pt x="1587351" y="837804"/>
                  </a:lnTo>
                  <a:lnTo>
                    <a:pt x="1618984" y="869468"/>
                  </a:lnTo>
                  <a:lnTo>
                    <a:pt x="1655199" y="896545"/>
                  </a:lnTo>
                  <a:lnTo>
                    <a:pt x="1695438" y="918513"/>
                  </a:lnTo>
                  <a:lnTo>
                    <a:pt x="1739142" y="934850"/>
                  </a:lnTo>
                  <a:lnTo>
                    <a:pt x="1785755" y="945035"/>
                  </a:lnTo>
                  <a:lnTo>
                    <a:pt x="1834719" y="948547"/>
                  </a:lnTo>
                  <a:lnTo>
                    <a:pt x="1881717" y="945312"/>
                  </a:lnTo>
                  <a:lnTo>
                    <a:pt x="1926574" y="935916"/>
                  </a:lnTo>
                  <a:lnTo>
                    <a:pt x="1968799" y="920819"/>
                  </a:lnTo>
                  <a:lnTo>
                    <a:pt x="2007899" y="900484"/>
                  </a:lnTo>
                  <a:lnTo>
                    <a:pt x="2043382" y="875372"/>
                  </a:lnTo>
                  <a:lnTo>
                    <a:pt x="2074756" y="845944"/>
                  </a:lnTo>
                  <a:lnTo>
                    <a:pt x="2101530" y="812661"/>
                  </a:lnTo>
                  <a:lnTo>
                    <a:pt x="2123210" y="775987"/>
                  </a:lnTo>
                  <a:lnTo>
                    <a:pt x="2139305" y="736380"/>
                  </a:lnTo>
                  <a:lnTo>
                    <a:pt x="2149323" y="694305"/>
                  </a:lnTo>
                  <a:lnTo>
                    <a:pt x="2152772" y="650221"/>
                  </a:lnTo>
                  <a:lnTo>
                    <a:pt x="2151293" y="621262"/>
                  </a:lnTo>
                  <a:lnTo>
                    <a:pt x="2146857" y="592683"/>
                  </a:lnTo>
                  <a:lnTo>
                    <a:pt x="2139509" y="564708"/>
                  </a:lnTo>
                  <a:lnTo>
                    <a:pt x="2129244" y="537564"/>
                  </a:lnTo>
                  <a:lnTo>
                    <a:pt x="2141337" y="531293"/>
                  </a:lnTo>
                  <a:lnTo>
                    <a:pt x="2152291" y="523323"/>
                  </a:lnTo>
                  <a:lnTo>
                    <a:pt x="2161928" y="513803"/>
                  </a:lnTo>
                  <a:lnTo>
                    <a:pt x="2170070" y="502885"/>
                  </a:lnTo>
                  <a:lnTo>
                    <a:pt x="2182900" y="469426"/>
                  </a:lnTo>
                  <a:lnTo>
                    <a:pt x="2181936" y="434846"/>
                  </a:lnTo>
                  <a:lnTo>
                    <a:pt x="2168073" y="403150"/>
                  </a:lnTo>
                  <a:lnTo>
                    <a:pt x="2142207" y="378344"/>
                  </a:lnTo>
                  <a:lnTo>
                    <a:pt x="2108748" y="365515"/>
                  </a:lnTo>
                  <a:lnTo>
                    <a:pt x="2074168" y="366482"/>
                  </a:lnTo>
                  <a:lnTo>
                    <a:pt x="2042472" y="380345"/>
                  </a:lnTo>
                  <a:lnTo>
                    <a:pt x="2017666" y="406207"/>
                  </a:lnTo>
                  <a:lnTo>
                    <a:pt x="1974587" y="382498"/>
                  </a:lnTo>
                  <a:lnTo>
                    <a:pt x="1929127" y="365506"/>
                  </a:lnTo>
                  <a:lnTo>
                    <a:pt x="1882043" y="355288"/>
                  </a:lnTo>
                  <a:lnTo>
                    <a:pt x="1834096" y="351895"/>
                  </a:lnTo>
                  <a:lnTo>
                    <a:pt x="1786042" y="355383"/>
                  </a:lnTo>
                  <a:lnTo>
                    <a:pt x="1738640" y="365804"/>
                  </a:lnTo>
                  <a:lnTo>
                    <a:pt x="1692650" y="383213"/>
                  </a:lnTo>
                  <a:lnTo>
                    <a:pt x="1688129" y="370230"/>
                  </a:lnTo>
                  <a:lnTo>
                    <a:pt x="1659613" y="317514"/>
                  </a:lnTo>
                  <a:lnTo>
                    <a:pt x="1629793" y="283944"/>
                  </a:lnTo>
                  <a:lnTo>
                    <a:pt x="1594595" y="257286"/>
                  </a:lnTo>
                  <a:lnTo>
                    <a:pt x="1555234" y="237997"/>
                  </a:lnTo>
                  <a:lnTo>
                    <a:pt x="1512925" y="226537"/>
                  </a:lnTo>
                  <a:lnTo>
                    <a:pt x="1468884" y="223361"/>
                  </a:lnTo>
                  <a:lnTo>
                    <a:pt x="1424328" y="228929"/>
                  </a:lnTo>
                  <a:lnTo>
                    <a:pt x="1380471" y="243699"/>
                  </a:lnTo>
                  <a:lnTo>
                    <a:pt x="1356413" y="205560"/>
                  </a:lnTo>
                  <a:lnTo>
                    <a:pt x="1328026" y="169870"/>
                  </a:lnTo>
                  <a:lnTo>
                    <a:pt x="1295606" y="136878"/>
                  </a:lnTo>
                  <a:lnTo>
                    <a:pt x="1259449" y="106834"/>
                  </a:lnTo>
                  <a:lnTo>
                    <a:pt x="1219852" y="79986"/>
                  </a:lnTo>
                  <a:lnTo>
                    <a:pt x="1177110" y="56585"/>
                  </a:lnTo>
                  <a:lnTo>
                    <a:pt x="1131520" y="36879"/>
                  </a:lnTo>
                  <a:lnTo>
                    <a:pt x="1083378" y="21118"/>
                  </a:lnTo>
                  <a:lnTo>
                    <a:pt x="1032980" y="9552"/>
                  </a:lnTo>
                  <a:lnTo>
                    <a:pt x="980622" y="2429"/>
                  </a:lnTo>
                  <a:lnTo>
                    <a:pt x="92660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7519060" y="6644277"/>
              <a:ext cx="880744" cy="554990"/>
            </a:xfrm>
            <a:custGeom>
              <a:avLst/>
              <a:gdLst/>
              <a:ahLst/>
              <a:cxnLst/>
              <a:rect l="l" t="t" r="r" b="b"/>
              <a:pathLst>
                <a:path w="880745" h="554990">
                  <a:moveTo>
                    <a:pt x="39662" y="419722"/>
                  </a:moveTo>
                  <a:lnTo>
                    <a:pt x="38100" y="412000"/>
                  </a:lnTo>
                  <a:lnTo>
                    <a:pt x="33845" y="405701"/>
                  </a:lnTo>
                  <a:lnTo>
                    <a:pt x="27546" y="401447"/>
                  </a:lnTo>
                  <a:lnTo>
                    <a:pt x="19824" y="399884"/>
                  </a:lnTo>
                  <a:lnTo>
                    <a:pt x="12103" y="401447"/>
                  </a:lnTo>
                  <a:lnTo>
                    <a:pt x="5803" y="405701"/>
                  </a:lnTo>
                  <a:lnTo>
                    <a:pt x="1549" y="412000"/>
                  </a:lnTo>
                  <a:lnTo>
                    <a:pt x="0" y="419722"/>
                  </a:lnTo>
                  <a:lnTo>
                    <a:pt x="1549" y="427443"/>
                  </a:lnTo>
                  <a:lnTo>
                    <a:pt x="5803" y="433743"/>
                  </a:lnTo>
                  <a:lnTo>
                    <a:pt x="12103" y="437997"/>
                  </a:lnTo>
                  <a:lnTo>
                    <a:pt x="19824" y="439547"/>
                  </a:lnTo>
                  <a:lnTo>
                    <a:pt x="27546" y="437997"/>
                  </a:lnTo>
                  <a:lnTo>
                    <a:pt x="33845" y="433743"/>
                  </a:lnTo>
                  <a:lnTo>
                    <a:pt x="38100" y="427443"/>
                  </a:lnTo>
                  <a:lnTo>
                    <a:pt x="39662" y="419722"/>
                  </a:lnTo>
                  <a:close/>
                </a:path>
                <a:path w="880745" h="554990">
                  <a:moveTo>
                    <a:pt x="191630" y="278079"/>
                  </a:moveTo>
                  <a:lnTo>
                    <a:pt x="190068" y="270357"/>
                  </a:lnTo>
                  <a:lnTo>
                    <a:pt x="185813" y="264045"/>
                  </a:lnTo>
                  <a:lnTo>
                    <a:pt x="179514" y="259803"/>
                  </a:lnTo>
                  <a:lnTo>
                    <a:pt x="171792" y="258241"/>
                  </a:lnTo>
                  <a:lnTo>
                    <a:pt x="164071" y="259803"/>
                  </a:lnTo>
                  <a:lnTo>
                    <a:pt x="157772" y="264045"/>
                  </a:lnTo>
                  <a:lnTo>
                    <a:pt x="153517" y="270357"/>
                  </a:lnTo>
                  <a:lnTo>
                    <a:pt x="151968" y="278079"/>
                  </a:lnTo>
                  <a:lnTo>
                    <a:pt x="153517" y="285788"/>
                  </a:lnTo>
                  <a:lnTo>
                    <a:pt x="157772" y="292100"/>
                  </a:lnTo>
                  <a:lnTo>
                    <a:pt x="164071" y="296341"/>
                  </a:lnTo>
                  <a:lnTo>
                    <a:pt x="171792" y="297903"/>
                  </a:lnTo>
                  <a:lnTo>
                    <a:pt x="179514" y="296341"/>
                  </a:lnTo>
                  <a:lnTo>
                    <a:pt x="185813" y="292100"/>
                  </a:lnTo>
                  <a:lnTo>
                    <a:pt x="190068" y="285788"/>
                  </a:lnTo>
                  <a:lnTo>
                    <a:pt x="191630" y="278079"/>
                  </a:lnTo>
                  <a:close/>
                </a:path>
                <a:path w="880745" h="554990">
                  <a:moveTo>
                    <a:pt x="263486" y="329476"/>
                  </a:moveTo>
                  <a:lnTo>
                    <a:pt x="261924" y="321754"/>
                  </a:lnTo>
                  <a:lnTo>
                    <a:pt x="257683" y="315455"/>
                  </a:lnTo>
                  <a:lnTo>
                    <a:pt x="251371" y="311200"/>
                  </a:lnTo>
                  <a:lnTo>
                    <a:pt x="243662" y="309651"/>
                  </a:lnTo>
                  <a:lnTo>
                    <a:pt x="235940" y="311200"/>
                  </a:lnTo>
                  <a:lnTo>
                    <a:pt x="229628" y="315455"/>
                  </a:lnTo>
                  <a:lnTo>
                    <a:pt x="225386" y="321754"/>
                  </a:lnTo>
                  <a:lnTo>
                    <a:pt x="223824" y="329476"/>
                  </a:lnTo>
                  <a:lnTo>
                    <a:pt x="225386" y="337197"/>
                  </a:lnTo>
                  <a:lnTo>
                    <a:pt x="229628" y="343496"/>
                  </a:lnTo>
                  <a:lnTo>
                    <a:pt x="235940" y="347751"/>
                  </a:lnTo>
                  <a:lnTo>
                    <a:pt x="243662" y="349313"/>
                  </a:lnTo>
                  <a:lnTo>
                    <a:pt x="251371" y="347751"/>
                  </a:lnTo>
                  <a:lnTo>
                    <a:pt x="257683" y="343496"/>
                  </a:lnTo>
                  <a:lnTo>
                    <a:pt x="261924" y="337197"/>
                  </a:lnTo>
                  <a:lnTo>
                    <a:pt x="263486" y="329476"/>
                  </a:lnTo>
                  <a:close/>
                </a:path>
                <a:path w="880745" h="554990">
                  <a:moveTo>
                    <a:pt x="454431" y="439547"/>
                  </a:moveTo>
                  <a:lnTo>
                    <a:pt x="452869" y="431838"/>
                  </a:lnTo>
                  <a:lnTo>
                    <a:pt x="448614" y="425526"/>
                  </a:lnTo>
                  <a:lnTo>
                    <a:pt x="442315" y="421284"/>
                  </a:lnTo>
                  <a:lnTo>
                    <a:pt x="434594" y="419722"/>
                  </a:lnTo>
                  <a:lnTo>
                    <a:pt x="426872" y="421284"/>
                  </a:lnTo>
                  <a:lnTo>
                    <a:pt x="420573" y="425526"/>
                  </a:lnTo>
                  <a:lnTo>
                    <a:pt x="416318" y="431838"/>
                  </a:lnTo>
                  <a:lnTo>
                    <a:pt x="414756" y="439547"/>
                  </a:lnTo>
                  <a:lnTo>
                    <a:pt x="416318" y="447268"/>
                  </a:lnTo>
                  <a:lnTo>
                    <a:pt x="420573" y="453580"/>
                  </a:lnTo>
                  <a:lnTo>
                    <a:pt x="426872" y="457822"/>
                  </a:lnTo>
                  <a:lnTo>
                    <a:pt x="434594" y="459384"/>
                  </a:lnTo>
                  <a:lnTo>
                    <a:pt x="442315" y="457822"/>
                  </a:lnTo>
                  <a:lnTo>
                    <a:pt x="448614" y="453580"/>
                  </a:lnTo>
                  <a:lnTo>
                    <a:pt x="452869" y="447268"/>
                  </a:lnTo>
                  <a:lnTo>
                    <a:pt x="454431" y="439547"/>
                  </a:lnTo>
                  <a:close/>
                </a:path>
                <a:path w="880745" h="554990">
                  <a:moveTo>
                    <a:pt x="466737" y="278079"/>
                  </a:moveTo>
                  <a:lnTo>
                    <a:pt x="465188" y="270357"/>
                  </a:lnTo>
                  <a:lnTo>
                    <a:pt x="460933" y="264045"/>
                  </a:lnTo>
                  <a:lnTo>
                    <a:pt x="454634" y="259803"/>
                  </a:lnTo>
                  <a:lnTo>
                    <a:pt x="446913" y="258241"/>
                  </a:lnTo>
                  <a:lnTo>
                    <a:pt x="439191" y="259803"/>
                  </a:lnTo>
                  <a:lnTo>
                    <a:pt x="432892" y="264045"/>
                  </a:lnTo>
                  <a:lnTo>
                    <a:pt x="428637" y="270357"/>
                  </a:lnTo>
                  <a:lnTo>
                    <a:pt x="427075" y="278079"/>
                  </a:lnTo>
                  <a:lnTo>
                    <a:pt x="428637" y="285788"/>
                  </a:lnTo>
                  <a:lnTo>
                    <a:pt x="432892" y="292100"/>
                  </a:lnTo>
                  <a:lnTo>
                    <a:pt x="439191" y="296341"/>
                  </a:lnTo>
                  <a:lnTo>
                    <a:pt x="446913" y="297903"/>
                  </a:lnTo>
                  <a:lnTo>
                    <a:pt x="454634" y="296341"/>
                  </a:lnTo>
                  <a:lnTo>
                    <a:pt x="460933" y="292100"/>
                  </a:lnTo>
                  <a:lnTo>
                    <a:pt x="465188" y="285788"/>
                  </a:lnTo>
                  <a:lnTo>
                    <a:pt x="466737" y="278079"/>
                  </a:lnTo>
                  <a:close/>
                </a:path>
                <a:path w="880745" h="554990">
                  <a:moveTo>
                    <a:pt x="590181" y="19837"/>
                  </a:moveTo>
                  <a:lnTo>
                    <a:pt x="588619" y="12115"/>
                  </a:lnTo>
                  <a:lnTo>
                    <a:pt x="584365" y="5803"/>
                  </a:lnTo>
                  <a:lnTo>
                    <a:pt x="578065" y="1562"/>
                  </a:lnTo>
                  <a:lnTo>
                    <a:pt x="570344" y="0"/>
                  </a:lnTo>
                  <a:lnTo>
                    <a:pt x="562622" y="1562"/>
                  </a:lnTo>
                  <a:lnTo>
                    <a:pt x="556323" y="5803"/>
                  </a:lnTo>
                  <a:lnTo>
                    <a:pt x="552069" y="12115"/>
                  </a:lnTo>
                  <a:lnTo>
                    <a:pt x="550519" y="19837"/>
                  </a:lnTo>
                  <a:lnTo>
                    <a:pt x="552069" y="27546"/>
                  </a:lnTo>
                  <a:lnTo>
                    <a:pt x="556323" y="33858"/>
                  </a:lnTo>
                  <a:lnTo>
                    <a:pt x="562622" y="38112"/>
                  </a:lnTo>
                  <a:lnTo>
                    <a:pt x="570344" y="39662"/>
                  </a:lnTo>
                  <a:lnTo>
                    <a:pt x="578065" y="38112"/>
                  </a:lnTo>
                  <a:lnTo>
                    <a:pt x="584365" y="33858"/>
                  </a:lnTo>
                  <a:lnTo>
                    <a:pt x="588619" y="27546"/>
                  </a:lnTo>
                  <a:lnTo>
                    <a:pt x="590181" y="19837"/>
                  </a:lnTo>
                  <a:close/>
                </a:path>
                <a:path w="880745" h="554990">
                  <a:moveTo>
                    <a:pt x="628091" y="451777"/>
                  </a:moveTo>
                  <a:lnTo>
                    <a:pt x="626529" y="444068"/>
                  </a:lnTo>
                  <a:lnTo>
                    <a:pt x="622274" y="437756"/>
                  </a:lnTo>
                  <a:lnTo>
                    <a:pt x="615975" y="433514"/>
                  </a:lnTo>
                  <a:lnTo>
                    <a:pt x="608253" y="431952"/>
                  </a:lnTo>
                  <a:lnTo>
                    <a:pt x="600532" y="433514"/>
                  </a:lnTo>
                  <a:lnTo>
                    <a:pt x="594233" y="437756"/>
                  </a:lnTo>
                  <a:lnTo>
                    <a:pt x="589978" y="444068"/>
                  </a:lnTo>
                  <a:lnTo>
                    <a:pt x="588416" y="451777"/>
                  </a:lnTo>
                  <a:lnTo>
                    <a:pt x="589978" y="459498"/>
                  </a:lnTo>
                  <a:lnTo>
                    <a:pt x="594233" y="465810"/>
                  </a:lnTo>
                  <a:lnTo>
                    <a:pt x="600532" y="470052"/>
                  </a:lnTo>
                  <a:lnTo>
                    <a:pt x="608253" y="471614"/>
                  </a:lnTo>
                  <a:lnTo>
                    <a:pt x="615975" y="470052"/>
                  </a:lnTo>
                  <a:lnTo>
                    <a:pt x="622274" y="465810"/>
                  </a:lnTo>
                  <a:lnTo>
                    <a:pt x="626529" y="459498"/>
                  </a:lnTo>
                  <a:lnTo>
                    <a:pt x="628091" y="451777"/>
                  </a:lnTo>
                  <a:close/>
                </a:path>
                <a:path w="880745" h="554990">
                  <a:moveTo>
                    <a:pt x="639419" y="115277"/>
                  </a:moveTo>
                  <a:lnTo>
                    <a:pt x="637857" y="107556"/>
                  </a:lnTo>
                  <a:lnTo>
                    <a:pt x="633615" y="101257"/>
                  </a:lnTo>
                  <a:lnTo>
                    <a:pt x="627303" y="97002"/>
                  </a:lnTo>
                  <a:lnTo>
                    <a:pt x="619582" y="95440"/>
                  </a:lnTo>
                  <a:lnTo>
                    <a:pt x="611873" y="97002"/>
                  </a:lnTo>
                  <a:lnTo>
                    <a:pt x="605561" y="101257"/>
                  </a:lnTo>
                  <a:lnTo>
                    <a:pt x="601319" y="107556"/>
                  </a:lnTo>
                  <a:lnTo>
                    <a:pt x="599757" y="115277"/>
                  </a:lnTo>
                  <a:lnTo>
                    <a:pt x="601319" y="122999"/>
                  </a:lnTo>
                  <a:lnTo>
                    <a:pt x="605561" y="129298"/>
                  </a:lnTo>
                  <a:lnTo>
                    <a:pt x="611873" y="133553"/>
                  </a:lnTo>
                  <a:lnTo>
                    <a:pt x="619582" y="135115"/>
                  </a:lnTo>
                  <a:lnTo>
                    <a:pt x="627303" y="133553"/>
                  </a:lnTo>
                  <a:lnTo>
                    <a:pt x="633615" y="129298"/>
                  </a:lnTo>
                  <a:lnTo>
                    <a:pt x="637857" y="122999"/>
                  </a:lnTo>
                  <a:lnTo>
                    <a:pt x="639419" y="115277"/>
                  </a:lnTo>
                  <a:close/>
                </a:path>
                <a:path w="880745" h="554990">
                  <a:moveTo>
                    <a:pt x="675843" y="380060"/>
                  </a:moveTo>
                  <a:lnTo>
                    <a:pt x="674281" y="372338"/>
                  </a:lnTo>
                  <a:lnTo>
                    <a:pt x="670026" y="366026"/>
                  </a:lnTo>
                  <a:lnTo>
                    <a:pt x="663727" y="361784"/>
                  </a:lnTo>
                  <a:lnTo>
                    <a:pt x="656005" y="360222"/>
                  </a:lnTo>
                  <a:lnTo>
                    <a:pt x="648284" y="361784"/>
                  </a:lnTo>
                  <a:lnTo>
                    <a:pt x="641985" y="366026"/>
                  </a:lnTo>
                  <a:lnTo>
                    <a:pt x="637730" y="372338"/>
                  </a:lnTo>
                  <a:lnTo>
                    <a:pt x="636181" y="380060"/>
                  </a:lnTo>
                  <a:lnTo>
                    <a:pt x="637730" y="387769"/>
                  </a:lnTo>
                  <a:lnTo>
                    <a:pt x="641985" y="394081"/>
                  </a:lnTo>
                  <a:lnTo>
                    <a:pt x="648284" y="398322"/>
                  </a:lnTo>
                  <a:lnTo>
                    <a:pt x="656005" y="399884"/>
                  </a:lnTo>
                  <a:lnTo>
                    <a:pt x="663727" y="398322"/>
                  </a:lnTo>
                  <a:lnTo>
                    <a:pt x="670026" y="394081"/>
                  </a:lnTo>
                  <a:lnTo>
                    <a:pt x="674281" y="387769"/>
                  </a:lnTo>
                  <a:lnTo>
                    <a:pt x="675843" y="380060"/>
                  </a:lnTo>
                  <a:close/>
                </a:path>
                <a:path w="880745" h="554990">
                  <a:moveTo>
                    <a:pt x="707009" y="76746"/>
                  </a:moveTo>
                  <a:lnTo>
                    <a:pt x="705446" y="69024"/>
                  </a:lnTo>
                  <a:lnTo>
                    <a:pt x="701192" y="62725"/>
                  </a:lnTo>
                  <a:lnTo>
                    <a:pt x="694893" y="58470"/>
                  </a:lnTo>
                  <a:lnTo>
                    <a:pt x="687171" y="56908"/>
                  </a:lnTo>
                  <a:lnTo>
                    <a:pt x="679450" y="58470"/>
                  </a:lnTo>
                  <a:lnTo>
                    <a:pt x="673150" y="62725"/>
                  </a:lnTo>
                  <a:lnTo>
                    <a:pt x="668896" y="69024"/>
                  </a:lnTo>
                  <a:lnTo>
                    <a:pt x="667346" y="76746"/>
                  </a:lnTo>
                  <a:lnTo>
                    <a:pt x="668896" y="84467"/>
                  </a:lnTo>
                  <a:lnTo>
                    <a:pt x="673150" y="90766"/>
                  </a:lnTo>
                  <a:lnTo>
                    <a:pt x="679450" y="95021"/>
                  </a:lnTo>
                  <a:lnTo>
                    <a:pt x="687171" y="96583"/>
                  </a:lnTo>
                  <a:lnTo>
                    <a:pt x="694893" y="95021"/>
                  </a:lnTo>
                  <a:lnTo>
                    <a:pt x="701192" y="90766"/>
                  </a:lnTo>
                  <a:lnTo>
                    <a:pt x="705446" y="84467"/>
                  </a:lnTo>
                  <a:lnTo>
                    <a:pt x="707009" y="76746"/>
                  </a:lnTo>
                  <a:close/>
                </a:path>
                <a:path w="880745" h="554990">
                  <a:moveTo>
                    <a:pt x="815949" y="534873"/>
                  </a:moveTo>
                  <a:lnTo>
                    <a:pt x="814387" y="527164"/>
                  </a:lnTo>
                  <a:lnTo>
                    <a:pt x="810145" y="520852"/>
                  </a:lnTo>
                  <a:lnTo>
                    <a:pt x="803833" y="516610"/>
                  </a:lnTo>
                  <a:lnTo>
                    <a:pt x="796112" y="515048"/>
                  </a:lnTo>
                  <a:lnTo>
                    <a:pt x="788403" y="516610"/>
                  </a:lnTo>
                  <a:lnTo>
                    <a:pt x="782091" y="520852"/>
                  </a:lnTo>
                  <a:lnTo>
                    <a:pt x="777849" y="527164"/>
                  </a:lnTo>
                  <a:lnTo>
                    <a:pt x="776287" y="534873"/>
                  </a:lnTo>
                  <a:lnTo>
                    <a:pt x="777849" y="542594"/>
                  </a:lnTo>
                  <a:lnTo>
                    <a:pt x="782091" y="548906"/>
                  </a:lnTo>
                  <a:lnTo>
                    <a:pt x="788403" y="553148"/>
                  </a:lnTo>
                  <a:lnTo>
                    <a:pt x="796112" y="554710"/>
                  </a:lnTo>
                  <a:lnTo>
                    <a:pt x="803833" y="553148"/>
                  </a:lnTo>
                  <a:lnTo>
                    <a:pt x="810145" y="548906"/>
                  </a:lnTo>
                  <a:lnTo>
                    <a:pt x="814387" y="542594"/>
                  </a:lnTo>
                  <a:lnTo>
                    <a:pt x="815949" y="534873"/>
                  </a:lnTo>
                  <a:close/>
                </a:path>
                <a:path w="880745" h="554990">
                  <a:moveTo>
                    <a:pt x="880262" y="219417"/>
                  </a:moveTo>
                  <a:lnTo>
                    <a:pt x="878700" y="211696"/>
                  </a:lnTo>
                  <a:lnTo>
                    <a:pt x="874445" y="205397"/>
                  </a:lnTo>
                  <a:lnTo>
                    <a:pt x="868146" y="201142"/>
                  </a:lnTo>
                  <a:lnTo>
                    <a:pt x="860425" y="199593"/>
                  </a:lnTo>
                  <a:lnTo>
                    <a:pt x="852703" y="201142"/>
                  </a:lnTo>
                  <a:lnTo>
                    <a:pt x="846404" y="205397"/>
                  </a:lnTo>
                  <a:lnTo>
                    <a:pt x="842149" y="211696"/>
                  </a:lnTo>
                  <a:lnTo>
                    <a:pt x="840600" y="219417"/>
                  </a:lnTo>
                  <a:lnTo>
                    <a:pt x="842149" y="227139"/>
                  </a:lnTo>
                  <a:lnTo>
                    <a:pt x="846404" y="233451"/>
                  </a:lnTo>
                  <a:lnTo>
                    <a:pt x="852703" y="237693"/>
                  </a:lnTo>
                  <a:lnTo>
                    <a:pt x="860425" y="239255"/>
                  </a:lnTo>
                  <a:lnTo>
                    <a:pt x="868146" y="237693"/>
                  </a:lnTo>
                  <a:lnTo>
                    <a:pt x="874445" y="233451"/>
                  </a:lnTo>
                  <a:lnTo>
                    <a:pt x="878700" y="227139"/>
                  </a:lnTo>
                  <a:lnTo>
                    <a:pt x="880262" y="219417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3" name="object 203" descr=""/>
          <p:cNvSpPr/>
          <p:nvPr/>
        </p:nvSpPr>
        <p:spPr>
          <a:xfrm>
            <a:off x="8438552" y="7898512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 descr=""/>
          <p:cNvSpPr/>
          <p:nvPr/>
        </p:nvSpPr>
        <p:spPr>
          <a:xfrm>
            <a:off x="9075714" y="6779365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 descr=""/>
          <p:cNvSpPr/>
          <p:nvPr/>
        </p:nvSpPr>
        <p:spPr>
          <a:xfrm>
            <a:off x="7452724" y="7233408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 descr=""/>
          <p:cNvSpPr/>
          <p:nvPr/>
        </p:nvSpPr>
        <p:spPr>
          <a:xfrm>
            <a:off x="8498049" y="6637956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 descr=""/>
          <p:cNvSpPr/>
          <p:nvPr/>
        </p:nvSpPr>
        <p:spPr>
          <a:xfrm>
            <a:off x="8517864" y="6730410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 descr=""/>
          <p:cNvSpPr/>
          <p:nvPr/>
        </p:nvSpPr>
        <p:spPr>
          <a:xfrm>
            <a:off x="8478217" y="7004494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9" name="object 209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8677247" y="6902513"/>
            <a:ext cx="79310" cy="91068"/>
          </a:xfrm>
          <a:prstGeom prst="rect">
            <a:avLst/>
          </a:prstGeom>
        </p:spPr>
      </p:pic>
      <p:sp>
        <p:nvSpPr>
          <p:cNvPr id="210" name="object 210" descr=""/>
          <p:cNvSpPr/>
          <p:nvPr/>
        </p:nvSpPr>
        <p:spPr>
          <a:xfrm>
            <a:off x="8913762" y="6824029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 descr=""/>
          <p:cNvSpPr/>
          <p:nvPr/>
        </p:nvSpPr>
        <p:spPr>
          <a:xfrm>
            <a:off x="8981757" y="7190485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 descr=""/>
          <p:cNvSpPr/>
          <p:nvPr/>
        </p:nvSpPr>
        <p:spPr>
          <a:xfrm>
            <a:off x="9070545" y="7147036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 descr=""/>
          <p:cNvSpPr/>
          <p:nvPr/>
        </p:nvSpPr>
        <p:spPr>
          <a:xfrm>
            <a:off x="9142710" y="7288159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 descr=""/>
          <p:cNvSpPr/>
          <p:nvPr/>
        </p:nvSpPr>
        <p:spPr>
          <a:xfrm>
            <a:off x="9431004" y="6934103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 descr=""/>
          <p:cNvSpPr/>
          <p:nvPr/>
        </p:nvSpPr>
        <p:spPr>
          <a:xfrm>
            <a:off x="9280337" y="7096037"/>
            <a:ext cx="40005" cy="40005"/>
          </a:xfrm>
          <a:custGeom>
            <a:avLst/>
            <a:gdLst/>
            <a:ahLst/>
            <a:cxnLst/>
            <a:rect l="l" t="t" r="r" b="b"/>
            <a:pathLst>
              <a:path w="40004" h="40004">
                <a:moveTo>
                  <a:pt x="19831" y="0"/>
                </a:moveTo>
                <a:lnTo>
                  <a:pt x="12112" y="1558"/>
                </a:lnTo>
                <a:lnTo>
                  <a:pt x="5808" y="5808"/>
                </a:lnTo>
                <a:lnTo>
                  <a:pt x="1558" y="12112"/>
                </a:lnTo>
                <a:lnTo>
                  <a:pt x="0" y="19831"/>
                </a:lnTo>
                <a:lnTo>
                  <a:pt x="1558" y="27551"/>
                </a:lnTo>
                <a:lnTo>
                  <a:pt x="5808" y="33854"/>
                </a:lnTo>
                <a:lnTo>
                  <a:pt x="12112" y="38105"/>
                </a:lnTo>
                <a:lnTo>
                  <a:pt x="19831" y="39663"/>
                </a:lnTo>
                <a:lnTo>
                  <a:pt x="27551" y="38105"/>
                </a:lnTo>
                <a:lnTo>
                  <a:pt x="33854" y="33854"/>
                </a:lnTo>
                <a:lnTo>
                  <a:pt x="38105" y="27551"/>
                </a:lnTo>
                <a:lnTo>
                  <a:pt x="39663" y="19831"/>
                </a:lnTo>
                <a:lnTo>
                  <a:pt x="38105" y="12112"/>
                </a:lnTo>
                <a:lnTo>
                  <a:pt x="33854" y="5808"/>
                </a:lnTo>
                <a:lnTo>
                  <a:pt x="27551" y="1558"/>
                </a:lnTo>
                <a:lnTo>
                  <a:pt x="19831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 descr=""/>
          <p:cNvSpPr/>
          <p:nvPr/>
        </p:nvSpPr>
        <p:spPr>
          <a:xfrm>
            <a:off x="8464105" y="7722228"/>
            <a:ext cx="146050" cy="250825"/>
          </a:xfrm>
          <a:custGeom>
            <a:avLst/>
            <a:gdLst/>
            <a:ahLst/>
            <a:cxnLst/>
            <a:rect l="l" t="t" r="r" b="b"/>
            <a:pathLst>
              <a:path w="146050" h="250825">
                <a:moveTo>
                  <a:pt x="146024" y="110820"/>
                </a:moveTo>
                <a:lnTo>
                  <a:pt x="117322" y="115443"/>
                </a:lnTo>
                <a:lnTo>
                  <a:pt x="93878" y="128079"/>
                </a:lnTo>
                <a:lnTo>
                  <a:pt x="78079" y="146812"/>
                </a:lnTo>
                <a:lnTo>
                  <a:pt x="76962" y="151244"/>
                </a:lnTo>
                <a:lnTo>
                  <a:pt x="76962" y="76962"/>
                </a:lnTo>
                <a:lnTo>
                  <a:pt x="70916" y="47002"/>
                </a:lnTo>
                <a:lnTo>
                  <a:pt x="54419" y="22542"/>
                </a:lnTo>
                <a:lnTo>
                  <a:pt x="29959" y="6045"/>
                </a:lnTo>
                <a:lnTo>
                  <a:pt x="0" y="0"/>
                </a:lnTo>
                <a:lnTo>
                  <a:pt x="0" y="56857"/>
                </a:lnTo>
                <a:lnTo>
                  <a:pt x="5435" y="94246"/>
                </a:lnTo>
                <a:lnTo>
                  <a:pt x="20904" y="127927"/>
                </a:lnTo>
                <a:lnTo>
                  <a:pt x="45161" y="155943"/>
                </a:lnTo>
                <a:lnTo>
                  <a:pt x="72288" y="173355"/>
                </a:lnTo>
                <a:lnTo>
                  <a:pt x="72288" y="250596"/>
                </a:lnTo>
                <a:lnTo>
                  <a:pt x="103378" y="227101"/>
                </a:lnTo>
                <a:lnTo>
                  <a:pt x="126555" y="198869"/>
                </a:lnTo>
                <a:lnTo>
                  <a:pt x="141020" y="167144"/>
                </a:lnTo>
                <a:lnTo>
                  <a:pt x="146024" y="133159"/>
                </a:lnTo>
                <a:lnTo>
                  <a:pt x="146024" y="11082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7" name="object 217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7682552" y="6662594"/>
            <a:ext cx="88667" cy="99033"/>
          </a:xfrm>
          <a:prstGeom prst="rect">
            <a:avLst/>
          </a:prstGeom>
        </p:spPr>
      </p:pic>
      <p:pic>
        <p:nvPicPr>
          <p:cNvPr id="218" name="object 218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8616264" y="7237346"/>
            <a:ext cx="121985" cy="71438"/>
          </a:xfrm>
          <a:prstGeom prst="rect">
            <a:avLst/>
          </a:prstGeom>
        </p:spPr>
      </p:pic>
      <p:pic>
        <p:nvPicPr>
          <p:cNvPr id="219" name="object 219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9095562" y="7538221"/>
            <a:ext cx="121985" cy="71440"/>
          </a:xfrm>
          <a:prstGeom prst="rect">
            <a:avLst/>
          </a:prstGeom>
        </p:spPr>
      </p:pic>
      <p:grpSp>
        <p:nvGrpSpPr>
          <p:cNvPr id="220" name="object 220" descr=""/>
          <p:cNvGrpSpPr/>
          <p:nvPr/>
        </p:nvGrpSpPr>
        <p:grpSpPr>
          <a:xfrm>
            <a:off x="8033815" y="7174217"/>
            <a:ext cx="1092835" cy="2292985"/>
            <a:chOff x="8033815" y="7174217"/>
            <a:chExt cx="1092835" cy="2292985"/>
          </a:xfrm>
        </p:grpSpPr>
        <p:sp>
          <p:nvSpPr>
            <p:cNvPr id="221" name="object 221" descr=""/>
            <p:cNvSpPr/>
            <p:nvPr/>
          </p:nvSpPr>
          <p:spPr>
            <a:xfrm>
              <a:off x="8784448" y="7174217"/>
              <a:ext cx="0" cy="2292985"/>
            </a:xfrm>
            <a:custGeom>
              <a:avLst/>
              <a:gdLst/>
              <a:ahLst/>
              <a:cxnLst/>
              <a:rect l="l" t="t" r="r" b="b"/>
              <a:pathLst>
                <a:path w="0" h="2292984">
                  <a:moveTo>
                    <a:pt x="0" y="0"/>
                  </a:moveTo>
                  <a:lnTo>
                    <a:pt x="0" y="2292809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8784447" y="7440836"/>
              <a:ext cx="338455" cy="478155"/>
            </a:xfrm>
            <a:custGeom>
              <a:avLst/>
              <a:gdLst/>
              <a:ahLst/>
              <a:cxnLst/>
              <a:rect l="l" t="t" r="r" b="b"/>
              <a:pathLst>
                <a:path w="338454" h="478154">
                  <a:moveTo>
                    <a:pt x="337958" y="0"/>
                  </a:moveTo>
                  <a:lnTo>
                    <a:pt x="301718" y="144831"/>
                  </a:lnTo>
                  <a:lnTo>
                    <a:pt x="263807" y="228249"/>
                  </a:lnTo>
                  <a:lnTo>
                    <a:pt x="200976" y="281880"/>
                  </a:lnTo>
                  <a:lnTo>
                    <a:pt x="89976" y="337350"/>
                  </a:lnTo>
                  <a:lnTo>
                    <a:pt x="52879" y="361454"/>
                  </a:lnTo>
                  <a:lnTo>
                    <a:pt x="24562" y="394346"/>
                  </a:lnTo>
                  <a:lnTo>
                    <a:pt x="6457" y="433791"/>
                  </a:lnTo>
                  <a:lnTo>
                    <a:pt x="0" y="477556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8412402" y="7331168"/>
              <a:ext cx="372110" cy="378460"/>
            </a:xfrm>
            <a:custGeom>
              <a:avLst/>
              <a:gdLst/>
              <a:ahLst/>
              <a:cxnLst/>
              <a:rect l="l" t="t" r="r" b="b"/>
              <a:pathLst>
                <a:path w="372109" h="378459">
                  <a:moveTo>
                    <a:pt x="0" y="0"/>
                  </a:moveTo>
                  <a:lnTo>
                    <a:pt x="48452" y="102428"/>
                  </a:lnTo>
                  <a:lnTo>
                    <a:pt x="94184" y="162709"/>
                  </a:lnTo>
                  <a:lnTo>
                    <a:pt x="163819" y="204366"/>
                  </a:lnTo>
                  <a:lnTo>
                    <a:pt x="283980" y="250924"/>
                  </a:lnTo>
                  <a:lnTo>
                    <a:pt x="320124" y="271114"/>
                  </a:lnTo>
                  <a:lnTo>
                    <a:pt x="347935" y="300561"/>
                  </a:lnTo>
                  <a:lnTo>
                    <a:pt x="365786" y="336919"/>
                  </a:lnTo>
                  <a:lnTo>
                    <a:pt x="372051" y="377841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8038040" y="7288175"/>
              <a:ext cx="481965" cy="184785"/>
            </a:xfrm>
            <a:custGeom>
              <a:avLst/>
              <a:gdLst/>
              <a:ahLst/>
              <a:cxnLst/>
              <a:rect l="l" t="t" r="r" b="b"/>
              <a:pathLst>
                <a:path w="481965" h="184784">
                  <a:moveTo>
                    <a:pt x="0" y="0"/>
                  </a:moveTo>
                  <a:lnTo>
                    <a:pt x="0" y="41035"/>
                  </a:lnTo>
                  <a:lnTo>
                    <a:pt x="7838" y="79897"/>
                  </a:lnTo>
                  <a:lnTo>
                    <a:pt x="29228" y="111634"/>
                  </a:lnTo>
                  <a:lnTo>
                    <a:pt x="60958" y="133033"/>
                  </a:lnTo>
                  <a:lnTo>
                    <a:pt x="99818" y="140885"/>
                  </a:lnTo>
                  <a:lnTo>
                    <a:pt x="373517" y="140885"/>
                  </a:lnTo>
                  <a:lnTo>
                    <a:pt x="403304" y="143738"/>
                  </a:lnTo>
                  <a:lnTo>
                    <a:pt x="431755" y="152111"/>
                  </a:lnTo>
                  <a:lnTo>
                    <a:pt x="458115" y="165701"/>
                  </a:lnTo>
                  <a:lnTo>
                    <a:pt x="481629" y="184203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8535635" y="7890217"/>
              <a:ext cx="248920" cy="539750"/>
            </a:xfrm>
            <a:custGeom>
              <a:avLst/>
              <a:gdLst/>
              <a:ahLst/>
              <a:cxnLst/>
              <a:rect l="l" t="t" r="r" b="b"/>
              <a:pathLst>
                <a:path w="248920" h="539750">
                  <a:moveTo>
                    <a:pt x="0" y="0"/>
                  </a:moveTo>
                  <a:lnTo>
                    <a:pt x="0" y="117608"/>
                  </a:lnTo>
                  <a:lnTo>
                    <a:pt x="5362" y="166239"/>
                  </a:lnTo>
                  <a:lnTo>
                    <a:pt x="20958" y="212015"/>
                  </a:lnTo>
                  <a:lnTo>
                    <a:pt x="46051" y="253357"/>
                  </a:lnTo>
                  <a:lnTo>
                    <a:pt x="79903" y="288682"/>
                  </a:lnTo>
                  <a:lnTo>
                    <a:pt x="165513" y="360512"/>
                  </a:lnTo>
                  <a:lnTo>
                    <a:pt x="200812" y="397420"/>
                  </a:lnTo>
                  <a:lnTo>
                    <a:pt x="226974" y="440593"/>
                  </a:lnTo>
                  <a:lnTo>
                    <a:pt x="243230" y="488384"/>
                  </a:lnTo>
                  <a:lnTo>
                    <a:pt x="248809" y="539145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6" name="object 226" descr=""/>
          <p:cNvGrpSpPr/>
          <p:nvPr/>
        </p:nvGrpSpPr>
        <p:grpSpPr>
          <a:xfrm>
            <a:off x="6374509" y="7482221"/>
            <a:ext cx="716280" cy="1985010"/>
            <a:chOff x="6374509" y="7482221"/>
            <a:chExt cx="716280" cy="1985010"/>
          </a:xfrm>
        </p:grpSpPr>
        <p:sp>
          <p:nvSpPr>
            <p:cNvPr id="227" name="object 227" descr=""/>
            <p:cNvSpPr/>
            <p:nvPr/>
          </p:nvSpPr>
          <p:spPr>
            <a:xfrm>
              <a:off x="6563254" y="7507967"/>
              <a:ext cx="0" cy="1959610"/>
            </a:xfrm>
            <a:custGeom>
              <a:avLst/>
              <a:gdLst/>
              <a:ahLst/>
              <a:cxnLst/>
              <a:rect l="l" t="t" r="r" b="b"/>
              <a:pathLst>
                <a:path w="0" h="1959609">
                  <a:moveTo>
                    <a:pt x="0" y="0"/>
                  </a:moveTo>
                  <a:lnTo>
                    <a:pt x="0" y="1959060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6563324" y="7605641"/>
              <a:ext cx="401320" cy="407670"/>
            </a:xfrm>
            <a:custGeom>
              <a:avLst/>
              <a:gdLst/>
              <a:ahLst/>
              <a:cxnLst/>
              <a:rect l="l" t="t" r="r" b="b"/>
              <a:pathLst>
                <a:path w="401320" h="407670">
                  <a:moveTo>
                    <a:pt x="401150" y="0"/>
                  </a:moveTo>
                  <a:lnTo>
                    <a:pt x="373768" y="59191"/>
                  </a:lnTo>
                  <a:lnTo>
                    <a:pt x="352615" y="93840"/>
                  </a:lnTo>
                  <a:lnTo>
                    <a:pt x="325790" y="130061"/>
                  </a:lnTo>
                  <a:lnTo>
                    <a:pt x="292772" y="166505"/>
                  </a:lnTo>
                  <a:lnTo>
                    <a:pt x="253038" y="201825"/>
                  </a:lnTo>
                  <a:lnTo>
                    <a:pt x="206064" y="234674"/>
                  </a:lnTo>
                  <a:lnTo>
                    <a:pt x="151330" y="263701"/>
                  </a:lnTo>
                  <a:lnTo>
                    <a:pt x="88311" y="287561"/>
                  </a:lnTo>
                  <a:lnTo>
                    <a:pt x="52341" y="305444"/>
                  </a:lnTo>
                  <a:lnTo>
                    <a:pt x="24440" y="333017"/>
                  </a:lnTo>
                  <a:lnTo>
                    <a:pt x="6396" y="367848"/>
                  </a:lnTo>
                  <a:lnTo>
                    <a:pt x="0" y="407505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9" name="object 229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374509" y="7482221"/>
              <a:ext cx="311321" cy="305852"/>
            </a:xfrm>
            <a:prstGeom prst="rect">
              <a:avLst/>
            </a:prstGeom>
          </p:spPr>
        </p:pic>
        <p:pic>
          <p:nvPicPr>
            <p:cNvPr id="230" name="object 230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911754" y="7616857"/>
              <a:ext cx="178811" cy="86091"/>
            </a:xfrm>
            <a:prstGeom prst="rect">
              <a:avLst/>
            </a:prstGeom>
          </p:spPr>
        </p:pic>
      </p:grpSp>
      <p:pic>
        <p:nvPicPr>
          <p:cNvPr id="231" name="object 231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5889622" y="7748983"/>
            <a:ext cx="107923" cy="79636"/>
          </a:xfrm>
          <a:prstGeom prst="rect">
            <a:avLst/>
          </a:prstGeom>
        </p:spPr>
      </p:pic>
      <p:grpSp>
        <p:nvGrpSpPr>
          <p:cNvPr id="232" name="object 232" descr=""/>
          <p:cNvGrpSpPr/>
          <p:nvPr/>
        </p:nvGrpSpPr>
        <p:grpSpPr>
          <a:xfrm>
            <a:off x="5773042" y="6830444"/>
            <a:ext cx="1540510" cy="1027430"/>
            <a:chOff x="5773042" y="6830444"/>
            <a:chExt cx="1540510" cy="1027430"/>
          </a:xfrm>
        </p:grpSpPr>
        <p:pic>
          <p:nvPicPr>
            <p:cNvPr id="233" name="object 233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949000" y="7014374"/>
              <a:ext cx="97536" cy="87965"/>
            </a:xfrm>
            <a:prstGeom prst="rect">
              <a:avLst/>
            </a:prstGeom>
          </p:spPr>
        </p:pic>
        <p:sp>
          <p:nvSpPr>
            <p:cNvPr id="234" name="object 234" descr=""/>
            <p:cNvSpPr/>
            <p:nvPr/>
          </p:nvSpPr>
          <p:spPr>
            <a:xfrm>
              <a:off x="5773042" y="6830444"/>
              <a:ext cx="1540510" cy="1027430"/>
            </a:xfrm>
            <a:custGeom>
              <a:avLst/>
              <a:gdLst/>
              <a:ahLst/>
              <a:cxnLst/>
              <a:rect l="l" t="t" r="r" b="b"/>
              <a:pathLst>
                <a:path w="1540509" h="1027429">
                  <a:moveTo>
                    <a:pt x="790174" y="0"/>
                  </a:moveTo>
                  <a:lnTo>
                    <a:pt x="739951" y="3319"/>
                  </a:lnTo>
                  <a:lnTo>
                    <a:pt x="691872" y="12978"/>
                  </a:lnTo>
                  <a:lnTo>
                    <a:pt x="646409" y="28529"/>
                  </a:lnTo>
                  <a:lnTo>
                    <a:pt x="604036" y="49521"/>
                  </a:lnTo>
                  <a:lnTo>
                    <a:pt x="565228" y="75505"/>
                  </a:lnTo>
                  <a:lnTo>
                    <a:pt x="530458" y="106034"/>
                  </a:lnTo>
                  <a:lnTo>
                    <a:pt x="500199" y="140658"/>
                  </a:lnTo>
                  <a:lnTo>
                    <a:pt x="474924" y="178927"/>
                  </a:lnTo>
                  <a:lnTo>
                    <a:pt x="455108" y="220393"/>
                  </a:lnTo>
                  <a:lnTo>
                    <a:pt x="441224" y="264608"/>
                  </a:lnTo>
                  <a:lnTo>
                    <a:pt x="433745" y="311121"/>
                  </a:lnTo>
                  <a:lnTo>
                    <a:pt x="411795" y="306638"/>
                  </a:lnTo>
                  <a:lnTo>
                    <a:pt x="389643" y="303433"/>
                  </a:lnTo>
                  <a:lnTo>
                    <a:pt x="367344" y="301512"/>
                  </a:lnTo>
                  <a:lnTo>
                    <a:pt x="344952" y="300880"/>
                  </a:lnTo>
                  <a:lnTo>
                    <a:pt x="293976" y="304197"/>
                  </a:lnTo>
                  <a:lnTo>
                    <a:pt x="245323" y="313833"/>
                  </a:lnTo>
                  <a:lnTo>
                    <a:pt x="199527" y="329314"/>
                  </a:lnTo>
                  <a:lnTo>
                    <a:pt x="157119" y="350166"/>
                  </a:lnTo>
                  <a:lnTo>
                    <a:pt x="118636" y="375917"/>
                  </a:lnTo>
                  <a:lnTo>
                    <a:pt x="84609" y="406092"/>
                  </a:lnTo>
                  <a:lnTo>
                    <a:pt x="55572" y="440220"/>
                  </a:lnTo>
                  <a:lnTo>
                    <a:pt x="32059" y="477825"/>
                  </a:lnTo>
                  <a:lnTo>
                    <a:pt x="14604" y="518435"/>
                  </a:lnTo>
                  <a:lnTo>
                    <a:pt x="3740" y="561577"/>
                  </a:lnTo>
                  <a:lnTo>
                    <a:pt x="0" y="606777"/>
                  </a:lnTo>
                  <a:lnTo>
                    <a:pt x="4070" y="653912"/>
                  </a:lnTo>
                  <a:lnTo>
                    <a:pt x="15876" y="698781"/>
                  </a:lnTo>
                  <a:lnTo>
                    <a:pt x="34811" y="740845"/>
                  </a:lnTo>
                  <a:lnTo>
                    <a:pt x="60269" y="779567"/>
                  </a:lnTo>
                  <a:lnTo>
                    <a:pt x="91642" y="814409"/>
                  </a:lnTo>
                  <a:lnTo>
                    <a:pt x="128324" y="844834"/>
                  </a:lnTo>
                  <a:lnTo>
                    <a:pt x="169709" y="870303"/>
                  </a:lnTo>
                  <a:lnTo>
                    <a:pt x="215190" y="890278"/>
                  </a:lnTo>
                  <a:lnTo>
                    <a:pt x="264159" y="904223"/>
                  </a:lnTo>
                  <a:lnTo>
                    <a:pt x="283274" y="945204"/>
                  </a:lnTo>
                  <a:lnTo>
                    <a:pt x="311181" y="979012"/>
                  </a:lnTo>
                  <a:lnTo>
                    <a:pt x="346065" y="1004630"/>
                  </a:lnTo>
                  <a:lnTo>
                    <a:pt x="386113" y="1021041"/>
                  </a:lnTo>
                  <a:lnTo>
                    <a:pt x="429511" y="1027229"/>
                  </a:lnTo>
                  <a:lnTo>
                    <a:pt x="474446" y="1022178"/>
                  </a:lnTo>
                  <a:lnTo>
                    <a:pt x="518591" y="1004896"/>
                  </a:lnTo>
                  <a:lnTo>
                    <a:pt x="555378" y="977571"/>
                  </a:lnTo>
                  <a:lnTo>
                    <a:pt x="583569" y="942239"/>
                  </a:lnTo>
                  <a:lnTo>
                    <a:pt x="601930" y="900936"/>
                  </a:lnTo>
                  <a:lnTo>
                    <a:pt x="609223" y="855698"/>
                  </a:lnTo>
                  <a:lnTo>
                    <a:pt x="604211" y="808561"/>
                  </a:lnTo>
                  <a:lnTo>
                    <a:pt x="631922" y="776584"/>
                  </a:lnTo>
                  <a:lnTo>
                    <a:pt x="654756" y="741478"/>
                  </a:lnTo>
                  <a:lnTo>
                    <a:pt x="672267" y="703638"/>
                  </a:lnTo>
                  <a:lnTo>
                    <a:pt x="684010" y="663456"/>
                  </a:lnTo>
                  <a:lnTo>
                    <a:pt x="710101" y="670103"/>
                  </a:lnTo>
                  <a:lnTo>
                    <a:pt x="736567" y="674862"/>
                  </a:lnTo>
                  <a:lnTo>
                    <a:pt x="763307" y="677720"/>
                  </a:lnTo>
                  <a:lnTo>
                    <a:pt x="790216" y="678659"/>
                  </a:lnTo>
                  <a:lnTo>
                    <a:pt x="838759" y="675562"/>
                  </a:lnTo>
                  <a:lnTo>
                    <a:pt x="885319" y="666538"/>
                  </a:lnTo>
                  <a:lnTo>
                    <a:pt x="929469" y="651990"/>
                  </a:lnTo>
                  <a:lnTo>
                    <a:pt x="970781" y="632322"/>
                  </a:lnTo>
                  <a:lnTo>
                    <a:pt x="1008828" y="607937"/>
                  </a:lnTo>
                  <a:lnTo>
                    <a:pt x="1043182" y="579238"/>
                  </a:lnTo>
                  <a:lnTo>
                    <a:pt x="1053830" y="623718"/>
                  </a:lnTo>
                  <a:lnTo>
                    <a:pt x="1071877" y="664529"/>
                  </a:lnTo>
                  <a:lnTo>
                    <a:pt x="1096519" y="700974"/>
                  </a:lnTo>
                  <a:lnTo>
                    <a:pt x="1126951" y="732355"/>
                  </a:lnTo>
                  <a:lnTo>
                    <a:pt x="1162368" y="757977"/>
                  </a:lnTo>
                  <a:lnTo>
                    <a:pt x="1201966" y="777143"/>
                  </a:lnTo>
                  <a:lnTo>
                    <a:pt x="1244939" y="789154"/>
                  </a:lnTo>
                  <a:lnTo>
                    <a:pt x="1290484" y="793316"/>
                  </a:lnTo>
                  <a:lnTo>
                    <a:pt x="1335411" y="789296"/>
                  </a:lnTo>
                  <a:lnTo>
                    <a:pt x="1377697" y="777693"/>
                  </a:lnTo>
                  <a:lnTo>
                    <a:pt x="1416637" y="759212"/>
                  </a:lnTo>
                  <a:lnTo>
                    <a:pt x="1451523" y="734560"/>
                  </a:lnTo>
                  <a:lnTo>
                    <a:pt x="1481651" y="704442"/>
                  </a:lnTo>
                  <a:lnTo>
                    <a:pt x="1506314" y="669564"/>
                  </a:lnTo>
                  <a:lnTo>
                    <a:pt x="1524806" y="630632"/>
                  </a:lnTo>
                  <a:lnTo>
                    <a:pt x="1536422" y="588351"/>
                  </a:lnTo>
                  <a:lnTo>
                    <a:pt x="1540455" y="543428"/>
                  </a:lnTo>
                  <a:lnTo>
                    <a:pt x="1537557" y="505531"/>
                  </a:lnTo>
                  <a:lnTo>
                    <a:pt x="1515005" y="433613"/>
                  </a:lnTo>
                  <a:lnTo>
                    <a:pt x="1466800" y="366257"/>
                  </a:lnTo>
                  <a:lnTo>
                    <a:pt x="1433137" y="338165"/>
                  </a:lnTo>
                  <a:lnTo>
                    <a:pt x="1395737" y="316746"/>
                  </a:lnTo>
                  <a:lnTo>
                    <a:pt x="1355583" y="302179"/>
                  </a:lnTo>
                  <a:lnTo>
                    <a:pt x="1313659" y="294638"/>
                  </a:lnTo>
                  <a:lnTo>
                    <a:pt x="1270945" y="294302"/>
                  </a:lnTo>
                  <a:lnTo>
                    <a:pt x="1228427" y="301346"/>
                  </a:lnTo>
                  <a:lnTo>
                    <a:pt x="1187084" y="315947"/>
                  </a:lnTo>
                  <a:lnTo>
                    <a:pt x="1147902" y="338282"/>
                  </a:lnTo>
                  <a:lnTo>
                    <a:pt x="1144502" y="292361"/>
                  </a:lnTo>
                  <a:lnTo>
                    <a:pt x="1134888" y="248323"/>
                  </a:lnTo>
                  <a:lnTo>
                    <a:pt x="1119483" y="206571"/>
                  </a:lnTo>
                  <a:lnTo>
                    <a:pt x="1098712" y="167506"/>
                  </a:lnTo>
                  <a:lnTo>
                    <a:pt x="1072997" y="131531"/>
                  </a:lnTo>
                  <a:lnTo>
                    <a:pt x="1042764" y="99048"/>
                  </a:lnTo>
                  <a:lnTo>
                    <a:pt x="1008434" y="70458"/>
                  </a:lnTo>
                  <a:lnTo>
                    <a:pt x="970432" y="46166"/>
                  </a:lnTo>
                  <a:lnTo>
                    <a:pt x="929181" y="26571"/>
                  </a:lnTo>
                  <a:lnTo>
                    <a:pt x="885106" y="12077"/>
                  </a:lnTo>
                  <a:lnTo>
                    <a:pt x="838629" y="3086"/>
                  </a:lnTo>
                  <a:lnTo>
                    <a:pt x="790174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5920676" y="7010037"/>
              <a:ext cx="887730" cy="578485"/>
            </a:xfrm>
            <a:custGeom>
              <a:avLst/>
              <a:gdLst/>
              <a:ahLst/>
              <a:cxnLst/>
              <a:rect l="l" t="t" r="r" b="b"/>
              <a:pathLst>
                <a:path w="887729" h="578484">
                  <a:moveTo>
                    <a:pt x="37236" y="503885"/>
                  </a:moveTo>
                  <a:lnTo>
                    <a:pt x="35775" y="496633"/>
                  </a:lnTo>
                  <a:lnTo>
                    <a:pt x="31788" y="490715"/>
                  </a:lnTo>
                  <a:lnTo>
                    <a:pt x="25869" y="486727"/>
                  </a:lnTo>
                  <a:lnTo>
                    <a:pt x="18618" y="485267"/>
                  </a:lnTo>
                  <a:lnTo>
                    <a:pt x="11379" y="486727"/>
                  </a:lnTo>
                  <a:lnTo>
                    <a:pt x="5461" y="490715"/>
                  </a:lnTo>
                  <a:lnTo>
                    <a:pt x="1460" y="496633"/>
                  </a:lnTo>
                  <a:lnTo>
                    <a:pt x="0" y="503885"/>
                  </a:lnTo>
                  <a:lnTo>
                    <a:pt x="1460" y="511136"/>
                  </a:lnTo>
                  <a:lnTo>
                    <a:pt x="5461" y="517042"/>
                  </a:lnTo>
                  <a:lnTo>
                    <a:pt x="11379" y="521042"/>
                  </a:lnTo>
                  <a:lnTo>
                    <a:pt x="18618" y="522503"/>
                  </a:lnTo>
                  <a:lnTo>
                    <a:pt x="25869" y="521042"/>
                  </a:lnTo>
                  <a:lnTo>
                    <a:pt x="31788" y="517042"/>
                  </a:lnTo>
                  <a:lnTo>
                    <a:pt x="35775" y="511136"/>
                  </a:lnTo>
                  <a:lnTo>
                    <a:pt x="37236" y="503885"/>
                  </a:lnTo>
                  <a:close/>
                </a:path>
                <a:path w="887729" h="578484">
                  <a:moveTo>
                    <a:pt x="71310" y="304076"/>
                  </a:moveTo>
                  <a:lnTo>
                    <a:pt x="69850" y="296824"/>
                  </a:lnTo>
                  <a:lnTo>
                    <a:pt x="65862" y="290906"/>
                  </a:lnTo>
                  <a:lnTo>
                    <a:pt x="59944" y="286918"/>
                  </a:lnTo>
                  <a:lnTo>
                    <a:pt x="52692" y="285457"/>
                  </a:lnTo>
                  <a:lnTo>
                    <a:pt x="45440" y="286918"/>
                  </a:lnTo>
                  <a:lnTo>
                    <a:pt x="39522" y="290906"/>
                  </a:lnTo>
                  <a:lnTo>
                    <a:pt x="35534" y="296824"/>
                  </a:lnTo>
                  <a:lnTo>
                    <a:pt x="34074" y="304076"/>
                  </a:lnTo>
                  <a:lnTo>
                    <a:pt x="35534" y="311327"/>
                  </a:lnTo>
                  <a:lnTo>
                    <a:pt x="39522" y="317246"/>
                  </a:lnTo>
                  <a:lnTo>
                    <a:pt x="45440" y="321233"/>
                  </a:lnTo>
                  <a:lnTo>
                    <a:pt x="52692" y="322694"/>
                  </a:lnTo>
                  <a:lnTo>
                    <a:pt x="59944" y="321233"/>
                  </a:lnTo>
                  <a:lnTo>
                    <a:pt x="65862" y="317246"/>
                  </a:lnTo>
                  <a:lnTo>
                    <a:pt x="69850" y="311327"/>
                  </a:lnTo>
                  <a:lnTo>
                    <a:pt x="71310" y="304076"/>
                  </a:lnTo>
                  <a:close/>
                </a:path>
                <a:path w="887729" h="578484">
                  <a:moveTo>
                    <a:pt x="131749" y="341287"/>
                  </a:moveTo>
                  <a:lnTo>
                    <a:pt x="130289" y="334048"/>
                  </a:lnTo>
                  <a:lnTo>
                    <a:pt x="126301" y="328129"/>
                  </a:lnTo>
                  <a:lnTo>
                    <a:pt x="120383" y="324142"/>
                  </a:lnTo>
                  <a:lnTo>
                    <a:pt x="113131" y="322668"/>
                  </a:lnTo>
                  <a:lnTo>
                    <a:pt x="105892" y="324142"/>
                  </a:lnTo>
                  <a:lnTo>
                    <a:pt x="99974" y="328129"/>
                  </a:lnTo>
                  <a:lnTo>
                    <a:pt x="95986" y="334048"/>
                  </a:lnTo>
                  <a:lnTo>
                    <a:pt x="94513" y="341287"/>
                  </a:lnTo>
                  <a:lnTo>
                    <a:pt x="95986" y="348538"/>
                  </a:lnTo>
                  <a:lnTo>
                    <a:pt x="99974" y="354457"/>
                  </a:lnTo>
                  <a:lnTo>
                    <a:pt x="105892" y="358444"/>
                  </a:lnTo>
                  <a:lnTo>
                    <a:pt x="113131" y="359905"/>
                  </a:lnTo>
                  <a:lnTo>
                    <a:pt x="120383" y="358444"/>
                  </a:lnTo>
                  <a:lnTo>
                    <a:pt x="126301" y="354457"/>
                  </a:lnTo>
                  <a:lnTo>
                    <a:pt x="130289" y="348538"/>
                  </a:lnTo>
                  <a:lnTo>
                    <a:pt x="131749" y="341287"/>
                  </a:lnTo>
                  <a:close/>
                </a:path>
                <a:path w="887729" h="578484">
                  <a:moveTo>
                    <a:pt x="242176" y="53416"/>
                  </a:moveTo>
                  <a:lnTo>
                    <a:pt x="240639" y="45796"/>
                  </a:lnTo>
                  <a:lnTo>
                    <a:pt x="236435" y="39560"/>
                  </a:lnTo>
                  <a:lnTo>
                    <a:pt x="230212" y="35369"/>
                  </a:lnTo>
                  <a:lnTo>
                    <a:pt x="222580" y="33820"/>
                  </a:lnTo>
                  <a:lnTo>
                    <a:pt x="214960" y="35369"/>
                  </a:lnTo>
                  <a:lnTo>
                    <a:pt x="208724" y="39560"/>
                  </a:lnTo>
                  <a:lnTo>
                    <a:pt x="204533" y="45796"/>
                  </a:lnTo>
                  <a:lnTo>
                    <a:pt x="202996" y="53416"/>
                  </a:lnTo>
                  <a:lnTo>
                    <a:pt x="204533" y="61048"/>
                  </a:lnTo>
                  <a:lnTo>
                    <a:pt x="208724" y="67271"/>
                  </a:lnTo>
                  <a:lnTo>
                    <a:pt x="214960" y="71475"/>
                  </a:lnTo>
                  <a:lnTo>
                    <a:pt x="222580" y="73012"/>
                  </a:lnTo>
                  <a:lnTo>
                    <a:pt x="230212" y="71475"/>
                  </a:lnTo>
                  <a:lnTo>
                    <a:pt x="236435" y="67271"/>
                  </a:lnTo>
                  <a:lnTo>
                    <a:pt x="240639" y="61048"/>
                  </a:lnTo>
                  <a:lnTo>
                    <a:pt x="242176" y="53416"/>
                  </a:lnTo>
                  <a:close/>
                </a:path>
                <a:path w="887729" h="578484">
                  <a:moveTo>
                    <a:pt x="259816" y="559714"/>
                  </a:moveTo>
                  <a:lnTo>
                    <a:pt x="258356" y="552462"/>
                  </a:lnTo>
                  <a:lnTo>
                    <a:pt x="254368" y="546544"/>
                  </a:lnTo>
                  <a:lnTo>
                    <a:pt x="248450" y="542556"/>
                  </a:lnTo>
                  <a:lnTo>
                    <a:pt x="241198" y="541096"/>
                  </a:lnTo>
                  <a:lnTo>
                    <a:pt x="233946" y="542556"/>
                  </a:lnTo>
                  <a:lnTo>
                    <a:pt x="228041" y="546544"/>
                  </a:lnTo>
                  <a:lnTo>
                    <a:pt x="224040" y="552462"/>
                  </a:lnTo>
                  <a:lnTo>
                    <a:pt x="222580" y="559714"/>
                  </a:lnTo>
                  <a:lnTo>
                    <a:pt x="224040" y="566966"/>
                  </a:lnTo>
                  <a:lnTo>
                    <a:pt x="228041" y="572884"/>
                  </a:lnTo>
                  <a:lnTo>
                    <a:pt x="233946" y="576872"/>
                  </a:lnTo>
                  <a:lnTo>
                    <a:pt x="241198" y="578332"/>
                  </a:lnTo>
                  <a:lnTo>
                    <a:pt x="248450" y="576872"/>
                  </a:lnTo>
                  <a:lnTo>
                    <a:pt x="254368" y="572884"/>
                  </a:lnTo>
                  <a:lnTo>
                    <a:pt x="258356" y="566966"/>
                  </a:lnTo>
                  <a:lnTo>
                    <a:pt x="259816" y="559714"/>
                  </a:lnTo>
                  <a:close/>
                </a:path>
                <a:path w="887729" h="578484">
                  <a:moveTo>
                    <a:pt x="322491" y="293039"/>
                  </a:moveTo>
                  <a:lnTo>
                    <a:pt x="321030" y="285800"/>
                  </a:lnTo>
                  <a:lnTo>
                    <a:pt x="317042" y="279882"/>
                  </a:lnTo>
                  <a:lnTo>
                    <a:pt x="311124" y="275894"/>
                  </a:lnTo>
                  <a:lnTo>
                    <a:pt x="303872" y="274421"/>
                  </a:lnTo>
                  <a:lnTo>
                    <a:pt x="296621" y="275894"/>
                  </a:lnTo>
                  <a:lnTo>
                    <a:pt x="290703" y="279882"/>
                  </a:lnTo>
                  <a:lnTo>
                    <a:pt x="286715" y="285800"/>
                  </a:lnTo>
                  <a:lnTo>
                    <a:pt x="285254" y="293039"/>
                  </a:lnTo>
                  <a:lnTo>
                    <a:pt x="286715" y="300291"/>
                  </a:lnTo>
                  <a:lnTo>
                    <a:pt x="290703" y="306209"/>
                  </a:lnTo>
                  <a:lnTo>
                    <a:pt x="296621" y="310197"/>
                  </a:lnTo>
                  <a:lnTo>
                    <a:pt x="303872" y="311658"/>
                  </a:lnTo>
                  <a:lnTo>
                    <a:pt x="311124" y="310197"/>
                  </a:lnTo>
                  <a:lnTo>
                    <a:pt x="317042" y="306209"/>
                  </a:lnTo>
                  <a:lnTo>
                    <a:pt x="321030" y="300291"/>
                  </a:lnTo>
                  <a:lnTo>
                    <a:pt x="322491" y="293039"/>
                  </a:lnTo>
                  <a:close/>
                </a:path>
                <a:path w="887729" h="578484">
                  <a:moveTo>
                    <a:pt x="473887" y="437845"/>
                  </a:moveTo>
                  <a:lnTo>
                    <a:pt x="472414" y="430606"/>
                  </a:lnTo>
                  <a:lnTo>
                    <a:pt x="468426" y="424688"/>
                  </a:lnTo>
                  <a:lnTo>
                    <a:pt x="462508" y="420700"/>
                  </a:lnTo>
                  <a:lnTo>
                    <a:pt x="455269" y="419227"/>
                  </a:lnTo>
                  <a:lnTo>
                    <a:pt x="448017" y="420700"/>
                  </a:lnTo>
                  <a:lnTo>
                    <a:pt x="442099" y="424688"/>
                  </a:lnTo>
                  <a:lnTo>
                    <a:pt x="438111" y="430606"/>
                  </a:lnTo>
                  <a:lnTo>
                    <a:pt x="436651" y="437845"/>
                  </a:lnTo>
                  <a:lnTo>
                    <a:pt x="438111" y="445096"/>
                  </a:lnTo>
                  <a:lnTo>
                    <a:pt x="442099" y="451015"/>
                  </a:lnTo>
                  <a:lnTo>
                    <a:pt x="448017" y="455002"/>
                  </a:lnTo>
                  <a:lnTo>
                    <a:pt x="455269" y="456463"/>
                  </a:lnTo>
                  <a:lnTo>
                    <a:pt x="462508" y="455002"/>
                  </a:lnTo>
                  <a:lnTo>
                    <a:pt x="468426" y="451015"/>
                  </a:lnTo>
                  <a:lnTo>
                    <a:pt x="472414" y="445096"/>
                  </a:lnTo>
                  <a:lnTo>
                    <a:pt x="473887" y="437845"/>
                  </a:lnTo>
                  <a:close/>
                </a:path>
                <a:path w="887729" h="578484">
                  <a:moveTo>
                    <a:pt x="474510" y="18618"/>
                  </a:moveTo>
                  <a:lnTo>
                    <a:pt x="473049" y="11379"/>
                  </a:lnTo>
                  <a:lnTo>
                    <a:pt x="469049" y="5461"/>
                  </a:lnTo>
                  <a:lnTo>
                    <a:pt x="463130" y="1473"/>
                  </a:lnTo>
                  <a:lnTo>
                    <a:pt x="455891" y="0"/>
                  </a:lnTo>
                  <a:lnTo>
                    <a:pt x="448640" y="1473"/>
                  </a:lnTo>
                  <a:lnTo>
                    <a:pt x="442722" y="5461"/>
                  </a:lnTo>
                  <a:lnTo>
                    <a:pt x="438734" y="11379"/>
                  </a:lnTo>
                  <a:lnTo>
                    <a:pt x="437273" y="18618"/>
                  </a:lnTo>
                  <a:lnTo>
                    <a:pt x="438734" y="25869"/>
                  </a:lnTo>
                  <a:lnTo>
                    <a:pt x="442722" y="31788"/>
                  </a:lnTo>
                  <a:lnTo>
                    <a:pt x="448640" y="35775"/>
                  </a:lnTo>
                  <a:lnTo>
                    <a:pt x="455891" y="37236"/>
                  </a:lnTo>
                  <a:lnTo>
                    <a:pt x="463130" y="35775"/>
                  </a:lnTo>
                  <a:lnTo>
                    <a:pt x="469049" y="31788"/>
                  </a:lnTo>
                  <a:lnTo>
                    <a:pt x="473049" y="25869"/>
                  </a:lnTo>
                  <a:lnTo>
                    <a:pt x="474510" y="18618"/>
                  </a:lnTo>
                  <a:close/>
                </a:path>
                <a:path w="887729" h="578484">
                  <a:moveTo>
                    <a:pt x="518680" y="370547"/>
                  </a:moveTo>
                  <a:lnTo>
                    <a:pt x="517220" y="363296"/>
                  </a:lnTo>
                  <a:lnTo>
                    <a:pt x="513232" y="357378"/>
                  </a:lnTo>
                  <a:lnTo>
                    <a:pt x="507314" y="353390"/>
                  </a:lnTo>
                  <a:lnTo>
                    <a:pt x="500062" y="351929"/>
                  </a:lnTo>
                  <a:lnTo>
                    <a:pt x="492823" y="353390"/>
                  </a:lnTo>
                  <a:lnTo>
                    <a:pt x="486905" y="357378"/>
                  </a:lnTo>
                  <a:lnTo>
                    <a:pt x="482904" y="363296"/>
                  </a:lnTo>
                  <a:lnTo>
                    <a:pt x="481444" y="370547"/>
                  </a:lnTo>
                  <a:lnTo>
                    <a:pt x="482904" y="377799"/>
                  </a:lnTo>
                  <a:lnTo>
                    <a:pt x="486905" y="383717"/>
                  </a:lnTo>
                  <a:lnTo>
                    <a:pt x="492823" y="387705"/>
                  </a:lnTo>
                  <a:lnTo>
                    <a:pt x="500062" y="389166"/>
                  </a:lnTo>
                  <a:lnTo>
                    <a:pt x="507314" y="387705"/>
                  </a:lnTo>
                  <a:lnTo>
                    <a:pt x="513232" y="383717"/>
                  </a:lnTo>
                  <a:lnTo>
                    <a:pt x="517220" y="377799"/>
                  </a:lnTo>
                  <a:lnTo>
                    <a:pt x="518680" y="370547"/>
                  </a:lnTo>
                  <a:close/>
                </a:path>
                <a:path w="887729" h="578484">
                  <a:moveTo>
                    <a:pt x="520712" y="108191"/>
                  </a:moveTo>
                  <a:lnTo>
                    <a:pt x="519239" y="100939"/>
                  </a:lnTo>
                  <a:lnTo>
                    <a:pt x="515251" y="95021"/>
                  </a:lnTo>
                  <a:lnTo>
                    <a:pt x="509333" y="91033"/>
                  </a:lnTo>
                  <a:lnTo>
                    <a:pt x="502094" y="89573"/>
                  </a:lnTo>
                  <a:lnTo>
                    <a:pt x="494842" y="91033"/>
                  </a:lnTo>
                  <a:lnTo>
                    <a:pt x="488924" y="95021"/>
                  </a:lnTo>
                  <a:lnTo>
                    <a:pt x="484936" y="100939"/>
                  </a:lnTo>
                  <a:lnTo>
                    <a:pt x="483476" y="108191"/>
                  </a:lnTo>
                  <a:lnTo>
                    <a:pt x="484936" y="115430"/>
                  </a:lnTo>
                  <a:lnTo>
                    <a:pt x="488924" y="121348"/>
                  </a:lnTo>
                  <a:lnTo>
                    <a:pt x="494842" y="125336"/>
                  </a:lnTo>
                  <a:lnTo>
                    <a:pt x="502094" y="126809"/>
                  </a:lnTo>
                  <a:lnTo>
                    <a:pt x="509333" y="125336"/>
                  </a:lnTo>
                  <a:lnTo>
                    <a:pt x="515251" y="121348"/>
                  </a:lnTo>
                  <a:lnTo>
                    <a:pt x="519239" y="115430"/>
                  </a:lnTo>
                  <a:lnTo>
                    <a:pt x="520712" y="108191"/>
                  </a:lnTo>
                  <a:close/>
                </a:path>
                <a:path w="887729" h="578484">
                  <a:moveTo>
                    <a:pt x="584123" y="72034"/>
                  </a:moveTo>
                  <a:lnTo>
                    <a:pt x="582663" y="64795"/>
                  </a:lnTo>
                  <a:lnTo>
                    <a:pt x="578675" y="58877"/>
                  </a:lnTo>
                  <a:lnTo>
                    <a:pt x="572757" y="54876"/>
                  </a:lnTo>
                  <a:lnTo>
                    <a:pt x="565505" y="53416"/>
                  </a:lnTo>
                  <a:lnTo>
                    <a:pt x="558266" y="54876"/>
                  </a:lnTo>
                  <a:lnTo>
                    <a:pt x="552348" y="58877"/>
                  </a:lnTo>
                  <a:lnTo>
                    <a:pt x="548347" y="64795"/>
                  </a:lnTo>
                  <a:lnTo>
                    <a:pt x="546887" y="72034"/>
                  </a:lnTo>
                  <a:lnTo>
                    <a:pt x="548347" y="79286"/>
                  </a:lnTo>
                  <a:lnTo>
                    <a:pt x="552348" y="85204"/>
                  </a:lnTo>
                  <a:lnTo>
                    <a:pt x="558266" y="89192"/>
                  </a:lnTo>
                  <a:lnTo>
                    <a:pt x="565505" y="90652"/>
                  </a:lnTo>
                  <a:lnTo>
                    <a:pt x="572757" y="89192"/>
                  </a:lnTo>
                  <a:lnTo>
                    <a:pt x="578675" y="85204"/>
                  </a:lnTo>
                  <a:lnTo>
                    <a:pt x="582663" y="79286"/>
                  </a:lnTo>
                  <a:lnTo>
                    <a:pt x="584123" y="72034"/>
                  </a:lnTo>
                  <a:close/>
                </a:path>
                <a:path w="887729" h="578484">
                  <a:moveTo>
                    <a:pt x="710501" y="238010"/>
                  </a:moveTo>
                  <a:lnTo>
                    <a:pt x="709041" y="230759"/>
                  </a:lnTo>
                  <a:lnTo>
                    <a:pt x="705053" y="224840"/>
                  </a:lnTo>
                  <a:lnTo>
                    <a:pt x="699135" y="220853"/>
                  </a:lnTo>
                  <a:lnTo>
                    <a:pt x="691883" y="219392"/>
                  </a:lnTo>
                  <a:lnTo>
                    <a:pt x="684631" y="220853"/>
                  </a:lnTo>
                  <a:lnTo>
                    <a:pt x="678713" y="224840"/>
                  </a:lnTo>
                  <a:lnTo>
                    <a:pt x="674725" y="230759"/>
                  </a:lnTo>
                  <a:lnTo>
                    <a:pt x="673265" y="238010"/>
                  </a:lnTo>
                  <a:lnTo>
                    <a:pt x="674725" y="245249"/>
                  </a:lnTo>
                  <a:lnTo>
                    <a:pt x="678713" y="251167"/>
                  </a:lnTo>
                  <a:lnTo>
                    <a:pt x="684631" y="255168"/>
                  </a:lnTo>
                  <a:lnTo>
                    <a:pt x="691883" y="256628"/>
                  </a:lnTo>
                  <a:lnTo>
                    <a:pt x="699135" y="255168"/>
                  </a:lnTo>
                  <a:lnTo>
                    <a:pt x="705053" y="251167"/>
                  </a:lnTo>
                  <a:lnTo>
                    <a:pt x="709041" y="245249"/>
                  </a:lnTo>
                  <a:lnTo>
                    <a:pt x="710501" y="238010"/>
                  </a:lnTo>
                  <a:close/>
                </a:path>
                <a:path w="887729" h="578484">
                  <a:moveTo>
                    <a:pt x="716927" y="538238"/>
                  </a:moveTo>
                  <a:lnTo>
                    <a:pt x="715391" y="530618"/>
                  </a:lnTo>
                  <a:lnTo>
                    <a:pt x="711200" y="524383"/>
                  </a:lnTo>
                  <a:lnTo>
                    <a:pt x="704964" y="520192"/>
                  </a:lnTo>
                  <a:lnTo>
                    <a:pt x="697344" y="518642"/>
                  </a:lnTo>
                  <a:lnTo>
                    <a:pt x="689711" y="520192"/>
                  </a:lnTo>
                  <a:lnTo>
                    <a:pt x="683488" y="524383"/>
                  </a:lnTo>
                  <a:lnTo>
                    <a:pt x="679284" y="530618"/>
                  </a:lnTo>
                  <a:lnTo>
                    <a:pt x="677748" y="538238"/>
                  </a:lnTo>
                  <a:lnTo>
                    <a:pt x="679284" y="545871"/>
                  </a:lnTo>
                  <a:lnTo>
                    <a:pt x="683488" y="552094"/>
                  </a:lnTo>
                  <a:lnTo>
                    <a:pt x="689711" y="556298"/>
                  </a:lnTo>
                  <a:lnTo>
                    <a:pt x="697344" y="557834"/>
                  </a:lnTo>
                  <a:lnTo>
                    <a:pt x="704964" y="556298"/>
                  </a:lnTo>
                  <a:lnTo>
                    <a:pt x="711200" y="552094"/>
                  </a:lnTo>
                  <a:lnTo>
                    <a:pt x="715391" y="545871"/>
                  </a:lnTo>
                  <a:lnTo>
                    <a:pt x="716927" y="538238"/>
                  </a:lnTo>
                  <a:close/>
                </a:path>
                <a:path w="887729" h="578484">
                  <a:moveTo>
                    <a:pt x="821740" y="388747"/>
                  </a:moveTo>
                  <a:lnTo>
                    <a:pt x="820280" y="381495"/>
                  </a:lnTo>
                  <a:lnTo>
                    <a:pt x="816279" y="375577"/>
                  </a:lnTo>
                  <a:lnTo>
                    <a:pt x="810361" y="371589"/>
                  </a:lnTo>
                  <a:lnTo>
                    <a:pt x="803122" y="370128"/>
                  </a:lnTo>
                  <a:lnTo>
                    <a:pt x="795870" y="371589"/>
                  </a:lnTo>
                  <a:lnTo>
                    <a:pt x="789952" y="375577"/>
                  </a:lnTo>
                  <a:lnTo>
                    <a:pt x="785964" y="381495"/>
                  </a:lnTo>
                  <a:lnTo>
                    <a:pt x="784504" y="388747"/>
                  </a:lnTo>
                  <a:lnTo>
                    <a:pt x="785964" y="395986"/>
                  </a:lnTo>
                  <a:lnTo>
                    <a:pt x="789952" y="401904"/>
                  </a:lnTo>
                  <a:lnTo>
                    <a:pt x="795870" y="405892"/>
                  </a:lnTo>
                  <a:lnTo>
                    <a:pt x="803122" y="407365"/>
                  </a:lnTo>
                  <a:lnTo>
                    <a:pt x="810361" y="405892"/>
                  </a:lnTo>
                  <a:lnTo>
                    <a:pt x="816279" y="401904"/>
                  </a:lnTo>
                  <a:lnTo>
                    <a:pt x="820280" y="395986"/>
                  </a:lnTo>
                  <a:lnTo>
                    <a:pt x="821740" y="388747"/>
                  </a:lnTo>
                  <a:close/>
                </a:path>
                <a:path w="887729" h="578484">
                  <a:moveTo>
                    <a:pt x="840359" y="44792"/>
                  </a:moveTo>
                  <a:lnTo>
                    <a:pt x="838885" y="37541"/>
                  </a:lnTo>
                  <a:lnTo>
                    <a:pt x="834898" y="31623"/>
                  </a:lnTo>
                  <a:lnTo>
                    <a:pt x="828979" y="27635"/>
                  </a:lnTo>
                  <a:lnTo>
                    <a:pt x="821740" y="26174"/>
                  </a:lnTo>
                  <a:lnTo>
                    <a:pt x="814489" y="27635"/>
                  </a:lnTo>
                  <a:lnTo>
                    <a:pt x="808570" y="31623"/>
                  </a:lnTo>
                  <a:lnTo>
                    <a:pt x="804583" y="37541"/>
                  </a:lnTo>
                  <a:lnTo>
                    <a:pt x="803122" y="44792"/>
                  </a:lnTo>
                  <a:lnTo>
                    <a:pt x="804583" y="52031"/>
                  </a:lnTo>
                  <a:lnTo>
                    <a:pt x="808570" y="57950"/>
                  </a:lnTo>
                  <a:lnTo>
                    <a:pt x="814489" y="61937"/>
                  </a:lnTo>
                  <a:lnTo>
                    <a:pt x="821740" y="63411"/>
                  </a:lnTo>
                  <a:lnTo>
                    <a:pt x="828979" y="61937"/>
                  </a:lnTo>
                  <a:lnTo>
                    <a:pt x="834898" y="57950"/>
                  </a:lnTo>
                  <a:lnTo>
                    <a:pt x="838885" y="52031"/>
                  </a:lnTo>
                  <a:lnTo>
                    <a:pt x="840359" y="44792"/>
                  </a:lnTo>
                  <a:close/>
                </a:path>
                <a:path w="887729" h="578484">
                  <a:moveTo>
                    <a:pt x="887285" y="121234"/>
                  </a:moveTo>
                  <a:lnTo>
                    <a:pt x="885825" y="113982"/>
                  </a:lnTo>
                  <a:lnTo>
                    <a:pt x="881824" y="108064"/>
                  </a:lnTo>
                  <a:lnTo>
                    <a:pt x="875906" y="104076"/>
                  </a:lnTo>
                  <a:lnTo>
                    <a:pt x="868667" y="102616"/>
                  </a:lnTo>
                  <a:lnTo>
                    <a:pt x="861415" y="104076"/>
                  </a:lnTo>
                  <a:lnTo>
                    <a:pt x="855497" y="108064"/>
                  </a:lnTo>
                  <a:lnTo>
                    <a:pt x="851509" y="113982"/>
                  </a:lnTo>
                  <a:lnTo>
                    <a:pt x="850049" y="121234"/>
                  </a:lnTo>
                  <a:lnTo>
                    <a:pt x="851509" y="128473"/>
                  </a:lnTo>
                  <a:lnTo>
                    <a:pt x="855497" y="134391"/>
                  </a:lnTo>
                  <a:lnTo>
                    <a:pt x="861415" y="138379"/>
                  </a:lnTo>
                  <a:lnTo>
                    <a:pt x="868667" y="139839"/>
                  </a:lnTo>
                  <a:lnTo>
                    <a:pt x="875906" y="138379"/>
                  </a:lnTo>
                  <a:lnTo>
                    <a:pt x="881824" y="134391"/>
                  </a:lnTo>
                  <a:lnTo>
                    <a:pt x="885825" y="128473"/>
                  </a:lnTo>
                  <a:lnTo>
                    <a:pt x="887285" y="121234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6" name="object 236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891953" y="7284458"/>
              <a:ext cx="74449" cy="85480"/>
            </a:xfrm>
            <a:prstGeom prst="rect">
              <a:avLst/>
            </a:prstGeom>
          </p:spPr>
        </p:pic>
        <p:sp>
          <p:nvSpPr>
            <p:cNvPr id="237" name="object 237" descr=""/>
            <p:cNvSpPr/>
            <p:nvPr/>
          </p:nvSpPr>
          <p:spPr>
            <a:xfrm>
              <a:off x="5880176" y="7248048"/>
              <a:ext cx="1271270" cy="528955"/>
            </a:xfrm>
            <a:custGeom>
              <a:avLst/>
              <a:gdLst/>
              <a:ahLst/>
              <a:cxnLst/>
              <a:rect l="l" t="t" r="r" b="b"/>
              <a:pathLst>
                <a:path w="1271270" h="528954">
                  <a:moveTo>
                    <a:pt x="39179" y="480771"/>
                  </a:moveTo>
                  <a:lnTo>
                    <a:pt x="37642" y="473151"/>
                  </a:lnTo>
                  <a:lnTo>
                    <a:pt x="33451" y="466928"/>
                  </a:lnTo>
                  <a:lnTo>
                    <a:pt x="27216" y="462724"/>
                  </a:lnTo>
                  <a:lnTo>
                    <a:pt x="19596" y="461187"/>
                  </a:lnTo>
                  <a:lnTo>
                    <a:pt x="11963" y="462724"/>
                  </a:lnTo>
                  <a:lnTo>
                    <a:pt x="5740" y="466928"/>
                  </a:lnTo>
                  <a:lnTo>
                    <a:pt x="1536" y="473151"/>
                  </a:lnTo>
                  <a:lnTo>
                    <a:pt x="0" y="480771"/>
                  </a:lnTo>
                  <a:lnTo>
                    <a:pt x="1536" y="488403"/>
                  </a:lnTo>
                  <a:lnTo>
                    <a:pt x="5740" y="494639"/>
                  </a:lnTo>
                  <a:lnTo>
                    <a:pt x="11963" y="498843"/>
                  </a:lnTo>
                  <a:lnTo>
                    <a:pt x="19596" y="500380"/>
                  </a:lnTo>
                  <a:lnTo>
                    <a:pt x="27216" y="498843"/>
                  </a:lnTo>
                  <a:lnTo>
                    <a:pt x="33451" y="494639"/>
                  </a:lnTo>
                  <a:lnTo>
                    <a:pt x="37642" y="488403"/>
                  </a:lnTo>
                  <a:lnTo>
                    <a:pt x="39179" y="480771"/>
                  </a:lnTo>
                  <a:close/>
                </a:path>
                <a:path w="1271270" h="528954">
                  <a:moveTo>
                    <a:pt x="400202" y="509955"/>
                  </a:moveTo>
                  <a:lnTo>
                    <a:pt x="398741" y="502704"/>
                  </a:lnTo>
                  <a:lnTo>
                    <a:pt x="394754" y="496798"/>
                  </a:lnTo>
                  <a:lnTo>
                    <a:pt x="388835" y="492798"/>
                  </a:lnTo>
                  <a:lnTo>
                    <a:pt x="381584" y="491337"/>
                  </a:lnTo>
                  <a:lnTo>
                    <a:pt x="374345" y="492798"/>
                  </a:lnTo>
                  <a:lnTo>
                    <a:pt x="368427" y="496798"/>
                  </a:lnTo>
                  <a:lnTo>
                    <a:pt x="364426" y="502704"/>
                  </a:lnTo>
                  <a:lnTo>
                    <a:pt x="362966" y="509955"/>
                  </a:lnTo>
                  <a:lnTo>
                    <a:pt x="364426" y="517207"/>
                  </a:lnTo>
                  <a:lnTo>
                    <a:pt x="368427" y="523125"/>
                  </a:lnTo>
                  <a:lnTo>
                    <a:pt x="374345" y="527113"/>
                  </a:lnTo>
                  <a:lnTo>
                    <a:pt x="381584" y="528574"/>
                  </a:lnTo>
                  <a:lnTo>
                    <a:pt x="388835" y="527113"/>
                  </a:lnTo>
                  <a:lnTo>
                    <a:pt x="394754" y="523125"/>
                  </a:lnTo>
                  <a:lnTo>
                    <a:pt x="398741" y="517207"/>
                  </a:lnTo>
                  <a:lnTo>
                    <a:pt x="400202" y="509955"/>
                  </a:lnTo>
                  <a:close/>
                </a:path>
                <a:path w="1271270" h="528954">
                  <a:moveTo>
                    <a:pt x="1204353" y="303085"/>
                  </a:moveTo>
                  <a:lnTo>
                    <a:pt x="1202893" y="295846"/>
                  </a:lnTo>
                  <a:lnTo>
                    <a:pt x="1198892" y="289928"/>
                  </a:lnTo>
                  <a:lnTo>
                    <a:pt x="1192987" y="285927"/>
                  </a:lnTo>
                  <a:lnTo>
                    <a:pt x="1185735" y="284467"/>
                  </a:lnTo>
                  <a:lnTo>
                    <a:pt x="1178483" y="285927"/>
                  </a:lnTo>
                  <a:lnTo>
                    <a:pt x="1172565" y="289928"/>
                  </a:lnTo>
                  <a:lnTo>
                    <a:pt x="1168577" y="295846"/>
                  </a:lnTo>
                  <a:lnTo>
                    <a:pt x="1167117" y="303085"/>
                  </a:lnTo>
                  <a:lnTo>
                    <a:pt x="1168577" y="310337"/>
                  </a:lnTo>
                  <a:lnTo>
                    <a:pt x="1172565" y="316255"/>
                  </a:lnTo>
                  <a:lnTo>
                    <a:pt x="1178483" y="320243"/>
                  </a:lnTo>
                  <a:lnTo>
                    <a:pt x="1185735" y="321703"/>
                  </a:lnTo>
                  <a:lnTo>
                    <a:pt x="1192987" y="320243"/>
                  </a:lnTo>
                  <a:lnTo>
                    <a:pt x="1198892" y="316255"/>
                  </a:lnTo>
                  <a:lnTo>
                    <a:pt x="1202893" y="310337"/>
                  </a:lnTo>
                  <a:lnTo>
                    <a:pt x="1204353" y="303085"/>
                  </a:lnTo>
                  <a:close/>
                </a:path>
                <a:path w="1271270" h="528954">
                  <a:moveTo>
                    <a:pt x="1270939" y="18618"/>
                  </a:moveTo>
                  <a:lnTo>
                    <a:pt x="1269479" y="11366"/>
                  </a:lnTo>
                  <a:lnTo>
                    <a:pt x="1265491" y="5448"/>
                  </a:lnTo>
                  <a:lnTo>
                    <a:pt x="1259573" y="1460"/>
                  </a:lnTo>
                  <a:lnTo>
                    <a:pt x="1252321" y="0"/>
                  </a:lnTo>
                  <a:lnTo>
                    <a:pt x="1245082" y="1460"/>
                  </a:lnTo>
                  <a:lnTo>
                    <a:pt x="1239164" y="5448"/>
                  </a:lnTo>
                  <a:lnTo>
                    <a:pt x="1235176" y="11366"/>
                  </a:lnTo>
                  <a:lnTo>
                    <a:pt x="1233703" y="18618"/>
                  </a:lnTo>
                  <a:lnTo>
                    <a:pt x="1235176" y="25857"/>
                  </a:lnTo>
                  <a:lnTo>
                    <a:pt x="1239164" y="31775"/>
                  </a:lnTo>
                  <a:lnTo>
                    <a:pt x="1245082" y="35763"/>
                  </a:lnTo>
                  <a:lnTo>
                    <a:pt x="1252321" y="37236"/>
                  </a:lnTo>
                  <a:lnTo>
                    <a:pt x="1259573" y="35763"/>
                  </a:lnTo>
                  <a:lnTo>
                    <a:pt x="1265491" y="31775"/>
                  </a:lnTo>
                  <a:lnTo>
                    <a:pt x="1269479" y="25857"/>
                  </a:lnTo>
                  <a:lnTo>
                    <a:pt x="1270939" y="18618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8" name="object 238" descr=""/>
          <p:cNvGrpSpPr/>
          <p:nvPr/>
        </p:nvGrpSpPr>
        <p:grpSpPr>
          <a:xfrm>
            <a:off x="1409978" y="3343370"/>
            <a:ext cx="17472025" cy="1788795"/>
            <a:chOff x="1409978" y="3343370"/>
            <a:chExt cx="17472025" cy="1788795"/>
          </a:xfrm>
        </p:grpSpPr>
        <p:sp>
          <p:nvSpPr>
            <p:cNvPr id="239" name="object 239" descr=""/>
            <p:cNvSpPr/>
            <p:nvPr/>
          </p:nvSpPr>
          <p:spPr>
            <a:xfrm>
              <a:off x="14157781" y="3343370"/>
              <a:ext cx="1400810" cy="1400810"/>
            </a:xfrm>
            <a:custGeom>
              <a:avLst/>
              <a:gdLst/>
              <a:ahLst/>
              <a:cxnLst/>
              <a:rect l="l" t="t" r="r" b="b"/>
              <a:pathLst>
                <a:path w="1400809" h="1400810">
                  <a:moveTo>
                    <a:pt x="700282" y="0"/>
                  </a:moveTo>
                  <a:lnTo>
                    <a:pt x="652337" y="1615"/>
                  </a:lnTo>
                  <a:lnTo>
                    <a:pt x="605258" y="6392"/>
                  </a:lnTo>
                  <a:lnTo>
                    <a:pt x="559151" y="14227"/>
                  </a:lnTo>
                  <a:lnTo>
                    <a:pt x="514120" y="25014"/>
                  </a:lnTo>
                  <a:lnTo>
                    <a:pt x="470269" y="38651"/>
                  </a:lnTo>
                  <a:lnTo>
                    <a:pt x="427701" y="55032"/>
                  </a:lnTo>
                  <a:lnTo>
                    <a:pt x="386523" y="74052"/>
                  </a:lnTo>
                  <a:lnTo>
                    <a:pt x="346837" y="95609"/>
                  </a:lnTo>
                  <a:lnTo>
                    <a:pt x="308748" y="119597"/>
                  </a:lnTo>
                  <a:lnTo>
                    <a:pt x="272361" y="145913"/>
                  </a:lnTo>
                  <a:lnTo>
                    <a:pt x="237780" y="174451"/>
                  </a:lnTo>
                  <a:lnTo>
                    <a:pt x="205108" y="205108"/>
                  </a:lnTo>
                  <a:lnTo>
                    <a:pt x="174451" y="237780"/>
                  </a:lnTo>
                  <a:lnTo>
                    <a:pt x="145913" y="272361"/>
                  </a:lnTo>
                  <a:lnTo>
                    <a:pt x="119597" y="308748"/>
                  </a:lnTo>
                  <a:lnTo>
                    <a:pt x="95609" y="346837"/>
                  </a:lnTo>
                  <a:lnTo>
                    <a:pt x="74052" y="386523"/>
                  </a:lnTo>
                  <a:lnTo>
                    <a:pt x="55032" y="427701"/>
                  </a:lnTo>
                  <a:lnTo>
                    <a:pt x="38651" y="470269"/>
                  </a:lnTo>
                  <a:lnTo>
                    <a:pt x="25014" y="514120"/>
                  </a:lnTo>
                  <a:lnTo>
                    <a:pt x="14227" y="559151"/>
                  </a:lnTo>
                  <a:lnTo>
                    <a:pt x="6392" y="605258"/>
                  </a:lnTo>
                  <a:lnTo>
                    <a:pt x="1615" y="652337"/>
                  </a:lnTo>
                  <a:lnTo>
                    <a:pt x="0" y="700282"/>
                  </a:lnTo>
                  <a:lnTo>
                    <a:pt x="1615" y="748227"/>
                  </a:lnTo>
                  <a:lnTo>
                    <a:pt x="6392" y="795305"/>
                  </a:lnTo>
                  <a:lnTo>
                    <a:pt x="14227" y="841412"/>
                  </a:lnTo>
                  <a:lnTo>
                    <a:pt x="25014" y="886444"/>
                  </a:lnTo>
                  <a:lnTo>
                    <a:pt x="38651" y="930295"/>
                  </a:lnTo>
                  <a:lnTo>
                    <a:pt x="55032" y="972862"/>
                  </a:lnTo>
                  <a:lnTo>
                    <a:pt x="74052" y="1014041"/>
                  </a:lnTo>
                  <a:lnTo>
                    <a:pt x="95609" y="1053727"/>
                  </a:lnTo>
                  <a:lnTo>
                    <a:pt x="119597" y="1091815"/>
                  </a:lnTo>
                  <a:lnTo>
                    <a:pt x="145913" y="1128202"/>
                  </a:lnTo>
                  <a:lnTo>
                    <a:pt x="174451" y="1162784"/>
                  </a:lnTo>
                  <a:lnTo>
                    <a:pt x="205108" y="1195455"/>
                  </a:lnTo>
                  <a:lnTo>
                    <a:pt x="237780" y="1226112"/>
                  </a:lnTo>
                  <a:lnTo>
                    <a:pt x="272361" y="1254651"/>
                  </a:lnTo>
                  <a:lnTo>
                    <a:pt x="308748" y="1280966"/>
                  </a:lnTo>
                  <a:lnTo>
                    <a:pt x="346837" y="1304955"/>
                  </a:lnTo>
                  <a:lnTo>
                    <a:pt x="386523" y="1326511"/>
                  </a:lnTo>
                  <a:lnTo>
                    <a:pt x="427701" y="1345532"/>
                  </a:lnTo>
                  <a:lnTo>
                    <a:pt x="470269" y="1361913"/>
                  </a:lnTo>
                  <a:lnTo>
                    <a:pt x="514120" y="1375549"/>
                  </a:lnTo>
                  <a:lnTo>
                    <a:pt x="559151" y="1386337"/>
                  </a:lnTo>
                  <a:lnTo>
                    <a:pt x="605258" y="1394171"/>
                  </a:lnTo>
                  <a:lnTo>
                    <a:pt x="652337" y="1398949"/>
                  </a:lnTo>
                  <a:lnTo>
                    <a:pt x="700282" y="1400564"/>
                  </a:lnTo>
                  <a:lnTo>
                    <a:pt x="748227" y="1398949"/>
                  </a:lnTo>
                  <a:lnTo>
                    <a:pt x="795305" y="1394171"/>
                  </a:lnTo>
                  <a:lnTo>
                    <a:pt x="841412" y="1386337"/>
                  </a:lnTo>
                  <a:lnTo>
                    <a:pt x="886444" y="1375549"/>
                  </a:lnTo>
                  <a:lnTo>
                    <a:pt x="930295" y="1361913"/>
                  </a:lnTo>
                  <a:lnTo>
                    <a:pt x="972862" y="1345532"/>
                  </a:lnTo>
                  <a:lnTo>
                    <a:pt x="1014041" y="1326511"/>
                  </a:lnTo>
                  <a:lnTo>
                    <a:pt x="1053727" y="1304955"/>
                  </a:lnTo>
                  <a:lnTo>
                    <a:pt x="1091815" y="1280966"/>
                  </a:lnTo>
                  <a:lnTo>
                    <a:pt x="1128202" y="1254651"/>
                  </a:lnTo>
                  <a:lnTo>
                    <a:pt x="1162784" y="1226112"/>
                  </a:lnTo>
                  <a:lnTo>
                    <a:pt x="1195455" y="1195455"/>
                  </a:lnTo>
                  <a:lnTo>
                    <a:pt x="1226112" y="1162784"/>
                  </a:lnTo>
                  <a:lnTo>
                    <a:pt x="1254651" y="1128202"/>
                  </a:lnTo>
                  <a:lnTo>
                    <a:pt x="1280966" y="1091815"/>
                  </a:lnTo>
                  <a:lnTo>
                    <a:pt x="1304955" y="1053727"/>
                  </a:lnTo>
                  <a:lnTo>
                    <a:pt x="1326511" y="1014041"/>
                  </a:lnTo>
                  <a:lnTo>
                    <a:pt x="1345532" y="972862"/>
                  </a:lnTo>
                  <a:lnTo>
                    <a:pt x="1361913" y="930295"/>
                  </a:lnTo>
                  <a:lnTo>
                    <a:pt x="1375549" y="886444"/>
                  </a:lnTo>
                  <a:lnTo>
                    <a:pt x="1386337" y="841412"/>
                  </a:lnTo>
                  <a:lnTo>
                    <a:pt x="1394171" y="795305"/>
                  </a:lnTo>
                  <a:lnTo>
                    <a:pt x="1398949" y="748227"/>
                  </a:lnTo>
                  <a:lnTo>
                    <a:pt x="1400564" y="700282"/>
                  </a:lnTo>
                  <a:lnTo>
                    <a:pt x="1398949" y="652337"/>
                  </a:lnTo>
                  <a:lnTo>
                    <a:pt x="1394171" y="605258"/>
                  </a:lnTo>
                  <a:lnTo>
                    <a:pt x="1386337" y="559151"/>
                  </a:lnTo>
                  <a:lnTo>
                    <a:pt x="1375549" y="514120"/>
                  </a:lnTo>
                  <a:lnTo>
                    <a:pt x="1361913" y="470269"/>
                  </a:lnTo>
                  <a:lnTo>
                    <a:pt x="1345532" y="427701"/>
                  </a:lnTo>
                  <a:lnTo>
                    <a:pt x="1326511" y="386523"/>
                  </a:lnTo>
                  <a:lnTo>
                    <a:pt x="1304955" y="346837"/>
                  </a:lnTo>
                  <a:lnTo>
                    <a:pt x="1280966" y="308748"/>
                  </a:lnTo>
                  <a:lnTo>
                    <a:pt x="1254651" y="272361"/>
                  </a:lnTo>
                  <a:lnTo>
                    <a:pt x="1226112" y="237780"/>
                  </a:lnTo>
                  <a:lnTo>
                    <a:pt x="1195455" y="205108"/>
                  </a:lnTo>
                  <a:lnTo>
                    <a:pt x="1162784" y="174451"/>
                  </a:lnTo>
                  <a:lnTo>
                    <a:pt x="1128202" y="145913"/>
                  </a:lnTo>
                  <a:lnTo>
                    <a:pt x="1091815" y="119597"/>
                  </a:lnTo>
                  <a:lnTo>
                    <a:pt x="1053727" y="95609"/>
                  </a:lnTo>
                  <a:lnTo>
                    <a:pt x="1014041" y="74052"/>
                  </a:lnTo>
                  <a:lnTo>
                    <a:pt x="972862" y="55032"/>
                  </a:lnTo>
                  <a:lnTo>
                    <a:pt x="930295" y="38651"/>
                  </a:lnTo>
                  <a:lnTo>
                    <a:pt x="886444" y="25014"/>
                  </a:lnTo>
                  <a:lnTo>
                    <a:pt x="841412" y="14227"/>
                  </a:lnTo>
                  <a:lnTo>
                    <a:pt x="795305" y="6392"/>
                  </a:lnTo>
                  <a:lnTo>
                    <a:pt x="748227" y="1615"/>
                  </a:lnTo>
                  <a:lnTo>
                    <a:pt x="700282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4679067" y="4160386"/>
              <a:ext cx="358140" cy="971550"/>
            </a:xfrm>
            <a:custGeom>
              <a:avLst/>
              <a:gdLst/>
              <a:ahLst/>
              <a:cxnLst/>
              <a:rect l="l" t="t" r="r" b="b"/>
              <a:pathLst>
                <a:path w="358140" h="971550">
                  <a:moveTo>
                    <a:pt x="357974" y="129717"/>
                  </a:moveTo>
                  <a:lnTo>
                    <a:pt x="332638" y="104368"/>
                  </a:lnTo>
                  <a:lnTo>
                    <a:pt x="197319" y="239712"/>
                  </a:lnTo>
                  <a:lnTo>
                    <a:pt x="197319" y="0"/>
                  </a:lnTo>
                  <a:lnTo>
                    <a:pt x="161493" y="0"/>
                  </a:lnTo>
                  <a:lnTo>
                    <a:pt x="161493" y="408317"/>
                  </a:lnTo>
                  <a:lnTo>
                    <a:pt x="25336" y="272148"/>
                  </a:lnTo>
                  <a:lnTo>
                    <a:pt x="0" y="297497"/>
                  </a:lnTo>
                  <a:lnTo>
                    <a:pt x="161493" y="458990"/>
                  </a:lnTo>
                  <a:lnTo>
                    <a:pt x="161493" y="971321"/>
                  </a:lnTo>
                  <a:lnTo>
                    <a:pt x="197319" y="971321"/>
                  </a:lnTo>
                  <a:lnTo>
                    <a:pt x="197319" y="665175"/>
                  </a:lnTo>
                  <a:lnTo>
                    <a:pt x="357974" y="504507"/>
                  </a:lnTo>
                  <a:lnTo>
                    <a:pt x="332638" y="479171"/>
                  </a:lnTo>
                  <a:lnTo>
                    <a:pt x="197319" y="614502"/>
                  </a:lnTo>
                  <a:lnTo>
                    <a:pt x="197319" y="290372"/>
                  </a:lnTo>
                  <a:lnTo>
                    <a:pt x="357974" y="129717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409978" y="5070690"/>
              <a:ext cx="17472025" cy="61594"/>
            </a:xfrm>
            <a:custGeom>
              <a:avLst/>
              <a:gdLst/>
              <a:ahLst/>
              <a:cxnLst/>
              <a:rect l="l" t="t" r="r" b="b"/>
              <a:pathLst>
                <a:path w="17472025" h="61595">
                  <a:moveTo>
                    <a:pt x="17441196" y="0"/>
                  </a:moveTo>
                  <a:lnTo>
                    <a:pt x="30512" y="0"/>
                  </a:lnTo>
                  <a:lnTo>
                    <a:pt x="18663" y="2407"/>
                  </a:lnTo>
                  <a:lnTo>
                    <a:pt x="8961" y="8961"/>
                  </a:lnTo>
                  <a:lnTo>
                    <a:pt x="2407" y="18663"/>
                  </a:lnTo>
                  <a:lnTo>
                    <a:pt x="0" y="30512"/>
                  </a:lnTo>
                  <a:lnTo>
                    <a:pt x="2407" y="42356"/>
                  </a:lnTo>
                  <a:lnTo>
                    <a:pt x="8961" y="52058"/>
                  </a:lnTo>
                  <a:lnTo>
                    <a:pt x="18663" y="58615"/>
                  </a:lnTo>
                  <a:lnTo>
                    <a:pt x="30512" y="61024"/>
                  </a:lnTo>
                  <a:lnTo>
                    <a:pt x="17441196" y="61024"/>
                  </a:lnTo>
                  <a:lnTo>
                    <a:pt x="17453045" y="58615"/>
                  </a:lnTo>
                  <a:lnTo>
                    <a:pt x="17462747" y="52058"/>
                  </a:lnTo>
                  <a:lnTo>
                    <a:pt x="17469301" y="42356"/>
                  </a:lnTo>
                  <a:lnTo>
                    <a:pt x="17471708" y="30512"/>
                  </a:lnTo>
                  <a:lnTo>
                    <a:pt x="17469301" y="18663"/>
                  </a:lnTo>
                  <a:lnTo>
                    <a:pt x="17462747" y="8961"/>
                  </a:lnTo>
                  <a:lnTo>
                    <a:pt x="17453045" y="2407"/>
                  </a:lnTo>
                  <a:lnTo>
                    <a:pt x="17441196" y="0"/>
                  </a:lnTo>
                  <a:close/>
                </a:path>
              </a:pathLst>
            </a:custGeom>
            <a:solidFill>
              <a:srgbClr val="716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412602" y="5095273"/>
              <a:ext cx="17466945" cy="36830"/>
            </a:xfrm>
            <a:custGeom>
              <a:avLst/>
              <a:gdLst/>
              <a:ahLst/>
              <a:cxnLst/>
              <a:rect l="l" t="t" r="r" b="b"/>
              <a:pathLst>
                <a:path w="17466945" h="36829">
                  <a:moveTo>
                    <a:pt x="17438568" y="0"/>
                  </a:moveTo>
                  <a:lnTo>
                    <a:pt x="27883" y="0"/>
                  </a:lnTo>
                  <a:lnTo>
                    <a:pt x="18959" y="1341"/>
                  </a:lnTo>
                  <a:lnTo>
                    <a:pt x="11067" y="5096"/>
                  </a:lnTo>
                  <a:lnTo>
                    <a:pt x="4613" y="10857"/>
                  </a:lnTo>
                  <a:lnTo>
                    <a:pt x="0" y="18219"/>
                  </a:lnTo>
                  <a:lnTo>
                    <a:pt x="4613" y="25580"/>
                  </a:lnTo>
                  <a:lnTo>
                    <a:pt x="11067" y="31341"/>
                  </a:lnTo>
                  <a:lnTo>
                    <a:pt x="18959" y="35096"/>
                  </a:lnTo>
                  <a:lnTo>
                    <a:pt x="27883" y="36438"/>
                  </a:lnTo>
                  <a:lnTo>
                    <a:pt x="17438568" y="36438"/>
                  </a:lnTo>
                  <a:lnTo>
                    <a:pt x="17447497" y="35096"/>
                  </a:lnTo>
                  <a:lnTo>
                    <a:pt x="17455389" y="31341"/>
                  </a:lnTo>
                  <a:lnTo>
                    <a:pt x="17461845" y="25580"/>
                  </a:lnTo>
                  <a:lnTo>
                    <a:pt x="17466462" y="18219"/>
                  </a:lnTo>
                  <a:lnTo>
                    <a:pt x="17461845" y="10857"/>
                  </a:lnTo>
                  <a:lnTo>
                    <a:pt x="17455389" y="5096"/>
                  </a:lnTo>
                  <a:lnTo>
                    <a:pt x="17447497" y="1341"/>
                  </a:lnTo>
                  <a:lnTo>
                    <a:pt x="17438568" y="0"/>
                  </a:lnTo>
                  <a:close/>
                </a:path>
              </a:pathLst>
            </a:custGeom>
            <a:solidFill>
              <a:srgbClr val="9982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3" name="object 243" descr=""/>
          <p:cNvGrpSpPr/>
          <p:nvPr/>
        </p:nvGrpSpPr>
        <p:grpSpPr>
          <a:xfrm>
            <a:off x="14827493" y="8750399"/>
            <a:ext cx="1690370" cy="832485"/>
            <a:chOff x="14827493" y="8750399"/>
            <a:chExt cx="1690370" cy="832485"/>
          </a:xfrm>
        </p:grpSpPr>
        <p:sp>
          <p:nvSpPr>
            <p:cNvPr id="244" name="object 244" descr=""/>
            <p:cNvSpPr/>
            <p:nvPr/>
          </p:nvSpPr>
          <p:spPr>
            <a:xfrm>
              <a:off x="15274699" y="8750399"/>
              <a:ext cx="643255" cy="643890"/>
            </a:xfrm>
            <a:custGeom>
              <a:avLst/>
              <a:gdLst/>
              <a:ahLst/>
              <a:cxnLst/>
              <a:rect l="l" t="t" r="r" b="b"/>
              <a:pathLst>
                <a:path w="643255" h="643890">
                  <a:moveTo>
                    <a:pt x="321372" y="0"/>
                  </a:moveTo>
                  <a:lnTo>
                    <a:pt x="273881" y="3490"/>
                  </a:lnTo>
                  <a:lnTo>
                    <a:pt x="228554" y="13631"/>
                  </a:lnTo>
                  <a:lnTo>
                    <a:pt x="185888" y="29922"/>
                  </a:lnTo>
                  <a:lnTo>
                    <a:pt x="146380" y="51868"/>
                  </a:lnTo>
                  <a:lnTo>
                    <a:pt x="110527" y="78968"/>
                  </a:lnTo>
                  <a:lnTo>
                    <a:pt x="78826" y="110726"/>
                  </a:lnTo>
                  <a:lnTo>
                    <a:pt x="51774" y="146644"/>
                  </a:lnTo>
                  <a:lnTo>
                    <a:pt x="29868" y="186223"/>
                  </a:lnTo>
                  <a:lnTo>
                    <a:pt x="13606" y="228965"/>
                  </a:lnTo>
                  <a:lnTo>
                    <a:pt x="3484" y="274373"/>
                  </a:lnTo>
                  <a:lnTo>
                    <a:pt x="0" y="321948"/>
                  </a:lnTo>
                  <a:lnTo>
                    <a:pt x="3484" y="369520"/>
                  </a:lnTo>
                  <a:lnTo>
                    <a:pt x="13606" y="414926"/>
                  </a:lnTo>
                  <a:lnTo>
                    <a:pt x="29868" y="457666"/>
                  </a:lnTo>
                  <a:lnTo>
                    <a:pt x="51774" y="497244"/>
                  </a:lnTo>
                  <a:lnTo>
                    <a:pt x="78826" y="533160"/>
                  </a:lnTo>
                  <a:lnTo>
                    <a:pt x="110527" y="564918"/>
                  </a:lnTo>
                  <a:lnTo>
                    <a:pt x="146380" y="592018"/>
                  </a:lnTo>
                  <a:lnTo>
                    <a:pt x="185888" y="613963"/>
                  </a:lnTo>
                  <a:lnTo>
                    <a:pt x="228554" y="630255"/>
                  </a:lnTo>
                  <a:lnTo>
                    <a:pt x="273881" y="640395"/>
                  </a:lnTo>
                  <a:lnTo>
                    <a:pt x="321372" y="643886"/>
                  </a:lnTo>
                  <a:lnTo>
                    <a:pt x="368860" y="640395"/>
                  </a:lnTo>
                  <a:lnTo>
                    <a:pt x="414186" y="630255"/>
                  </a:lnTo>
                  <a:lnTo>
                    <a:pt x="456851" y="613963"/>
                  </a:lnTo>
                  <a:lnTo>
                    <a:pt x="496359" y="592018"/>
                  </a:lnTo>
                  <a:lnTo>
                    <a:pt x="532213" y="564918"/>
                  </a:lnTo>
                  <a:lnTo>
                    <a:pt x="563915" y="533160"/>
                  </a:lnTo>
                  <a:lnTo>
                    <a:pt x="590967" y="497244"/>
                  </a:lnTo>
                  <a:lnTo>
                    <a:pt x="612874" y="457666"/>
                  </a:lnTo>
                  <a:lnTo>
                    <a:pt x="629137" y="414926"/>
                  </a:lnTo>
                  <a:lnTo>
                    <a:pt x="639260" y="369520"/>
                  </a:lnTo>
                  <a:lnTo>
                    <a:pt x="642744" y="321948"/>
                  </a:lnTo>
                  <a:lnTo>
                    <a:pt x="639260" y="274373"/>
                  </a:lnTo>
                  <a:lnTo>
                    <a:pt x="629137" y="228965"/>
                  </a:lnTo>
                  <a:lnTo>
                    <a:pt x="612874" y="186223"/>
                  </a:lnTo>
                  <a:lnTo>
                    <a:pt x="590967" y="146644"/>
                  </a:lnTo>
                  <a:lnTo>
                    <a:pt x="563915" y="110726"/>
                  </a:lnTo>
                  <a:lnTo>
                    <a:pt x="532213" y="78968"/>
                  </a:lnTo>
                  <a:lnTo>
                    <a:pt x="496359" y="51868"/>
                  </a:lnTo>
                  <a:lnTo>
                    <a:pt x="456851" y="29922"/>
                  </a:lnTo>
                  <a:lnTo>
                    <a:pt x="414186" y="13631"/>
                  </a:lnTo>
                  <a:lnTo>
                    <a:pt x="368860" y="3490"/>
                  </a:lnTo>
                  <a:lnTo>
                    <a:pt x="32137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4827493" y="8991768"/>
              <a:ext cx="1690370" cy="418465"/>
            </a:xfrm>
            <a:custGeom>
              <a:avLst/>
              <a:gdLst/>
              <a:ahLst/>
              <a:cxnLst/>
              <a:rect l="l" t="t" r="r" b="b"/>
              <a:pathLst>
                <a:path w="1690369" h="418465">
                  <a:moveTo>
                    <a:pt x="645666" y="0"/>
                  </a:moveTo>
                  <a:lnTo>
                    <a:pt x="598019" y="4757"/>
                  </a:lnTo>
                  <a:lnTo>
                    <a:pt x="553834" y="18373"/>
                  </a:lnTo>
                  <a:lnTo>
                    <a:pt x="514156" y="39865"/>
                  </a:lnTo>
                  <a:lnTo>
                    <a:pt x="480027" y="68246"/>
                  </a:lnTo>
                  <a:lnTo>
                    <a:pt x="452491" y="102535"/>
                  </a:lnTo>
                  <a:lnTo>
                    <a:pt x="432590" y="141745"/>
                  </a:lnTo>
                  <a:lnTo>
                    <a:pt x="421369" y="184894"/>
                  </a:lnTo>
                  <a:lnTo>
                    <a:pt x="400974" y="171831"/>
                  </a:lnTo>
                  <a:lnTo>
                    <a:pt x="378885" y="162285"/>
                  </a:lnTo>
                  <a:lnTo>
                    <a:pt x="355548" y="156411"/>
                  </a:lnTo>
                  <a:lnTo>
                    <a:pt x="331413" y="154361"/>
                  </a:lnTo>
                  <a:lnTo>
                    <a:pt x="289821" y="160394"/>
                  </a:lnTo>
                  <a:lnTo>
                    <a:pt x="252261" y="177456"/>
                  </a:lnTo>
                  <a:lnTo>
                    <a:pt x="220125" y="203991"/>
                  </a:lnTo>
                  <a:lnTo>
                    <a:pt x="194803" y="238443"/>
                  </a:lnTo>
                  <a:lnTo>
                    <a:pt x="177685" y="279258"/>
                  </a:lnTo>
                  <a:lnTo>
                    <a:pt x="170162" y="324880"/>
                  </a:lnTo>
                  <a:lnTo>
                    <a:pt x="156073" y="316621"/>
                  </a:lnTo>
                  <a:lnTo>
                    <a:pt x="108886" y="305749"/>
                  </a:lnTo>
                  <a:lnTo>
                    <a:pt x="66504" y="314412"/>
                  </a:lnTo>
                  <a:lnTo>
                    <a:pt x="31893" y="338038"/>
                  </a:lnTo>
                  <a:lnTo>
                    <a:pt x="8557" y="373084"/>
                  </a:lnTo>
                  <a:lnTo>
                    <a:pt x="0" y="416008"/>
                  </a:lnTo>
                  <a:lnTo>
                    <a:pt x="0" y="418249"/>
                  </a:lnTo>
                  <a:lnTo>
                    <a:pt x="1689948" y="418311"/>
                  </a:lnTo>
                  <a:lnTo>
                    <a:pt x="1689948" y="408699"/>
                  </a:lnTo>
                  <a:lnTo>
                    <a:pt x="1671433" y="368953"/>
                  </a:lnTo>
                  <a:lnTo>
                    <a:pt x="1644169" y="334618"/>
                  </a:lnTo>
                  <a:lnTo>
                    <a:pt x="1594255" y="300832"/>
                  </a:lnTo>
                  <a:lnTo>
                    <a:pt x="1534822" y="288556"/>
                  </a:lnTo>
                  <a:lnTo>
                    <a:pt x="1514784" y="289911"/>
                  </a:lnTo>
                  <a:lnTo>
                    <a:pt x="1495187" y="293883"/>
                  </a:lnTo>
                  <a:lnTo>
                    <a:pt x="1476285" y="300404"/>
                  </a:lnTo>
                  <a:lnTo>
                    <a:pt x="1458332" y="309404"/>
                  </a:lnTo>
                  <a:lnTo>
                    <a:pt x="1440660" y="267833"/>
                  </a:lnTo>
                  <a:lnTo>
                    <a:pt x="1414689" y="232764"/>
                  </a:lnTo>
                  <a:lnTo>
                    <a:pt x="1381819" y="205769"/>
                  </a:lnTo>
                  <a:lnTo>
                    <a:pt x="1343451" y="188420"/>
                  </a:lnTo>
                  <a:lnTo>
                    <a:pt x="1300986" y="182287"/>
                  </a:lnTo>
                  <a:lnTo>
                    <a:pt x="1254043" y="189818"/>
                  </a:lnTo>
                  <a:lnTo>
                    <a:pt x="1212343" y="210974"/>
                  </a:lnTo>
                  <a:lnTo>
                    <a:pt x="1177816" y="243598"/>
                  </a:lnTo>
                  <a:lnTo>
                    <a:pt x="1152391" y="285531"/>
                  </a:lnTo>
                  <a:lnTo>
                    <a:pt x="1137996" y="334618"/>
                  </a:lnTo>
                  <a:lnTo>
                    <a:pt x="1025005" y="334618"/>
                  </a:lnTo>
                  <a:lnTo>
                    <a:pt x="1004710" y="296060"/>
                  </a:lnTo>
                  <a:lnTo>
                    <a:pt x="973394" y="266675"/>
                  </a:lnTo>
                  <a:lnTo>
                    <a:pt x="935646" y="247628"/>
                  </a:lnTo>
                  <a:lnTo>
                    <a:pt x="893197" y="240851"/>
                  </a:lnTo>
                  <a:lnTo>
                    <a:pt x="885501" y="240861"/>
                  </a:lnTo>
                  <a:lnTo>
                    <a:pt x="877816" y="241500"/>
                  </a:lnTo>
                  <a:lnTo>
                    <a:pt x="870224" y="242788"/>
                  </a:lnTo>
                  <a:lnTo>
                    <a:pt x="871069" y="235794"/>
                  </a:lnTo>
                  <a:lnTo>
                    <a:pt x="871672" y="228778"/>
                  </a:lnTo>
                  <a:lnTo>
                    <a:pt x="872035" y="221746"/>
                  </a:lnTo>
                  <a:lnTo>
                    <a:pt x="872161" y="214705"/>
                  </a:lnTo>
                  <a:lnTo>
                    <a:pt x="867559" y="171439"/>
                  </a:lnTo>
                  <a:lnTo>
                    <a:pt x="854360" y="131139"/>
                  </a:lnTo>
                  <a:lnTo>
                    <a:pt x="833475" y="94668"/>
                  </a:lnTo>
                  <a:lnTo>
                    <a:pt x="805817" y="62892"/>
                  </a:lnTo>
                  <a:lnTo>
                    <a:pt x="772295" y="36672"/>
                  </a:lnTo>
                  <a:lnTo>
                    <a:pt x="733822" y="16874"/>
                  </a:lnTo>
                  <a:lnTo>
                    <a:pt x="691308" y="4362"/>
                  </a:lnTo>
                  <a:lnTo>
                    <a:pt x="64566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6" name="object 246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6011369" y="9447859"/>
              <a:ext cx="134561" cy="134561"/>
            </a:xfrm>
            <a:prstGeom prst="rect">
              <a:avLst/>
            </a:prstGeom>
          </p:spPr>
        </p:pic>
        <p:sp>
          <p:nvSpPr>
            <p:cNvPr id="247" name="object 247" descr=""/>
            <p:cNvSpPr/>
            <p:nvPr/>
          </p:nvSpPr>
          <p:spPr>
            <a:xfrm>
              <a:off x="16189460" y="9445106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26826" y="0"/>
                  </a:moveTo>
                  <a:lnTo>
                    <a:pt x="16384" y="2108"/>
                  </a:lnTo>
                  <a:lnTo>
                    <a:pt x="7857" y="7857"/>
                  </a:lnTo>
                  <a:lnTo>
                    <a:pt x="2108" y="16384"/>
                  </a:lnTo>
                  <a:lnTo>
                    <a:pt x="0" y="26826"/>
                  </a:lnTo>
                  <a:lnTo>
                    <a:pt x="2108" y="37274"/>
                  </a:lnTo>
                  <a:lnTo>
                    <a:pt x="7857" y="45804"/>
                  </a:lnTo>
                  <a:lnTo>
                    <a:pt x="16384" y="51555"/>
                  </a:lnTo>
                  <a:lnTo>
                    <a:pt x="26826" y="53663"/>
                  </a:lnTo>
                  <a:lnTo>
                    <a:pt x="37268" y="51555"/>
                  </a:lnTo>
                  <a:lnTo>
                    <a:pt x="45795" y="45804"/>
                  </a:lnTo>
                  <a:lnTo>
                    <a:pt x="51544" y="37274"/>
                  </a:lnTo>
                  <a:lnTo>
                    <a:pt x="53652" y="26826"/>
                  </a:lnTo>
                  <a:lnTo>
                    <a:pt x="51544" y="16384"/>
                  </a:lnTo>
                  <a:lnTo>
                    <a:pt x="45795" y="7857"/>
                  </a:lnTo>
                  <a:lnTo>
                    <a:pt x="37268" y="2108"/>
                  </a:lnTo>
                  <a:lnTo>
                    <a:pt x="2682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4913292" y="9290830"/>
              <a:ext cx="1179195" cy="89535"/>
            </a:xfrm>
            <a:custGeom>
              <a:avLst/>
              <a:gdLst/>
              <a:ahLst/>
              <a:cxnLst/>
              <a:rect l="l" t="t" r="r" b="b"/>
              <a:pathLst>
                <a:path w="1179194" h="89534">
                  <a:moveTo>
                    <a:pt x="35674" y="61823"/>
                  </a:moveTo>
                  <a:lnTo>
                    <a:pt x="27686" y="53848"/>
                  </a:lnTo>
                  <a:lnTo>
                    <a:pt x="17843" y="53848"/>
                  </a:lnTo>
                  <a:lnTo>
                    <a:pt x="7988" y="53848"/>
                  </a:lnTo>
                  <a:lnTo>
                    <a:pt x="0" y="61823"/>
                  </a:lnTo>
                  <a:lnTo>
                    <a:pt x="0" y="81534"/>
                  </a:lnTo>
                  <a:lnTo>
                    <a:pt x="7988" y="89509"/>
                  </a:lnTo>
                  <a:lnTo>
                    <a:pt x="27686" y="89509"/>
                  </a:lnTo>
                  <a:lnTo>
                    <a:pt x="35674" y="81534"/>
                  </a:lnTo>
                  <a:lnTo>
                    <a:pt x="35674" y="61823"/>
                  </a:lnTo>
                  <a:close/>
                </a:path>
                <a:path w="1179194" h="89534">
                  <a:moveTo>
                    <a:pt x="1178966" y="26822"/>
                  </a:moveTo>
                  <a:lnTo>
                    <a:pt x="1176858" y="16383"/>
                  </a:lnTo>
                  <a:lnTo>
                    <a:pt x="1171105" y="7861"/>
                  </a:lnTo>
                  <a:lnTo>
                    <a:pt x="1162583" y="2108"/>
                  </a:lnTo>
                  <a:lnTo>
                    <a:pt x="1152144" y="0"/>
                  </a:lnTo>
                  <a:lnTo>
                    <a:pt x="1141691" y="2108"/>
                  </a:lnTo>
                  <a:lnTo>
                    <a:pt x="1133170" y="7861"/>
                  </a:lnTo>
                  <a:lnTo>
                    <a:pt x="1127417" y="16383"/>
                  </a:lnTo>
                  <a:lnTo>
                    <a:pt x="1125308" y="26822"/>
                  </a:lnTo>
                  <a:lnTo>
                    <a:pt x="1127417" y="37274"/>
                  </a:lnTo>
                  <a:lnTo>
                    <a:pt x="1133170" y="45808"/>
                  </a:lnTo>
                  <a:lnTo>
                    <a:pt x="1141691" y="51549"/>
                  </a:lnTo>
                  <a:lnTo>
                    <a:pt x="1152144" y="53657"/>
                  </a:lnTo>
                  <a:lnTo>
                    <a:pt x="1162583" y="51549"/>
                  </a:lnTo>
                  <a:lnTo>
                    <a:pt x="1171105" y="45808"/>
                  </a:lnTo>
                  <a:lnTo>
                    <a:pt x="1176858" y="37274"/>
                  </a:lnTo>
                  <a:lnTo>
                    <a:pt x="1178966" y="268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9" name="object 249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5321632" y="9110820"/>
              <a:ext cx="73379" cy="73379"/>
            </a:xfrm>
            <a:prstGeom prst="rect">
              <a:avLst/>
            </a:prstGeom>
          </p:spPr>
        </p:pic>
      </p:grpSp>
      <p:sp>
        <p:nvSpPr>
          <p:cNvPr id="250" name="object 250" descr=""/>
          <p:cNvSpPr txBox="1"/>
          <p:nvPr/>
        </p:nvSpPr>
        <p:spPr>
          <a:xfrm>
            <a:off x="624158" y="728636"/>
            <a:ext cx="58864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Open Sans"/>
                <a:cs typeface="Open Sans"/>
              </a:rPr>
              <a:t>Trees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838090" y="1729923"/>
            <a:ext cx="1360805" cy="3164840"/>
            <a:chOff x="16838090" y="1729923"/>
            <a:chExt cx="1360805" cy="3164840"/>
          </a:xfrm>
        </p:grpSpPr>
        <p:sp>
          <p:nvSpPr>
            <p:cNvPr id="3" name="object 3" descr=""/>
            <p:cNvSpPr/>
            <p:nvPr/>
          </p:nvSpPr>
          <p:spPr>
            <a:xfrm>
              <a:off x="17393903" y="2228894"/>
              <a:ext cx="165735" cy="2661285"/>
            </a:xfrm>
            <a:custGeom>
              <a:avLst/>
              <a:gdLst/>
              <a:ahLst/>
              <a:cxnLst/>
              <a:rect l="l" t="t" r="r" b="b"/>
              <a:pathLst>
                <a:path w="165734" h="2661285">
                  <a:moveTo>
                    <a:pt x="113640" y="0"/>
                  </a:moveTo>
                  <a:lnTo>
                    <a:pt x="51684" y="0"/>
                  </a:lnTo>
                  <a:lnTo>
                    <a:pt x="0" y="2661269"/>
                  </a:lnTo>
                  <a:lnTo>
                    <a:pt x="165293" y="2661269"/>
                  </a:lnTo>
                  <a:lnTo>
                    <a:pt x="113640" y="0"/>
                  </a:lnTo>
                  <a:close/>
                </a:path>
              </a:pathLst>
            </a:custGeom>
            <a:solidFill>
              <a:srgbClr val="47B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495439" y="2228894"/>
              <a:ext cx="64135" cy="2661285"/>
            </a:xfrm>
            <a:custGeom>
              <a:avLst/>
              <a:gdLst/>
              <a:ahLst/>
              <a:cxnLst/>
              <a:rect l="l" t="t" r="r" b="b"/>
              <a:pathLst>
                <a:path w="64134" h="2661285">
                  <a:moveTo>
                    <a:pt x="12104" y="0"/>
                  </a:moveTo>
                  <a:lnTo>
                    <a:pt x="0" y="0"/>
                  </a:lnTo>
                  <a:lnTo>
                    <a:pt x="0" y="2661269"/>
                  </a:lnTo>
                  <a:lnTo>
                    <a:pt x="63757" y="2661269"/>
                  </a:lnTo>
                  <a:lnTo>
                    <a:pt x="12104" y="0"/>
                  </a:lnTo>
                  <a:close/>
                </a:path>
              </a:pathLst>
            </a:custGeom>
            <a:solidFill>
              <a:srgbClr val="ADD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838090" y="1729923"/>
              <a:ext cx="678180" cy="525780"/>
            </a:xfrm>
            <a:custGeom>
              <a:avLst/>
              <a:gdLst/>
              <a:ahLst/>
              <a:cxnLst/>
              <a:rect l="l" t="t" r="r" b="b"/>
              <a:pathLst>
                <a:path w="678180" h="525780">
                  <a:moveTo>
                    <a:pt x="673435" y="485587"/>
                  </a:moveTo>
                  <a:lnTo>
                    <a:pt x="588557" y="485587"/>
                  </a:lnTo>
                  <a:lnTo>
                    <a:pt x="644545" y="525512"/>
                  </a:lnTo>
                  <a:lnTo>
                    <a:pt x="673435" y="485587"/>
                  </a:lnTo>
                  <a:close/>
                </a:path>
                <a:path w="678180" h="525780">
                  <a:moveTo>
                    <a:pt x="31631" y="11706"/>
                  </a:moveTo>
                  <a:lnTo>
                    <a:pt x="1078" y="11706"/>
                  </a:lnTo>
                  <a:lnTo>
                    <a:pt x="0" y="16062"/>
                  </a:lnTo>
                  <a:lnTo>
                    <a:pt x="1235" y="20763"/>
                  </a:lnTo>
                  <a:lnTo>
                    <a:pt x="456394" y="467273"/>
                  </a:lnTo>
                  <a:lnTo>
                    <a:pt x="507188" y="491662"/>
                  </a:lnTo>
                  <a:lnTo>
                    <a:pt x="526434" y="491848"/>
                  </a:lnTo>
                  <a:lnTo>
                    <a:pt x="565940" y="487869"/>
                  </a:lnTo>
                  <a:lnTo>
                    <a:pt x="588557" y="485587"/>
                  </a:lnTo>
                  <a:lnTo>
                    <a:pt x="673435" y="485587"/>
                  </a:lnTo>
                  <a:lnTo>
                    <a:pt x="677906" y="479409"/>
                  </a:lnTo>
                  <a:lnTo>
                    <a:pt x="31631" y="11706"/>
                  </a:lnTo>
                  <a:close/>
                </a:path>
                <a:path w="678180" h="525780">
                  <a:moveTo>
                    <a:pt x="15475" y="0"/>
                  </a:moveTo>
                  <a:lnTo>
                    <a:pt x="7329" y="1298"/>
                  </a:lnTo>
                  <a:lnTo>
                    <a:pt x="2062" y="8575"/>
                  </a:lnTo>
                  <a:lnTo>
                    <a:pt x="1382" y="10104"/>
                  </a:lnTo>
                  <a:lnTo>
                    <a:pt x="1015" y="11716"/>
                  </a:lnTo>
                  <a:lnTo>
                    <a:pt x="31631" y="11706"/>
                  </a:lnTo>
                  <a:lnTo>
                    <a:pt x="15475" y="0"/>
                  </a:lnTo>
                  <a:close/>
                </a:path>
              </a:pathLst>
            </a:custGeom>
            <a:solidFill>
              <a:srgbClr val="47B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7425249" y="2243209"/>
              <a:ext cx="36830" cy="2651125"/>
            </a:xfrm>
            <a:custGeom>
              <a:avLst/>
              <a:gdLst/>
              <a:ahLst/>
              <a:cxnLst/>
              <a:rect l="l" t="t" r="r" b="b"/>
              <a:pathLst>
                <a:path w="36830" h="2651125">
                  <a:moveTo>
                    <a:pt x="34543" y="20"/>
                  </a:moveTo>
                  <a:lnTo>
                    <a:pt x="30093" y="0"/>
                  </a:lnTo>
                  <a:lnTo>
                    <a:pt x="28302" y="1769"/>
                  </a:lnTo>
                  <a:lnTo>
                    <a:pt x="0" y="2649133"/>
                  </a:lnTo>
                  <a:lnTo>
                    <a:pt x="1780" y="2650945"/>
                  </a:lnTo>
                  <a:lnTo>
                    <a:pt x="4031" y="2650966"/>
                  </a:lnTo>
                  <a:lnTo>
                    <a:pt x="6230" y="2650966"/>
                  </a:lnTo>
                  <a:lnTo>
                    <a:pt x="8020" y="2649196"/>
                  </a:lnTo>
                  <a:lnTo>
                    <a:pt x="36323" y="1832"/>
                  </a:lnTo>
                  <a:lnTo>
                    <a:pt x="34543" y="2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247551" y="2205064"/>
              <a:ext cx="280670" cy="801370"/>
            </a:xfrm>
            <a:custGeom>
              <a:avLst/>
              <a:gdLst/>
              <a:ahLst/>
              <a:cxnLst/>
              <a:rect l="l" t="t" r="r" b="b"/>
              <a:pathLst>
                <a:path w="280669" h="801369">
                  <a:moveTo>
                    <a:pt x="203899" y="0"/>
                  </a:moveTo>
                  <a:lnTo>
                    <a:pt x="0" y="791881"/>
                  </a:lnTo>
                  <a:lnTo>
                    <a:pt x="4188" y="798991"/>
                  </a:lnTo>
                  <a:lnTo>
                    <a:pt x="12889" y="801221"/>
                  </a:lnTo>
                  <a:lnTo>
                    <a:pt x="14554" y="801305"/>
                  </a:lnTo>
                  <a:lnTo>
                    <a:pt x="16187" y="801054"/>
                  </a:lnTo>
                  <a:lnTo>
                    <a:pt x="20606" y="800404"/>
                  </a:lnTo>
                  <a:lnTo>
                    <a:pt x="273614" y="210611"/>
                  </a:lnTo>
                  <a:lnTo>
                    <a:pt x="280500" y="173225"/>
                  </a:lnTo>
                  <a:lnTo>
                    <a:pt x="277739" y="154410"/>
                  </a:lnTo>
                  <a:lnTo>
                    <a:pt x="270871" y="136435"/>
                  </a:lnTo>
                  <a:lnTo>
                    <a:pt x="252725" y="101117"/>
                  </a:lnTo>
                  <a:lnTo>
                    <a:pt x="242317" y="80898"/>
                  </a:lnTo>
                  <a:lnTo>
                    <a:pt x="259007" y="14177"/>
                  </a:lnTo>
                  <a:lnTo>
                    <a:pt x="203899" y="0"/>
                  </a:lnTo>
                  <a:close/>
                </a:path>
              </a:pathLst>
            </a:custGeom>
            <a:solidFill>
              <a:srgbClr val="47B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7263749" y="2328525"/>
              <a:ext cx="264795" cy="677545"/>
            </a:xfrm>
            <a:custGeom>
              <a:avLst/>
              <a:gdLst/>
              <a:ahLst/>
              <a:cxnLst/>
              <a:rect l="l" t="t" r="r" b="b"/>
              <a:pathLst>
                <a:path w="264794" h="677544">
                  <a:moveTo>
                    <a:pt x="248013" y="0"/>
                  </a:moveTo>
                  <a:lnTo>
                    <a:pt x="254544" y="31873"/>
                  </a:lnTo>
                  <a:lnTo>
                    <a:pt x="252505" y="58346"/>
                  </a:lnTo>
                  <a:lnTo>
                    <a:pt x="245636" y="80299"/>
                  </a:lnTo>
                  <a:lnTo>
                    <a:pt x="237678" y="98614"/>
                  </a:lnTo>
                  <a:lnTo>
                    <a:pt x="0" y="677550"/>
                  </a:lnTo>
                  <a:lnTo>
                    <a:pt x="257416" y="87149"/>
                  </a:lnTo>
                  <a:lnTo>
                    <a:pt x="264302" y="49762"/>
                  </a:lnTo>
                  <a:lnTo>
                    <a:pt x="261540" y="30948"/>
                  </a:lnTo>
                  <a:lnTo>
                    <a:pt x="254672" y="12973"/>
                  </a:lnTo>
                  <a:lnTo>
                    <a:pt x="248013" y="0"/>
                  </a:lnTo>
                  <a:close/>
                </a:path>
              </a:pathLst>
            </a:custGeom>
            <a:solidFill>
              <a:srgbClr val="ADD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7461226" y="1807853"/>
              <a:ext cx="737870" cy="433070"/>
            </a:xfrm>
            <a:custGeom>
              <a:avLst/>
              <a:gdLst/>
              <a:ahLst/>
              <a:cxnLst/>
              <a:rect l="l" t="t" r="r" b="b"/>
              <a:pathLst>
                <a:path w="737869" h="433069">
                  <a:moveTo>
                    <a:pt x="722082" y="0"/>
                  </a:moveTo>
                  <a:lnTo>
                    <a:pt x="129472" y="235259"/>
                  </a:lnTo>
                  <a:lnTo>
                    <a:pt x="86594" y="271818"/>
                  </a:lnTo>
                  <a:lnTo>
                    <a:pt x="66259" y="327058"/>
                  </a:lnTo>
                  <a:lnTo>
                    <a:pt x="59191" y="348670"/>
                  </a:lnTo>
                  <a:lnTo>
                    <a:pt x="0" y="383684"/>
                  </a:lnTo>
                  <a:lnTo>
                    <a:pt x="28627" y="432866"/>
                  </a:lnTo>
                  <a:lnTo>
                    <a:pt x="210328" y="327058"/>
                  </a:lnTo>
                  <a:lnTo>
                    <a:pt x="735296" y="21433"/>
                  </a:lnTo>
                  <a:lnTo>
                    <a:pt x="730519" y="3518"/>
                  </a:lnTo>
                  <a:lnTo>
                    <a:pt x="726888" y="774"/>
                  </a:lnTo>
                  <a:lnTo>
                    <a:pt x="722082" y="0"/>
                  </a:lnTo>
                  <a:close/>
                </a:path>
                <a:path w="737869" h="433069">
                  <a:moveTo>
                    <a:pt x="730448" y="3465"/>
                  </a:moveTo>
                  <a:close/>
                </a:path>
              </a:pathLst>
            </a:custGeom>
            <a:solidFill>
              <a:srgbClr val="47B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7584069" y="1819351"/>
              <a:ext cx="602615" cy="354965"/>
            </a:xfrm>
            <a:custGeom>
              <a:avLst/>
              <a:gdLst/>
              <a:ahLst/>
              <a:cxnLst/>
              <a:rect l="l" t="t" r="r" b="b"/>
              <a:pathLst>
                <a:path w="602615" h="354964">
                  <a:moveTo>
                    <a:pt x="599960" y="0"/>
                  </a:moveTo>
                  <a:lnTo>
                    <a:pt x="324" y="351402"/>
                  </a:lnTo>
                  <a:lnTo>
                    <a:pt x="0" y="352638"/>
                  </a:lnTo>
                  <a:lnTo>
                    <a:pt x="1120" y="354554"/>
                  </a:lnTo>
                  <a:lnTo>
                    <a:pt x="2345" y="354868"/>
                  </a:lnTo>
                  <a:lnTo>
                    <a:pt x="601039" y="4020"/>
                  </a:lnTo>
                  <a:lnTo>
                    <a:pt x="601657" y="3455"/>
                  </a:lnTo>
                  <a:lnTo>
                    <a:pt x="602096" y="2827"/>
                  </a:lnTo>
                  <a:lnTo>
                    <a:pt x="602159" y="1978"/>
                  </a:lnTo>
                  <a:lnTo>
                    <a:pt x="601196" y="324"/>
                  </a:lnTo>
                  <a:lnTo>
                    <a:pt x="599960" y="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7535309" y="1807846"/>
              <a:ext cx="656590" cy="303530"/>
            </a:xfrm>
            <a:custGeom>
              <a:avLst/>
              <a:gdLst/>
              <a:ahLst/>
              <a:cxnLst/>
              <a:rect l="l" t="t" r="r" b="b"/>
              <a:pathLst>
                <a:path w="656590" h="303530">
                  <a:moveTo>
                    <a:pt x="648001" y="0"/>
                  </a:moveTo>
                  <a:lnTo>
                    <a:pt x="55390" y="235259"/>
                  </a:lnTo>
                  <a:lnTo>
                    <a:pt x="12512" y="271822"/>
                  </a:lnTo>
                  <a:lnTo>
                    <a:pt x="0" y="303194"/>
                  </a:lnTo>
                  <a:lnTo>
                    <a:pt x="18088" y="276149"/>
                  </a:lnTo>
                  <a:lnTo>
                    <a:pt x="38353" y="258996"/>
                  </a:lnTo>
                  <a:lnTo>
                    <a:pt x="58797" y="248453"/>
                  </a:lnTo>
                  <a:lnTo>
                    <a:pt x="77421" y="241238"/>
                  </a:lnTo>
                  <a:lnTo>
                    <a:pt x="656325" y="3497"/>
                  </a:lnTo>
                  <a:lnTo>
                    <a:pt x="652807" y="785"/>
                  </a:lnTo>
                  <a:lnTo>
                    <a:pt x="648001" y="0"/>
                  </a:lnTo>
                  <a:close/>
                </a:path>
              </a:pathLst>
            </a:custGeom>
            <a:solidFill>
              <a:srgbClr val="ADD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7254627" y="2490000"/>
              <a:ext cx="144780" cy="502284"/>
            </a:xfrm>
            <a:custGeom>
              <a:avLst/>
              <a:gdLst/>
              <a:ahLst/>
              <a:cxnLst/>
              <a:rect l="l" t="t" r="r" b="b"/>
              <a:pathLst>
                <a:path w="144780" h="502285">
                  <a:moveTo>
                    <a:pt x="141597" y="0"/>
                  </a:moveTo>
                  <a:lnTo>
                    <a:pt x="140498" y="628"/>
                  </a:lnTo>
                  <a:lnTo>
                    <a:pt x="0" y="500120"/>
                  </a:lnTo>
                  <a:lnTo>
                    <a:pt x="617" y="501230"/>
                  </a:lnTo>
                  <a:lnTo>
                    <a:pt x="2523" y="501764"/>
                  </a:lnTo>
                  <a:lnTo>
                    <a:pt x="3392" y="501429"/>
                  </a:lnTo>
                  <a:lnTo>
                    <a:pt x="3863" y="500759"/>
                  </a:lnTo>
                  <a:lnTo>
                    <a:pt x="144351" y="1706"/>
                  </a:lnTo>
                  <a:lnTo>
                    <a:pt x="143723" y="596"/>
                  </a:lnTo>
                  <a:lnTo>
                    <a:pt x="141597" y="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29281" y="2186693"/>
              <a:ext cx="85664" cy="76772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6848208" y="1739995"/>
              <a:ext cx="306070" cy="229870"/>
            </a:xfrm>
            <a:custGeom>
              <a:avLst/>
              <a:gdLst/>
              <a:ahLst/>
              <a:cxnLst/>
              <a:rect l="l" t="t" r="r" b="b"/>
              <a:pathLst>
                <a:path w="306069" h="229869">
                  <a:moveTo>
                    <a:pt x="2533" y="0"/>
                  </a:moveTo>
                  <a:lnTo>
                    <a:pt x="1277" y="178"/>
                  </a:lnTo>
                  <a:lnTo>
                    <a:pt x="0" y="2020"/>
                  </a:lnTo>
                  <a:lnTo>
                    <a:pt x="136" y="3214"/>
                  </a:lnTo>
                  <a:lnTo>
                    <a:pt x="303037" y="229249"/>
                  </a:lnTo>
                  <a:lnTo>
                    <a:pt x="304294" y="229061"/>
                  </a:lnTo>
                  <a:lnTo>
                    <a:pt x="304985" y="228139"/>
                  </a:lnTo>
                  <a:lnTo>
                    <a:pt x="305613" y="227260"/>
                  </a:lnTo>
                  <a:lnTo>
                    <a:pt x="305425" y="226024"/>
                  </a:lnTo>
                  <a:lnTo>
                    <a:pt x="2533" y="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838092" y="1741667"/>
              <a:ext cx="541020" cy="480695"/>
            </a:xfrm>
            <a:custGeom>
              <a:avLst/>
              <a:gdLst/>
              <a:ahLst/>
              <a:cxnLst/>
              <a:rect l="l" t="t" r="r" b="b"/>
              <a:pathLst>
                <a:path w="541019" h="480694">
                  <a:moveTo>
                    <a:pt x="1047" y="0"/>
                  </a:moveTo>
                  <a:lnTo>
                    <a:pt x="456394" y="455525"/>
                  </a:lnTo>
                  <a:lnTo>
                    <a:pt x="507188" y="479915"/>
                  </a:lnTo>
                  <a:lnTo>
                    <a:pt x="526434" y="480100"/>
                  </a:lnTo>
                  <a:lnTo>
                    <a:pt x="540936" y="478645"/>
                  </a:lnTo>
                  <a:lnTo>
                    <a:pt x="508883" y="473063"/>
                  </a:lnTo>
                  <a:lnTo>
                    <a:pt x="484991" y="461484"/>
                  </a:lnTo>
                  <a:lnTo>
                    <a:pt x="467070" y="447065"/>
                  </a:lnTo>
                  <a:lnTo>
                    <a:pt x="452928" y="432960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ADD4E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14581544" y="1111217"/>
            <a:ext cx="1649730" cy="3783329"/>
            <a:chOff x="14581544" y="1111217"/>
            <a:chExt cx="1649730" cy="3783329"/>
          </a:xfrm>
        </p:grpSpPr>
        <p:sp>
          <p:nvSpPr>
            <p:cNvPr id="17" name="object 17" descr=""/>
            <p:cNvSpPr/>
            <p:nvPr/>
          </p:nvSpPr>
          <p:spPr>
            <a:xfrm>
              <a:off x="15322681" y="1995408"/>
              <a:ext cx="180340" cy="2894965"/>
            </a:xfrm>
            <a:custGeom>
              <a:avLst/>
              <a:gdLst/>
              <a:ahLst/>
              <a:cxnLst/>
              <a:rect l="l" t="t" r="r" b="b"/>
              <a:pathLst>
                <a:path w="180340" h="2894965">
                  <a:moveTo>
                    <a:pt x="123608" y="0"/>
                  </a:moveTo>
                  <a:lnTo>
                    <a:pt x="56218" y="0"/>
                  </a:lnTo>
                  <a:lnTo>
                    <a:pt x="0" y="2894404"/>
                  </a:lnTo>
                  <a:lnTo>
                    <a:pt x="179785" y="2894404"/>
                  </a:lnTo>
                  <a:lnTo>
                    <a:pt x="123608" y="0"/>
                  </a:lnTo>
                  <a:close/>
                </a:path>
              </a:pathLst>
            </a:custGeom>
            <a:solidFill>
              <a:srgbClr val="47B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433118" y="1995408"/>
              <a:ext cx="69850" cy="2894965"/>
            </a:xfrm>
            <a:custGeom>
              <a:avLst/>
              <a:gdLst/>
              <a:ahLst/>
              <a:cxnLst/>
              <a:rect l="l" t="t" r="r" b="b"/>
              <a:pathLst>
                <a:path w="69850" h="2894965">
                  <a:moveTo>
                    <a:pt x="13172" y="0"/>
                  </a:moveTo>
                  <a:lnTo>
                    <a:pt x="0" y="0"/>
                  </a:lnTo>
                  <a:lnTo>
                    <a:pt x="0" y="2894404"/>
                  </a:lnTo>
                  <a:lnTo>
                    <a:pt x="69348" y="2894404"/>
                  </a:lnTo>
                  <a:lnTo>
                    <a:pt x="13172" y="0"/>
                  </a:lnTo>
                  <a:close/>
                </a:path>
              </a:pathLst>
            </a:custGeom>
            <a:solidFill>
              <a:srgbClr val="ADD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323074" y="1111217"/>
              <a:ext cx="138430" cy="895985"/>
            </a:xfrm>
            <a:custGeom>
              <a:avLst/>
              <a:gdLst/>
              <a:ahLst/>
              <a:cxnLst/>
              <a:rect l="l" t="t" r="r" b="b"/>
              <a:pathLst>
                <a:path w="138430" h="895985">
                  <a:moveTo>
                    <a:pt x="123825" y="0"/>
                  </a:moveTo>
                  <a:lnTo>
                    <a:pt x="121867" y="0"/>
                  </a:lnTo>
                  <a:lnTo>
                    <a:pt x="120076" y="345"/>
                  </a:lnTo>
                  <a:lnTo>
                    <a:pt x="118422" y="1047"/>
                  </a:lnTo>
                  <a:lnTo>
                    <a:pt x="1001" y="691685"/>
                  </a:lnTo>
                  <a:lnTo>
                    <a:pt x="0" y="712570"/>
                  </a:lnTo>
                  <a:lnTo>
                    <a:pt x="3517" y="732946"/>
                  </a:lnTo>
                  <a:lnTo>
                    <a:pt x="11350" y="752089"/>
                  </a:lnTo>
                  <a:lnTo>
                    <a:pt x="23294" y="769275"/>
                  </a:lnTo>
                  <a:lnTo>
                    <a:pt x="51691" y="801808"/>
                  </a:lnTo>
                  <a:lnTo>
                    <a:pt x="67952" y="820435"/>
                  </a:lnTo>
                  <a:lnTo>
                    <a:pt x="67910" y="846340"/>
                  </a:lnTo>
                  <a:lnTo>
                    <a:pt x="67785" y="895229"/>
                  </a:lnTo>
                  <a:lnTo>
                    <a:pt x="129668" y="895794"/>
                  </a:lnTo>
                  <a:lnTo>
                    <a:pt x="130108" y="846340"/>
                  </a:lnTo>
                  <a:lnTo>
                    <a:pt x="137908" y="6491"/>
                  </a:lnTo>
                  <a:lnTo>
                    <a:pt x="131636" y="83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47B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356780" y="2010985"/>
              <a:ext cx="40005" cy="2883535"/>
            </a:xfrm>
            <a:custGeom>
              <a:avLst/>
              <a:gdLst/>
              <a:ahLst/>
              <a:cxnLst/>
              <a:rect l="l" t="t" r="r" b="b"/>
              <a:pathLst>
                <a:path w="40005" h="2883535">
                  <a:moveTo>
                    <a:pt x="37569" y="20"/>
                  </a:moveTo>
                  <a:lnTo>
                    <a:pt x="32731" y="0"/>
                  </a:lnTo>
                  <a:lnTo>
                    <a:pt x="30784" y="1916"/>
                  </a:lnTo>
                  <a:lnTo>
                    <a:pt x="0" y="2881189"/>
                  </a:lnTo>
                  <a:lnTo>
                    <a:pt x="1937" y="2883168"/>
                  </a:lnTo>
                  <a:lnTo>
                    <a:pt x="4387" y="2883189"/>
                  </a:lnTo>
                  <a:lnTo>
                    <a:pt x="6774" y="2883189"/>
                  </a:lnTo>
                  <a:lnTo>
                    <a:pt x="8722" y="2881263"/>
                  </a:lnTo>
                  <a:lnTo>
                    <a:pt x="39506" y="1999"/>
                  </a:lnTo>
                  <a:lnTo>
                    <a:pt x="37569" y="2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4581544" y="1947075"/>
              <a:ext cx="856615" cy="343535"/>
            </a:xfrm>
            <a:custGeom>
              <a:avLst/>
              <a:gdLst/>
              <a:ahLst/>
              <a:cxnLst/>
              <a:rect l="l" t="t" r="r" b="b"/>
              <a:pathLst>
                <a:path w="856615" h="343535">
                  <a:moveTo>
                    <a:pt x="38153" y="337686"/>
                  </a:moveTo>
                  <a:lnTo>
                    <a:pt x="5748" y="337686"/>
                  </a:lnTo>
                  <a:lnTo>
                    <a:pt x="9067" y="341256"/>
                  </a:lnTo>
                  <a:lnTo>
                    <a:pt x="14093" y="342931"/>
                  </a:lnTo>
                  <a:lnTo>
                    <a:pt x="38153" y="337686"/>
                  </a:lnTo>
                  <a:close/>
                </a:path>
                <a:path w="856615" h="343535">
                  <a:moveTo>
                    <a:pt x="834362" y="0"/>
                  </a:moveTo>
                  <a:lnTo>
                    <a:pt x="3664" y="317602"/>
                  </a:lnTo>
                  <a:lnTo>
                    <a:pt x="0" y="325791"/>
                  </a:lnTo>
                  <a:lnTo>
                    <a:pt x="3486" y="334921"/>
                  </a:lnTo>
                  <a:lnTo>
                    <a:pt x="4471" y="336450"/>
                  </a:lnTo>
                  <a:lnTo>
                    <a:pt x="5727" y="337738"/>
                  </a:lnTo>
                  <a:lnTo>
                    <a:pt x="38153" y="337686"/>
                  </a:lnTo>
                  <a:lnTo>
                    <a:pt x="691444" y="194402"/>
                  </a:lnTo>
                  <a:lnTo>
                    <a:pt x="728937" y="176977"/>
                  </a:lnTo>
                  <a:lnTo>
                    <a:pt x="755505" y="145283"/>
                  </a:lnTo>
                  <a:lnTo>
                    <a:pt x="775410" y="106949"/>
                  </a:lnTo>
                  <a:lnTo>
                    <a:pt x="786792" y="85002"/>
                  </a:lnTo>
                  <a:lnTo>
                    <a:pt x="856466" y="57799"/>
                  </a:lnTo>
                  <a:lnTo>
                    <a:pt x="834362" y="0"/>
                  </a:lnTo>
                  <a:close/>
                </a:path>
              </a:pathLst>
            </a:custGeom>
            <a:solidFill>
              <a:srgbClr val="47B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587308" y="2078283"/>
              <a:ext cx="757555" cy="212090"/>
            </a:xfrm>
            <a:custGeom>
              <a:avLst/>
              <a:gdLst/>
              <a:ahLst/>
              <a:cxnLst/>
              <a:rect l="l" t="t" r="r" b="b"/>
              <a:pathLst>
                <a:path w="757555" h="212089">
                  <a:moveTo>
                    <a:pt x="757055" y="0"/>
                  </a:moveTo>
                  <a:lnTo>
                    <a:pt x="732898" y="25855"/>
                  </a:lnTo>
                  <a:lnTo>
                    <a:pt x="708136" y="40712"/>
                  </a:lnTo>
                  <a:lnTo>
                    <a:pt x="684343" y="48439"/>
                  </a:lnTo>
                  <a:lnTo>
                    <a:pt x="663089" y="52909"/>
                  </a:lnTo>
                  <a:lnTo>
                    <a:pt x="0" y="206517"/>
                  </a:lnTo>
                  <a:lnTo>
                    <a:pt x="3308" y="210045"/>
                  </a:lnTo>
                  <a:lnTo>
                    <a:pt x="8324" y="211731"/>
                  </a:lnTo>
                  <a:lnTo>
                    <a:pt x="685685" y="63191"/>
                  </a:lnTo>
                  <a:lnTo>
                    <a:pt x="705491" y="56490"/>
                  </a:lnTo>
                  <a:lnTo>
                    <a:pt x="723170" y="45766"/>
                  </a:lnTo>
                  <a:lnTo>
                    <a:pt x="738121" y="31476"/>
                  </a:lnTo>
                  <a:lnTo>
                    <a:pt x="749746" y="14072"/>
                  </a:lnTo>
                  <a:lnTo>
                    <a:pt x="757055" y="0"/>
                  </a:lnTo>
                  <a:close/>
                </a:path>
              </a:pathLst>
            </a:custGeom>
            <a:solidFill>
              <a:srgbClr val="ADD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5408455" y="1947228"/>
              <a:ext cx="822960" cy="424180"/>
            </a:xfrm>
            <a:custGeom>
              <a:avLst/>
              <a:gdLst/>
              <a:ahLst/>
              <a:cxnLst/>
              <a:rect l="l" t="t" r="r" b="b"/>
              <a:pathLst>
                <a:path w="822959" h="424180">
                  <a:moveTo>
                    <a:pt x="25590" y="0"/>
                  </a:moveTo>
                  <a:lnTo>
                    <a:pt x="0" y="56354"/>
                  </a:lnTo>
                  <a:lnTo>
                    <a:pt x="775423" y="408553"/>
                  </a:lnTo>
                  <a:lnTo>
                    <a:pt x="809724" y="424154"/>
                  </a:lnTo>
                  <a:lnTo>
                    <a:pt x="818132" y="421002"/>
                  </a:lnTo>
                  <a:lnTo>
                    <a:pt x="821378" y="413903"/>
                  </a:lnTo>
                  <a:lnTo>
                    <a:pt x="822173" y="412113"/>
                  </a:lnTo>
                  <a:lnTo>
                    <a:pt x="822571" y="410333"/>
                  </a:lnTo>
                  <a:lnTo>
                    <a:pt x="822550" y="408553"/>
                  </a:lnTo>
                  <a:lnTo>
                    <a:pt x="822749" y="403684"/>
                  </a:lnTo>
                  <a:lnTo>
                    <a:pt x="820425" y="398930"/>
                  </a:lnTo>
                  <a:lnTo>
                    <a:pt x="252687" y="30459"/>
                  </a:lnTo>
                  <a:lnTo>
                    <a:pt x="93913" y="30459"/>
                  </a:lnTo>
                  <a:lnTo>
                    <a:pt x="77439" y="23130"/>
                  </a:lnTo>
                  <a:lnTo>
                    <a:pt x="25590" y="0"/>
                  </a:lnTo>
                  <a:close/>
                </a:path>
                <a:path w="822959" h="424180">
                  <a:moveTo>
                    <a:pt x="822613" y="408532"/>
                  </a:moveTo>
                  <a:close/>
                </a:path>
                <a:path w="822959" h="424180">
                  <a:moveTo>
                    <a:pt x="179323" y="6393"/>
                  </a:moveTo>
                  <a:lnTo>
                    <a:pt x="158770" y="10355"/>
                  </a:lnTo>
                  <a:lnTo>
                    <a:pt x="117525" y="23130"/>
                  </a:lnTo>
                  <a:lnTo>
                    <a:pt x="93913" y="30459"/>
                  </a:lnTo>
                  <a:lnTo>
                    <a:pt x="252687" y="30459"/>
                  </a:lnTo>
                  <a:lnTo>
                    <a:pt x="238746" y="21412"/>
                  </a:lnTo>
                  <a:lnTo>
                    <a:pt x="220054" y="12028"/>
                  </a:lnTo>
                  <a:lnTo>
                    <a:pt x="199999" y="6986"/>
                  </a:lnTo>
                  <a:lnTo>
                    <a:pt x="179323" y="6393"/>
                  </a:lnTo>
                  <a:close/>
                </a:path>
              </a:pathLst>
            </a:custGeom>
            <a:solidFill>
              <a:srgbClr val="47B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5527720" y="2043395"/>
              <a:ext cx="692150" cy="314325"/>
            </a:xfrm>
            <a:custGeom>
              <a:avLst/>
              <a:gdLst/>
              <a:ahLst/>
              <a:cxnLst/>
              <a:rect l="l" t="t" r="r" b="b"/>
              <a:pathLst>
                <a:path w="692150" h="314325">
                  <a:moveTo>
                    <a:pt x="2293" y="0"/>
                  </a:moveTo>
                  <a:lnTo>
                    <a:pt x="994" y="481"/>
                  </a:lnTo>
                  <a:lnTo>
                    <a:pt x="0" y="2680"/>
                  </a:lnTo>
                  <a:lnTo>
                    <a:pt x="492" y="3978"/>
                  </a:lnTo>
                  <a:lnTo>
                    <a:pt x="688523" y="314137"/>
                  </a:lnTo>
                  <a:lnTo>
                    <a:pt x="689413" y="314325"/>
                  </a:lnTo>
                  <a:lnTo>
                    <a:pt x="690240" y="314325"/>
                  </a:lnTo>
                  <a:lnTo>
                    <a:pt x="691036" y="313854"/>
                  </a:lnTo>
                  <a:lnTo>
                    <a:pt x="691895" y="311948"/>
                  </a:lnTo>
                  <a:lnTo>
                    <a:pt x="691403" y="310650"/>
                  </a:lnTo>
                  <a:lnTo>
                    <a:pt x="2293" y="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5552082" y="1953618"/>
              <a:ext cx="679450" cy="402590"/>
            </a:xfrm>
            <a:custGeom>
              <a:avLst/>
              <a:gdLst/>
              <a:ahLst/>
              <a:cxnLst/>
              <a:rect l="l" t="t" r="r" b="b"/>
              <a:pathLst>
                <a:path w="679450" h="402589">
                  <a:moveTo>
                    <a:pt x="35700" y="0"/>
                  </a:moveTo>
                  <a:lnTo>
                    <a:pt x="15151" y="3961"/>
                  </a:lnTo>
                  <a:lnTo>
                    <a:pt x="0" y="8652"/>
                  </a:lnTo>
                  <a:lnTo>
                    <a:pt x="35374" y="7669"/>
                  </a:lnTo>
                  <a:lnTo>
                    <a:pt x="63346" y="14847"/>
                  </a:lnTo>
                  <a:lnTo>
                    <a:pt x="85565" y="26347"/>
                  </a:lnTo>
                  <a:lnTo>
                    <a:pt x="103682" y="38327"/>
                  </a:lnTo>
                  <a:lnTo>
                    <a:pt x="678942" y="402127"/>
                  </a:lnTo>
                  <a:lnTo>
                    <a:pt x="95117" y="15019"/>
                  </a:lnTo>
                  <a:lnTo>
                    <a:pt x="56375" y="592"/>
                  </a:lnTo>
                  <a:lnTo>
                    <a:pt x="35700" y="0"/>
                  </a:lnTo>
                  <a:close/>
                </a:path>
              </a:pathLst>
            </a:custGeom>
            <a:solidFill>
              <a:srgbClr val="ADD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4595118" y="2076874"/>
              <a:ext cx="534670" cy="193675"/>
            </a:xfrm>
            <a:custGeom>
              <a:avLst/>
              <a:gdLst/>
              <a:ahLst/>
              <a:cxnLst/>
              <a:rect l="l" t="t" r="r" b="b"/>
              <a:pathLst>
                <a:path w="534669" h="193675">
                  <a:moveTo>
                    <a:pt x="532057" y="0"/>
                  </a:moveTo>
                  <a:lnTo>
                    <a:pt x="596" y="189784"/>
                  </a:lnTo>
                  <a:lnTo>
                    <a:pt x="0" y="191030"/>
                  </a:lnTo>
                  <a:lnTo>
                    <a:pt x="732" y="193062"/>
                  </a:lnTo>
                  <a:lnTo>
                    <a:pt x="1570" y="193617"/>
                  </a:lnTo>
                  <a:lnTo>
                    <a:pt x="2460" y="193617"/>
                  </a:lnTo>
                  <a:lnTo>
                    <a:pt x="533512" y="4083"/>
                  </a:lnTo>
                  <a:lnTo>
                    <a:pt x="534109" y="2837"/>
                  </a:lnTo>
                  <a:lnTo>
                    <a:pt x="533303" y="575"/>
                  </a:lnTo>
                  <a:lnTo>
                    <a:pt x="532057" y="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61169" y="1949521"/>
              <a:ext cx="93166" cy="83494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5436098" y="1120548"/>
              <a:ext cx="14604" cy="413384"/>
            </a:xfrm>
            <a:custGeom>
              <a:avLst/>
              <a:gdLst/>
              <a:ahLst/>
              <a:cxnLst/>
              <a:rect l="l" t="t" r="r" b="b"/>
              <a:pathLst>
                <a:path w="14605" h="413384">
                  <a:moveTo>
                    <a:pt x="13224" y="0"/>
                  </a:moveTo>
                  <a:lnTo>
                    <a:pt x="10795" y="20"/>
                  </a:lnTo>
                  <a:lnTo>
                    <a:pt x="9811" y="890"/>
                  </a:lnTo>
                  <a:lnTo>
                    <a:pt x="0" y="411830"/>
                  </a:lnTo>
                  <a:lnTo>
                    <a:pt x="952" y="412825"/>
                  </a:lnTo>
                  <a:lnTo>
                    <a:pt x="2209" y="412856"/>
                  </a:lnTo>
                  <a:lnTo>
                    <a:pt x="3392" y="412856"/>
                  </a:lnTo>
                  <a:lnTo>
                    <a:pt x="4355" y="411914"/>
                  </a:lnTo>
                  <a:lnTo>
                    <a:pt x="14177" y="1005"/>
                  </a:lnTo>
                  <a:lnTo>
                    <a:pt x="13224" y="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5323073" y="1112306"/>
              <a:ext cx="118745" cy="780415"/>
            </a:xfrm>
            <a:custGeom>
              <a:avLst/>
              <a:gdLst/>
              <a:ahLst/>
              <a:cxnLst/>
              <a:rect l="l" t="t" r="r" b="b"/>
              <a:pathLst>
                <a:path w="118744" h="780414">
                  <a:moveTo>
                    <a:pt x="118417" y="0"/>
                  </a:moveTo>
                  <a:lnTo>
                    <a:pt x="113925" y="1790"/>
                  </a:lnTo>
                  <a:lnTo>
                    <a:pt x="110522" y="5842"/>
                  </a:lnTo>
                  <a:lnTo>
                    <a:pt x="1007" y="690596"/>
                  </a:lnTo>
                  <a:lnTo>
                    <a:pt x="0" y="711481"/>
                  </a:lnTo>
                  <a:lnTo>
                    <a:pt x="3515" y="731857"/>
                  </a:lnTo>
                  <a:lnTo>
                    <a:pt x="11350" y="751000"/>
                  </a:lnTo>
                  <a:lnTo>
                    <a:pt x="23300" y="768186"/>
                  </a:lnTo>
                  <a:lnTo>
                    <a:pt x="33718" y="780133"/>
                  </a:lnTo>
                  <a:lnTo>
                    <a:pt x="18492" y="748190"/>
                  </a:lnTo>
                  <a:lnTo>
                    <a:pt x="13723" y="719709"/>
                  </a:lnTo>
                  <a:lnTo>
                    <a:pt x="15234" y="694737"/>
                  </a:lnTo>
                  <a:lnTo>
                    <a:pt x="18850" y="673319"/>
                  </a:lnTo>
                  <a:lnTo>
                    <a:pt x="118417" y="0"/>
                  </a:lnTo>
                  <a:close/>
                </a:path>
              </a:pathLst>
            </a:custGeom>
            <a:solidFill>
              <a:srgbClr val="ADD4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/>
          <p:nvPr/>
        </p:nvSpPr>
        <p:spPr>
          <a:xfrm>
            <a:off x="10093682" y="6935589"/>
            <a:ext cx="71120" cy="1278255"/>
          </a:xfrm>
          <a:custGeom>
            <a:avLst/>
            <a:gdLst/>
            <a:ahLst/>
            <a:cxnLst/>
            <a:rect l="l" t="t" r="r" b="b"/>
            <a:pathLst>
              <a:path w="71120" h="1278254">
                <a:moveTo>
                  <a:pt x="70762" y="0"/>
                </a:moveTo>
                <a:lnTo>
                  <a:pt x="0" y="0"/>
                </a:lnTo>
                <a:lnTo>
                  <a:pt x="0" y="1277699"/>
                </a:lnTo>
                <a:lnTo>
                  <a:pt x="70762" y="1277699"/>
                </a:lnTo>
                <a:lnTo>
                  <a:pt x="70762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9451303" y="6935589"/>
            <a:ext cx="71120" cy="947419"/>
          </a:xfrm>
          <a:custGeom>
            <a:avLst/>
            <a:gdLst/>
            <a:ahLst/>
            <a:cxnLst/>
            <a:rect l="l" t="t" r="r" b="b"/>
            <a:pathLst>
              <a:path w="71120" h="947420">
                <a:moveTo>
                  <a:pt x="70762" y="0"/>
                </a:moveTo>
                <a:lnTo>
                  <a:pt x="0" y="0"/>
                </a:lnTo>
                <a:lnTo>
                  <a:pt x="0" y="946892"/>
                </a:lnTo>
                <a:lnTo>
                  <a:pt x="70762" y="946892"/>
                </a:lnTo>
                <a:lnTo>
                  <a:pt x="70762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8164934" y="6935589"/>
            <a:ext cx="71120" cy="947419"/>
          </a:xfrm>
          <a:custGeom>
            <a:avLst/>
            <a:gdLst/>
            <a:ahLst/>
            <a:cxnLst/>
            <a:rect l="l" t="t" r="r" b="b"/>
            <a:pathLst>
              <a:path w="71120" h="947420">
                <a:moveTo>
                  <a:pt x="70762" y="0"/>
                </a:moveTo>
                <a:lnTo>
                  <a:pt x="0" y="0"/>
                </a:lnTo>
                <a:lnTo>
                  <a:pt x="0" y="946892"/>
                </a:lnTo>
                <a:lnTo>
                  <a:pt x="70762" y="946892"/>
                </a:lnTo>
                <a:lnTo>
                  <a:pt x="70762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7522577" y="6935589"/>
            <a:ext cx="71120" cy="947419"/>
          </a:xfrm>
          <a:custGeom>
            <a:avLst/>
            <a:gdLst/>
            <a:ahLst/>
            <a:cxnLst/>
            <a:rect l="l" t="t" r="r" b="b"/>
            <a:pathLst>
              <a:path w="71120" h="947420">
                <a:moveTo>
                  <a:pt x="70762" y="0"/>
                </a:moveTo>
                <a:lnTo>
                  <a:pt x="0" y="0"/>
                </a:lnTo>
                <a:lnTo>
                  <a:pt x="0" y="946892"/>
                </a:lnTo>
                <a:lnTo>
                  <a:pt x="70762" y="946892"/>
                </a:lnTo>
                <a:lnTo>
                  <a:pt x="70762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9782468" y="6684609"/>
            <a:ext cx="552450" cy="1333500"/>
          </a:xfrm>
          <a:custGeom>
            <a:avLst/>
            <a:gdLst/>
            <a:ahLst/>
            <a:cxnLst/>
            <a:rect l="l" t="t" r="r" b="b"/>
            <a:pathLst>
              <a:path w="552450" h="1333500">
                <a:moveTo>
                  <a:pt x="552066" y="0"/>
                </a:moveTo>
                <a:lnTo>
                  <a:pt x="0" y="0"/>
                </a:lnTo>
                <a:lnTo>
                  <a:pt x="0" y="1332996"/>
                </a:lnTo>
                <a:lnTo>
                  <a:pt x="552066" y="87086"/>
                </a:lnTo>
                <a:lnTo>
                  <a:pt x="552066" y="0"/>
                </a:lnTo>
                <a:close/>
              </a:path>
            </a:pathLst>
          </a:custGeom>
          <a:solidFill>
            <a:srgbClr val="165F7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9601717" y="7218356"/>
            <a:ext cx="71120" cy="947419"/>
          </a:xfrm>
          <a:custGeom>
            <a:avLst/>
            <a:gdLst/>
            <a:ahLst/>
            <a:cxnLst/>
            <a:rect l="l" t="t" r="r" b="b"/>
            <a:pathLst>
              <a:path w="71120" h="947420">
                <a:moveTo>
                  <a:pt x="70762" y="0"/>
                </a:moveTo>
                <a:lnTo>
                  <a:pt x="0" y="0"/>
                </a:lnTo>
                <a:lnTo>
                  <a:pt x="0" y="946882"/>
                </a:lnTo>
                <a:lnTo>
                  <a:pt x="70762" y="946882"/>
                </a:lnTo>
                <a:lnTo>
                  <a:pt x="70762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7672981" y="7218356"/>
            <a:ext cx="71120" cy="947419"/>
          </a:xfrm>
          <a:custGeom>
            <a:avLst/>
            <a:gdLst/>
            <a:ahLst/>
            <a:cxnLst/>
            <a:rect l="l" t="t" r="r" b="b"/>
            <a:pathLst>
              <a:path w="71120" h="947420">
                <a:moveTo>
                  <a:pt x="70762" y="0"/>
                </a:moveTo>
                <a:lnTo>
                  <a:pt x="0" y="0"/>
                </a:lnTo>
                <a:lnTo>
                  <a:pt x="0" y="946882"/>
                </a:lnTo>
                <a:lnTo>
                  <a:pt x="70762" y="946882"/>
                </a:lnTo>
                <a:lnTo>
                  <a:pt x="70762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6543643" y="6684606"/>
            <a:ext cx="3790950" cy="1529080"/>
            <a:chOff x="6543643" y="6684606"/>
            <a:chExt cx="3790950" cy="1529080"/>
          </a:xfrm>
        </p:grpSpPr>
        <p:sp>
          <p:nvSpPr>
            <p:cNvPr id="38" name="object 38" descr=""/>
            <p:cNvSpPr/>
            <p:nvPr/>
          </p:nvSpPr>
          <p:spPr>
            <a:xfrm>
              <a:off x="7030613" y="7218355"/>
              <a:ext cx="71120" cy="947419"/>
            </a:xfrm>
            <a:custGeom>
              <a:avLst/>
              <a:gdLst/>
              <a:ahLst/>
              <a:cxnLst/>
              <a:rect l="l" t="t" r="r" b="b"/>
              <a:pathLst>
                <a:path w="71120" h="947420">
                  <a:moveTo>
                    <a:pt x="70762" y="0"/>
                  </a:moveTo>
                  <a:lnTo>
                    <a:pt x="0" y="0"/>
                  </a:lnTo>
                  <a:lnTo>
                    <a:pt x="0" y="946882"/>
                  </a:lnTo>
                  <a:lnTo>
                    <a:pt x="70762" y="946882"/>
                  </a:lnTo>
                  <a:lnTo>
                    <a:pt x="70762" y="0"/>
                  </a:lnTo>
                  <a:close/>
                </a:path>
              </a:pathLst>
            </a:custGeom>
            <a:solidFill>
              <a:srgbClr val="0B43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543651" y="6684606"/>
              <a:ext cx="3790950" cy="1246505"/>
            </a:xfrm>
            <a:custGeom>
              <a:avLst/>
              <a:gdLst/>
              <a:ahLst/>
              <a:cxnLst/>
              <a:rect l="l" t="t" r="r" b="b"/>
              <a:pathLst>
                <a:path w="3790950" h="1246504">
                  <a:moveTo>
                    <a:pt x="3790879" y="0"/>
                  </a:moveTo>
                  <a:lnTo>
                    <a:pt x="552066" y="0"/>
                  </a:lnTo>
                  <a:lnTo>
                    <a:pt x="0" y="1245920"/>
                  </a:lnTo>
                  <a:lnTo>
                    <a:pt x="3238812" y="1245920"/>
                  </a:lnTo>
                  <a:lnTo>
                    <a:pt x="3790879" y="0"/>
                  </a:lnTo>
                  <a:close/>
                </a:path>
              </a:pathLst>
            </a:custGeom>
            <a:solidFill>
              <a:srgbClr val="A8DA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2594" y="6754841"/>
              <a:ext cx="3620664" cy="1105453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6764604" y="6691115"/>
              <a:ext cx="3369310" cy="1222375"/>
            </a:xfrm>
            <a:custGeom>
              <a:avLst/>
              <a:gdLst/>
              <a:ahLst/>
              <a:cxnLst/>
              <a:rect l="l" t="t" r="r" b="b"/>
              <a:pathLst>
                <a:path w="3369309" h="1222375">
                  <a:moveTo>
                    <a:pt x="3369259" y="408686"/>
                  </a:moveTo>
                  <a:lnTo>
                    <a:pt x="3367786" y="396862"/>
                  </a:lnTo>
                  <a:lnTo>
                    <a:pt x="3363785" y="387210"/>
                  </a:lnTo>
                  <a:lnTo>
                    <a:pt x="3357842" y="380695"/>
                  </a:lnTo>
                  <a:lnTo>
                    <a:pt x="3350564" y="378307"/>
                  </a:lnTo>
                  <a:lnTo>
                    <a:pt x="2896209" y="378307"/>
                  </a:lnTo>
                  <a:lnTo>
                    <a:pt x="3043974" y="47853"/>
                  </a:lnTo>
                  <a:lnTo>
                    <a:pt x="3047060" y="36880"/>
                  </a:lnTo>
                  <a:lnTo>
                    <a:pt x="3047314" y="25234"/>
                  </a:lnTo>
                  <a:lnTo>
                    <a:pt x="3044875" y="14300"/>
                  </a:lnTo>
                  <a:lnTo>
                    <a:pt x="3039846" y="5435"/>
                  </a:lnTo>
                  <a:lnTo>
                    <a:pt x="3033103" y="431"/>
                  </a:lnTo>
                  <a:lnTo>
                    <a:pt x="3025940" y="0"/>
                  </a:lnTo>
                  <a:lnTo>
                    <a:pt x="3019209" y="3962"/>
                  </a:lnTo>
                  <a:lnTo>
                    <a:pt x="3013735" y="12128"/>
                  </a:lnTo>
                  <a:lnTo>
                    <a:pt x="2849994" y="378307"/>
                  </a:lnTo>
                  <a:lnTo>
                    <a:pt x="2822829" y="378307"/>
                  </a:lnTo>
                  <a:lnTo>
                    <a:pt x="2822829" y="439064"/>
                  </a:lnTo>
                  <a:lnTo>
                    <a:pt x="2664828" y="792429"/>
                  </a:lnTo>
                  <a:lnTo>
                    <a:pt x="2243099" y="792111"/>
                  </a:lnTo>
                  <a:lnTo>
                    <a:pt x="2399360" y="439064"/>
                  </a:lnTo>
                  <a:lnTo>
                    <a:pt x="2822829" y="439064"/>
                  </a:lnTo>
                  <a:lnTo>
                    <a:pt x="2822829" y="378307"/>
                  </a:lnTo>
                  <a:lnTo>
                    <a:pt x="2426246" y="378307"/>
                  </a:lnTo>
                  <a:lnTo>
                    <a:pt x="2572562" y="47739"/>
                  </a:lnTo>
                  <a:lnTo>
                    <a:pt x="2575623" y="36741"/>
                  </a:lnTo>
                  <a:lnTo>
                    <a:pt x="2561501" y="368"/>
                  </a:lnTo>
                  <a:lnTo>
                    <a:pt x="2554338" y="0"/>
                  </a:lnTo>
                  <a:lnTo>
                    <a:pt x="2547632" y="4025"/>
                  </a:lnTo>
                  <a:lnTo>
                    <a:pt x="2542209" y="12255"/>
                  </a:lnTo>
                  <a:lnTo>
                    <a:pt x="2380196" y="378307"/>
                  </a:lnTo>
                  <a:lnTo>
                    <a:pt x="2353310" y="378307"/>
                  </a:lnTo>
                  <a:lnTo>
                    <a:pt x="2353310" y="439064"/>
                  </a:lnTo>
                  <a:lnTo>
                    <a:pt x="2197074" y="792073"/>
                  </a:lnTo>
                  <a:lnTo>
                    <a:pt x="1808391" y="791781"/>
                  </a:lnTo>
                  <a:lnTo>
                    <a:pt x="1965299" y="439064"/>
                  </a:lnTo>
                  <a:lnTo>
                    <a:pt x="2353310" y="439064"/>
                  </a:lnTo>
                  <a:lnTo>
                    <a:pt x="2353310" y="378307"/>
                  </a:lnTo>
                  <a:lnTo>
                    <a:pt x="1992325" y="378307"/>
                  </a:lnTo>
                  <a:lnTo>
                    <a:pt x="2135987" y="55384"/>
                  </a:lnTo>
                  <a:lnTo>
                    <a:pt x="2139048" y="44411"/>
                  </a:lnTo>
                  <a:lnTo>
                    <a:pt x="2125027" y="7962"/>
                  </a:lnTo>
                  <a:lnTo>
                    <a:pt x="2117852" y="7581"/>
                  </a:lnTo>
                  <a:lnTo>
                    <a:pt x="2111121" y="11595"/>
                  </a:lnTo>
                  <a:lnTo>
                    <a:pt x="2105685" y="19786"/>
                  </a:lnTo>
                  <a:lnTo>
                    <a:pt x="1946186" y="378307"/>
                  </a:lnTo>
                  <a:lnTo>
                    <a:pt x="1919160" y="378307"/>
                  </a:lnTo>
                  <a:lnTo>
                    <a:pt x="1919160" y="439064"/>
                  </a:lnTo>
                  <a:lnTo>
                    <a:pt x="1762264" y="791743"/>
                  </a:lnTo>
                  <a:lnTo>
                    <a:pt x="1374089" y="791451"/>
                  </a:lnTo>
                  <a:lnTo>
                    <a:pt x="1531035" y="439064"/>
                  </a:lnTo>
                  <a:lnTo>
                    <a:pt x="1919160" y="439064"/>
                  </a:lnTo>
                  <a:lnTo>
                    <a:pt x="1919160" y="378307"/>
                  </a:lnTo>
                  <a:lnTo>
                    <a:pt x="1558099" y="378307"/>
                  </a:lnTo>
                  <a:lnTo>
                    <a:pt x="1701927" y="55384"/>
                  </a:lnTo>
                  <a:lnTo>
                    <a:pt x="1705000" y="44411"/>
                  </a:lnTo>
                  <a:lnTo>
                    <a:pt x="1690979" y="7950"/>
                  </a:lnTo>
                  <a:lnTo>
                    <a:pt x="1683816" y="7569"/>
                  </a:lnTo>
                  <a:lnTo>
                    <a:pt x="1677085" y="11595"/>
                  </a:lnTo>
                  <a:lnTo>
                    <a:pt x="1671624" y="19786"/>
                  </a:lnTo>
                  <a:lnTo>
                    <a:pt x="1511947" y="378307"/>
                  </a:lnTo>
                  <a:lnTo>
                    <a:pt x="1484884" y="378307"/>
                  </a:lnTo>
                  <a:lnTo>
                    <a:pt x="1484884" y="439064"/>
                  </a:lnTo>
                  <a:lnTo>
                    <a:pt x="1327962" y="791413"/>
                  </a:lnTo>
                  <a:lnTo>
                    <a:pt x="944816" y="791121"/>
                  </a:lnTo>
                  <a:lnTo>
                    <a:pt x="1100747" y="439064"/>
                  </a:lnTo>
                  <a:lnTo>
                    <a:pt x="1484884" y="439064"/>
                  </a:lnTo>
                  <a:lnTo>
                    <a:pt x="1484884" y="378307"/>
                  </a:lnTo>
                  <a:lnTo>
                    <a:pt x="1127658" y="378307"/>
                  </a:lnTo>
                  <a:lnTo>
                    <a:pt x="1273530" y="49009"/>
                  </a:lnTo>
                  <a:lnTo>
                    <a:pt x="1276591" y="38011"/>
                  </a:lnTo>
                  <a:lnTo>
                    <a:pt x="1262507" y="1638"/>
                  </a:lnTo>
                  <a:lnTo>
                    <a:pt x="1255344" y="1282"/>
                  </a:lnTo>
                  <a:lnTo>
                    <a:pt x="1248625" y="5321"/>
                  </a:lnTo>
                  <a:lnTo>
                    <a:pt x="1243190" y="13525"/>
                  </a:lnTo>
                  <a:lnTo>
                    <a:pt x="1081608" y="378307"/>
                  </a:lnTo>
                  <a:lnTo>
                    <a:pt x="1054696" y="378307"/>
                  </a:lnTo>
                  <a:lnTo>
                    <a:pt x="1054696" y="439064"/>
                  </a:lnTo>
                  <a:lnTo>
                    <a:pt x="898766" y="791083"/>
                  </a:lnTo>
                  <a:lnTo>
                    <a:pt x="470192" y="790752"/>
                  </a:lnTo>
                  <a:lnTo>
                    <a:pt x="625932" y="439064"/>
                  </a:lnTo>
                  <a:lnTo>
                    <a:pt x="1054696" y="439064"/>
                  </a:lnTo>
                  <a:lnTo>
                    <a:pt x="1054696" y="378307"/>
                  </a:lnTo>
                  <a:lnTo>
                    <a:pt x="652843" y="378307"/>
                  </a:lnTo>
                  <a:lnTo>
                    <a:pt x="792937" y="61976"/>
                  </a:lnTo>
                  <a:lnTo>
                    <a:pt x="795997" y="50977"/>
                  </a:lnTo>
                  <a:lnTo>
                    <a:pt x="781913" y="14592"/>
                  </a:lnTo>
                  <a:lnTo>
                    <a:pt x="774750" y="14224"/>
                  </a:lnTo>
                  <a:lnTo>
                    <a:pt x="768032" y="18262"/>
                  </a:lnTo>
                  <a:lnTo>
                    <a:pt x="762596" y="26492"/>
                  </a:lnTo>
                  <a:lnTo>
                    <a:pt x="606793" y="378307"/>
                  </a:lnTo>
                  <a:lnTo>
                    <a:pt x="201625" y="378307"/>
                  </a:lnTo>
                  <a:lnTo>
                    <a:pt x="194348" y="380695"/>
                  </a:lnTo>
                  <a:lnTo>
                    <a:pt x="188404" y="387210"/>
                  </a:lnTo>
                  <a:lnTo>
                    <a:pt x="184404" y="396862"/>
                  </a:lnTo>
                  <a:lnTo>
                    <a:pt x="182930" y="408686"/>
                  </a:lnTo>
                  <a:lnTo>
                    <a:pt x="184404" y="420509"/>
                  </a:lnTo>
                  <a:lnTo>
                    <a:pt x="188404" y="430174"/>
                  </a:lnTo>
                  <a:lnTo>
                    <a:pt x="194348" y="436676"/>
                  </a:lnTo>
                  <a:lnTo>
                    <a:pt x="201625" y="439064"/>
                  </a:lnTo>
                  <a:lnTo>
                    <a:pt x="579882" y="439064"/>
                  </a:lnTo>
                  <a:lnTo>
                    <a:pt x="424154" y="790727"/>
                  </a:lnTo>
                  <a:lnTo>
                    <a:pt x="18694" y="790409"/>
                  </a:lnTo>
                  <a:lnTo>
                    <a:pt x="0" y="820788"/>
                  </a:lnTo>
                  <a:lnTo>
                    <a:pt x="1473" y="832599"/>
                  </a:lnTo>
                  <a:lnTo>
                    <a:pt x="5473" y="842251"/>
                  </a:lnTo>
                  <a:lnTo>
                    <a:pt x="11417" y="848766"/>
                  </a:lnTo>
                  <a:lnTo>
                    <a:pt x="18694" y="851154"/>
                  </a:lnTo>
                  <a:lnTo>
                    <a:pt x="397268" y="851446"/>
                  </a:lnTo>
                  <a:lnTo>
                    <a:pt x="254355" y="1174153"/>
                  </a:lnTo>
                  <a:lnTo>
                    <a:pt x="251294" y="1185138"/>
                  </a:lnTo>
                  <a:lnTo>
                    <a:pt x="251079" y="1196771"/>
                  </a:lnTo>
                  <a:lnTo>
                    <a:pt x="253555" y="1207693"/>
                  </a:lnTo>
                  <a:lnTo>
                    <a:pt x="258597" y="1216533"/>
                  </a:lnTo>
                  <a:lnTo>
                    <a:pt x="261912" y="1220393"/>
                  </a:lnTo>
                  <a:lnTo>
                    <a:pt x="265722" y="1222260"/>
                  </a:lnTo>
                  <a:lnTo>
                    <a:pt x="269506" y="1222260"/>
                  </a:lnTo>
                  <a:lnTo>
                    <a:pt x="275297" y="1222260"/>
                  </a:lnTo>
                  <a:lnTo>
                    <a:pt x="281038" y="1217879"/>
                  </a:lnTo>
                  <a:lnTo>
                    <a:pt x="443293" y="851484"/>
                  </a:lnTo>
                  <a:lnTo>
                    <a:pt x="871867" y="851814"/>
                  </a:lnTo>
                  <a:lnTo>
                    <a:pt x="729094" y="1174153"/>
                  </a:lnTo>
                  <a:lnTo>
                    <a:pt x="726046" y="1185138"/>
                  </a:lnTo>
                  <a:lnTo>
                    <a:pt x="725817" y="1196771"/>
                  </a:lnTo>
                  <a:lnTo>
                    <a:pt x="728306" y="1207693"/>
                  </a:lnTo>
                  <a:lnTo>
                    <a:pt x="733348" y="1216533"/>
                  </a:lnTo>
                  <a:lnTo>
                    <a:pt x="736663" y="1220393"/>
                  </a:lnTo>
                  <a:lnTo>
                    <a:pt x="740473" y="1222260"/>
                  </a:lnTo>
                  <a:lnTo>
                    <a:pt x="744245" y="1222260"/>
                  </a:lnTo>
                  <a:lnTo>
                    <a:pt x="750049" y="1222260"/>
                  </a:lnTo>
                  <a:lnTo>
                    <a:pt x="755789" y="1217879"/>
                  </a:lnTo>
                  <a:lnTo>
                    <a:pt x="917917" y="851852"/>
                  </a:lnTo>
                  <a:lnTo>
                    <a:pt x="1300924" y="852144"/>
                  </a:lnTo>
                  <a:lnTo>
                    <a:pt x="1157541" y="1174089"/>
                  </a:lnTo>
                  <a:lnTo>
                    <a:pt x="1154468" y="1185062"/>
                  </a:lnTo>
                  <a:lnTo>
                    <a:pt x="1154226" y="1196695"/>
                  </a:lnTo>
                  <a:lnTo>
                    <a:pt x="1156703" y="1207630"/>
                  </a:lnTo>
                  <a:lnTo>
                    <a:pt x="1161732" y="1216507"/>
                  </a:lnTo>
                  <a:lnTo>
                    <a:pt x="1165034" y="1220393"/>
                  </a:lnTo>
                  <a:lnTo>
                    <a:pt x="1168869" y="1222260"/>
                  </a:lnTo>
                  <a:lnTo>
                    <a:pt x="1172667" y="1222260"/>
                  </a:lnTo>
                  <a:lnTo>
                    <a:pt x="1178458" y="1222260"/>
                  </a:lnTo>
                  <a:lnTo>
                    <a:pt x="1184160" y="1217904"/>
                  </a:lnTo>
                  <a:lnTo>
                    <a:pt x="1347050" y="852182"/>
                  </a:lnTo>
                  <a:lnTo>
                    <a:pt x="1735239" y="852474"/>
                  </a:lnTo>
                  <a:lnTo>
                    <a:pt x="1592173" y="1174089"/>
                  </a:lnTo>
                  <a:lnTo>
                    <a:pt x="1589112" y="1185062"/>
                  </a:lnTo>
                  <a:lnTo>
                    <a:pt x="1588871" y="1196708"/>
                  </a:lnTo>
                  <a:lnTo>
                    <a:pt x="1591348" y="1207643"/>
                  </a:lnTo>
                  <a:lnTo>
                    <a:pt x="1596377" y="1216507"/>
                  </a:lnTo>
                  <a:lnTo>
                    <a:pt x="1599679" y="1220393"/>
                  </a:lnTo>
                  <a:lnTo>
                    <a:pt x="1603514" y="1222260"/>
                  </a:lnTo>
                  <a:lnTo>
                    <a:pt x="1607312" y="1222260"/>
                  </a:lnTo>
                  <a:lnTo>
                    <a:pt x="1613115" y="1222260"/>
                  </a:lnTo>
                  <a:lnTo>
                    <a:pt x="1618830" y="1217904"/>
                  </a:lnTo>
                  <a:lnTo>
                    <a:pt x="1781378" y="852512"/>
                  </a:lnTo>
                  <a:lnTo>
                    <a:pt x="2170188" y="852805"/>
                  </a:lnTo>
                  <a:lnTo>
                    <a:pt x="2027974" y="1174153"/>
                  </a:lnTo>
                  <a:lnTo>
                    <a:pt x="2024900" y="1185138"/>
                  </a:lnTo>
                  <a:lnTo>
                    <a:pt x="2024684" y="1196771"/>
                  </a:lnTo>
                  <a:lnTo>
                    <a:pt x="2027174" y="1207693"/>
                  </a:lnTo>
                  <a:lnTo>
                    <a:pt x="2032215" y="1216533"/>
                  </a:lnTo>
                  <a:lnTo>
                    <a:pt x="2035530" y="1220393"/>
                  </a:lnTo>
                  <a:lnTo>
                    <a:pt x="2039340" y="1222260"/>
                  </a:lnTo>
                  <a:lnTo>
                    <a:pt x="2043125" y="1222260"/>
                  </a:lnTo>
                  <a:lnTo>
                    <a:pt x="2048941" y="1222260"/>
                  </a:lnTo>
                  <a:lnTo>
                    <a:pt x="2054656" y="1217879"/>
                  </a:lnTo>
                  <a:lnTo>
                    <a:pt x="2216226" y="852843"/>
                  </a:lnTo>
                  <a:lnTo>
                    <a:pt x="2637675" y="853160"/>
                  </a:lnTo>
                  <a:lnTo>
                    <a:pt x="2494203" y="1174026"/>
                  </a:lnTo>
                  <a:lnTo>
                    <a:pt x="2491117" y="1184998"/>
                  </a:lnTo>
                  <a:lnTo>
                    <a:pt x="2490863" y="1196644"/>
                  </a:lnTo>
                  <a:lnTo>
                    <a:pt x="2493314" y="1207579"/>
                  </a:lnTo>
                  <a:lnTo>
                    <a:pt x="2498331" y="1216456"/>
                  </a:lnTo>
                  <a:lnTo>
                    <a:pt x="2501658" y="1220368"/>
                  </a:lnTo>
                  <a:lnTo>
                    <a:pt x="2505494" y="1222260"/>
                  </a:lnTo>
                  <a:lnTo>
                    <a:pt x="2509304" y="1222260"/>
                  </a:lnTo>
                  <a:lnTo>
                    <a:pt x="2515095" y="1222260"/>
                  </a:lnTo>
                  <a:lnTo>
                    <a:pt x="2520797" y="1217930"/>
                  </a:lnTo>
                  <a:lnTo>
                    <a:pt x="2683878" y="853186"/>
                  </a:lnTo>
                  <a:lnTo>
                    <a:pt x="3174136" y="853541"/>
                  </a:lnTo>
                  <a:lnTo>
                    <a:pt x="3181413" y="851154"/>
                  </a:lnTo>
                  <a:lnTo>
                    <a:pt x="3187357" y="844638"/>
                  </a:lnTo>
                  <a:lnTo>
                    <a:pt x="3191357" y="834986"/>
                  </a:lnTo>
                  <a:lnTo>
                    <a:pt x="3192830" y="823163"/>
                  </a:lnTo>
                  <a:lnTo>
                    <a:pt x="3191357" y="811339"/>
                  </a:lnTo>
                  <a:lnTo>
                    <a:pt x="3187357" y="801687"/>
                  </a:lnTo>
                  <a:lnTo>
                    <a:pt x="3181413" y="795172"/>
                  </a:lnTo>
                  <a:lnTo>
                    <a:pt x="3174136" y="792784"/>
                  </a:lnTo>
                  <a:lnTo>
                    <a:pt x="2711031" y="792454"/>
                  </a:lnTo>
                  <a:lnTo>
                    <a:pt x="2869044" y="439064"/>
                  </a:lnTo>
                  <a:lnTo>
                    <a:pt x="3350564" y="439064"/>
                  </a:lnTo>
                  <a:lnTo>
                    <a:pt x="3357842" y="436676"/>
                  </a:lnTo>
                  <a:lnTo>
                    <a:pt x="3363785" y="430174"/>
                  </a:lnTo>
                  <a:lnTo>
                    <a:pt x="3367786" y="420509"/>
                  </a:lnTo>
                  <a:lnTo>
                    <a:pt x="3369259" y="408686"/>
                  </a:lnTo>
                  <a:close/>
                </a:path>
              </a:pathLst>
            </a:custGeom>
            <a:solidFill>
              <a:srgbClr val="A8DA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543637" y="7930533"/>
              <a:ext cx="3239135" cy="87630"/>
            </a:xfrm>
            <a:custGeom>
              <a:avLst/>
              <a:gdLst/>
              <a:ahLst/>
              <a:cxnLst/>
              <a:rect l="l" t="t" r="r" b="b"/>
              <a:pathLst>
                <a:path w="3239134" h="87629">
                  <a:moveTo>
                    <a:pt x="1392364" y="0"/>
                  </a:moveTo>
                  <a:lnTo>
                    <a:pt x="0" y="0"/>
                  </a:lnTo>
                  <a:lnTo>
                    <a:pt x="0" y="87083"/>
                  </a:lnTo>
                  <a:lnTo>
                    <a:pt x="1392364" y="87083"/>
                  </a:lnTo>
                  <a:lnTo>
                    <a:pt x="1392364" y="0"/>
                  </a:lnTo>
                  <a:close/>
                </a:path>
                <a:path w="3239134" h="87629">
                  <a:moveTo>
                    <a:pt x="1800098" y="0"/>
                  </a:moveTo>
                  <a:lnTo>
                    <a:pt x="1451013" y="0"/>
                  </a:lnTo>
                  <a:lnTo>
                    <a:pt x="1451013" y="87083"/>
                  </a:lnTo>
                  <a:lnTo>
                    <a:pt x="1800098" y="87083"/>
                  </a:lnTo>
                  <a:lnTo>
                    <a:pt x="1800098" y="0"/>
                  </a:lnTo>
                  <a:close/>
                </a:path>
                <a:path w="3239134" h="87629">
                  <a:moveTo>
                    <a:pt x="1924761" y="0"/>
                  </a:moveTo>
                  <a:lnTo>
                    <a:pt x="1858746" y="0"/>
                  </a:lnTo>
                  <a:lnTo>
                    <a:pt x="1858746" y="87083"/>
                  </a:lnTo>
                  <a:lnTo>
                    <a:pt x="1924761" y="87083"/>
                  </a:lnTo>
                  <a:lnTo>
                    <a:pt x="1924761" y="0"/>
                  </a:lnTo>
                  <a:close/>
                </a:path>
                <a:path w="3239134" h="87629">
                  <a:moveTo>
                    <a:pt x="2332494" y="0"/>
                  </a:moveTo>
                  <a:lnTo>
                    <a:pt x="1983409" y="0"/>
                  </a:lnTo>
                  <a:lnTo>
                    <a:pt x="1983409" y="87083"/>
                  </a:lnTo>
                  <a:lnTo>
                    <a:pt x="2332494" y="87083"/>
                  </a:lnTo>
                  <a:lnTo>
                    <a:pt x="2332494" y="0"/>
                  </a:lnTo>
                  <a:close/>
                </a:path>
                <a:path w="3239134" h="87629">
                  <a:moveTo>
                    <a:pt x="3238817" y="0"/>
                  </a:moveTo>
                  <a:lnTo>
                    <a:pt x="2391143" y="0"/>
                  </a:lnTo>
                  <a:lnTo>
                    <a:pt x="2391143" y="87083"/>
                  </a:lnTo>
                  <a:lnTo>
                    <a:pt x="3238817" y="87083"/>
                  </a:lnTo>
                  <a:lnTo>
                    <a:pt x="3238817" y="0"/>
                  </a:lnTo>
                  <a:close/>
                </a:path>
              </a:pathLst>
            </a:custGeom>
            <a:solidFill>
              <a:srgbClr val="669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014383" y="8117187"/>
              <a:ext cx="3171190" cy="96520"/>
            </a:xfrm>
            <a:custGeom>
              <a:avLst/>
              <a:gdLst/>
              <a:ahLst/>
              <a:cxnLst/>
              <a:rect l="l" t="t" r="r" b="b"/>
              <a:pathLst>
                <a:path w="3171190" h="96520">
                  <a:moveTo>
                    <a:pt x="3170594" y="0"/>
                  </a:moveTo>
                  <a:lnTo>
                    <a:pt x="0" y="0"/>
                  </a:lnTo>
                  <a:lnTo>
                    <a:pt x="0" y="96101"/>
                  </a:lnTo>
                  <a:lnTo>
                    <a:pt x="3170594" y="96101"/>
                  </a:lnTo>
                  <a:lnTo>
                    <a:pt x="3170594" y="0"/>
                  </a:lnTo>
                  <a:close/>
                </a:path>
              </a:pathLst>
            </a:custGeom>
            <a:solidFill>
              <a:srgbClr val="0B43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/>
          <p:nvPr/>
        </p:nvSpPr>
        <p:spPr>
          <a:xfrm>
            <a:off x="10474686" y="7423826"/>
            <a:ext cx="59055" cy="1059180"/>
          </a:xfrm>
          <a:custGeom>
            <a:avLst/>
            <a:gdLst/>
            <a:ahLst/>
            <a:cxnLst/>
            <a:rect l="l" t="t" r="r" b="b"/>
            <a:pathLst>
              <a:path w="59054" h="1059179">
                <a:moveTo>
                  <a:pt x="58647" y="0"/>
                </a:moveTo>
                <a:lnTo>
                  <a:pt x="0" y="0"/>
                </a:lnTo>
                <a:lnTo>
                  <a:pt x="0" y="1058962"/>
                </a:lnTo>
                <a:lnTo>
                  <a:pt x="58647" y="1058962"/>
                </a:lnTo>
                <a:lnTo>
                  <a:pt x="58647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9942283" y="7423826"/>
            <a:ext cx="59055" cy="784860"/>
          </a:xfrm>
          <a:custGeom>
            <a:avLst/>
            <a:gdLst/>
            <a:ahLst/>
            <a:cxnLst/>
            <a:rect l="l" t="t" r="r" b="b"/>
            <a:pathLst>
              <a:path w="59054" h="784859">
                <a:moveTo>
                  <a:pt x="58647" y="0"/>
                </a:moveTo>
                <a:lnTo>
                  <a:pt x="0" y="0"/>
                </a:lnTo>
                <a:lnTo>
                  <a:pt x="0" y="784782"/>
                </a:lnTo>
                <a:lnTo>
                  <a:pt x="58647" y="784782"/>
                </a:lnTo>
                <a:lnTo>
                  <a:pt x="58647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8876138" y="7423826"/>
            <a:ext cx="59055" cy="784860"/>
          </a:xfrm>
          <a:custGeom>
            <a:avLst/>
            <a:gdLst/>
            <a:ahLst/>
            <a:cxnLst/>
            <a:rect l="l" t="t" r="r" b="b"/>
            <a:pathLst>
              <a:path w="59054" h="784859">
                <a:moveTo>
                  <a:pt x="58647" y="0"/>
                </a:moveTo>
                <a:lnTo>
                  <a:pt x="0" y="0"/>
                </a:lnTo>
                <a:lnTo>
                  <a:pt x="0" y="784782"/>
                </a:lnTo>
                <a:lnTo>
                  <a:pt x="58647" y="784782"/>
                </a:lnTo>
                <a:lnTo>
                  <a:pt x="58647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8343745" y="7423826"/>
            <a:ext cx="59055" cy="784860"/>
          </a:xfrm>
          <a:custGeom>
            <a:avLst/>
            <a:gdLst/>
            <a:ahLst/>
            <a:cxnLst/>
            <a:rect l="l" t="t" r="r" b="b"/>
            <a:pathLst>
              <a:path w="59054" h="784859">
                <a:moveTo>
                  <a:pt x="58647" y="0"/>
                </a:moveTo>
                <a:lnTo>
                  <a:pt x="0" y="0"/>
                </a:lnTo>
                <a:lnTo>
                  <a:pt x="0" y="784782"/>
                </a:lnTo>
                <a:lnTo>
                  <a:pt x="58647" y="784782"/>
                </a:lnTo>
                <a:lnTo>
                  <a:pt x="58647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0216750" y="7215814"/>
            <a:ext cx="457834" cy="1104900"/>
          </a:xfrm>
          <a:custGeom>
            <a:avLst/>
            <a:gdLst/>
            <a:ahLst/>
            <a:cxnLst/>
            <a:rect l="l" t="t" r="r" b="b"/>
            <a:pathLst>
              <a:path w="457834" h="1104900">
                <a:moveTo>
                  <a:pt x="457556" y="0"/>
                </a:moveTo>
                <a:lnTo>
                  <a:pt x="0" y="0"/>
                </a:lnTo>
                <a:lnTo>
                  <a:pt x="0" y="1104793"/>
                </a:lnTo>
                <a:lnTo>
                  <a:pt x="457556" y="72175"/>
                </a:lnTo>
                <a:lnTo>
                  <a:pt x="457556" y="0"/>
                </a:lnTo>
                <a:close/>
              </a:path>
            </a:pathLst>
          </a:custGeom>
          <a:solidFill>
            <a:srgbClr val="165F7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0066939" y="7658186"/>
            <a:ext cx="59055" cy="784860"/>
          </a:xfrm>
          <a:custGeom>
            <a:avLst/>
            <a:gdLst/>
            <a:ahLst/>
            <a:cxnLst/>
            <a:rect l="l" t="t" r="r" b="b"/>
            <a:pathLst>
              <a:path w="59054" h="784859">
                <a:moveTo>
                  <a:pt x="58647" y="0"/>
                </a:moveTo>
                <a:lnTo>
                  <a:pt x="0" y="0"/>
                </a:lnTo>
                <a:lnTo>
                  <a:pt x="0" y="784782"/>
                </a:lnTo>
                <a:lnTo>
                  <a:pt x="58647" y="784782"/>
                </a:lnTo>
                <a:lnTo>
                  <a:pt x="58647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8468401" y="7658186"/>
            <a:ext cx="59055" cy="784860"/>
          </a:xfrm>
          <a:custGeom>
            <a:avLst/>
            <a:gdLst/>
            <a:ahLst/>
            <a:cxnLst/>
            <a:rect l="l" t="t" r="r" b="b"/>
            <a:pathLst>
              <a:path w="59054" h="784859">
                <a:moveTo>
                  <a:pt x="58647" y="0"/>
                </a:moveTo>
                <a:lnTo>
                  <a:pt x="0" y="0"/>
                </a:lnTo>
                <a:lnTo>
                  <a:pt x="0" y="784782"/>
                </a:lnTo>
                <a:lnTo>
                  <a:pt x="58647" y="784782"/>
                </a:lnTo>
                <a:lnTo>
                  <a:pt x="58647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1" name="object 51" descr=""/>
          <p:cNvGrpSpPr/>
          <p:nvPr/>
        </p:nvGrpSpPr>
        <p:grpSpPr>
          <a:xfrm>
            <a:off x="7532409" y="7215817"/>
            <a:ext cx="3141980" cy="1267460"/>
            <a:chOff x="7532409" y="7215817"/>
            <a:chExt cx="3141980" cy="1267460"/>
          </a:xfrm>
        </p:grpSpPr>
        <p:sp>
          <p:nvSpPr>
            <p:cNvPr id="52" name="object 52" descr=""/>
            <p:cNvSpPr/>
            <p:nvPr/>
          </p:nvSpPr>
          <p:spPr>
            <a:xfrm>
              <a:off x="7936009" y="7658185"/>
              <a:ext cx="59055" cy="784860"/>
            </a:xfrm>
            <a:custGeom>
              <a:avLst/>
              <a:gdLst/>
              <a:ahLst/>
              <a:cxnLst/>
              <a:rect l="l" t="t" r="r" b="b"/>
              <a:pathLst>
                <a:path w="59054" h="784859">
                  <a:moveTo>
                    <a:pt x="58647" y="0"/>
                  </a:moveTo>
                  <a:lnTo>
                    <a:pt x="0" y="0"/>
                  </a:lnTo>
                  <a:lnTo>
                    <a:pt x="0" y="784782"/>
                  </a:lnTo>
                  <a:lnTo>
                    <a:pt x="58647" y="784782"/>
                  </a:lnTo>
                  <a:lnTo>
                    <a:pt x="58647" y="0"/>
                  </a:lnTo>
                  <a:close/>
                </a:path>
              </a:pathLst>
            </a:custGeom>
            <a:solidFill>
              <a:srgbClr val="0B43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532412" y="7215817"/>
              <a:ext cx="3141980" cy="1033144"/>
            </a:xfrm>
            <a:custGeom>
              <a:avLst/>
              <a:gdLst/>
              <a:ahLst/>
              <a:cxnLst/>
              <a:rect l="l" t="t" r="r" b="b"/>
              <a:pathLst>
                <a:path w="3141979" h="1033145">
                  <a:moveTo>
                    <a:pt x="3141893" y="0"/>
                  </a:moveTo>
                  <a:lnTo>
                    <a:pt x="457556" y="0"/>
                  </a:lnTo>
                  <a:lnTo>
                    <a:pt x="0" y="1032617"/>
                  </a:lnTo>
                  <a:lnTo>
                    <a:pt x="2684337" y="1032617"/>
                  </a:lnTo>
                  <a:lnTo>
                    <a:pt x="3141893" y="0"/>
                  </a:lnTo>
                  <a:close/>
                </a:path>
              </a:pathLst>
            </a:custGeom>
            <a:solidFill>
              <a:srgbClr val="A8DA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6124" y="7274019"/>
              <a:ext cx="3000819" cy="916212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7715542" y="7221213"/>
              <a:ext cx="2792730" cy="1013460"/>
            </a:xfrm>
            <a:custGeom>
              <a:avLst/>
              <a:gdLst/>
              <a:ahLst/>
              <a:cxnLst/>
              <a:rect l="l" t="t" r="r" b="b"/>
              <a:pathLst>
                <a:path w="2792729" h="1013459">
                  <a:moveTo>
                    <a:pt x="2792450" y="338721"/>
                  </a:moveTo>
                  <a:lnTo>
                    <a:pt x="2791231" y="328917"/>
                  </a:lnTo>
                  <a:lnTo>
                    <a:pt x="2787916" y="320916"/>
                  </a:lnTo>
                  <a:lnTo>
                    <a:pt x="2782989" y="315518"/>
                  </a:lnTo>
                  <a:lnTo>
                    <a:pt x="2776956" y="313537"/>
                  </a:lnTo>
                  <a:lnTo>
                    <a:pt x="2400389" y="313537"/>
                  </a:lnTo>
                  <a:lnTo>
                    <a:pt x="2522855" y="39662"/>
                  </a:lnTo>
                  <a:lnTo>
                    <a:pt x="2525407" y="30556"/>
                  </a:lnTo>
                  <a:lnTo>
                    <a:pt x="2525623" y="20916"/>
                  </a:lnTo>
                  <a:lnTo>
                    <a:pt x="2523591" y="11849"/>
                  </a:lnTo>
                  <a:lnTo>
                    <a:pt x="2519426" y="4495"/>
                  </a:lnTo>
                  <a:lnTo>
                    <a:pt x="2513850" y="355"/>
                  </a:lnTo>
                  <a:lnTo>
                    <a:pt x="2507907" y="0"/>
                  </a:lnTo>
                  <a:lnTo>
                    <a:pt x="2502319" y="3289"/>
                  </a:lnTo>
                  <a:lnTo>
                    <a:pt x="2497798" y="10058"/>
                  </a:lnTo>
                  <a:lnTo>
                    <a:pt x="2362085" y="313537"/>
                  </a:lnTo>
                  <a:lnTo>
                    <a:pt x="2339581" y="313537"/>
                  </a:lnTo>
                  <a:lnTo>
                    <a:pt x="2339581" y="363893"/>
                  </a:lnTo>
                  <a:lnTo>
                    <a:pt x="2208631" y="656742"/>
                  </a:lnTo>
                  <a:lnTo>
                    <a:pt x="1859076" y="656488"/>
                  </a:lnTo>
                  <a:lnTo>
                    <a:pt x="1988578" y="363893"/>
                  </a:lnTo>
                  <a:lnTo>
                    <a:pt x="2339581" y="363893"/>
                  </a:lnTo>
                  <a:lnTo>
                    <a:pt x="2339581" y="313537"/>
                  </a:lnTo>
                  <a:lnTo>
                    <a:pt x="2010867" y="313537"/>
                  </a:lnTo>
                  <a:lnTo>
                    <a:pt x="2132139" y="39547"/>
                  </a:lnTo>
                  <a:lnTo>
                    <a:pt x="2134679" y="30441"/>
                  </a:lnTo>
                  <a:lnTo>
                    <a:pt x="2117039" y="0"/>
                  </a:lnTo>
                  <a:lnTo>
                    <a:pt x="2111476" y="3340"/>
                  </a:lnTo>
                  <a:lnTo>
                    <a:pt x="2106980" y="10147"/>
                  </a:lnTo>
                  <a:lnTo>
                    <a:pt x="1972703" y="313537"/>
                  </a:lnTo>
                  <a:lnTo>
                    <a:pt x="1950415" y="313537"/>
                  </a:lnTo>
                  <a:lnTo>
                    <a:pt x="1950415" y="363893"/>
                  </a:lnTo>
                  <a:lnTo>
                    <a:pt x="1820938" y="656450"/>
                  </a:lnTo>
                  <a:lnTo>
                    <a:pt x="1498803" y="656209"/>
                  </a:lnTo>
                  <a:lnTo>
                    <a:pt x="1628851" y="363893"/>
                  </a:lnTo>
                  <a:lnTo>
                    <a:pt x="1950415" y="363893"/>
                  </a:lnTo>
                  <a:lnTo>
                    <a:pt x="1950415" y="313537"/>
                  </a:lnTo>
                  <a:lnTo>
                    <a:pt x="1651241" y="313537"/>
                  </a:lnTo>
                  <a:lnTo>
                    <a:pt x="1770316" y="45897"/>
                  </a:lnTo>
                  <a:lnTo>
                    <a:pt x="1772856" y="36804"/>
                  </a:lnTo>
                  <a:lnTo>
                    <a:pt x="1755279" y="6273"/>
                  </a:lnTo>
                  <a:lnTo>
                    <a:pt x="1749691" y="9601"/>
                  </a:lnTo>
                  <a:lnTo>
                    <a:pt x="1745195" y="16395"/>
                  </a:lnTo>
                  <a:lnTo>
                    <a:pt x="1613001" y="313537"/>
                  </a:lnTo>
                  <a:lnTo>
                    <a:pt x="1590598" y="313537"/>
                  </a:lnTo>
                  <a:lnTo>
                    <a:pt x="1590598" y="363893"/>
                  </a:lnTo>
                  <a:lnTo>
                    <a:pt x="1460563" y="656183"/>
                  </a:lnTo>
                  <a:lnTo>
                    <a:pt x="1138847" y="655942"/>
                  </a:lnTo>
                  <a:lnTo>
                    <a:pt x="1268920" y="363893"/>
                  </a:lnTo>
                  <a:lnTo>
                    <a:pt x="1590598" y="363893"/>
                  </a:lnTo>
                  <a:lnTo>
                    <a:pt x="1590598" y="313537"/>
                  </a:lnTo>
                  <a:lnTo>
                    <a:pt x="1291348" y="313537"/>
                  </a:lnTo>
                  <a:lnTo>
                    <a:pt x="1410563" y="45897"/>
                  </a:lnTo>
                  <a:lnTo>
                    <a:pt x="1413103" y="36804"/>
                  </a:lnTo>
                  <a:lnTo>
                    <a:pt x="1395539" y="6261"/>
                  </a:lnTo>
                  <a:lnTo>
                    <a:pt x="1389964" y="9601"/>
                  </a:lnTo>
                  <a:lnTo>
                    <a:pt x="1385443" y="16395"/>
                  </a:lnTo>
                  <a:lnTo>
                    <a:pt x="1253096" y="313537"/>
                  </a:lnTo>
                  <a:lnTo>
                    <a:pt x="1230668" y="313537"/>
                  </a:lnTo>
                  <a:lnTo>
                    <a:pt x="1230668" y="363893"/>
                  </a:lnTo>
                  <a:lnTo>
                    <a:pt x="1100607" y="655916"/>
                  </a:lnTo>
                  <a:lnTo>
                    <a:pt x="783056" y="655675"/>
                  </a:lnTo>
                  <a:lnTo>
                    <a:pt x="912291" y="363893"/>
                  </a:lnTo>
                  <a:lnTo>
                    <a:pt x="1230668" y="363893"/>
                  </a:lnTo>
                  <a:lnTo>
                    <a:pt x="1230668" y="313537"/>
                  </a:lnTo>
                  <a:lnTo>
                    <a:pt x="934605" y="313537"/>
                  </a:lnTo>
                  <a:lnTo>
                    <a:pt x="1055497" y="40614"/>
                  </a:lnTo>
                  <a:lnTo>
                    <a:pt x="1058037" y="31496"/>
                  </a:lnTo>
                  <a:lnTo>
                    <a:pt x="1040422" y="1066"/>
                  </a:lnTo>
                  <a:lnTo>
                    <a:pt x="1034859" y="4406"/>
                  </a:lnTo>
                  <a:lnTo>
                    <a:pt x="1030351" y="11214"/>
                  </a:lnTo>
                  <a:lnTo>
                    <a:pt x="896429" y="313537"/>
                  </a:lnTo>
                  <a:lnTo>
                    <a:pt x="874128" y="313537"/>
                  </a:lnTo>
                  <a:lnTo>
                    <a:pt x="874128" y="363893"/>
                  </a:lnTo>
                  <a:lnTo>
                    <a:pt x="744905" y="655637"/>
                  </a:lnTo>
                  <a:lnTo>
                    <a:pt x="389699" y="655370"/>
                  </a:lnTo>
                  <a:lnTo>
                    <a:pt x="518769" y="363893"/>
                  </a:lnTo>
                  <a:lnTo>
                    <a:pt x="874128" y="363893"/>
                  </a:lnTo>
                  <a:lnTo>
                    <a:pt x="874128" y="313537"/>
                  </a:lnTo>
                  <a:lnTo>
                    <a:pt x="541070" y="313537"/>
                  </a:lnTo>
                  <a:lnTo>
                    <a:pt x="657186" y="51358"/>
                  </a:lnTo>
                  <a:lnTo>
                    <a:pt x="659726" y="42252"/>
                  </a:lnTo>
                  <a:lnTo>
                    <a:pt x="642112" y="11785"/>
                  </a:lnTo>
                  <a:lnTo>
                    <a:pt x="636549" y="15138"/>
                  </a:lnTo>
                  <a:lnTo>
                    <a:pt x="632040" y="21958"/>
                  </a:lnTo>
                  <a:lnTo>
                    <a:pt x="502907" y="313537"/>
                  </a:lnTo>
                  <a:lnTo>
                    <a:pt x="167106" y="313537"/>
                  </a:lnTo>
                  <a:lnTo>
                    <a:pt x="161074" y="315518"/>
                  </a:lnTo>
                  <a:lnTo>
                    <a:pt x="156146" y="320916"/>
                  </a:lnTo>
                  <a:lnTo>
                    <a:pt x="152831" y="328917"/>
                  </a:lnTo>
                  <a:lnTo>
                    <a:pt x="151612" y="338721"/>
                  </a:lnTo>
                  <a:lnTo>
                    <a:pt x="152831" y="348526"/>
                  </a:lnTo>
                  <a:lnTo>
                    <a:pt x="156146" y="356527"/>
                  </a:lnTo>
                  <a:lnTo>
                    <a:pt x="161074" y="361911"/>
                  </a:lnTo>
                  <a:lnTo>
                    <a:pt x="167106" y="363893"/>
                  </a:lnTo>
                  <a:lnTo>
                    <a:pt x="480606" y="363893"/>
                  </a:lnTo>
                  <a:lnTo>
                    <a:pt x="351548" y="655332"/>
                  </a:lnTo>
                  <a:lnTo>
                    <a:pt x="15494" y="655078"/>
                  </a:lnTo>
                  <a:lnTo>
                    <a:pt x="0" y="680262"/>
                  </a:lnTo>
                  <a:lnTo>
                    <a:pt x="1206" y="690054"/>
                  </a:lnTo>
                  <a:lnTo>
                    <a:pt x="4533" y="698055"/>
                  </a:lnTo>
                  <a:lnTo>
                    <a:pt x="9461" y="703453"/>
                  </a:lnTo>
                  <a:lnTo>
                    <a:pt x="15494" y="705434"/>
                  </a:lnTo>
                  <a:lnTo>
                    <a:pt x="329247" y="705675"/>
                  </a:lnTo>
                  <a:lnTo>
                    <a:pt x="210807" y="973137"/>
                  </a:lnTo>
                  <a:lnTo>
                    <a:pt x="208267" y="982243"/>
                  </a:lnTo>
                  <a:lnTo>
                    <a:pt x="208089" y="991882"/>
                  </a:lnTo>
                  <a:lnTo>
                    <a:pt x="210146" y="1000937"/>
                  </a:lnTo>
                  <a:lnTo>
                    <a:pt x="214325" y="1008265"/>
                  </a:lnTo>
                  <a:lnTo>
                    <a:pt x="217068" y="1011466"/>
                  </a:lnTo>
                  <a:lnTo>
                    <a:pt x="220230" y="1013015"/>
                  </a:lnTo>
                  <a:lnTo>
                    <a:pt x="223354" y="1013015"/>
                  </a:lnTo>
                  <a:lnTo>
                    <a:pt x="228168" y="1013015"/>
                  </a:lnTo>
                  <a:lnTo>
                    <a:pt x="232918" y="1009383"/>
                  </a:lnTo>
                  <a:lnTo>
                    <a:pt x="367398" y="705700"/>
                  </a:lnTo>
                  <a:lnTo>
                    <a:pt x="722617" y="705980"/>
                  </a:lnTo>
                  <a:lnTo>
                    <a:pt x="604278" y="973137"/>
                  </a:lnTo>
                  <a:lnTo>
                    <a:pt x="601751" y="982243"/>
                  </a:lnTo>
                  <a:lnTo>
                    <a:pt x="601560" y="991882"/>
                  </a:lnTo>
                  <a:lnTo>
                    <a:pt x="603618" y="1000937"/>
                  </a:lnTo>
                  <a:lnTo>
                    <a:pt x="607796" y="1008265"/>
                  </a:lnTo>
                  <a:lnTo>
                    <a:pt x="610539" y="1011466"/>
                  </a:lnTo>
                  <a:lnTo>
                    <a:pt x="613702" y="1013015"/>
                  </a:lnTo>
                  <a:lnTo>
                    <a:pt x="616839" y="1013015"/>
                  </a:lnTo>
                  <a:lnTo>
                    <a:pt x="621639" y="1013015"/>
                  </a:lnTo>
                  <a:lnTo>
                    <a:pt x="626389" y="1009383"/>
                  </a:lnTo>
                  <a:lnTo>
                    <a:pt x="760768" y="706005"/>
                  </a:lnTo>
                  <a:lnTo>
                    <a:pt x="1078191" y="706247"/>
                  </a:lnTo>
                  <a:lnTo>
                    <a:pt x="959358" y="973086"/>
                  </a:lnTo>
                  <a:lnTo>
                    <a:pt x="956818" y="982179"/>
                  </a:lnTo>
                  <a:lnTo>
                    <a:pt x="956627" y="991819"/>
                  </a:lnTo>
                  <a:lnTo>
                    <a:pt x="958672" y="1000887"/>
                  </a:lnTo>
                  <a:lnTo>
                    <a:pt x="962837" y="1008253"/>
                  </a:lnTo>
                  <a:lnTo>
                    <a:pt x="965581" y="1011466"/>
                  </a:lnTo>
                  <a:lnTo>
                    <a:pt x="968756" y="1013015"/>
                  </a:lnTo>
                  <a:lnTo>
                    <a:pt x="971905" y="1013015"/>
                  </a:lnTo>
                  <a:lnTo>
                    <a:pt x="976706" y="1013015"/>
                  </a:lnTo>
                  <a:lnTo>
                    <a:pt x="981430" y="1009396"/>
                  </a:lnTo>
                  <a:lnTo>
                    <a:pt x="1116431" y="706272"/>
                  </a:lnTo>
                  <a:lnTo>
                    <a:pt x="1438173" y="706513"/>
                  </a:lnTo>
                  <a:lnTo>
                    <a:pt x="1319593" y="973086"/>
                  </a:lnTo>
                  <a:lnTo>
                    <a:pt x="1317053" y="982179"/>
                  </a:lnTo>
                  <a:lnTo>
                    <a:pt x="1316863" y="991831"/>
                  </a:lnTo>
                  <a:lnTo>
                    <a:pt x="1318907" y="1000899"/>
                  </a:lnTo>
                  <a:lnTo>
                    <a:pt x="1323073" y="1008253"/>
                  </a:lnTo>
                  <a:lnTo>
                    <a:pt x="1325816" y="1011466"/>
                  </a:lnTo>
                  <a:lnTo>
                    <a:pt x="1328991" y="1013015"/>
                  </a:lnTo>
                  <a:lnTo>
                    <a:pt x="1332141" y="1013015"/>
                  </a:lnTo>
                  <a:lnTo>
                    <a:pt x="1336954" y="1013015"/>
                  </a:lnTo>
                  <a:lnTo>
                    <a:pt x="1341691" y="1009396"/>
                  </a:lnTo>
                  <a:lnTo>
                    <a:pt x="1476413" y="706551"/>
                  </a:lnTo>
                  <a:lnTo>
                    <a:pt x="1798650" y="706793"/>
                  </a:lnTo>
                  <a:lnTo>
                    <a:pt x="1680781" y="973137"/>
                  </a:lnTo>
                  <a:lnTo>
                    <a:pt x="1678241" y="982243"/>
                  </a:lnTo>
                  <a:lnTo>
                    <a:pt x="1678063" y="991882"/>
                  </a:lnTo>
                  <a:lnTo>
                    <a:pt x="1680121" y="1000937"/>
                  </a:lnTo>
                  <a:lnTo>
                    <a:pt x="1684299" y="1008265"/>
                  </a:lnTo>
                  <a:lnTo>
                    <a:pt x="1687042" y="1011466"/>
                  </a:lnTo>
                  <a:lnTo>
                    <a:pt x="1690204" y="1013015"/>
                  </a:lnTo>
                  <a:lnTo>
                    <a:pt x="1693341" y="1013015"/>
                  </a:lnTo>
                  <a:lnTo>
                    <a:pt x="1698167" y="1013015"/>
                  </a:lnTo>
                  <a:lnTo>
                    <a:pt x="1702892" y="1009383"/>
                  </a:lnTo>
                  <a:lnTo>
                    <a:pt x="1836801" y="706818"/>
                  </a:lnTo>
                  <a:lnTo>
                    <a:pt x="2186127" y="707085"/>
                  </a:lnTo>
                  <a:lnTo>
                    <a:pt x="2067204" y="973035"/>
                  </a:lnTo>
                  <a:lnTo>
                    <a:pt x="2064639" y="982129"/>
                  </a:lnTo>
                  <a:lnTo>
                    <a:pt x="2064435" y="991781"/>
                  </a:lnTo>
                  <a:lnTo>
                    <a:pt x="2066467" y="1000836"/>
                  </a:lnTo>
                  <a:lnTo>
                    <a:pt x="2070633" y="1008189"/>
                  </a:lnTo>
                  <a:lnTo>
                    <a:pt x="2073376" y="1011440"/>
                  </a:lnTo>
                  <a:lnTo>
                    <a:pt x="2076551" y="1013015"/>
                  </a:lnTo>
                  <a:lnTo>
                    <a:pt x="2079713" y="1013015"/>
                  </a:lnTo>
                  <a:lnTo>
                    <a:pt x="2084514" y="1013015"/>
                  </a:lnTo>
                  <a:lnTo>
                    <a:pt x="2089238" y="1009421"/>
                  </a:lnTo>
                  <a:lnTo>
                    <a:pt x="2224405" y="707110"/>
                  </a:lnTo>
                  <a:lnTo>
                    <a:pt x="2630728" y="707402"/>
                  </a:lnTo>
                  <a:lnTo>
                    <a:pt x="2636761" y="705434"/>
                  </a:lnTo>
                  <a:lnTo>
                    <a:pt x="2641689" y="700036"/>
                  </a:lnTo>
                  <a:lnTo>
                    <a:pt x="2645016" y="692035"/>
                  </a:lnTo>
                  <a:lnTo>
                    <a:pt x="2646235" y="682231"/>
                  </a:lnTo>
                  <a:lnTo>
                    <a:pt x="2645016" y="672439"/>
                  </a:lnTo>
                  <a:lnTo>
                    <a:pt x="2641689" y="664438"/>
                  </a:lnTo>
                  <a:lnTo>
                    <a:pt x="2636761" y="659028"/>
                  </a:lnTo>
                  <a:lnTo>
                    <a:pt x="2630728" y="657047"/>
                  </a:lnTo>
                  <a:lnTo>
                    <a:pt x="2246922" y="656780"/>
                  </a:lnTo>
                  <a:lnTo>
                    <a:pt x="2377871" y="363893"/>
                  </a:lnTo>
                  <a:lnTo>
                    <a:pt x="2776956" y="363893"/>
                  </a:lnTo>
                  <a:lnTo>
                    <a:pt x="2782989" y="361911"/>
                  </a:lnTo>
                  <a:lnTo>
                    <a:pt x="2787916" y="356527"/>
                  </a:lnTo>
                  <a:lnTo>
                    <a:pt x="2791231" y="348526"/>
                  </a:lnTo>
                  <a:lnTo>
                    <a:pt x="2792450" y="338721"/>
                  </a:lnTo>
                  <a:close/>
                </a:path>
              </a:pathLst>
            </a:custGeom>
            <a:solidFill>
              <a:srgbClr val="A8DA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532409" y="8248429"/>
              <a:ext cx="2684780" cy="72390"/>
            </a:xfrm>
            <a:custGeom>
              <a:avLst/>
              <a:gdLst/>
              <a:ahLst/>
              <a:cxnLst/>
              <a:rect l="l" t="t" r="r" b="b"/>
              <a:pathLst>
                <a:path w="2684779" h="72390">
                  <a:moveTo>
                    <a:pt x="2684337" y="0"/>
                  </a:moveTo>
                  <a:lnTo>
                    <a:pt x="0" y="0"/>
                  </a:lnTo>
                  <a:lnTo>
                    <a:pt x="0" y="72175"/>
                  </a:lnTo>
                  <a:lnTo>
                    <a:pt x="2684337" y="72175"/>
                  </a:lnTo>
                  <a:lnTo>
                    <a:pt x="2684337" y="0"/>
                  </a:lnTo>
                  <a:close/>
                </a:path>
              </a:pathLst>
            </a:custGeom>
            <a:solidFill>
              <a:srgbClr val="165F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922564" y="8403136"/>
              <a:ext cx="2628265" cy="80010"/>
            </a:xfrm>
            <a:custGeom>
              <a:avLst/>
              <a:gdLst/>
              <a:ahLst/>
              <a:cxnLst/>
              <a:rect l="l" t="t" r="r" b="b"/>
              <a:pathLst>
                <a:path w="2628265" h="80009">
                  <a:moveTo>
                    <a:pt x="2627794" y="0"/>
                  </a:moveTo>
                  <a:lnTo>
                    <a:pt x="0" y="0"/>
                  </a:lnTo>
                  <a:lnTo>
                    <a:pt x="0" y="79652"/>
                  </a:lnTo>
                  <a:lnTo>
                    <a:pt x="2627794" y="79652"/>
                  </a:lnTo>
                  <a:lnTo>
                    <a:pt x="2627794" y="0"/>
                  </a:lnTo>
                  <a:close/>
                </a:path>
              </a:pathLst>
            </a:custGeom>
            <a:solidFill>
              <a:srgbClr val="0B43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/>
          <p:nvPr/>
        </p:nvSpPr>
        <p:spPr>
          <a:xfrm>
            <a:off x="8519500" y="9267466"/>
            <a:ext cx="43815" cy="785495"/>
          </a:xfrm>
          <a:custGeom>
            <a:avLst/>
            <a:gdLst/>
            <a:ahLst/>
            <a:cxnLst/>
            <a:rect l="l" t="t" r="r" b="b"/>
            <a:pathLst>
              <a:path w="43815" h="785495">
                <a:moveTo>
                  <a:pt x="43496" y="0"/>
                </a:moveTo>
                <a:lnTo>
                  <a:pt x="0" y="0"/>
                </a:lnTo>
                <a:lnTo>
                  <a:pt x="0" y="785337"/>
                </a:lnTo>
                <a:lnTo>
                  <a:pt x="43496" y="785337"/>
                </a:lnTo>
                <a:lnTo>
                  <a:pt x="43496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8914335" y="9267466"/>
            <a:ext cx="43815" cy="582295"/>
          </a:xfrm>
          <a:custGeom>
            <a:avLst/>
            <a:gdLst/>
            <a:ahLst/>
            <a:cxnLst/>
            <a:rect l="l" t="t" r="r" b="b"/>
            <a:pathLst>
              <a:path w="43815" h="582295">
                <a:moveTo>
                  <a:pt x="43496" y="0"/>
                </a:moveTo>
                <a:lnTo>
                  <a:pt x="0" y="0"/>
                </a:lnTo>
                <a:lnTo>
                  <a:pt x="0" y="582003"/>
                </a:lnTo>
                <a:lnTo>
                  <a:pt x="43496" y="582003"/>
                </a:lnTo>
                <a:lnTo>
                  <a:pt x="43496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9705002" y="9267466"/>
            <a:ext cx="43815" cy="582295"/>
          </a:xfrm>
          <a:custGeom>
            <a:avLst/>
            <a:gdLst/>
            <a:ahLst/>
            <a:cxnLst/>
            <a:rect l="l" t="t" r="r" b="b"/>
            <a:pathLst>
              <a:path w="43815" h="582295">
                <a:moveTo>
                  <a:pt x="43496" y="0"/>
                </a:moveTo>
                <a:lnTo>
                  <a:pt x="0" y="0"/>
                </a:lnTo>
                <a:lnTo>
                  <a:pt x="0" y="582003"/>
                </a:lnTo>
                <a:lnTo>
                  <a:pt x="43496" y="582003"/>
                </a:lnTo>
                <a:lnTo>
                  <a:pt x="43496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10099828" y="9267466"/>
            <a:ext cx="43815" cy="582295"/>
          </a:xfrm>
          <a:custGeom>
            <a:avLst/>
            <a:gdLst/>
            <a:ahLst/>
            <a:cxnLst/>
            <a:rect l="l" t="t" r="r" b="b"/>
            <a:pathLst>
              <a:path w="43815" h="582295">
                <a:moveTo>
                  <a:pt x="43496" y="0"/>
                </a:moveTo>
                <a:lnTo>
                  <a:pt x="0" y="0"/>
                </a:lnTo>
                <a:lnTo>
                  <a:pt x="0" y="582003"/>
                </a:lnTo>
                <a:lnTo>
                  <a:pt x="43496" y="582003"/>
                </a:lnTo>
                <a:lnTo>
                  <a:pt x="43496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8414951" y="9113201"/>
            <a:ext cx="339725" cy="819785"/>
          </a:xfrm>
          <a:custGeom>
            <a:avLst/>
            <a:gdLst/>
            <a:ahLst/>
            <a:cxnLst/>
            <a:rect l="l" t="t" r="r" b="b"/>
            <a:pathLst>
              <a:path w="339725" h="819784">
                <a:moveTo>
                  <a:pt x="339329" y="0"/>
                </a:moveTo>
                <a:lnTo>
                  <a:pt x="0" y="0"/>
                </a:lnTo>
                <a:lnTo>
                  <a:pt x="0" y="53527"/>
                </a:lnTo>
                <a:lnTo>
                  <a:pt x="339329" y="819325"/>
                </a:lnTo>
                <a:lnTo>
                  <a:pt x="339329" y="0"/>
                </a:lnTo>
                <a:close/>
              </a:path>
            </a:pathLst>
          </a:custGeom>
          <a:solidFill>
            <a:srgbClr val="165F7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8821888" y="9441272"/>
            <a:ext cx="43815" cy="582295"/>
          </a:xfrm>
          <a:custGeom>
            <a:avLst/>
            <a:gdLst/>
            <a:ahLst/>
            <a:cxnLst/>
            <a:rect l="l" t="t" r="r" b="b"/>
            <a:pathLst>
              <a:path w="43815" h="582295">
                <a:moveTo>
                  <a:pt x="43496" y="0"/>
                </a:moveTo>
                <a:lnTo>
                  <a:pt x="0" y="0"/>
                </a:lnTo>
                <a:lnTo>
                  <a:pt x="0" y="582003"/>
                </a:lnTo>
                <a:lnTo>
                  <a:pt x="43496" y="582003"/>
                </a:lnTo>
                <a:lnTo>
                  <a:pt x="43496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0007381" y="9441272"/>
            <a:ext cx="43815" cy="582295"/>
          </a:xfrm>
          <a:custGeom>
            <a:avLst/>
            <a:gdLst/>
            <a:ahLst/>
            <a:cxnLst/>
            <a:rect l="l" t="t" r="r" b="b"/>
            <a:pathLst>
              <a:path w="43815" h="582295">
                <a:moveTo>
                  <a:pt x="43496" y="0"/>
                </a:moveTo>
                <a:lnTo>
                  <a:pt x="0" y="0"/>
                </a:lnTo>
                <a:lnTo>
                  <a:pt x="0" y="582003"/>
                </a:lnTo>
                <a:lnTo>
                  <a:pt x="43496" y="582003"/>
                </a:lnTo>
                <a:lnTo>
                  <a:pt x="43496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5" name="object 65" descr=""/>
          <p:cNvGrpSpPr/>
          <p:nvPr/>
        </p:nvGrpSpPr>
        <p:grpSpPr>
          <a:xfrm>
            <a:off x="8414951" y="9113198"/>
            <a:ext cx="2330450" cy="939800"/>
            <a:chOff x="8414951" y="9113198"/>
            <a:chExt cx="2330450" cy="939800"/>
          </a:xfrm>
        </p:grpSpPr>
        <p:sp>
          <p:nvSpPr>
            <p:cNvPr id="66" name="object 66" descr=""/>
            <p:cNvSpPr/>
            <p:nvPr/>
          </p:nvSpPr>
          <p:spPr>
            <a:xfrm>
              <a:off x="10402217" y="9441272"/>
              <a:ext cx="43815" cy="582295"/>
            </a:xfrm>
            <a:custGeom>
              <a:avLst/>
              <a:gdLst/>
              <a:ahLst/>
              <a:cxnLst/>
              <a:rect l="l" t="t" r="r" b="b"/>
              <a:pathLst>
                <a:path w="43815" h="582295">
                  <a:moveTo>
                    <a:pt x="43496" y="0"/>
                  </a:moveTo>
                  <a:lnTo>
                    <a:pt x="0" y="0"/>
                  </a:lnTo>
                  <a:lnTo>
                    <a:pt x="0" y="582003"/>
                  </a:lnTo>
                  <a:lnTo>
                    <a:pt x="43496" y="582003"/>
                  </a:lnTo>
                  <a:lnTo>
                    <a:pt x="43496" y="0"/>
                  </a:lnTo>
                  <a:close/>
                </a:path>
              </a:pathLst>
            </a:custGeom>
            <a:solidFill>
              <a:srgbClr val="0B43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8414951" y="9113198"/>
              <a:ext cx="2330450" cy="765810"/>
            </a:xfrm>
            <a:custGeom>
              <a:avLst/>
              <a:gdLst/>
              <a:ahLst/>
              <a:cxnLst/>
              <a:rect l="l" t="t" r="r" b="b"/>
              <a:pathLst>
                <a:path w="2330450" h="765809">
                  <a:moveTo>
                    <a:pt x="1990745" y="0"/>
                  </a:moveTo>
                  <a:lnTo>
                    <a:pt x="0" y="0"/>
                  </a:lnTo>
                  <a:lnTo>
                    <a:pt x="339329" y="765809"/>
                  </a:lnTo>
                  <a:lnTo>
                    <a:pt x="2330075" y="765809"/>
                  </a:lnTo>
                  <a:lnTo>
                    <a:pt x="1990745" y="0"/>
                  </a:lnTo>
                  <a:close/>
                </a:path>
              </a:pathLst>
            </a:custGeom>
            <a:solidFill>
              <a:srgbClr val="A8DA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64905" y="9156370"/>
              <a:ext cx="2225450" cy="679476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8538286" y="9114466"/>
              <a:ext cx="2071370" cy="754380"/>
            </a:xfrm>
            <a:custGeom>
              <a:avLst/>
              <a:gdLst/>
              <a:ahLst/>
              <a:cxnLst/>
              <a:rect l="l" t="t" r="r" b="b"/>
              <a:pathLst>
                <a:path w="2071370" h="754379">
                  <a:moveTo>
                    <a:pt x="2070912" y="496912"/>
                  </a:moveTo>
                  <a:lnTo>
                    <a:pt x="2065769" y="488556"/>
                  </a:lnTo>
                  <a:lnTo>
                    <a:pt x="1810207" y="488759"/>
                  </a:lnTo>
                  <a:lnTo>
                    <a:pt x="1781911" y="424865"/>
                  </a:lnTo>
                  <a:lnTo>
                    <a:pt x="1781911" y="488772"/>
                  </a:lnTo>
                  <a:lnTo>
                    <a:pt x="1518475" y="488975"/>
                  </a:lnTo>
                  <a:lnTo>
                    <a:pt x="1490167" y="425069"/>
                  </a:lnTo>
                  <a:lnTo>
                    <a:pt x="1490167" y="489000"/>
                  </a:lnTo>
                  <a:lnTo>
                    <a:pt x="1254671" y="489178"/>
                  </a:lnTo>
                  <a:lnTo>
                    <a:pt x="1226312" y="425500"/>
                  </a:lnTo>
                  <a:lnTo>
                    <a:pt x="1226312" y="489204"/>
                  </a:lnTo>
                  <a:lnTo>
                    <a:pt x="987742" y="489381"/>
                  </a:lnTo>
                  <a:lnTo>
                    <a:pt x="959383" y="425640"/>
                  </a:lnTo>
                  <a:lnTo>
                    <a:pt x="959383" y="489407"/>
                  </a:lnTo>
                  <a:lnTo>
                    <a:pt x="720483" y="489585"/>
                  </a:lnTo>
                  <a:lnTo>
                    <a:pt x="692188" y="425640"/>
                  </a:lnTo>
                  <a:lnTo>
                    <a:pt x="692188" y="489610"/>
                  </a:lnTo>
                  <a:lnTo>
                    <a:pt x="432955" y="489800"/>
                  </a:lnTo>
                  <a:lnTo>
                    <a:pt x="335851" y="272605"/>
                  </a:lnTo>
                  <a:lnTo>
                    <a:pt x="596138" y="272605"/>
                  </a:lnTo>
                  <a:lnTo>
                    <a:pt x="692188" y="489610"/>
                  </a:lnTo>
                  <a:lnTo>
                    <a:pt x="692188" y="425640"/>
                  </a:lnTo>
                  <a:lnTo>
                    <a:pt x="624471" y="272605"/>
                  </a:lnTo>
                  <a:lnTo>
                    <a:pt x="862926" y="272605"/>
                  </a:lnTo>
                  <a:lnTo>
                    <a:pt x="959383" y="489407"/>
                  </a:lnTo>
                  <a:lnTo>
                    <a:pt x="959383" y="425640"/>
                  </a:lnTo>
                  <a:lnTo>
                    <a:pt x="891311" y="272605"/>
                  </a:lnTo>
                  <a:lnTo>
                    <a:pt x="1129855" y="272605"/>
                  </a:lnTo>
                  <a:lnTo>
                    <a:pt x="1226312" y="489204"/>
                  </a:lnTo>
                  <a:lnTo>
                    <a:pt x="1226312" y="425500"/>
                  </a:lnTo>
                  <a:lnTo>
                    <a:pt x="1158227" y="272605"/>
                  </a:lnTo>
                  <a:lnTo>
                    <a:pt x="1394320" y="272605"/>
                  </a:lnTo>
                  <a:lnTo>
                    <a:pt x="1490167" y="489000"/>
                  </a:lnTo>
                  <a:lnTo>
                    <a:pt x="1490167" y="425069"/>
                  </a:lnTo>
                  <a:lnTo>
                    <a:pt x="1422641" y="272605"/>
                  </a:lnTo>
                  <a:lnTo>
                    <a:pt x="1686179" y="272605"/>
                  </a:lnTo>
                  <a:lnTo>
                    <a:pt x="1781911" y="488772"/>
                  </a:lnTo>
                  <a:lnTo>
                    <a:pt x="1781911" y="424865"/>
                  </a:lnTo>
                  <a:lnTo>
                    <a:pt x="1714487" y="272605"/>
                  </a:lnTo>
                  <a:lnTo>
                    <a:pt x="1953348" y="272605"/>
                  </a:lnTo>
                  <a:lnTo>
                    <a:pt x="1958479" y="264248"/>
                  </a:lnTo>
                  <a:lnTo>
                    <a:pt x="1958479" y="243611"/>
                  </a:lnTo>
                  <a:lnTo>
                    <a:pt x="1953348" y="235267"/>
                  </a:lnTo>
                  <a:lnTo>
                    <a:pt x="1697951" y="235267"/>
                  </a:lnTo>
                  <a:lnTo>
                    <a:pt x="1598485" y="10629"/>
                  </a:lnTo>
                  <a:lnTo>
                    <a:pt x="1591322" y="8712"/>
                  </a:lnTo>
                  <a:lnTo>
                    <a:pt x="1586141" y="14770"/>
                  </a:lnTo>
                  <a:lnTo>
                    <a:pt x="1583042" y="20205"/>
                  </a:lnTo>
                  <a:lnTo>
                    <a:pt x="1581518" y="26911"/>
                  </a:lnTo>
                  <a:lnTo>
                    <a:pt x="1581658" y="34074"/>
                  </a:lnTo>
                  <a:lnTo>
                    <a:pt x="1583537" y="40830"/>
                  </a:lnTo>
                  <a:lnTo>
                    <a:pt x="1669643" y="235267"/>
                  </a:lnTo>
                  <a:lnTo>
                    <a:pt x="1406105" y="235267"/>
                  </a:lnTo>
                  <a:lnTo>
                    <a:pt x="1303096" y="2679"/>
                  </a:lnTo>
                  <a:lnTo>
                    <a:pt x="1295895" y="774"/>
                  </a:lnTo>
                  <a:lnTo>
                    <a:pt x="1290751" y="6794"/>
                  </a:lnTo>
                  <a:lnTo>
                    <a:pt x="1287640" y="12230"/>
                  </a:lnTo>
                  <a:lnTo>
                    <a:pt x="1286129" y="18948"/>
                  </a:lnTo>
                  <a:lnTo>
                    <a:pt x="1286256" y="26098"/>
                  </a:lnTo>
                  <a:lnTo>
                    <a:pt x="1288135" y="32867"/>
                  </a:lnTo>
                  <a:lnTo>
                    <a:pt x="1377784" y="235267"/>
                  </a:lnTo>
                  <a:lnTo>
                    <a:pt x="1141603" y="235267"/>
                  </a:lnTo>
                  <a:lnTo>
                    <a:pt x="1039736" y="6527"/>
                  </a:lnTo>
                  <a:lnTo>
                    <a:pt x="1032535" y="4635"/>
                  </a:lnTo>
                  <a:lnTo>
                    <a:pt x="1027404" y="10706"/>
                  </a:lnTo>
                  <a:lnTo>
                    <a:pt x="1024305" y="16154"/>
                  </a:lnTo>
                  <a:lnTo>
                    <a:pt x="1022794" y="22885"/>
                  </a:lnTo>
                  <a:lnTo>
                    <a:pt x="1022934" y="30035"/>
                  </a:lnTo>
                  <a:lnTo>
                    <a:pt x="1024826" y="36779"/>
                  </a:lnTo>
                  <a:lnTo>
                    <a:pt x="1113218" y="235267"/>
                  </a:lnTo>
                  <a:lnTo>
                    <a:pt x="874712" y="235267"/>
                  </a:lnTo>
                  <a:lnTo>
                    <a:pt x="772972" y="6527"/>
                  </a:lnTo>
                  <a:lnTo>
                    <a:pt x="765746" y="4648"/>
                  </a:lnTo>
                  <a:lnTo>
                    <a:pt x="760615" y="10706"/>
                  </a:lnTo>
                  <a:lnTo>
                    <a:pt x="757516" y="16154"/>
                  </a:lnTo>
                  <a:lnTo>
                    <a:pt x="755992" y="22872"/>
                  </a:lnTo>
                  <a:lnTo>
                    <a:pt x="756145" y="30035"/>
                  </a:lnTo>
                  <a:lnTo>
                    <a:pt x="758024" y="36779"/>
                  </a:lnTo>
                  <a:lnTo>
                    <a:pt x="846315" y="235267"/>
                  </a:lnTo>
                  <a:lnTo>
                    <a:pt x="607949" y="235267"/>
                  </a:lnTo>
                  <a:lnTo>
                    <a:pt x="504659" y="1854"/>
                  </a:lnTo>
                  <a:lnTo>
                    <a:pt x="497497" y="0"/>
                  </a:lnTo>
                  <a:lnTo>
                    <a:pt x="492315" y="6019"/>
                  </a:lnTo>
                  <a:lnTo>
                    <a:pt x="489204" y="11455"/>
                  </a:lnTo>
                  <a:lnTo>
                    <a:pt x="487680" y="18161"/>
                  </a:lnTo>
                  <a:lnTo>
                    <a:pt x="487807" y="25323"/>
                  </a:lnTo>
                  <a:lnTo>
                    <a:pt x="489686" y="32080"/>
                  </a:lnTo>
                  <a:lnTo>
                    <a:pt x="579615" y="235267"/>
                  </a:lnTo>
                  <a:lnTo>
                    <a:pt x="319151" y="235267"/>
                  </a:lnTo>
                  <a:lnTo>
                    <a:pt x="214782" y="1828"/>
                  </a:lnTo>
                  <a:lnTo>
                    <a:pt x="207581" y="63"/>
                  </a:lnTo>
                  <a:lnTo>
                    <a:pt x="202476" y="6083"/>
                  </a:lnTo>
                  <a:lnTo>
                    <a:pt x="199390" y="11531"/>
                  </a:lnTo>
                  <a:lnTo>
                    <a:pt x="197878" y="18249"/>
                  </a:lnTo>
                  <a:lnTo>
                    <a:pt x="198043" y="25400"/>
                  </a:lnTo>
                  <a:lnTo>
                    <a:pt x="199936" y="32156"/>
                  </a:lnTo>
                  <a:lnTo>
                    <a:pt x="290753" y="235267"/>
                  </a:lnTo>
                  <a:lnTo>
                    <a:pt x="5130" y="235267"/>
                  </a:lnTo>
                  <a:lnTo>
                    <a:pt x="0" y="243611"/>
                  </a:lnTo>
                  <a:lnTo>
                    <a:pt x="0" y="264248"/>
                  </a:lnTo>
                  <a:lnTo>
                    <a:pt x="5130" y="272605"/>
                  </a:lnTo>
                  <a:lnTo>
                    <a:pt x="11480" y="272605"/>
                  </a:lnTo>
                  <a:lnTo>
                    <a:pt x="307441" y="272605"/>
                  </a:lnTo>
                  <a:lnTo>
                    <a:pt x="404571" y="489826"/>
                  </a:lnTo>
                  <a:lnTo>
                    <a:pt x="113576" y="490029"/>
                  </a:lnTo>
                  <a:lnTo>
                    <a:pt x="108445" y="498386"/>
                  </a:lnTo>
                  <a:lnTo>
                    <a:pt x="108445" y="519010"/>
                  </a:lnTo>
                  <a:lnTo>
                    <a:pt x="113576" y="527367"/>
                  </a:lnTo>
                  <a:lnTo>
                    <a:pt x="119926" y="527367"/>
                  </a:lnTo>
                  <a:lnTo>
                    <a:pt x="421259" y="527164"/>
                  </a:lnTo>
                  <a:lnTo>
                    <a:pt x="521512" y="751344"/>
                  </a:lnTo>
                  <a:lnTo>
                    <a:pt x="525005" y="753999"/>
                  </a:lnTo>
                  <a:lnTo>
                    <a:pt x="528561" y="753999"/>
                  </a:lnTo>
                  <a:lnTo>
                    <a:pt x="530910" y="753999"/>
                  </a:lnTo>
                  <a:lnTo>
                    <a:pt x="533273" y="752843"/>
                  </a:lnTo>
                  <a:lnTo>
                    <a:pt x="535305" y="750430"/>
                  </a:lnTo>
                  <a:lnTo>
                    <a:pt x="538391" y="744982"/>
                  </a:lnTo>
                  <a:lnTo>
                    <a:pt x="539902" y="738251"/>
                  </a:lnTo>
                  <a:lnTo>
                    <a:pt x="539750" y="731100"/>
                  </a:lnTo>
                  <a:lnTo>
                    <a:pt x="537845" y="724357"/>
                  </a:lnTo>
                  <a:lnTo>
                    <a:pt x="449656" y="527138"/>
                  </a:lnTo>
                  <a:lnTo>
                    <a:pt x="708710" y="526948"/>
                  </a:lnTo>
                  <a:lnTo>
                    <a:pt x="808024" y="751306"/>
                  </a:lnTo>
                  <a:lnTo>
                    <a:pt x="811530" y="753999"/>
                  </a:lnTo>
                  <a:lnTo>
                    <a:pt x="815111" y="753999"/>
                  </a:lnTo>
                  <a:lnTo>
                    <a:pt x="817435" y="753999"/>
                  </a:lnTo>
                  <a:lnTo>
                    <a:pt x="819785" y="752856"/>
                  </a:lnTo>
                  <a:lnTo>
                    <a:pt x="821817" y="750481"/>
                  </a:lnTo>
                  <a:lnTo>
                    <a:pt x="824915" y="745045"/>
                  </a:lnTo>
                  <a:lnTo>
                    <a:pt x="826439" y="738339"/>
                  </a:lnTo>
                  <a:lnTo>
                    <a:pt x="826300" y="731189"/>
                  </a:lnTo>
                  <a:lnTo>
                    <a:pt x="824420" y="724433"/>
                  </a:lnTo>
                  <a:lnTo>
                    <a:pt x="737006" y="526923"/>
                  </a:lnTo>
                  <a:lnTo>
                    <a:pt x="975995" y="526745"/>
                  </a:lnTo>
                  <a:lnTo>
                    <a:pt x="1075905" y="751319"/>
                  </a:lnTo>
                  <a:lnTo>
                    <a:pt x="1079411" y="753999"/>
                  </a:lnTo>
                  <a:lnTo>
                    <a:pt x="1082979" y="753999"/>
                  </a:lnTo>
                  <a:lnTo>
                    <a:pt x="1085316" y="753999"/>
                  </a:lnTo>
                  <a:lnTo>
                    <a:pt x="1087666" y="752856"/>
                  </a:lnTo>
                  <a:lnTo>
                    <a:pt x="1089698" y="750468"/>
                  </a:lnTo>
                  <a:lnTo>
                    <a:pt x="1092796" y="745020"/>
                  </a:lnTo>
                  <a:lnTo>
                    <a:pt x="1094308" y="738301"/>
                  </a:lnTo>
                  <a:lnTo>
                    <a:pt x="1094168" y="731139"/>
                  </a:lnTo>
                  <a:lnTo>
                    <a:pt x="1092276" y="724395"/>
                  </a:lnTo>
                  <a:lnTo>
                    <a:pt x="1004341" y="526719"/>
                  </a:lnTo>
                  <a:lnTo>
                    <a:pt x="1242949" y="526542"/>
                  </a:lnTo>
                  <a:lnTo>
                    <a:pt x="1343063" y="751319"/>
                  </a:lnTo>
                  <a:lnTo>
                    <a:pt x="1346568" y="753999"/>
                  </a:lnTo>
                  <a:lnTo>
                    <a:pt x="1350137" y="753999"/>
                  </a:lnTo>
                  <a:lnTo>
                    <a:pt x="1352473" y="753999"/>
                  </a:lnTo>
                  <a:lnTo>
                    <a:pt x="1354823" y="752856"/>
                  </a:lnTo>
                  <a:lnTo>
                    <a:pt x="1356855" y="750468"/>
                  </a:lnTo>
                  <a:lnTo>
                    <a:pt x="1359954" y="745007"/>
                  </a:lnTo>
                  <a:lnTo>
                    <a:pt x="1361465" y="738289"/>
                  </a:lnTo>
                  <a:lnTo>
                    <a:pt x="1361325" y="731139"/>
                  </a:lnTo>
                  <a:lnTo>
                    <a:pt x="1359433" y="724395"/>
                  </a:lnTo>
                  <a:lnTo>
                    <a:pt x="1271308" y="526516"/>
                  </a:lnTo>
                  <a:lnTo>
                    <a:pt x="1506715" y="526338"/>
                  </a:lnTo>
                  <a:lnTo>
                    <a:pt x="1606372" y="751306"/>
                  </a:lnTo>
                  <a:lnTo>
                    <a:pt x="1609890" y="753999"/>
                  </a:lnTo>
                  <a:lnTo>
                    <a:pt x="1613458" y="753999"/>
                  </a:lnTo>
                  <a:lnTo>
                    <a:pt x="1615782" y="753999"/>
                  </a:lnTo>
                  <a:lnTo>
                    <a:pt x="1618132" y="752856"/>
                  </a:lnTo>
                  <a:lnTo>
                    <a:pt x="1620164" y="750481"/>
                  </a:lnTo>
                  <a:lnTo>
                    <a:pt x="1623263" y="745045"/>
                  </a:lnTo>
                  <a:lnTo>
                    <a:pt x="1624787" y="738339"/>
                  </a:lnTo>
                  <a:lnTo>
                    <a:pt x="1624660" y="731189"/>
                  </a:lnTo>
                  <a:lnTo>
                    <a:pt x="1622780" y="724433"/>
                  </a:lnTo>
                  <a:lnTo>
                    <a:pt x="1535023" y="526313"/>
                  </a:lnTo>
                  <a:lnTo>
                    <a:pt x="1798447" y="526110"/>
                  </a:lnTo>
                  <a:lnTo>
                    <a:pt x="1898180" y="751306"/>
                  </a:lnTo>
                  <a:lnTo>
                    <a:pt x="1901698" y="753999"/>
                  </a:lnTo>
                  <a:lnTo>
                    <a:pt x="1905266" y="753999"/>
                  </a:lnTo>
                  <a:lnTo>
                    <a:pt x="1907590" y="753999"/>
                  </a:lnTo>
                  <a:lnTo>
                    <a:pt x="1909940" y="752856"/>
                  </a:lnTo>
                  <a:lnTo>
                    <a:pt x="1911972" y="750481"/>
                  </a:lnTo>
                  <a:lnTo>
                    <a:pt x="1915071" y="745045"/>
                  </a:lnTo>
                  <a:lnTo>
                    <a:pt x="1916595" y="738339"/>
                  </a:lnTo>
                  <a:lnTo>
                    <a:pt x="1916455" y="731189"/>
                  </a:lnTo>
                  <a:lnTo>
                    <a:pt x="1914575" y="724433"/>
                  </a:lnTo>
                  <a:lnTo>
                    <a:pt x="1826742" y="526097"/>
                  </a:lnTo>
                  <a:lnTo>
                    <a:pt x="2065769" y="525907"/>
                  </a:lnTo>
                  <a:lnTo>
                    <a:pt x="2070912" y="517537"/>
                  </a:lnTo>
                  <a:lnTo>
                    <a:pt x="2070912" y="496912"/>
                  </a:lnTo>
                  <a:close/>
                </a:path>
              </a:pathLst>
            </a:custGeom>
            <a:solidFill>
              <a:srgbClr val="A8DA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8754278" y="9879008"/>
              <a:ext cx="1991360" cy="53975"/>
            </a:xfrm>
            <a:custGeom>
              <a:avLst/>
              <a:gdLst/>
              <a:ahLst/>
              <a:cxnLst/>
              <a:rect l="l" t="t" r="r" b="b"/>
              <a:pathLst>
                <a:path w="1991359" h="53975">
                  <a:moveTo>
                    <a:pt x="1990745" y="0"/>
                  </a:moveTo>
                  <a:lnTo>
                    <a:pt x="0" y="0"/>
                  </a:lnTo>
                  <a:lnTo>
                    <a:pt x="0" y="53527"/>
                  </a:lnTo>
                  <a:lnTo>
                    <a:pt x="1990745" y="53527"/>
                  </a:lnTo>
                  <a:lnTo>
                    <a:pt x="1990745" y="0"/>
                  </a:lnTo>
                  <a:close/>
                </a:path>
              </a:pathLst>
            </a:custGeom>
            <a:solidFill>
              <a:srgbClr val="669F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8506872" y="9993737"/>
              <a:ext cx="1948814" cy="59690"/>
            </a:xfrm>
            <a:custGeom>
              <a:avLst/>
              <a:gdLst/>
              <a:ahLst/>
              <a:cxnLst/>
              <a:rect l="l" t="t" r="r" b="b"/>
              <a:pathLst>
                <a:path w="1948815" h="59690">
                  <a:moveTo>
                    <a:pt x="1948809" y="0"/>
                  </a:moveTo>
                  <a:lnTo>
                    <a:pt x="0" y="0"/>
                  </a:lnTo>
                  <a:lnTo>
                    <a:pt x="0" y="59066"/>
                  </a:lnTo>
                  <a:lnTo>
                    <a:pt x="1948809" y="59066"/>
                  </a:lnTo>
                  <a:lnTo>
                    <a:pt x="1948809" y="0"/>
                  </a:lnTo>
                  <a:close/>
                </a:path>
              </a:pathLst>
            </a:custGeom>
            <a:solidFill>
              <a:srgbClr val="0B43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/>
          <p:nvPr/>
        </p:nvSpPr>
        <p:spPr>
          <a:xfrm>
            <a:off x="6738129" y="9402551"/>
            <a:ext cx="36195" cy="651510"/>
          </a:xfrm>
          <a:custGeom>
            <a:avLst/>
            <a:gdLst/>
            <a:ahLst/>
            <a:cxnLst/>
            <a:rect l="l" t="t" r="r" b="b"/>
            <a:pathLst>
              <a:path w="36195" h="651509">
                <a:moveTo>
                  <a:pt x="36040" y="0"/>
                </a:moveTo>
                <a:lnTo>
                  <a:pt x="0" y="0"/>
                </a:lnTo>
                <a:lnTo>
                  <a:pt x="0" y="650891"/>
                </a:lnTo>
                <a:lnTo>
                  <a:pt x="36040" y="650891"/>
                </a:lnTo>
                <a:lnTo>
                  <a:pt x="36040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7065365" y="9402540"/>
            <a:ext cx="36195" cy="482600"/>
          </a:xfrm>
          <a:custGeom>
            <a:avLst/>
            <a:gdLst/>
            <a:ahLst/>
            <a:cxnLst/>
            <a:rect l="l" t="t" r="r" b="b"/>
            <a:pathLst>
              <a:path w="36195" h="482600">
                <a:moveTo>
                  <a:pt x="36040" y="0"/>
                </a:moveTo>
                <a:lnTo>
                  <a:pt x="0" y="0"/>
                </a:lnTo>
                <a:lnTo>
                  <a:pt x="0" y="482372"/>
                </a:lnTo>
                <a:lnTo>
                  <a:pt x="36040" y="482372"/>
                </a:lnTo>
                <a:lnTo>
                  <a:pt x="36040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7720676" y="9402540"/>
            <a:ext cx="36195" cy="482600"/>
          </a:xfrm>
          <a:custGeom>
            <a:avLst/>
            <a:gdLst/>
            <a:ahLst/>
            <a:cxnLst/>
            <a:rect l="l" t="t" r="r" b="b"/>
            <a:pathLst>
              <a:path w="36195" h="482600">
                <a:moveTo>
                  <a:pt x="36051" y="0"/>
                </a:moveTo>
                <a:lnTo>
                  <a:pt x="0" y="0"/>
                </a:lnTo>
                <a:lnTo>
                  <a:pt x="0" y="482372"/>
                </a:lnTo>
                <a:lnTo>
                  <a:pt x="36051" y="482372"/>
                </a:lnTo>
                <a:lnTo>
                  <a:pt x="36051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8047911" y="9402540"/>
            <a:ext cx="36195" cy="482600"/>
          </a:xfrm>
          <a:custGeom>
            <a:avLst/>
            <a:gdLst/>
            <a:ahLst/>
            <a:cxnLst/>
            <a:rect l="l" t="t" r="r" b="b"/>
            <a:pathLst>
              <a:path w="36195" h="482600">
                <a:moveTo>
                  <a:pt x="36040" y="0"/>
                </a:moveTo>
                <a:lnTo>
                  <a:pt x="0" y="0"/>
                </a:lnTo>
                <a:lnTo>
                  <a:pt x="0" y="482372"/>
                </a:lnTo>
                <a:lnTo>
                  <a:pt x="36040" y="482372"/>
                </a:lnTo>
                <a:lnTo>
                  <a:pt x="36040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6651479" y="9274693"/>
            <a:ext cx="281305" cy="679450"/>
          </a:xfrm>
          <a:custGeom>
            <a:avLst/>
            <a:gdLst/>
            <a:ahLst/>
            <a:cxnLst/>
            <a:rect l="l" t="t" r="r" b="b"/>
            <a:pathLst>
              <a:path w="281304" h="679450">
                <a:moveTo>
                  <a:pt x="281237" y="0"/>
                </a:moveTo>
                <a:lnTo>
                  <a:pt x="0" y="0"/>
                </a:lnTo>
                <a:lnTo>
                  <a:pt x="0" y="44365"/>
                </a:lnTo>
                <a:lnTo>
                  <a:pt x="281237" y="679057"/>
                </a:lnTo>
                <a:lnTo>
                  <a:pt x="281237" y="0"/>
                </a:lnTo>
                <a:close/>
              </a:path>
            </a:pathLst>
          </a:custGeom>
          <a:solidFill>
            <a:srgbClr val="165F7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6988750" y="9546588"/>
            <a:ext cx="36195" cy="482600"/>
          </a:xfrm>
          <a:custGeom>
            <a:avLst/>
            <a:gdLst/>
            <a:ahLst/>
            <a:cxnLst/>
            <a:rect l="l" t="t" r="r" b="b"/>
            <a:pathLst>
              <a:path w="36195" h="482600">
                <a:moveTo>
                  <a:pt x="36040" y="0"/>
                </a:moveTo>
                <a:lnTo>
                  <a:pt x="0" y="0"/>
                </a:lnTo>
                <a:lnTo>
                  <a:pt x="0" y="482372"/>
                </a:lnTo>
                <a:lnTo>
                  <a:pt x="36040" y="482372"/>
                </a:lnTo>
                <a:lnTo>
                  <a:pt x="36040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7971296" y="9546588"/>
            <a:ext cx="36195" cy="482600"/>
          </a:xfrm>
          <a:custGeom>
            <a:avLst/>
            <a:gdLst/>
            <a:ahLst/>
            <a:cxnLst/>
            <a:rect l="l" t="t" r="r" b="b"/>
            <a:pathLst>
              <a:path w="36195" h="482600">
                <a:moveTo>
                  <a:pt x="36040" y="0"/>
                </a:moveTo>
                <a:lnTo>
                  <a:pt x="0" y="0"/>
                </a:lnTo>
                <a:lnTo>
                  <a:pt x="0" y="482372"/>
                </a:lnTo>
                <a:lnTo>
                  <a:pt x="36040" y="482372"/>
                </a:lnTo>
                <a:lnTo>
                  <a:pt x="36040" y="0"/>
                </a:lnTo>
                <a:close/>
              </a:path>
            </a:pathLst>
          </a:custGeom>
          <a:solidFill>
            <a:srgbClr val="0B435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9" name="object 79" descr=""/>
          <p:cNvGrpSpPr/>
          <p:nvPr/>
        </p:nvGrpSpPr>
        <p:grpSpPr>
          <a:xfrm>
            <a:off x="6651480" y="9274691"/>
            <a:ext cx="1931670" cy="779145"/>
            <a:chOff x="6651480" y="9274691"/>
            <a:chExt cx="1931670" cy="779145"/>
          </a:xfrm>
        </p:grpSpPr>
        <p:sp>
          <p:nvSpPr>
            <p:cNvPr id="80" name="object 80" descr=""/>
            <p:cNvSpPr/>
            <p:nvPr/>
          </p:nvSpPr>
          <p:spPr>
            <a:xfrm>
              <a:off x="8298532" y="9546588"/>
              <a:ext cx="36195" cy="482600"/>
            </a:xfrm>
            <a:custGeom>
              <a:avLst/>
              <a:gdLst/>
              <a:ahLst/>
              <a:cxnLst/>
              <a:rect l="l" t="t" r="r" b="b"/>
              <a:pathLst>
                <a:path w="36195" h="482600">
                  <a:moveTo>
                    <a:pt x="36040" y="0"/>
                  </a:moveTo>
                  <a:lnTo>
                    <a:pt x="0" y="0"/>
                  </a:lnTo>
                  <a:lnTo>
                    <a:pt x="0" y="482372"/>
                  </a:lnTo>
                  <a:lnTo>
                    <a:pt x="36040" y="482372"/>
                  </a:lnTo>
                  <a:lnTo>
                    <a:pt x="36040" y="0"/>
                  </a:lnTo>
                  <a:close/>
                </a:path>
              </a:pathLst>
            </a:custGeom>
            <a:solidFill>
              <a:srgbClr val="0B43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651480" y="9274691"/>
              <a:ext cx="1931670" cy="635000"/>
            </a:xfrm>
            <a:custGeom>
              <a:avLst/>
              <a:gdLst/>
              <a:ahLst/>
              <a:cxnLst/>
              <a:rect l="l" t="t" r="r" b="b"/>
              <a:pathLst>
                <a:path w="1931670" h="635000">
                  <a:moveTo>
                    <a:pt x="1649928" y="0"/>
                  </a:moveTo>
                  <a:lnTo>
                    <a:pt x="0" y="0"/>
                  </a:lnTo>
                  <a:lnTo>
                    <a:pt x="281237" y="634703"/>
                  </a:lnTo>
                  <a:lnTo>
                    <a:pt x="1931166" y="634703"/>
                  </a:lnTo>
                  <a:lnTo>
                    <a:pt x="1649928" y="0"/>
                  </a:lnTo>
                  <a:close/>
                </a:path>
              </a:pathLst>
            </a:custGeom>
            <a:solidFill>
              <a:srgbClr val="A8DA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92885" y="9310470"/>
              <a:ext cx="1844457" cy="563155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6753695" y="9275743"/>
              <a:ext cx="1716405" cy="625475"/>
            </a:xfrm>
            <a:custGeom>
              <a:avLst/>
              <a:gdLst/>
              <a:ahLst/>
              <a:cxnLst/>
              <a:rect l="l" t="t" r="r" b="b"/>
              <a:pathLst>
                <a:path w="1716404" h="625475">
                  <a:moveTo>
                    <a:pt x="1716379" y="411848"/>
                  </a:moveTo>
                  <a:lnTo>
                    <a:pt x="1712112" y="404926"/>
                  </a:lnTo>
                  <a:lnTo>
                    <a:pt x="1500301" y="405091"/>
                  </a:lnTo>
                  <a:lnTo>
                    <a:pt x="1476857" y="352158"/>
                  </a:lnTo>
                  <a:lnTo>
                    <a:pt x="1476857" y="405104"/>
                  </a:lnTo>
                  <a:lnTo>
                    <a:pt x="1258519" y="405269"/>
                  </a:lnTo>
                  <a:lnTo>
                    <a:pt x="1235075" y="352336"/>
                  </a:lnTo>
                  <a:lnTo>
                    <a:pt x="1235075" y="405295"/>
                  </a:lnTo>
                  <a:lnTo>
                    <a:pt x="1039876" y="405447"/>
                  </a:lnTo>
                  <a:lnTo>
                    <a:pt x="1016368" y="352666"/>
                  </a:lnTo>
                  <a:lnTo>
                    <a:pt x="1016368" y="405460"/>
                  </a:lnTo>
                  <a:lnTo>
                    <a:pt x="818642" y="405612"/>
                  </a:lnTo>
                  <a:lnTo>
                    <a:pt x="795147" y="352793"/>
                  </a:lnTo>
                  <a:lnTo>
                    <a:pt x="795147" y="405625"/>
                  </a:lnTo>
                  <a:lnTo>
                    <a:pt x="597154" y="405777"/>
                  </a:lnTo>
                  <a:lnTo>
                    <a:pt x="573697" y="352780"/>
                  </a:lnTo>
                  <a:lnTo>
                    <a:pt x="573697" y="405790"/>
                  </a:lnTo>
                  <a:lnTo>
                    <a:pt x="358851" y="405955"/>
                  </a:lnTo>
                  <a:lnTo>
                    <a:pt x="278358" y="225933"/>
                  </a:lnTo>
                  <a:lnTo>
                    <a:pt x="494093" y="225933"/>
                  </a:lnTo>
                  <a:lnTo>
                    <a:pt x="573697" y="405790"/>
                  </a:lnTo>
                  <a:lnTo>
                    <a:pt x="573697" y="352780"/>
                  </a:lnTo>
                  <a:lnTo>
                    <a:pt x="517563" y="225933"/>
                  </a:lnTo>
                  <a:lnTo>
                    <a:pt x="715200" y="225933"/>
                  </a:lnTo>
                  <a:lnTo>
                    <a:pt x="795147" y="405625"/>
                  </a:lnTo>
                  <a:lnTo>
                    <a:pt x="795147" y="352793"/>
                  </a:lnTo>
                  <a:lnTo>
                    <a:pt x="738720" y="225933"/>
                  </a:lnTo>
                  <a:lnTo>
                    <a:pt x="936421" y="225933"/>
                  </a:lnTo>
                  <a:lnTo>
                    <a:pt x="1016368" y="405460"/>
                  </a:lnTo>
                  <a:lnTo>
                    <a:pt x="1016368" y="352666"/>
                  </a:lnTo>
                  <a:lnTo>
                    <a:pt x="959942" y="225933"/>
                  </a:lnTo>
                  <a:lnTo>
                    <a:pt x="1155623" y="225933"/>
                  </a:lnTo>
                  <a:lnTo>
                    <a:pt x="1235075" y="405295"/>
                  </a:lnTo>
                  <a:lnTo>
                    <a:pt x="1235075" y="352336"/>
                  </a:lnTo>
                  <a:lnTo>
                    <a:pt x="1179093" y="225933"/>
                  </a:lnTo>
                  <a:lnTo>
                    <a:pt x="1397508" y="225933"/>
                  </a:lnTo>
                  <a:lnTo>
                    <a:pt x="1476857" y="405104"/>
                  </a:lnTo>
                  <a:lnTo>
                    <a:pt x="1476857" y="352158"/>
                  </a:lnTo>
                  <a:lnTo>
                    <a:pt x="1420964" y="225933"/>
                  </a:lnTo>
                  <a:lnTo>
                    <a:pt x="1618945" y="225933"/>
                  </a:lnTo>
                  <a:lnTo>
                    <a:pt x="1623187" y="219011"/>
                  </a:lnTo>
                  <a:lnTo>
                    <a:pt x="1623187" y="201904"/>
                  </a:lnTo>
                  <a:lnTo>
                    <a:pt x="1618945" y="194983"/>
                  </a:lnTo>
                  <a:lnTo>
                    <a:pt x="1407261" y="194983"/>
                  </a:lnTo>
                  <a:lnTo>
                    <a:pt x="1324825" y="8813"/>
                  </a:lnTo>
                  <a:lnTo>
                    <a:pt x="1318895" y="7226"/>
                  </a:lnTo>
                  <a:lnTo>
                    <a:pt x="1310335" y="17233"/>
                  </a:lnTo>
                  <a:lnTo>
                    <a:pt x="1309370" y="26911"/>
                  </a:lnTo>
                  <a:lnTo>
                    <a:pt x="1383804" y="194983"/>
                  </a:lnTo>
                  <a:lnTo>
                    <a:pt x="1165390" y="194983"/>
                  </a:lnTo>
                  <a:lnTo>
                    <a:pt x="1080020" y="2222"/>
                  </a:lnTo>
                  <a:lnTo>
                    <a:pt x="1074051" y="635"/>
                  </a:lnTo>
                  <a:lnTo>
                    <a:pt x="1065517" y="10617"/>
                  </a:lnTo>
                  <a:lnTo>
                    <a:pt x="1064552" y="20294"/>
                  </a:lnTo>
                  <a:lnTo>
                    <a:pt x="1141920" y="194983"/>
                  </a:lnTo>
                  <a:lnTo>
                    <a:pt x="946162" y="194983"/>
                  </a:lnTo>
                  <a:lnTo>
                    <a:pt x="861745" y="5410"/>
                  </a:lnTo>
                  <a:lnTo>
                    <a:pt x="855776" y="3835"/>
                  </a:lnTo>
                  <a:lnTo>
                    <a:pt x="847255" y="13893"/>
                  </a:lnTo>
                  <a:lnTo>
                    <a:pt x="846302" y="23571"/>
                  </a:lnTo>
                  <a:lnTo>
                    <a:pt x="922642" y="194983"/>
                  </a:lnTo>
                  <a:lnTo>
                    <a:pt x="724954" y="194983"/>
                  </a:lnTo>
                  <a:lnTo>
                    <a:pt x="640638" y="5410"/>
                  </a:lnTo>
                  <a:lnTo>
                    <a:pt x="634657" y="3860"/>
                  </a:lnTo>
                  <a:lnTo>
                    <a:pt x="626135" y="13868"/>
                  </a:lnTo>
                  <a:lnTo>
                    <a:pt x="625182" y="23571"/>
                  </a:lnTo>
                  <a:lnTo>
                    <a:pt x="701433" y="194983"/>
                  </a:lnTo>
                  <a:lnTo>
                    <a:pt x="503859" y="194983"/>
                  </a:lnTo>
                  <a:lnTo>
                    <a:pt x="418261" y="1549"/>
                  </a:lnTo>
                  <a:lnTo>
                    <a:pt x="412330" y="0"/>
                  </a:lnTo>
                  <a:lnTo>
                    <a:pt x="403758" y="9969"/>
                  </a:lnTo>
                  <a:lnTo>
                    <a:pt x="402793" y="19646"/>
                  </a:lnTo>
                  <a:lnTo>
                    <a:pt x="480390" y="194983"/>
                  </a:lnTo>
                  <a:lnTo>
                    <a:pt x="264528" y="194983"/>
                  </a:lnTo>
                  <a:lnTo>
                    <a:pt x="178028" y="1511"/>
                  </a:lnTo>
                  <a:lnTo>
                    <a:pt x="172046" y="50"/>
                  </a:lnTo>
                  <a:lnTo>
                    <a:pt x="163550" y="10045"/>
                  </a:lnTo>
                  <a:lnTo>
                    <a:pt x="162623" y="19723"/>
                  </a:lnTo>
                  <a:lnTo>
                    <a:pt x="240982" y="194983"/>
                  </a:lnTo>
                  <a:lnTo>
                    <a:pt x="4254" y="194983"/>
                  </a:lnTo>
                  <a:lnTo>
                    <a:pt x="0" y="201904"/>
                  </a:lnTo>
                  <a:lnTo>
                    <a:pt x="0" y="219011"/>
                  </a:lnTo>
                  <a:lnTo>
                    <a:pt x="4254" y="225933"/>
                  </a:lnTo>
                  <a:lnTo>
                    <a:pt x="9525" y="225933"/>
                  </a:lnTo>
                  <a:lnTo>
                    <a:pt x="254812" y="225933"/>
                  </a:lnTo>
                  <a:lnTo>
                    <a:pt x="335318" y="405968"/>
                  </a:lnTo>
                  <a:lnTo>
                    <a:pt x="94132" y="406133"/>
                  </a:lnTo>
                  <a:lnTo>
                    <a:pt x="89877" y="413067"/>
                  </a:lnTo>
                  <a:lnTo>
                    <a:pt x="89877" y="430161"/>
                  </a:lnTo>
                  <a:lnTo>
                    <a:pt x="94132" y="437083"/>
                  </a:lnTo>
                  <a:lnTo>
                    <a:pt x="99402" y="437083"/>
                  </a:lnTo>
                  <a:lnTo>
                    <a:pt x="349148" y="436918"/>
                  </a:lnTo>
                  <a:lnTo>
                    <a:pt x="432231" y="622706"/>
                  </a:lnTo>
                  <a:lnTo>
                    <a:pt x="435127" y="624916"/>
                  </a:lnTo>
                  <a:lnTo>
                    <a:pt x="438086" y="624916"/>
                  </a:lnTo>
                  <a:lnTo>
                    <a:pt x="440029" y="624916"/>
                  </a:lnTo>
                  <a:lnTo>
                    <a:pt x="441972" y="623951"/>
                  </a:lnTo>
                  <a:lnTo>
                    <a:pt x="447929" y="616940"/>
                  </a:lnTo>
                  <a:lnTo>
                    <a:pt x="448868" y="607263"/>
                  </a:lnTo>
                  <a:lnTo>
                    <a:pt x="372681" y="436892"/>
                  </a:lnTo>
                  <a:lnTo>
                    <a:pt x="587387" y="436740"/>
                  </a:lnTo>
                  <a:lnTo>
                    <a:pt x="669696" y="622681"/>
                  </a:lnTo>
                  <a:lnTo>
                    <a:pt x="672604" y="624916"/>
                  </a:lnTo>
                  <a:lnTo>
                    <a:pt x="675563" y="624916"/>
                  </a:lnTo>
                  <a:lnTo>
                    <a:pt x="677494" y="624916"/>
                  </a:lnTo>
                  <a:lnTo>
                    <a:pt x="679437" y="623963"/>
                  </a:lnTo>
                  <a:lnTo>
                    <a:pt x="685393" y="617016"/>
                  </a:lnTo>
                  <a:lnTo>
                    <a:pt x="686371" y="607352"/>
                  </a:lnTo>
                  <a:lnTo>
                    <a:pt x="610844" y="436727"/>
                  </a:lnTo>
                  <a:lnTo>
                    <a:pt x="808913" y="436575"/>
                  </a:lnTo>
                  <a:lnTo>
                    <a:pt x="891717" y="622693"/>
                  </a:lnTo>
                  <a:lnTo>
                    <a:pt x="894626" y="624916"/>
                  </a:lnTo>
                  <a:lnTo>
                    <a:pt x="897585" y="624916"/>
                  </a:lnTo>
                  <a:lnTo>
                    <a:pt x="899515" y="624916"/>
                  </a:lnTo>
                  <a:lnTo>
                    <a:pt x="901471" y="623963"/>
                  </a:lnTo>
                  <a:lnTo>
                    <a:pt x="907415" y="616978"/>
                  </a:lnTo>
                  <a:lnTo>
                    <a:pt x="908367" y="607301"/>
                  </a:lnTo>
                  <a:lnTo>
                    <a:pt x="832408" y="436562"/>
                  </a:lnTo>
                  <a:lnTo>
                    <a:pt x="1030160" y="436410"/>
                  </a:lnTo>
                  <a:lnTo>
                    <a:pt x="1113129" y="622693"/>
                  </a:lnTo>
                  <a:lnTo>
                    <a:pt x="1116050" y="624916"/>
                  </a:lnTo>
                  <a:lnTo>
                    <a:pt x="1118997" y="624916"/>
                  </a:lnTo>
                  <a:lnTo>
                    <a:pt x="1120940" y="624916"/>
                  </a:lnTo>
                  <a:lnTo>
                    <a:pt x="1122883" y="623963"/>
                  </a:lnTo>
                  <a:lnTo>
                    <a:pt x="1128826" y="616966"/>
                  </a:lnTo>
                  <a:lnTo>
                    <a:pt x="1129779" y="607301"/>
                  </a:lnTo>
                  <a:lnTo>
                    <a:pt x="1053655" y="436397"/>
                  </a:lnTo>
                  <a:lnTo>
                    <a:pt x="1248778" y="436245"/>
                  </a:lnTo>
                  <a:lnTo>
                    <a:pt x="1331366" y="622681"/>
                  </a:lnTo>
                  <a:lnTo>
                    <a:pt x="1334287" y="624916"/>
                  </a:lnTo>
                  <a:lnTo>
                    <a:pt x="1337246" y="624916"/>
                  </a:lnTo>
                  <a:lnTo>
                    <a:pt x="1339176" y="624916"/>
                  </a:lnTo>
                  <a:lnTo>
                    <a:pt x="1341120" y="623963"/>
                  </a:lnTo>
                  <a:lnTo>
                    <a:pt x="1347063" y="617016"/>
                  </a:lnTo>
                  <a:lnTo>
                    <a:pt x="1348028" y="607352"/>
                  </a:lnTo>
                  <a:lnTo>
                    <a:pt x="1272222" y="436219"/>
                  </a:lnTo>
                  <a:lnTo>
                    <a:pt x="1490560" y="436054"/>
                  </a:lnTo>
                  <a:lnTo>
                    <a:pt x="1573225" y="622681"/>
                  </a:lnTo>
                  <a:lnTo>
                    <a:pt x="1576146" y="624916"/>
                  </a:lnTo>
                  <a:lnTo>
                    <a:pt x="1579092" y="624916"/>
                  </a:lnTo>
                  <a:lnTo>
                    <a:pt x="1581023" y="624916"/>
                  </a:lnTo>
                  <a:lnTo>
                    <a:pt x="1582966" y="623963"/>
                  </a:lnTo>
                  <a:lnTo>
                    <a:pt x="1588909" y="617016"/>
                  </a:lnTo>
                  <a:lnTo>
                    <a:pt x="1589874" y="607352"/>
                  </a:lnTo>
                  <a:lnTo>
                    <a:pt x="1514005" y="436029"/>
                  </a:lnTo>
                  <a:lnTo>
                    <a:pt x="1712125" y="435876"/>
                  </a:lnTo>
                  <a:lnTo>
                    <a:pt x="1716379" y="428929"/>
                  </a:lnTo>
                  <a:lnTo>
                    <a:pt x="1716379" y="411848"/>
                  </a:lnTo>
                  <a:close/>
                </a:path>
              </a:pathLst>
            </a:custGeom>
            <a:solidFill>
              <a:srgbClr val="A8DA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932720" y="9909394"/>
              <a:ext cx="1650364" cy="44450"/>
            </a:xfrm>
            <a:custGeom>
              <a:avLst/>
              <a:gdLst/>
              <a:ahLst/>
              <a:cxnLst/>
              <a:rect l="l" t="t" r="r" b="b"/>
              <a:pathLst>
                <a:path w="1650365" h="44450">
                  <a:moveTo>
                    <a:pt x="1649928" y="0"/>
                  </a:moveTo>
                  <a:lnTo>
                    <a:pt x="0" y="0"/>
                  </a:lnTo>
                  <a:lnTo>
                    <a:pt x="0" y="44365"/>
                  </a:lnTo>
                  <a:lnTo>
                    <a:pt x="1649928" y="44365"/>
                  </a:lnTo>
                  <a:lnTo>
                    <a:pt x="1649928" y="0"/>
                  </a:lnTo>
                  <a:close/>
                </a:path>
              </a:pathLst>
            </a:custGeom>
            <a:solidFill>
              <a:srgbClr val="165F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727669" y="10004491"/>
              <a:ext cx="1615440" cy="49530"/>
            </a:xfrm>
            <a:custGeom>
              <a:avLst/>
              <a:gdLst/>
              <a:ahLst/>
              <a:cxnLst/>
              <a:rect l="l" t="t" r="r" b="b"/>
              <a:pathLst>
                <a:path w="1615440" h="49529">
                  <a:moveTo>
                    <a:pt x="1615175" y="0"/>
                  </a:moveTo>
                  <a:lnTo>
                    <a:pt x="0" y="0"/>
                  </a:lnTo>
                  <a:lnTo>
                    <a:pt x="0" y="48951"/>
                  </a:lnTo>
                  <a:lnTo>
                    <a:pt x="1615175" y="48951"/>
                  </a:lnTo>
                  <a:lnTo>
                    <a:pt x="1615175" y="0"/>
                  </a:lnTo>
                  <a:close/>
                </a:path>
              </a:pathLst>
            </a:custGeom>
            <a:solidFill>
              <a:srgbClr val="0B435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 descr=""/>
          <p:cNvGrpSpPr/>
          <p:nvPr/>
        </p:nvGrpSpPr>
        <p:grpSpPr>
          <a:xfrm>
            <a:off x="6509040" y="1009042"/>
            <a:ext cx="1853564" cy="3885565"/>
            <a:chOff x="6509040" y="1009042"/>
            <a:chExt cx="1853564" cy="3885565"/>
          </a:xfrm>
        </p:grpSpPr>
        <p:sp>
          <p:nvSpPr>
            <p:cNvPr id="87" name="object 87" descr=""/>
            <p:cNvSpPr/>
            <p:nvPr/>
          </p:nvSpPr>
          <p:spPr>
            <a:xfrm>
              <a:off x="7158913" y="2111464"/>
              <a:ext cx="72390" cy="2783205"/>
            </a:xfrm>
            <a:custGeom>
              <a:avLst/>
              <a:gdLst/>
              <a:ahLst/>
              <a:cxnLst/>
              <a:rect l="l" t="t" r="r" b="b"/>
              <a:pathLst>
                <a:path w="72390" h="2783204">
                  <a:moveTo>
                    <a:pt x="72207" y="0"/>
                  </a:moveTo>
                  <a:lnTo>
                    <a:pt x="0" y="0"/>
                  </a:lnTo>
                  <a:lnTo>
                    <a:pt x="0" y="2782711"/>
                  </a:lnTo>
                  <a:lnTo>
                    <a:pt x="72207" y="2782711"/>
                  </a:lnTo>
                  <a:lnTo>
                    <a:pt x="72207" y="0"/>
                  </a:lnTo>
                  <a:close/>
                </a:path>
              </a:pathLst>
            </a:custGeom>
            <a:solidFill>
              <a:srgbClr val="519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509029" y="1009046"/>
              <a:ext cx="1853564" cy="2057400"/>
            </a:xfrm>
            <a:custGeom>
              <a:avLst/>
              <a:gdLst/>
              <a:ahLst/>
              <a:cxnLst/>
              <a:rect l="l" t="t" r="r" b="b"/>
              <a:pathLst>
                <a:path w="1853565" h="2057400">
                  <a:moveTo>
                    <a:pt x="682612" y="1104214"/>
                  </a:moveTo>
                  <a:lnTo>
                    <a:pt x="671766" y="1022769"/>
                  </a:lnTo>
                  <a:lnTo>
                    <a:pt x="658761" y="943762"/>
                  </a:lnTo>
                  <a:lnTo>
                    <a:pt x="643813" y="867295"/>
                  </a:lnTo>
                  <a:lnTo>
                    <a:pt x="627151" y="793457"/>
                  </a:lnTo>
                  <a:lnTo>
                    <a:pt x="608990" y="722325"/>
                  </a:lnTo>
                  <a:lnTo>
                    <a:pt x="589584" y="653999"/>
                  </a:lnTo>
                  <a:lnTo>
                    <a:pt x="569137" y="588543"/>
                  </a:lnTo>
                  <a:lnTo>
                    <a:pt x="547890" y="526059"/>
                  </a:lnTo>
                  <a:lnTo>
                    <a:pt x="526072" y="466623"/>
                  </a:lnTo>
                  <a:lnTo>
                    <a:pt x="503897" y="410337"/>
                  </a:lnTo>
                  <a:lnTo>
                    <a:pt x="481609" y="357263"/>
                  </a:lnTo>
                  <a:lnTo>
                    <a:pt x="459422" y="307517"/>
                  </a:lnTo>
                  <a:lnTo>
                    <a:pt x="437565" y="261150"/>
                  </a:lnTo>
                  <a:lnTo>
                    <a:pt x="416280" y="218274"/>
                  </a:lnTo>
                  <a:lnTo>
                    <a:pt x="395770" y="178968"/>
                  </a:lnTo>
                  <a:lnTo>
                    <a:pt x="376288" y="143319"/>
                  </a:lnTo>
                  <a:lnTo>
                    <a:pt x="341274" y="83324"/>
                  </a:lnTo>
                  <a:lnTo>
                    <a:pt x="313067" y="38989"/>
                  </a:lnTo>
                  <a:lnTo>
                    <a:pt x="287464" y="3314"/>
                  </a:lnTo>
                  <a:lnTo>
                    <a:pt x="284314" y="0"/>
                  </a:lnTo>
                  <a:lnTo>
                    <a:pt x="283540" y="3162"/>
                  </a:lnTo>
                  <a:lnTo>
                    <a:pt x="291731" y="59220"/>
                  </a:lnTo>
                  <a:lnTo>
                    <a:pt x="305562" y="129336"/>
                  </a:lnTo>
                  <a:lnTo>
                    <a:pt x="314896" y="172415"/>
                  </a:lnTo>
                  <a:lnTo>
                    <a:pt x="325780" y="220014"/>
                  </a:lnTo>
                  <a:lnTo>
                    <a:pt x="338188" y="271538"/>
                  </a:lnTo>
                  <a:lnTo>
                    <a:pt x="352082" y="326390"/>
                  </a:lnTo>
                  <a:lnTo>
                    <a:pt x="367423" y="383959"/>
                  </a:lnTo>
                  <a:lnTo>
                    <a:pt x="384175" y="443649"/>
                  </a:lnTo>
                  <a:lnTo>
                    <a:pt x="402310" y="504825"/>
                  </a:lnTo>
                  <a:lnTo>
                    <a:pt x="421792" y="566915"/>
                  </a:lnTo>
                  <a:lnTo>
                    <a:pt x="442582" y="629297"/>
                  </a:lnTo>
                  <a:lnTo>
                    <a:pt x="464642" y="691375"/>
                  </a:lnTo>
                  <a:lnTo>
                    <a:pt x="487934" y="752538"/>
                  </a:lnTo>
                  <a:lnTo>
                    <a:pt x="512432" y="812177"/>
                  </a:lnTo>
                  <a:lnTo>
                    <a:pt x="538086" y="869696"/>
                  </a:lnTo>
                  <a:lnTo>
                    <a:pt x="564883" y="924483"/>
                  </a:lnTo>
                  <a:lnTo>
                    <a:pt x="592759" y="975931"/>
                  </a:lnTo>
                  <a:lnTo>
                    <a:pt x="621703" y="1023442"/>
                  </a:lnTo>
                  <a:lnTo>
                    <a:pt x="651662" y="1066406"/>
                  </a:lnTo>
                  <a:lnTo>
                    <a:pt x="682612" y="1104214"/>
                  </a:lnTo>
                  <a:close/>
                </a:path>
                <a:path w="1853565" h="2057400">
                  <a:moveTo>
                    <a:pt x="694004" y="1110449"/>
                  </a:moveTo>
                  <a:lnTo>
                    <a:pt x="632460" y="1164907"/>
                  </a:lnTo>
                  <a:lnTo>
                    <a:pt x="574167" y="1219784"/>
                  </a:lnTo>
                  <a:lnTo>
                    <a:pt x="519061" y="1274864"/>
                  </a:lnTo>
                  <a:lnTo>
                    <a:pt x="467093" y="1329905"/>
                  </a:lnTo>
                  <a:lnTo>
                    <a:pt x="418198" y="1384655"/>
                  </a:lnTo>
                  <a:lnTo>
                    <a:pt x="372325" y="1438897"/>
                  </a:lnTo>
                  <a:lnTo>
                    <a:pt x="329425" y="1492389"/>
                  </a:lnTo>
                  <a:lnTo>
                    <a:pt x="289433" y="1544891"/>
                  </a:lnTo>
                  <a:lnTo>
                    <a:pt x="252298" y="1596174"/>
                  </a:lnTo>
                  <a:lnTo>
                    <a:pt x="217957" y="1645983"/>
                  </a:lnTo>
                  <a:lnTo>
                    <a:pt x="186359" y="1694091"/>
                  </a:lnTo>
                  <a:lnTo>
                    <a:pt x="157454" y="1740268"/>
                  </a:lnTo>
                  <a:lnTo>
                    <a:pt x="131178" y="1784273"/>
                  </a:lnTo>
                  <a:lnTo>
                    <a:pt x="107492" y="1825866"/>
                  </a:lnTo>
                  <a:lnTo>
                    <a:pt x="86309" y="1864817"/>
                  </a:lnTo>
                  <a:lnTo>
                    <a:pt x="67602" y="1900885"/>
                  </a:lnTo>
                  <a:lnTo>
                    <a:pt x="37363" y="1963420"/>
                  </a:lnTo>
                  <a:lnTo>
                    <a:pt x="16306" y="2011578"/>
                  </a:lnTo>
                  <a:lnTo>
                    <a:pt x="990" y="2052713"/>
                  </a:lnTo>
                  <a:lnTo>
                    <a:pt x="0" y="2057184"/>
                  </a:lnTo>
                  <a:lnTo>
                    <a:pt x="3060" y="2056053"/>
                  </a:lnTo>
                  <a:lnTo>
                    <a:pt x="45008" y="2017979"/>
                  </a:lnTo>
                  <a:lnTo>
                    <a:pt x="95465" y="1967369"/>
                  </a:lnTo>
                  <a:lnTo>
                    <a:pt x="125996" y="1935594"/>
                  </a:lnTo>
                  <a:lnTo>
                    <a:pt x="159423" y="1899996"/>
                  </a:lnTo>
                  <a:lnTo>
                    <a:pt x="195262" y="1860943"/>
                  </a:lnTo>
                  <a:lnTo>
                    <a:pt x="233019" y="1818805"/>
                  </a:lnTo>
                  <a:lnTo>
                    <a:pt x="272237" y="1773948"/>
                  </a:lnTo>
                  <a:lnTo>
                    <a:pt x="312407" y="1726730"/>
                  </a:lnTo>
                  <a:lnTo>
                    <a:pt x="353060" y="1677543"/>
                  </a:lnTo>
                  <a:lnTo>
                    <a:pt x="393700" y="1626730"/>
                  </a:lnTo>
                  <a:lnTo>
                    <a:pt x="433870" y="1574660"/>
                  </a:lnTo>
                  <a:lnTo>
                    <a:pt x="473075" y="1521714"/>
                  </a:lnTo>
                  <a:lnTo>
                    <a:pt x="510819" y="1468259"/>
                  </a:lnTo>
                  <a:lnTo>
                    <a:pt x="546646" y="1414640"/>
                  </a:lnTo>
                  <a:lnTo>
                    <a:pt x="580047" y="1361249"/>
                  </a:lnTo>
                  <a:lnTo>
                    <a:pt x="610565" y="1308455"/>
                  </a:lnTo>
                  <a:lnTo>
                    <a:pt x="637692" y="1256601"/>
                  </a:lnTo>
                  <a:lnTo>
                    <a:pt x="660971" y="1206080"/>
                  </a:lnTo>
                  <a:lnTo>
                    <a:pt x="679894" y="1157236"/>
                  </a:lnTo>
                  <a:lnTo>
                    <a:pt x="694004" y="1110449"/>
                  </a:lnTo>
                  <a:close/>
                </a:path>
                <a:path w="1853565" h="2057400">
                  <a:moveTo>
                    <a:pt x="1853209" y="1288427"/>
                  </a:moveTo>
                  <a:lnTo>
                    <a:pt x="1797939" y="1265897"/>
                  </a:lnTo>
                  <a:lnTo>
                    <a:pt x="1730019" y="1243647"/>
                  </a:lnTo>
                  <a:lnTo>
                    <a:pt x="1687893" y="1230693"/>
                  </a:lnTo>
                  <a:lnTo>
                    <a:pt x="1641055" y="1216888"/>
                  </a:lnTo>
                  <a:lnTo>
                    <a:pt x="1590040" y="1202486"/>
                  </a:lnTo>
                  <a:lnTo>
                    <a:pt x="1535417" y="1187742"/>
                  </a:lnTo>
                  <a:lnTo>
                    <a:pt x="1477708" y="1172946"/>
                  </a:lnTo>
                  <a:lnTo>
                    <a:pt x="1417459" y="1158341"/>
                  </a:lnTo>
                  <a:lnTo>
                    <a:pt x="1355229" y="1144206"/>
                  </a:lnTo>
                  <a:lnTo>
                    <a:pt x="1291551" y="1130808"/>
                  </a:lnTo>
                  <a:lnTo>
                    <a:pt x="1226972" y="1118400"/>
                  </a:lnTo>
                  <a:lnTo>
                    <a:pt x="1162050" y="1107249"/>
                  </a:lnTo>
                  <a:lnTo>
                    <a:pt x="1097305" y="1097622"/>
                  </a:lnTo>
                  <a:lnTo>
                    <a:pt x="1033310" y="1089787"/>
                  </a:lnTo>
                  <a:lnTo>
                    <a:pt x="970597" y="1084008"/>
                  </a:lnTo>
                  <a:lnTo>
                    <a:pt x="909713" y="1080554"/>
                  </a:lnTo>
                  <a:lnTo>
                    <a:pt x="851192" y="1079677"/>
                  </a:lnTo>
                  <a:lnTo>
                    <a:pt x="795604" y="1081659"/>
                  </a:lnTo>
                  <a:lnTo>
                    <a:pt x="743470" y="1086751"/>
                  </a:lnTo>
                  <a:lnTo>
                    <a:pt x="695350" y="1095235"/>
                  </a:lnTo>
                  <a:lnTo>
                    <a:pt x="771677" y="1125651"/>
                  </a:lnTo>
                  <a:lnTo>
                    <a:pt x="846937" y="1152982"/>
                  </a:lnTo>
                  <a:lnTo>
                    <a:pt x="920940" y="1177366"/>
                  </a:lnTo>
                  <a:lnTo>
                    <a:pt x="993482" y="1198981"/>
                  </a:lnTo>
                  <a:lnTo>
                    <a:pt x="1064399" y="1217968"/>
                  </a:lnTo>
                  <a:lnTo>
                    <a:pt x="1133487" y="1234490"/>
                  </a:lnTo>
                  <a:lnTo>
                    <a:pt x="1200569" y="1248702"/>
                  </a:lnTo>
                  <a:lnTo>
                    <a:pt x="1265453" y="1260767"/>
                  </a:lnTo>
                  <a:lnTo>
                    <a:pt x="1327962" y="1270825"/>
                  </a:lnTo>
                  <a:lnTo>
                    <a:pt x="1387906" y="1279042"/>
                  </a:lnTo>
                  <a:lnTo>
                    <a:pt x="1445082" y="1285582"/>
                  </a:lnTo>
                  <a:lnTo>
                    <a:pt x="1499336" y="1290586"/>
                  </a:lnTo>
                  <a:lnTo>
                    <a:pt x="1550454" y="1294231"/>
                  </a:lnTo>
                  <a:lnTo>
                    <a:pt x="1598269" y="1296644"/>
                  </a:lnTo>
                  <a:lnTo>
                    <a:pt x="1642579" y="1298003"/>
                  </a:lnTo>
                  <a:lnTo>
                    <a:pt x="1683207" y="1298473"/>
                  </a:lnTo>
                  <a:lnTo>
                    <a:pt x="1719961" y="1298181"/>
                  </a:lnTo>
                  <a:lnTo>
                    <a:pt x="1781111" y="1295996"/>
                  </a:lnTo>
                  <a:lnTo>
                    <a:pt x="1824545" y="1292707"/>
                  </a:lnTo>
                  <a:lnTo>
                    <a:pt x="1853209" y="1288427"/>
                  </a:lnTo>
                  <a:close/>
                </a:path>
              </a:pathLst>
            </a:custGeom>
            <a:solidFill>
              <a:srgbClr val="5EB5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14783" y="2023219"/>
              <a:ext cx="160466" cy="160455"/>
            </a:xfrm>
            <a:prstGeom prst="rect">
              <a:avLst/>
            </a:prstGeom>
          </p:spPr>
        </p:pic>
      </p:grpSp>
      <p:grpSp>
        <p:nvGrpSpPr>
          <p:cNvPr id="90" name="object 90" descr=""/>
          <p:cNvGrpSpPr/>
          <p:nvPr/>
        </p:nvGrpSpPr>
        <p:grpSpPr>
          <a:xfrm>
            <a:off x="7912644" y="2394863"/>
            <a:ext cx="1258570" cy="2499360"/>
            <a:chOff x="7912644" y="2394863"/>
            <a:chExt cx="1258570" cy="2499360"/>
          </a:xfrm>
        </p:grpSpPr>
        <p:sp>
          <p:nvSpPr>
            <p:cNvPr id="91" name="object 91" descr=""/>
            <p:cNvSpPr/>
            <p:nvPr/>
          </p:nvSpPr>
          <p:spPr>
            <a:xfrm>
              <a:off x="8677306" y="3030410"/>
              <a:ext cx="48895" cy="1864360"/>
            </a:xfrm>
            <a:custGeom>
              <a:avLst/>
              <a:gdLst/>
              <a:ahLst/>
              <a:cxnLst/>
              <a:rect l="l" t="t" r="r" b="b"/>
              <a:pathLst>
                <a:path w="48895" h="1864360">
                  <a:moveTo>
                    <a:pt x="48365" y="0"/>
                  </a:moveTo>
                  <a:lnTo>
                    <a:pt x="0" y="0"/>
                  </a:lnTo>
                  <a:lnTo>
                    <a:pt x="0" y="1863765"/>
                  </a:lnTo>
                  <a:lnTo>
                    <a:pt x="48365" y="1863765"/>
                  </a:lnTo>
                  <a:lnTo>
                    <a:pt x="48365" y="0"/>
                  </a:lnTo>
                  <a:close/>
                </a:path>
              </a:pathLst>
            </a:custGeom>
            <a:solidFill>
              <a:srgbClr val="417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7912633" y="2394870"/>
              <a:ext cx="1258570" cy="1351915"/>
            </a:xfrm>
            <a:custGeom>
              <a:avLst/>
              <a:gdLst/>
              <a:ahLst/>
              <a:cxnLst/>
              <a:rect l="l" t="t" r="r" b="b"/>
              <a:pathLst>
                <a:path w="1258570" h="1351914">
                  <a:moveTo>
                    <a:pt x="785025" y="635914"/>
                  </a:moveTo>
                  <a:lnTo>
                    <a:pt x="705789" y="614730"/>
                  </a:lnTo>
                  <a:lnTo>
                    <a:pt x="628802" y="597865"/>
                  </a:lnTo>
                  <a:lnTo>
                    <a:pt x="554443" y="584911"/>
                  </a:lnTo>
                  <a:lnTo>
                    <a:pt x="483095" y="575500"/>
                  </a:lnTo>
                  <a:lnTo>
                    <a:pt x="415150" y="569201"/>
                  </a:lnTo>
                  <a:lnTo>
                    <a:pt x="350964" y="565645"/>
                  </a:lnTo>
                  <a:lnTo>
                    <a:pt x="290918" y="564413"/>
                  </a:lnTo>
                  <a:lnTo>
                    <a:pt x="235419" y="565111"/>
                  </a:lnTo>
                  <a:lnTo>
                    <a:pt x="184823" y="567347"/>
                  </a:lnTo>
                  <a:lnTo>
                    <a:pt x="139509" y="570725"/>
                  </a:lnTo>
                  <a:lnTo>
                    <a:pt x="99872" y="574840"/>
                  </a:lnTo>
                  <a:lnTo>
                    <a:pt x="39128" y="583717"/>
                  </a:lnTo>
                  <a:lnTo>
                    <a:pt x="0" y="592632"/>
                  </a:lnTo>
                  <a:lnTo>
                    <a:pt x="4711" y="594982"/>
                  </a:lnTo>
                  <a:lnTo>
                    <a:pt x="48666" y="605802"/>
                  </a:lnTo>
                  <a:lnTo>
                    <a:pt x="130035" y="621728"/>
                  </a:lnTo>
                  <a:lnTo>
                    <a:pt x="181521" y="630453"/>
                  </a:lnTo>
                  <a:lnTo>
                    <a:pt x="238506" y="639064"/>
                  </a:lnTo>
                  <a:lnTo>
                    <a:pt x="299669" y="647115"/>
                  </a:lnTo>
                  <a:lnTo>
                    <a:pt x="363740" y="654138"/>
                  </a:lnTo>
                  <a:lnTo>
                    <a:pt x="429425" y="659676"/>
                  </a:lnTo>
                  <a:lnTo>
                    <a:pt x="495414" y="663270"/>
                  </a:lnTo>
                  <a:lnTo>
                    <a:pt x="560451" y="664451"/>
                  </a:lnTo>
                  <a:lnTo>
                    <a:pt x="623214" y="662762"/>
                  </a:lnTo>
                  <a:lnTo>
                    <a:pt x="682421" y="657758"/>
                  </a:lnTo>
                  <a:lnTo>
                    <a:pt x="736790" y="648957"/>
                  </a:lnTo>
                  <a:lnTo>
                    <a:pt x="785025" y="635914"/>
                  </a:lnTo>
                  <a:close/>
                </a:path>
                <a:path w="1258570" h="1351914">
                  <a:moveTo>
                    <a:pt x="1109002" y="1351483"/>
                  </a:moveTo>
                  <a:lnTo>
                    <a:pt x="1098854" y="1302105"/>
                  </a:lnTo>
                  <a:lnTo>
                    <a:pt x="1076413" y="1222286"/>
                  </a:lnTo>
                  <a:lnTo>
                    <a:pt x="1061008" y="1172387"/>
                  </a:lnTo>
                  <a:lnTo>
                    <a:pt x="1043038" y="1117638"/>
                  </a:lnTo>
                  <a:lnTo>
                    <a:pt x="1022667" y="1059408"/>
                  </a:lnTo>
                  <a:lnTo>
                    <a:pt x="1000086" y="999032"/>
                  </a:lnTo>
                  <a:lnTo>
                    <a:pt x="975448" y="937907"/>
                  </a:lnTo>
                  <a:lnTo>
                    <a:pt x="948918" y="877354"/>
                  </a:lnTo>
                  <a:lnTo>
                    <a:pt x="920686" y="818769"/>
                  </a:lnTo>
                  <a:lnTo>
                    <a:pt x="890917" y="763485"/>
                  </a:lnTo>
                  <a:lnTo>
                    <a:pt x="859777" y="712876"/>
                  </a:lnTo>
                  <a:lnTo>
                    <a:pt x="827430" y="668299"/>
                  </a:lnTo>
                  <a:lnTo>
                    <a:pt x="794054" y="631113"/>
                  </a:lnTo>
                  <a:lnTo>
                    <a:pt x="810831" y="711403"/>
                  </a:lnTo>
                  <a:lnTo>
                    <a:pt x="830453" y="787730"/>
                  </a:lnTo>
                  <a:lnTo>
                    <a:pt x="852385" y="859955"/>
                  </a:lnTo>
                  <a:lnTo>
                    <a:pt x="876109" y="927887"/>
                  </a:lnTo>
                  <a:lnTo>
                    <a:pt x="901103" y="991400"/>
                  </a:lnTo>
                  <a:lnTo>
                    <a:pt x="926833" y="1050302"/>
                  </a:lnTo>
                  <a:lnTo>
                    <a:pt x="952766" y="1104468"/>
                  </a:lnTo>
                  <a:lnTo>
                    <a:pt x="978395" y="1153706"/>
                  </a:lnTo>
                  <a:lnTo>
                    <a:pt x="1003185" y="1197864"/>
                  </a:lnTo>
                  <a:lnTo>
                    <a:pt x="1026604" y="1236802"/>
                  </a:lnTo>
                  <a:lnTo>
                    <a:pt x="1048143" y="1270330"/>
                  </a:lnTo>
                  <a:lnTo>
                    <a:pt x="1083424" y="1320571"/>
                  </a:lnTo>
                  <a:lnTo>
                    <a:pt x="1109002" y="1351483"/>
                  </a:lnTo>
                  <a:close/>
                </a:path>
                <a:path w="1258570" h="1351914">
                  <a:moveTo>
                    <a:pt x="1258379" y="0"/>
                  </a:moveTo>
                  <a:lnTo>
                    <a:pt x="1220292" y="33020"/>
                  </a:lnTo>
                  <a:lnTo>
                    <a:pt x="1161669" y="91655"/>
                  </a:lnTo>
                  <a:lnTo>
                    <a:pt x="1125689" y="129514"/>
                  </a:lnTo>
                  <a:lnTo>
                    <a:pt x="1086739" y="171983"/>
                  </a:lnTo>
                  <a:lnTo>
                    <a:pt x="1045933" y="218249"/>
                  </a:lnTo>
                  <a:lnTo>
                    <a:pt x="1004341" y="267500"/>
                  </a:lnTo>
                  <a:lnTo>
                    <a:pt x="963091" y="318909"/>
                  </a:lnTo>
                  <a:lnTo>
                    <a:pt x="923290" y="371665"/>
                  </a:lnTo>
                  <a:lnTo>
                    <a:pt x="886015" y="424967"/>
                  </a:lnTo>
                  <a:lnTo>
                    <a:pt x="852385" y="477989"/>
                  </a:lnTo>
                  <a:lnTo>
                    <a:pt x="823493" y="529920"/>
                  </a:lnTo>
                  <a:lnTo>
                    <a:pt x="800455" y="579945"/>
                  </a:lnTo>
                  <a:lnTo>
                    <a:pt x="784364" y="627253"/>
                  </a:lnTo>
                  <a:lnTo>
                    <a:pt x="846162" y="573316"/>
                  </a:lnTo>
                  <a:lnTo>
                    <a:pt x="903122" y="518845"/>
                  </a:lnTo>
                  <a:lnTo>
                    <a:pt x="955357" y="464375"/>
                  </a:lnTo>
                  <a:lnTo>
                    <a:pt x="1002995" y="410425"/>
                  </a:lnTo>
                  <a:lnTo>
                    <a:pt x="1046137" y="357543"/>
                  </a:lnTo>
                  <a:lnTo>
                    <a:pt x="1084910" y="306273"/>
                  </a:lnTo>
                  <a:lnTo>
                    <a:pt x="1119441" y="257149"/>
                  </a:lnTo>
                  <a:lnTo>
                    <a:pt x="1149832" y="210693"/>
                  </a:lnTo>
                  <a:lnTo>
                    <a:pt x="1176210" y="167462"/>
                  </a:lnTo>
                  <a:lnTo>
                    <a:pt x="1198689" y="127977"/>
                  </a:lnTo>
                  <a:lnTo>
                    <a:pt x="1217396" y="92786"/>
                  </a:lnTo>
                  <a:lnTo>
                    <a:pt x="1243939" y="37426"/>
                  </a:lnTo>
                  <a:lnTo>
                    <a:pt x="1258379" y="0"/>
                  </a:lnTo>
                  <a:close/>
                </a:path>
              </a:pathLst>
            </a:custGeom>
            <a:solidFill>
              <a:srgbClr val="519C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50836" y="2967508"/>
              <a:ext cx="105803" cy="105807"/>
            </a:xfrm>
            <a:prstGeom prst="rect">
              <a:avLst/>
            </a:prstGeom>
          </p:spPr>
        </p:pic>
      </p:grpSp>
      <p:grpSp>
        <p:nvGrpSpPr>
          <p:cNvPr id="94" name="object 94" descr=""/>
          <p:cNvGrpSpPr/>
          <p:nvPr/>
        </p:nvGrpSpPr>
        <p:grpSpPr>
          <a:xfrm>
            <a:off x="4915099" y="5349747"/>
            <a:ext cx="1007110" cy="2552700"/>
            <a:chOff x="4915099" y="5349747"/>
            <a:chExt cx="1007110" cy="2552700"/>
          </a:xfrm>
        </p:grpSpPr>
        <p:sp>
          <p:nvSpPr>
            <p:cNvPr id="95" name="object 95" descr=""/>
            <p:cNvSpPr/>
            <p:nvPr/>
          </p:nvSpPr>
          <p:spPr>
            <a:xfrm>
              <a:off x="5381842" y="5601713"/>
              <a:ext cx="224154" cy="2279015"/>
            </a:xfrm>
            <a:custGeom>
              <a:avLst/>
              <a:gdLst/>
              <a:ahLst/>
              <a:cxnLst/>
              <a:rect l="l" t="t" r="r" b="b"/>
              <a:pathLst>
                <a:path w="224154" h="2279015">
                  <a:moveTo>
                    <a:pt x="119221" y="0"/>
                  </a:moveTo>
                  <a:lnTo>
                    <a:pt x="62406" y="5465"/>
                  </a:lnTo>
                  <a:lnTo>
                    <a:pt x="0" y="2278768"/>
                  </a:lnTo>
                  <a:lnTo>
                    <a:pt x="224118" y="2267910"/>
                  </a:lnTo>
                  <a:lnTo>
                    <a:pt x="119221" y="0"/>
                  </a:lnTo>
                  <a:close/>
                </a:path>
              </a:pathLst>
            </a:custGeom>
            <a:solidFill>
              <a:srgbClr val="E8E8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5330683" y="5607179"/>
              <a:ext cx="224790" cy="2273300"/>
            </a:xfrm>
            <a:custGeom>
              <a:avLst/>
              <a:gdLst/>
              <a:ahLst/>
              <a:cxnLst/>
              <a:rect l="l" t="t" r="r" b="b"/>
              <a:pathLst>
                <a:path w="224789" h="2273300">
                  <a:moveTo>
                    <a:pt x="130624" y="0"/>
                  </a:moveTo>
                  <a:lnTo>
                    <a:pt x="62479" y="0"/>
                  </a:lnTo>
                  <a:lnTo>
                    <a:pt x="0" y="2273302"/>
                  </a:lnTo>
                  <a:lnTo>
                    <a:pt x="224328" y="2262444"/>
                  </a:lnTo>
                  <a:lnTo>
                    <a:pt x="130624" y="0"/>
                  </a:lnTo>
                  <a:close/>
                </a:path>
              </a:pathLst>
            </a:custGeom>
            <a:solidFill>
              <a:srgbClr val="D1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5330683" y="5601713"/>
              <a:ext cx="80010" cy="2279015"/>
            </a:xfrm>
            <a:custGeom>
              <a:avLst/>
              <a:gdLst/>
              <a:ahLst/>
              <a:cxnLst/>
              <a:rect l="l" t="t" r="r" b="b"/>
              <a:pathLst>
                <a:path w="80010" h="2279015">
                  <a:moveTo>
                    <a:pt x="79442" y="0"/>
                  </a:moveTo>
                  <a:lnTo>
                    <a:pt x="62479" y="5465"/>
                  </a:lnTo>
                  <a:lnTo>
                    <a:pt x="0" y="2278768"/>
                  </a:lnTo>
                  <a:lnTo>
                    <a:pt x="73777" y="2273292"/>
                  </a:lnTo>
                  <a:lnTo>
                    <a:pt x="79442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427135" y="5607179"/>
              <a:ext cx="128270" cy="2268220"/>
            </a:xfrm>
            <a:custGeom>
              <a:avLst/>
              <a:gdLst/>
              <a:ahLst/>
              <a:cxnLst/>
              <a:rect l="l" t="t" r="r" b="b"/>
              <a:pathLst>
                <a:path w="128270" h="2268220">
                  <a:moveTo>
                    <a:pt x="34176" y="0"/>
                  </a:moveTo>
                  <a:lnTo>
                    <a:pt x="0" y="0"/>
                  </a:lnTo>
                  <a:lnTo>
                    <a:pt x="48438" y="2267826"/>
                  </a:lnTo>
                  <a:lnTo>
                    <a:pt x="127880" y="2262444"/>
                  </a:lnTo>
                  <a:lnTo>
                    <a:pt x="3417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5120064" y="7864179"/>
              <a:ext cx="497205" cy="38100"/>
            </a:xfrm>
            <a:custGeom>
              <a:avLst/>
              <a:gdLst/>
              <a:ahLst/>
              <a:cxnLst/>
              <a:rect l="l" t="t" r="r" b="b"/>
              <a:pathLst>
                <a:path w="497204" h="38100">
                  <a:moveTo>
                    <a:pt x="496780" y="0"/>
                  </a:moveTo>
                  <a:lnTo>
                    <a:pt x="0" y="0"/>
                  </a:lnTo>
                  <a:lnTo>
                    <a:pt x="0" y="37904"/>
                  </a:lnTo>
                  <a:lnTo>
                    <a:pt x="496780" y="37904"/>
                  </a:lnTo>
                  <a:lnTo>
                    <a:pt x="496780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5606059" y="7864179"/>
              <a:ext cx="259715" cy="38100"/>
            </a:xfrm>
            <a:custGeom>
              <a:avLst/>
              <a:gdLst/>
              <a:ahLst/>
              <a:cxnLst/>
              <a:rect l="l" t="t" r="r" b="b"/>
              <a:pathLst>
                <a:path w="259714" h="38100">
                  <a:moveTo>
                    <a:pt x="259154" y="0"/>
                  </a:moveTo>
                  <a:lnTo>
                    <a:pt x="0" y="0"/>
                  </a:lnTo>
                  <a:lnTo>
                    <a:pt x="0" y="37904"/>
                  </a:lnTo>
                  <a:lnTo>
                    <a:pt x="259154" y="37904"/>
                  </a:lnTo>
                  <a:lnTo>
                    <a:pt x="259154" y="0"/>
                  </a:lnTo>
                  <a:close/>
                </a:path>
              </a:pathLst>
            </a:custGeom>
            <a:solidFill>
              <a:srgbClr val="C5C5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4967575" y="6073342"/>
              <a:ext cx="882015" cy="379730"/>
            </a:xfrm>
            <a:custGeom>
              <a:avLst/>
              <a:gdLst/>
              <a:ahLst/>
              <a:cxnLst/>
              <a:rect l="l" t="t" r="r" b="b"/>
              <a:pathLst>
                <a:path w="882014" h="379729">
                  <a:moveTo>
                    <a:pt x="194706" y="0"/>
                  </a:moveTo>
                  <a:lnTo>
                    <a:pt x="0" y="379255"/>
                  </a:lnTo>
                  <a:lnTo>
                    <a:pt x="711653" y="379255"/>
                  </a:lnTo>
                  <a:lnTo>
                    <a:pt x="881501" y="1266"/>
                  </a:lnTo>
                  <a:lnTo>
                    <a:pt x="194706" y="0"/>
                  </a:lnTo>
                  <a:close/>
                </a:path>
              </a:pathLst>
            </a:custGeom>
            <a:solidFill>
              <a:srgbClr val="ABDA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4915099" y="6073342"/>
              <a:ext cx="882015" cy="379730"/>
            </a:xfrm>
            <a:custGeom>
              <a:avLst/>
              <a:gdLst/>
              <a:ahLst/>
              <a:cxnLst/>
              <a:rect l="l" t="t" r="r" b="b"/>
              <a:pathLst>
                <a:path w="882014" h="379729">
                  <a:moveTo>
                    <a:pt x="194685" y="0"/>
                  </a:moveTo>
                  <a:lnTo>
                    <a:pt x="0" y="379255"/>
                  </a:lnTo>
                  <a:lnTo>
                    <a:pt x="711653" y="379255"/>
                  </a:lnTo>
                  <a:lnTo>
                    <a:pt x="881501" y="1266"/>
                  </a:lnTo>
                  <a:lnTo>
                    <a:pt x="194685" y="0"/>
                  </a:lnTo>
                  <a:close/>
                </a:path>
              </a:pathLst>
            </a:custGeom>
            <a:solidFill>
              <a:srgbClr val="539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4927355" y="6081037"/>
              <a:ext cx="854710" cy="361950"/>
            </a:xfrm>
            <a:custGeom>
              <a:avLst/>
              <a:gdLst/>
              <a:ahLst/>
              <a:cxnLst/>
              <a:rect l="l" t="t" r="r" b="b"/>
              <a:pathLst>
                <a:path w="854710" h="361950">
                  <a:moveTo>
                    <a:pt x="188622" y="0"/>
                  </a:moveTo>
                  <a:lnTo>
                    <a:pt x="0" y="361434"/>
                  </a:lnTo>
                  <a:lnTo>
                    <a:pt x="689685" y="361434"/>
                  </a:lnTo>
                  <a:lnTo>
                    <a:pt x="854350" y="1225"/>
                  </a:lnTo>
                  <a:lnTo>
                    <a:pt x="188622" y="0"/>
                  </a:lnTo>
                  <a:close/>
                </a:path>
              </a:pathLst>
            </a:custGeom>
            <a:solidFill>
              <a:srgbClr val="1C80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4943565" y="6092337"/>
              <a:ext cx="826135" cy="337820"/>
            </a:xfrm>
            <a:custGeom>
              <a:avLst/>
              <a:gdLst/>
              <a:ahLst/>
              <a:cxnLst/>
              <a:rect l="l" t="t" r="r" b="b"/>
              <a:pathLst>
                <a:path w="826135" h="337820">
                  <a:moveTo>
                    <a:pt x="176675" y="0"/>
                  </a:moveTo>
                  <a:lnTo>
                    <a:pt x="0" y="337445"/>
                  </a:lnTo>
                  <a:lnTo>
                    <a:pt x="668367" y="337445"/>
                  </a:lnTo>
                  <a:lnTo>
                    <a:pt x="825922" y="2586"/>
                  </a:lnTo>
                  <a:lnTo>
                    <a:pt x="176675" y="0"/>
                  </a:lnTo>
                  <a:close/>
                </a:path>
              </a:pathLst>
            </a:custGeom>
            <a:solidFill>
              <a:srgbClr val="5AD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4942193" y="6092719"/>
              <a:ext cx="393700" cy="337820"/>
            </a:xfrm>
            <a:custGeom>
              <a:avLst/>
              <a:gdLst/>
              <a:ahLst/>
              <a:cxnLst/>
              <a:rect l="l" t="t" r="r" b="b"/>
              <a:pathLst>
                <a:path w="393700" h="337820">
                  <a:moveTo>
                    <a:pt x="176779" y="0"/>
                  </a:moveTo>
                  <a:lnTo>
                    <a:pt x="0" y="337350"/>
                  </a:lnTo>
                  <a:lnTo>
                    <a:pt x="216988" y="337350"/>
                  </a:lnTo>
                  <a:lnTo>
                    <a:pt x="393255" y="806"/>
                  </a:lnTo>
                  <a:lnTo>
                    <a:pt x="176779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4978362" y="6082975"/>
              <a:ext cx="758190" cy="358775"/>
            </a:xfrm>
            <a:custGeom>
              <a:avLst/>
              <a:gdLst/>
              <a:ahLst/>
              <a:cxnLst/>
              <a:rect l="l" t="t" r="r" b="b"/>
              <a:pathLst>
                <a:path w="758189" h="358775">
                  <a:moveTo>
                    <a:pt x="758164" y="82359"/>
                  </a:moveTo>
                  <a:lnTo>
                    <a:pt x="683425" y="80632"/>
                  </a:lnTo>
                  <a:lnTo>
                    <a:pt x="720432" y="3581"/>
                  </a:lnTo>
                  <a:lnTo>
                    <a:pt x="712952" y="0"/>
                  </a:lnTo>
                  <a:lnTo>
                    <a:pt x="674331" y="80416"/>
                  </a:lnTo>
                  <a:lnTo>
                    <a:pt x="666508" y="80238"/>
                  </a:lnTo>
                  <a:lnTo>
                    <a:pt x="666508" y="96710"/>
                  </a:lnTo>
                  <a:lnTo>
                    <a:pt x="623201" y="186880"/>
                  </a:lnTo>
                  <a:lnTo>
                    <a:pt x="615353" y="186702"/>
                  </a:lnTo>
                  <a:lnTo>
                    <a:pt x="615353" y="203225"/>
                  </a:lnTo>
                  <a:lnTo>
                    <a:pt x="582993" y="270598"/>
                  </a:lnTo>
                  <a:lnTo>
                    <a:pt x="524535" y="269278"/>
                  </a:lnTo>
                  <a:lnTo>
                    <a:pt x="556920" y="201891"/>
                  </a:lnTo>
                  <a:lnTo>
                    <a:pt x="615353" y="203225"/>
                  </a:lnTo>
                  <a:lnTo>
                    <a:pt x="615353" y="186702"/>
                  </a:lnTo>
                  <a:lnTo>
                    <a:pt x="564769" y="185547"/>
                  </a:lnTo>
                  <a:lnTo>
                    <a:pt x="608114" y="95364"/>
                  </a:lnTo>
                  <a:lnTo>
                    <a:pt x="666508" y="96710"/>
                  </a:lnTo>
                  <a:lnTo>
                    <a:pt x="666508" y="80238"/>
                  </a:lnTo>
                  <a:lnTo>
                    <a:pt x="615950" y="79057"/>
                  </a:lnTo>
                  <a:lnTo>
                    <a:pt x="652221" y="3581"/>
                  </a:lnTo>
                  <a:lnTo>
                    <a:pt x="644766" y="0"/>
                  </a:lnTo>
                  <a:lnTo>
                    <a:pt x="606869" y="78841"/>
                  </a:lnTo>
                  <a:lnTo>
                    <a:pt x="599033" y="78663"/>
                  </a:lnTo>
                  <a:lnTo>
                    <a:pt x="599033" y="95148"/>
                  </a:lnTo>
                  <a:lnTo>
                    <a:pt x="555688" y="185343"/>
                  </a:lnTo>
                  <a:lnTo>
                    <a:pt x="547839" y="185166"/>
                  </a:lnTo>
                  <a:lnTo>
                    <a:pt x="547839" y="201676"/>
                  </a:lnTo>
                  <a:lnTo>
                    <a:pt x="515454" y="269062"/>
                  </a:lnTo>
                  <a:lnTo>
                    <a:pt x="446633" y="267500"/>
                  </a:lnTo>
                  <a:lnTo>
                    <a:pt x="479018" y="200101"/>
                  </a:lnTo>
                  <a:lnTo>
                    <a:pt x="547839" y="201676"/>
                  </a:lnTo>
                  <a:lnTo>
                    <a:pt x="547839" y="185166"/>
                  </a:lnTo>
                  <a:lnTo>
                    <a:pt x="486867" y="183769"/>
                  </a:lnTo>
                  <a:lnTo>
                    <a:pt x="530212" y="93548"/>
                  </a:lnTo>
                  <a:lnTo>
                    <a:pt x="599033" y="95148"/>
                  </a:lnTo>
                  <a:lnTo>
                    <a:pt x="599033" y="78663"/>
                  </a:lnTo>
                  <a:lnTo>
                    <a:pt x="538048" y="77241"/>
                  </a:lnTo>
                  <a:lnTo>
                    <a:pt x="573443" y="3581"/>
                  </a:lnTo>
                  <a:lnTo>
                    <a:pt x="566039" y="0"/>
                  </a:lnTo>
                  <a:lnTo>
                    <a:pt x="529018" y="77038"/>
                  </a:lnTo>
                  <a:lnTo>
                    <a:pt x="521182" y="76860"/>
                  </a:lnTo>
                  <a:lnTo>
                    <a:pt x="521182" y="93345"/>
                  </a:lnTo>
                  <a:lnTo>
                    <a:pt x="477837" y="183565"/>
                  </a:lnTo>
                  <a:lnTo>
                    <a:pt x="469988" y="183388"/>
                  </a:lnTo>
                  <a:lnTo>
                    <a:pt x="469988" y="199898"/>
                  </a:lnTo>
                  <a:lnTo>
                    <a:pt x="437603" y="267296"/>
                  </a:lnTo>
                  <a:lnTo>
                    <a:pt x="379133" y="265976"/>
                  </a:lnTo>
                  <a:lnTo>
                    <a:pt x="411530" y="198551"/>
                  </a:lnTo>
                  <a:lnTo>
                    <a:pt x="469988" y="199898"/>
                  </a:lnTo>
                  <a:lnTo>
                    <a:pt x="469988" y="183388"/>
                  </a:lnTo>
                  <a:lnTo>
                    <a:pt x="419366" y="182219"/>
                  </a:lnTo>
                  <a:lnTo>
                    <a:pt x="462737" y="91986"/>
                  </a:lnTo>
                  <a:lnTo>
                    <a:pt x="521182" y="93345"/>
                  </a:lnTo>
                  <a:lnTo>
                    <a:pt x="521182" y="76860"/>
                  </a:lnTo>
                  <a:lnTo>
                    <a:pt x="470585" y="75679"/>
                  </a:lnTo>
                  <a:lnTo>
                    <a:pt x="505231" y="3581"/>
                  </a:lnTo>
                  <a:lnTo>
                    <a:pt x="497763" y="0"/>
                  </a:lnTo>
                  <a:lnTo>
                    <a:pt x="461505" y="75463"/>
                  </a:lnTo>
                  <a:lnTo>
                    <a:pt x="453669" y="75285"/>
                  </a:lnTo>
                  <a:lnTo>
                    <a:pt x="453669" y="91782"/>
                  </a:lnTo>
                  <a:lnTo>
                    <a:pt x="410324" y="182016"/>
                  </a:lnTo>
                  <a:lnTo>
                    <a:pt x="402475" y="181838"/>
                  </a:lnTo>
                  <a:lnTo>
                    <a:pt x="402475" y="198348"/>
                  </a:lnTo>
                  <a:lnTo>
                    <a:pt x="370090" y="265760"/>
                  </a:lnTo>
                  <a:lnTo>
                    <a:pt x="301256" y="264198"/>
                  </a:lnTo>
                  <a:lnTo>
                    <a:pt x="333654" y="196773"/>
                  </a:lnTo>
                  <a:lnTo>
                    <a:pt x="402475" y="198348"/>
                  </a:lnTo>
                  <a:lnTo>
                    <a:pt x="402475" y="181838"/>
                  </a:lnTo>
                  <a:lnTo>
                    <a:pt x="341490" y="180441"/>
                  </a:lnTo>
                  <a:lnTo>
                    <a:pt x="384860" y="90182"/>
                  </a:lnTo>
                  <a:lnTo>
                    <a:pt x="453669" y="91782"/>
                  </a:lnTo>
                  <a:lnTo>
                    <a:pt x="453669" y="75285"/>
                  </a:lnTo>
                  <a:lnTo>
                    <a:pt x="392696" y="73863"/>
                  </a:lnTo>
                  <a:lnTo>
                    <a:pt x="426466" y="3581"/>
                  </a:lnTo>
                  <a:lnTo>
                    <a:pt x="419036" y="0"/>
                  </a:lnTo>
                  <a:lnTo>
                    <a:pt x="383654" y="73660"/>
                  </a:lnTo>
                  <a:lnTo>
                    <a:pt x="375818" y="73482"/>
                  </a:lnTo>
                  <a:lnTo>
                    <a:pt x="375818" y="89979"/>
                  </a:lnTo>
                  <a:lnTo>
                    <a:pt x="332460" y="180238"/>
                  </a:lnTo>
                  <a:lnTo>
                    <a:pt x="324624" y="180060"/>
                  </a:lnTo>
                  <a:lnTo>
                    <a:pt x="324624" y="196557"/>
                  </a:lnTo>
                  <a:lnTo>
                    <a:pt x="292227" y="263994"/>
                  </a:lnTo>
                  <a:lnTo>
                    <a:pt x="233768" y="262674"/>
                  </a:lnTo>
                  <a:lnTo>
                    <a:pt x="266166" y="195224"/>
                  </a:lnTo>
                  <a:lnTo>
                    <a:pt x="324624" y="196557"/>
                  </a:lnTo>
                  <a:lnTo>
                    <a:pt x="324624" y="180060"/>
                  </a:lnTo>
                  <a:lnTo>
                    <a:pt x="274002" y="178904"/>
                  </a:lnTo>
                  <a:lnTo>
                    <a:pt x="317373" y="88620"/>
                  </a:lnTo>
                  <a:lnTo>
                    <a:pt x="375818" y="89979"/>
                  </a:lnTo>
                  <a:lnTo>
                    <a:pt x="375818" y="73482"/>
                  </a:lnTo>
                  <a:lnTo>
                    <a:pt x="325221" y="72288"/>
                  </a:lnTo>
                  <a:lnTo>
                    <a:pt x="358228" y="3581"/>
                  </a:lnTo>
                  <a:lnTo>
                    <a:pt x="350774" y="0"/>
                  </a:lnTo>
                  <a:lnTo>
                    <a:pt x="316141" y="72085"/>
                  </a:lnTo>
                  <a:lnTo>
                    <a:pt x="308305" y="71907"/>
                  </a:lnTo>
                  <a:lnTo>
                    <a:pt x="308305" y="88417"/>
                  </a:lnTo>
                  <a:lnTo>
                    <a:pt x="264934" y="178701"/>
                  </a:lnTo>
                  <a:lnTo>
                    <a:pt x="257098" y="178523"/>
                  </a:lnTo>
                  <a:lnTo>
                    <a:pt x="257098" y="195008"/>
                  </a:lnTo>
                  <a:lnTo>
                    <a:pt x="224701" y="262470"/>
                  </a:lnTo>
                  <a:lnTo>
                    <a:pt x="155829" y="260896"/>
                  </a:lnTo>
                  <a:lnTo>
                    <a:pt x="188239" y="193433"/>
                  </a:lnTo>
                  <a:lnTo>
                    <a:pt x="257098" y="195008"/>
                  </a:lnTo>
                  <a:lnTo>
                    <a:pt x="257098" y="178523"/>
                  </a:lnTo>
                  <a:lnTo>
                    <a:pt x="196075" y="177126"/>
                  </a:lnTo>
                  <a:lnTo>
                    <a:pt x="239458" y="86817"/>
                  </a:lnTo>
                  <a:lnTo>
                    <a:pt x="308305" y="88417"/>
                  </a:lnTo>
                  <a:lnTo>
                    <a:pt x="308305" y="71907"/>
                  </a:lnTo>
                  <a:lnTo>
                    <a:pt x="247307" y="70485"/>
                  </a:lnTo>
                  <a:lnTo>
                    <a:pt x="279438" y="3581"/>
                  </a:lnTo>
                  <a:lnTo>
                    <a:pt x="272034" y="0"/>
                  </a:lnTo>
                  <a:lnTo>
                    <a:pt x="238277" y="70269"/>
                  </a:lnTo>
                  <a:lnTo>
                    <a:pt x="230441" y="70091"/>
                  </a:lnTo>
                  <a:lnTo>
                    <a:pt x="230441" y="86614"/>
                  </a:lnTo>
                  <a:lnTo>
                    <a:pt x="187071" y="176923"/>
                  </a:lnTo>
                  <a:lnTo>
                    <a:pt x="179235" y="176745"/>
                  </a:lnTo>
                  <a:lnTo>
                    <a:pt x="179235" y="193230"/>
                  </a:lnTo>
                  <a:lnTo>
                    <a:pt x="146824" y="260692"/>
                  </a:lnTo>
                  <a:lnTo>
                    <a:pt x="88366" y="259372"/>
                  </a:lnTo>
                  <a:lnTo>
                    <a:pt x="120777" y="191884"/>
                  </a:lnTo>
                  <a:lnTo>
                    <a:pt x="179235" y="193230"/>
                  </a:lnTo>
                  <a:lnTo>
                    <a:pt x="179235" y="176745"/>
                  </a:lnTo>
                  <a:lnTo>
                    <a:pt x="128612" y="175577"/>
                  </a:lnTo>
                  <a:lnTo>
                    <a:pt x="172008" y="85255"/>
                  </a:lnTo>
                  <a:lnTo>
                    <a:pt x="230441" y="86614"/>
                  </a:lnTo>
                  <a:lnTo>
                    <a:pt x="230441" y="70091"/>
                  </a:lnTo>
                  <a:lnTo>
                    <a:pt x="179857" y="68910"/>
                  </a:lnTo>
                  <a:lnTo>
                    <a:pt x="211239" y="3581"/>
                  </a:lnTo>
                  <a:lnTo>
                    <a:pt x="203847" y="0"/>
                  </a:lnTo>
                  <a:lnTo>
                    <a:pt x="170827" y="68707"/>
                  </a:lnTo>
                  <a:lnTo>
                    <a:pt x="101384" y="67081"/>
                  </a:lnTo>
                  <a:lnTo>
                    <a:pt x="100990" y="83604"/>
                  </a:lnTo>
                  <a:lnTo>
                    <a:pt x="162979" y="85051"/>
                  </a:lnTo>
                  <a:lnTo>
                    <a:pt x="119583" y="175374"/>
                  </a:lnTo>
                  <a:lnTo>
                    <a:pt x="45796" y="173685"/>
                  </a:lnTo>
                  <a:lnTo>
                    <a:pt x="45491" y="190157"/>
                  </a:lnTo>
                  <a:lnTo>
                    <a:pt x="111747" y="191681"/>
                  </a:lnTo>
                  <a:lnTo>
                    <a:pt x="79324" y="259168"/>
                  </a:lnTo>
                  <a:lnTo>
                    <a:pt x="330" y="257365"/>
                  </a:lnTo>
                  <a:lnTo>
                    <a:pt x="0" y="273850"/>
                  </a:lnTo>
                  <a:lnTo>
                    <a:pt x="71475" y="275488"/>
                  </a:lnTo>
                  <a:lnTo>
                    <a:pt x="33197" y="355168"/>
                  </a:lnTo>
                  <a:lnTo>
                    <a:pt x="40652" y="358711"/>
                  </a:lnTo>
                  <a:lnTo>
                    <a:pt x="80518" y="275691"/>
                  </a:lnTo>
                  <a:lnTo>
                    <a:pt x="138988" y="277025"/>
                  </a:lnTo>
                  <a:lnTo>
                    <a:pt x="101460" y="355168"/>
                  </a:lnTo>
                  <a:lnTo>
                    <a:pt x="108864" y="358711"/>
                  </a:lnTo>
                  <a:lnTo>
                    <a:pt x="147993" y="277228"/>
                  </a:lnTo>
                  <a:lnTo>
                    <a:pt x="216852" y="278790"/>
                  </a:lnTo>
                  <a:lnTo>
                    <a:pt x="180174" y="355168"/>
                  </a:lnTo>
                  <a:lnTo>
                    <a:pt x="187629" y="358711"/>
                  </a:lnTo>
                  <a:lnTo>
                    <a:pt x="225920" y="278993"/>
                  </a:lnTo>
                  <a:lnTo>
                    <a:pt x="284378" y="280327"/>
                  </a:lnTo>
                  <a:lnTo>
                    <a:pt x="248437" y="355168"/>
                  </a:lnTo>
                  <a:lnTo>
                    <a:pt x="255854" y="358711"/>
                  </a:lnTo>
                  <a:lnTo>
                    <a:pt x="293408" y="280530"/>
                  </a:lnTo>
                  <a:lnTo>
                    <a:pt x="362242" y="282105"/>
                  </a:lnTo>
                  <a:lnTo>
                    <a:pt x="327152" y="355168"/>
                  </a:lnTo>
                  <a:lnTo>
                    <a:pt x="334568" y="358711"/>
                  </a:lnTo>
                  <a:lnTo>
                    <a:pt x="371284" y="282308"/>
                  </a:lnTo>
                  <a:lnTo>
                    <a:pt x="429755" y="283641"/>
                  </a:lnTo>
                  <a:lnTo>
                    <a:pt x="395389" y="355168"/>
                  </a:lnTo>
                  <a:lnTo>
                    <a:pt x="402831" y="358711"/>
                  </a:lnTo>
                  <a:lnTo>
                    <a:pt x="438785" y="283845"/>
                  </a:lnTo>
                  <a:lnTo>
                    <a:pt x="507606" y="285407"/>
                  </a:lnTo>
                  <a:lnTo>
                    <a:pt x="474091" y="355168"/>
                  </a:lnTo>
                  <a:lnTo>
                    <a:pt x="481545" y="358711"/>
                  </a:lnTo>
                  <a:lnTo>
                    <a:pt x="516674" y="285610"/>
                  </a:lnTo>
                  <a:lnTo>
                    <a:pt x="575144" y="286943"/>
                  </a:lnTo>
                  <a:lnTo>
                    <a:pt x="542378" y="355168"/>
                  </a:lnTo>
                  <a:lnTo>
                    <a:pt x="549846" y="358711"/>
                  </a:lnTo>
                  <a:lnTo>
                    <a:pt x="584212" y="287159"/>
                  </a:lnTo>
                  <a:lnTo>
                    <a:pt x="670140" y="289102"/>
                  </a:lnTo>
                  <a:lnTo>
                    <a:pt x="670534" y="272580"/>
                  </a:lnTo>
                  <a:lnTo>
                    <a:pt x="592061" y="270802"/>
                  </a:lnTo>
                  <a:lnTo>
                    <a:pt x="624420" y="203441"/>
                  </a:lnTo>
                  <a:lnTo>
                    <a:pt x="709180" y="205371"/>
                  </a:lnTo>
                  <a:lnTo>
                    <a:pt x="709587" y="188849"/>
                  </a:lnTo>
                  <a:lnTo>
                    <a:pt x="632282" y="187083"/>
                  </a:lnTo>
                  <a:lnTo>
                    <a:pt x="675589" y="96926"/>
                  </a:lnTo>
                  <a:lnTo>
                    <a:pt x="757758" y="98818"/>
                  </a:lnTo>
                  <a:lnTo>
                    <a:pt x="758164" y="82359"/>
                  </a:lnTo>
                  <a:close/>
                </a:path>
              </a:pathLst>
            </a:custGeom>
            <a:solidFill>
              <a:srgbClr val="1C80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5063573" y="6080246"/>
              <a:ext cx="714375" cy="107950"/>
            </a:xfrm>
            <a:custGeom>
              <a:avLst/>
              <a:gdLst/>
              <a:ahLst/>
              <a:cxnLst/>
              <a:rect l="l" t="t" r="r" b="b"/>
              <a:pathLst>
                <a:path w="714375" h="107950">
                  <a:moveTo>
                    <a:pt x="56448" y="0"/>
                  </a:moveTo>
                  <a:lnTo>
                    <a:pt x="0" y="106593"/>
                  </a:lnTo>
                  <a:lnTo>
                    <a:pt x="663927" y="107797"/>
                  </a:lnTo>
                  <a:lnTo>
                    <a:pt x="713988" y="2565"/>
                  </a:lnTo>
                  <a:lnTo>
                    <a:pt x="5644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4950295" y="6087687"/>
              <a:ext cx="826135" cy="340995"/>
            </a:xfrm>
            <a:custGeom>
              <a:avLst/>
              <a:gdLst/>
              <a:ahLst/>
              <a:cxnLst/>
              <a:rect l="l" t="t" r="r" b="b"/>
              <a:pathLst>
                <a:path w="826135" h="340995">
                  <a:moveTo>
                    <a:pt x="825893" y="3200"/>
                  </a:moveTo>
                  <a:lnTo>
                    <a:pt x="718223" y="2844"/>
                  </a:lnTo>
                  <a:lnTo>
                    <a:pt x="719162" y="1930"/>
                  </a:lnTo>
                  <a:lnTo>
                    <a:pt x="660095" y="0"/>
                  </a:lnTo>
                  <a:lnTo>
                    <a:pt x="657225" y="2641"/>
                  </a:lnTo>
                  <a:lnTo>
                    <a:pt x="443496" y="1930"/>
                  </a:lnTo>
                  <a:lnTo>
                    <a:pt x="0" y="338061"/>
                  </a:lnTo>
                  <a:lnTo>
                    <a:pt x="237934" y="338061"/>
                  </a:lnTo>
                  <a:lnTo>
                    <a:pt x="509803" y="101066"/>
                  </a:lnTo>
                  <a:lnTo>
                    <a:pt x="525297" y="124231"/>
                  </a:lnTo>
                  <a:lnTo>
                    <a:pt x="292595" y="338683"/>
                  </a:lnTo>
                  <a:lnTo>
                    <a:pt x="372643" y="340588"/>
                  </a:lnTo>
                  <a:lnTo>
                    <a:pt x="552475" y="164846"/>
                  </a:lnTo>
                  <a:lnTo>
                    <a:pt x="668362" y="338061"/>
                  </a:lnTo>
                  <a:lnTo>
                    <a:pt x="825893" y="320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5040199" y="5349747"/>
              <a:ext cx="882015" cy="379730"/>
            </a:xfrm>
            <a:custGeom>
              <a:avLst/>
              <a:gdLst/>
              <a:ahLst/>
              <a:cxnLst/>
              <a:rect l="l" t="t" r="r" b="b"/>
              <a:pathLst>
                <a:path w="882014" h="379729">
                  <a:moveTo>
                    <a:pt x="194716" y="0"/>
                  </a:moveTo>
                  <a:lnTo>
                    <a:pt x="0" y="379244"/>
                  </a:lnTo>
                  <a:lnTo>
                    <a:pt x="711653" y="379244"/>
                  </a:lnTo>
                  <a:lnTo>
                    <a:pt x="881501" y="1256"/>
                  </a:lnTo>
                  <a:lnTo>
                    <a:pt x="194716" y="0"/>
                  </a:lnTo>
                  <a:close/>
                </a:path>
              </a:pathLst>
            </a:custGeom>
            <a:solidFill>
              <a:srgbClr val="ABDA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4987721" y="5349747"/>
              <a:ext cx="882015" cy="379730"/>
            </a:xfrm>
            <a:custGeom>
              <a:avLst/>
              <a:gdLst/>
              <a:ahLst/>
              <a:cxnLst/>
              <a:rect l="l" t="t" r="r" b="b"/>
              <a:pathLst>
                <a:path w="882014" h="379729">
                  <a:moveTo>
                    <a:pt x="194685" y="0"/>
                  </a:moveTo>
                  <a:lnTo>
                    <a:pt x="0" y="379244"/>
                  </a:lnTo>
                  <a:lnTo>
                    <a:pt x="711653" y="379244"/>
                  </a:lnTo>
                  <a:lnTo>
                    <a:pt x="881501" y="1256"/>
                  </a:lnTo>
                  <a:lnTo>
                    <a:pt x="194685" y="0"/>
                  </a:lnTo>
                  <a:close/>
                </a:path>
              </a:pathLst>
            </a:custGeom>
            <a:solidFill>
              <a:srgbClr val="539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4999978" y="5357431"/>
              <a:ext cx="854710" cy="361950"/>
            </a:xfrm>
            <a:custGeom>
              <a:avLst/>
              <a:gdLst/>
              <a:ahLst/>
              <a:cxnLst/>
              <a:rect l="l" t="t" r="r" b="b"/>
              <a:pathLst>
                <a:path w="854710" h="361950">
                  <a:moveTo>
                    <a:pt x="188643" y="0"/>
                  </a:moveTo>
                  <a:lnTo>
                    <a:pt x="0" y="361434"/>
                  </a:lnTo>
                  <a:lnTo>
                    <a:pt x="689685" y="361434"/>
                  </a:lnTo>
                  <a:lnTo>
                    <a:pt x="854371" y="1225"/>
                  </a:lnTo>
                  <a:lnTo>
                    <a:pt x="188643" y="0"/>
                  </a:lnTo>
                  <a:close/>
                </a:path>
              </a:pathLst>
            </a:custGeom>
            <a:solidFill>
              <a:srgbClr val="1C80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5016208" y="5368732"/>
              <a:ext cx="826135" cy="337820"/>
            </a:xfrm>
            <a:custGeom>
              <a:avLst/>
              <a:gdLst/>
              <a:ahLst/>
              <a:cxnLst/>
              <a:rect l="l" t="t" r="r" b="b"/>
              <a:pathLst>
                <a:path w="826135" h="337820">
                  <a:moveTo>
                    <a:pt x="176654" y="0"/>
                  </a:moveTo>
                  <a:lnTo>
                    <a:pt x="0" y="337424"/>
                  </a:lnTo>
                  <a:lnTo>
                    <a:pt x="668346" y="337424"/>
                  </a:lnTo>
                  <a:lnTo>
                    <a:pt x="825901" y="2565"/>
                  </a:lnTo>
                  <a:lnTo>
                    <a:pt x="176654" y="0"/>
                  </a:lnTo>
                  <a:close/>
                </a:path>
              </a:pathLst>
            </a:custGeom>
            <a:solidFill>
              <a:srgbClr val="5AD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5014815" y="5369113"/>
              <a:ext cx="393700" cy="337820"/>
            </a:xfrm>
            <a:custGeom>
              <a:avLst/>
              <a:gdLst/>
              <a:ahLst/>
              <a:cxnLst/>
              <a:rect l="l" t="t" r="r" b="b"/>
              <a:pathLst>
                <a:path w="393700" h="337820">
                  <a:moveTo>
                    <a:pt x="176779" y="0"/>
                  </a:moveTo>
                  <a:lnTo>
                    <a:pt x="0" y="337350"/>
                  </a:lnTo>
                  <a:lnTo>
                    <a:pt x="216988" y="337350"/>
                  </a:lnTo>
                  <a:lnTo>
                    <a:pt x="393255" y="806"/>
                  </a:lnTo>
                  <a:lnTo>
                    <a:pt x="176779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051006" y="5359367"/>
              <a:ext cx="758190" cy="358775"/>
            </a:xfrm>
            <a:custGeom>
              <a:avLst/>
              <a:gdLst/>
              <a:ahLst/>
              <a:cxnLst/>
              <a:rect l="l" t="t" r="r" b="b"/>
              <a:pathLst>
                <a:path w="758189" h="358775">
                  <a:moveTo>
                    <a:pt x="758151" y="82334"/>
                  </a:moveTo>
                  <a:lnTo>
                    <a:pt x="683399" y="80606"/>
                  </a:lnTo>
                  <a:lnTo>
                    <a:pt x="720407" y="3581"/>
                  </a:lnTo>
                  <a:lnTo>
                    <a:pt x="712952" y="0"/>
                  </a:lnTo>
                  <a:lnTo>
                    <a:pt x="674331" y="80391"/>
                  </a:lnTo>
                  <a:lnTo>
                    <a:pt x="666496" y="80213"/>
                  </a:lnTo>
                  <a:lnTo>
                    <a:pt x="666496" y="96710"/>
                  </a:lnTo>
                  <a:lnTo>
                    <a:pt x="623189" y="186880"/>
                  </a:lnTo>
                  <a:lnTo>
                    <a:pt x="615340" y="186702"/>
                  </a:lnTo>
                  <a:lnTo>
                    <a:pt x="615340" y="203225"/>
                  </a:lnTo>
                  <a:lnTo>
                    <a:pt x="582980" y="270598"/>
                  </a:lnTo>
                  <a:lnTo>
                    <a:pt x="524522" y="269278"/>
                  </a:lnTo>
                  <a:lnTo>
                    <a:pt x="556907" y="201891"/>
                  </a:lnTo>
                  <a:lnTo>
                    <a:pt x="615340" y="203225"/>
                  </a:lnTo>
                  <a:lnTo>
                    <a:pt x="615340" y="186702"/>
                  </a:lnTo>
                  <a:lnTo>
                    <a:pt x="564756" y="185547"/>
                  </a:lnTo>
                  <a:lnTo>
                    <a:pt x="608101" y="95364"/>
                  </a:lnTo>
                  <a:lnTo>
                    <a:pt x="666496" y="96710"/>
                  </a:lnTo>
                  <a:lnTo>
                    <a:pt x="666496" y="80213"/>
                  </a:lnTo>
                  <a:lnTo>
                    <a:pt x="615937" y="79032"/>
                  </a:lnTo>
                  <a:lnTo>
                    <a:pt x="652208" y="3581"/>
                  </a:lnTo>
                  <a:lnTo>
                    <a:pt x="644753" y="0"/>
                  </a:lnTo>
                  <a:lnTo>
                    <a:pt x="606869" y="78828"/>
                  </a:lnTo>
                  <a:lnTo>
                    <a:pt x="599033" y="78651"/>
                  </a:lnTo>
                  <a:lnTo>
                    <a:pt x="599033" y="95148"/>
                  </a:lnTo>
                  <a:lnTo>
                    <a:pt x="555688" y="185343"/>
                  </a:lnTo>
                  <a:lnTo>
                    <a:pt x="547839" y="185166"/>
                  </a:lnTo>
                  <a:lnTo>
                    <a:pt x="547839" y="201676"/>
                  </a:lnTo>
                  <a:lnTo>
                    <a:pt x="515454" y="269062"/>
                  </a:lnTo>
                  <a:lnTo>
                    <a:pt x="446620" y="267500"/>
                  </a:lnTo>
                  <a:lnTo>
                    <a:pt x="479005" y="200101"/>
                  </a:lnTo>
                  <a:lnTo>
                    <a:pt x="547839" y="201676"/>
                  </a:lnTo>
                  <a:lnTo>
                    <a:pt x="547839" y="185166"/>
                  </a:lnTo>
                  <a:lnTo>
                    <a:pt x="486854" y="183769"/>
                  </a:lnTo>
                  <a:lnTo>
                    <a:pt x="530199" y="93548"/>
                  </a:lnTo>
                  <a:lnTo>
                    <a:pt x="599033" y="95148"/>
                  </a:lnTo>
                  <a:lnTo>
                    <a:pt x="599033" y="78651"/>
                  </a:lnTo>
                  <a:lnTo>
                    <a:pt x="538048" y="77228"/>
                  </a:lnTo>
                  <a:lnTo>
                    <a:pt x="573430" y="3581"/>
                  </a:lnTo>
                  <a:lnTo>
                    <a:pt x="566026" y="0"/>
                  </a:lnTo>
                  <a:lnTo>
                    <a:pt x="529018" y="77025"/>
                  </a:lnTo>
                  <a:lnTo>
                    <a:pt x="521182" y="76847"/>
                  </a:lnTo>
                  <a:lnTo>
                    <a:pt x="521182" y="93345"/>
                  </a:lnTo>
                  <a:lnTo>
                    <a:pt x="477837" y="183565"/>
                  </a:lnTo>
                  <a:lnTo>
                    <a:pt x="469988" y="183388"/>
                  </a:lnTo>
                  <a:lnTo>
                    <a:pt x="469988" y="199898"/>
                  </a:lnTo>
                  <a:lnTo>
                    <a:pt x="437603" y="267296"/>
                  </a:lnTo>
                  <a:lnTo>
                    <a:pt x="379120" y="265976"/>
                  </a:lnTo>
                  <a:lnTo>
                    <a:pt x="411518" y="198551"/>
                  </a:lnTo>
                  <a:lnTo>
                    <a:pt x="469988" y="199898"/>
                  </a:lnTo>
                  <a:lnTo>
                    <a:pt x="469988" y="183388"/>
                  </a:lnTo>
                  <a:lnTo>
                    <a:pt x="419366" y="182232"/>
                  </a:lnTo>
                  <a:lnTo>
                    <a:pt x="462737" y="91986"/>
                  </a:lnTo>
                  <a:lnTo>
                    <a:pt x="521182" y="93345"/>
                  </a:lnTo>
                  <a:lnTo>
                    <a:pt x="521182" y="76847"/>
                  </a:lnTo>
                  <a:lnTo>
                    <a:pt x="470585" y="75666"/>
                  </a:lnTo>
                  <a:lnTo>
                    <a:pt x="505231" y="3581"/>
                  </a:lnTo>
                  <a:lnTo>
                    <a:pt x="497738" y="0"/>
                  </a:lnTo>
                  <a:lnTo>
                    <a:pt x="461492" y="75450"/>
                  </a:lnTo>
                  <a:lnTo>
                    <a:pt x="453644" y="75272"/>
                  </a:lnTo>
                  <a:lnTo>
                    <a:pt x="453644" y="91782"/>
                  </a:lnTo>
                  <a:lnTo>
                    <a:pt x="410298" y="182016"/>
                  </a:lnTo>
                  <a:lnTo>
                    <a:pt x="402463" y="181838"/>
                  </a:lnTo>
                  <a:lnTo>
                    <a:pt x="402463" y="198348"/>
                  </a:lnTo>
                  <a:lnTo>
                    <a:pt x="370078" y="265760"/>
                  </a:lnTo>
                  <a:lnTo>
                    <a:pt x="301218" y="264198"/>
                  </a:lnTo>
                  <a:lnTo>
                    <a:pt x="333616" y="196773"/>
                  </a:lnTo>
                  <a:lnTo>
                    <a:pt x="402463" y="198348"/>
                  </a:lnTo>
                  <a:lnTo>
                    <a:pt x="402463" y="181838"/>
                  </a:lnTo>
                  <a:lnTo>
                    <a:pt x="341452" y="180441"/>
                  </a:lnTo>
                  <a:lnTo>
                    <a:pt x="384822" y="90182"/>
                  </a:lnTo>
                  <a:lnTo>
                    <a:pt x="453644" y="91782"/>
                  </a:lnTo>
                  <a:lnTo>
                    <a:pt x="453644" y="75272"/>
                  </a:lnTo>
                  <a:lnTo>
                    <a:pt x="392671" y="73850"/>
                  </a:lnTo>
                  <a:lnTo>
                    <a:pt x="426440" y="3581"/>
                  </a:lnTo>
                  <a:lnTo>
                    <a:pt x="419011" y="0"/>
                  </a:lnTo>
                  <a:lnTo>
                    <a:pt x="383641" y="73647"/>
                  </a:lnTo>
                  <a:lnTo>
                    <a:pt x="375793" y="73469"/>
                  </a:lnTo>
                  <a:lnTo>
                    <a:pt x="375793" y="89979"/>
                  </a:lnTo>
                  <a:lnTo>
                    <a:pt x="332435" y="180238"/>
                  </a:lnTo>
                  <a:lnTo>
                    <a:pt x="324599" y="180060"/>
                  </a:lnTo>
                  <a:lnTo>
                    <a:pt x="324599" y="196557"/>
                  </a:lnTo>
                  <a:lnTo>
                    <a:pt x="292201" y="263994"/>
                  </a:lnTo>
                  <a:lnTo>
                    <a:pt x="233743" y="262674"/>
                  </a:lnTo>
                  <a:lnTo>
                    <a:pt x="266141" y="195224"/>
                  </a:lnTo>
                  <a:lnTo>
                    <a:pt x="324599" y="196557"/>
                  </a:lnTo>
                  <a:lnTo>
                    <a:pt x="324599" y="180060"/>
                  </a:lnTo>
                  <a:lnTo>
                    <a:pt x="273977" y="178904"/>
                  </a:lnTo>
                  <a:lnTo>
                    <a:pt x="317347" y="88620"/>
                  </a:lnTo>
                  <a:lnTo>
                    <a:pt x="375793" y="89979"/>
                  </a:lnTo>
                  <a:lnTo>
                    <a:pt x="375793" y="73469"/>
                  </a:lnTo>
                  <a:lnTo>
                    <a:pt x="325196" y="72288"/>
                  </a:lnTo>
                  <a:lnTo>
                    <a:pt x="358203" y="3581"/>
                  </a:lnTo>
                  <a:lnTo>
                    <a:pt x="350748" y="0"/>
                  </a:lnTo>
                  <a:lnTo>
                    <a:pt x="316128" y="72072"/>
                  </a:lnTo>
                  <a:lnTo>
                    <a:pt x="308279" y="71894"/>
                  </a:lnTo>
                  <a:lnTo>
                    <a:pt x="308279" y="88417"/>
                  </a:lnTo>
                  <a:lnTo>
                    <a:pt x="264909" y="178701"/>
                  </a:lnTo>
                  <a:lnTo>
                    <a:pt x="257073" y="178523"/>
                  </a:lnTo>
                  <a:lnTo>
                    <a:pt x="257073" y="195008"/>
                  </a:lnTo>
                  <a:lnTo>
                    <a:pt x="224675" y="262470"/>
                  </a:lnTo>
                  <a:lnTo>
                    <a:pt x="155816" y="260896"/>
                  </a:lnTo>
                  <a:lnTo>
                    <a:pt x="188226" y="193433"/>
                  </a:lnTo>
                  <a:lnTo>
                    <a:pt x="257073" y="195008"/>
                  </a:lnTo>
                  <a:lnTo>
                    <a:pt x="257073" y="178523"/>
                  </a:lnTo>
                  <a:lnTo>
                    <a:pt x="196062" y="177126"/>
                  </a:lnTo>
                  <a:lnTo>
                    <a:pt x="239445" y="86817"/>
                  </a:lnTo>
                  <a:lnTo>
                    <a:pt x="308279" y="88417"/>
                  </a:lnTo>
                  <a:lnTo>
                    <a:pt x="308279" y="71894"/>
                  </a:lnTo>
                  <a:lnTo>
                    <a:pt x="247294" y="70472"/>
                  </a:lnTo>
                  <a:lnTo>
                    <a:pt x="279438" y="3581"/>
                  </a:lnTo>
                  <a:lnTo>
                    <a:pt x="272021" y="0"/>
                  </a:lnTo>
                  <a:lnTo>
                    <a:pt x="238264" y="70269"/>
                  </a:lnTo>
                  <a:lnTo>
                    <a:pt x="230416" y="70091"/>
                  </a:lnTo>
                  <a:lnTo>
                    <a:pt x="230416" y="86614"/>
                  </a:lnTo>
                  <a:lnTo>
                    <a:pt x="187032" y="176923"/>
                  </a:lnTo>
                  <a:lnTo>
                    <a:pt x="179197" y="176745"/>
                  </a:lnTo>
                  <a:lnTo>
                    <a:pt x="179197" y="193230"/>
                  </a:lnTo>
                  <a:lnTo>
                    <a:pt x="146786" y="260692"/>
                  </a:lnTo>
                  <a:lnTo>
                    <a:pt x="88328" y="259372"/>
                  </a:lnTo>
                  <a:lnTo>
                    <a:pt x="120751" y="191884"/>
                  </a:lnTo>
                  <a:lnTo>
                    <a:pt x="179197" y="193230"/>
                  </a:lnTo>
                  <a:lnTo>
                    <a:pt x="179197" y="176745"/>
                  </a:lnTo>
                  <a:lnTo>
                    <a:pt x="128587" y="175577"/>
                  </a:lnTo>
                  <a:lnTo>
                    <a:pt x="171983" y="85255"/>
                  </a:lnTo>
                  <a:lnTo>
                    <a:pt x="230416" y="86614"/>
                  </a:lnTo>
                  <a:lnTo>
                    <a:pt x="230416" y="70091"/>
                  </a:lnTo>
                  <a:lnTo>
                    <a:pt x="179832" y="68910"/>
                  </a:lnTo>
                  <a:lnTo>
                    <a:pt x="211226" y="3581"/>
                  </a:lnTo>
                  <a:lnTo>
                    <a:pt x="203822" y="0"/>
                  </a:lnTo>
                  <a:lnTo>
                    <a:pt x="170815" y="68694"/>
                  </a:lnTo>
                  <a:lnTo>
                    <a:pt x="101384" y="67081"/>
                  </a:lnTo>
                  <a:lnTo>
                    <a:pt x="100977" y="83604"/>
                  </a:lnTo>
                  <a:lnTo>
                    <a:pt x="162953" y="85051"/>
                  </a:lnTo>
                  <a:lnTo>
                    <a:pt x="119557" y="175374"/>
                  </a:lnTo>
                  <a:lnTo>
                    <a:pt x="45783" y="173685"/>
                  </a:lnTo>
                  <a:lnTo>
                    <a:pt x="45466" y="190157"/>
                  </a:lnTo>
                  <a:lnTo>
                    <a:pt x="111721" y="191681"/>
                  </a:lnTo>
                  <a:lnTo>
                    <a:pt x="79298" y="259168"/>
                  </a:lnTo>
                  <a:lnTo>
                    <a:pt x="304" y="257365"/>
                  </a:lnTo>
                  <a:lnTo>
                    <a:pt x="0" y="273824"/>
                  </a:lnTo>
                  <a:lnTo>
                    <a:pt x="71462" y="275463"/>
                  </a:lnTo>
                  <a:lnTo>
                    <a:pt x="33172" y="355168"/>
                  </a:lnTo>
                  <a:lnTo>
                    <a:pt x="40627" y="358686"/>
                  </a:lnTo>
                  <a:lnTo>
                    <a:pt x="80505" y="275666"/>
                  </a:lnTo>
                  <a:lnTo>
                    <a:pt x="138963" y="276999"/>
                  </a:lnTo>
                  <a:lnTo>
                    <a:pt x="101422" y="355168"/>
                  </a:lnTo>
                  <a:lnTo>
                    <a:pt x="108851" y="358686"/>
                  </a:lnTo>
                  <a:lnTo>
                    <a:pt x="147980" y="277202"/>
                  </a:lnTo>
                  <a:lnTo>
                    <a:pt x="216839" y="278777"/>
                  </a:lnTo>
                  <a:lnTo>
                    <a:pt x="180149" y="355168"/>
                  </a:lnTo>
                  <a:lnTo>
                    <a:pt x="187629" y="358686"/>
                  </a:lnTo>
                  <a:lnTo>
                    <a:pt x="225907" y="278980"/>
                  </a:lnTo>
                  <a:lnTo>
                    <a:pt x="284365" y="280314"/>
                  </a:lnTo>
                  <a:lnTo>
                    <a:pt x="248424" y="355168"/>
                  </a:lnTo>
                  <a:lnTo>
                    <a:pt x="255828" y="358686"/>
                  </a:lnTo>
                  <a:lnTo>
                    <a:pt x="293382" y="280517"/>
                  </a:lnTo>
                  <a:lnTo>
                    <a:pt x="362242" y="282092"/>
                  </a:lnTo>
                  <a:lnTo>
                    <a:pt x="327139" y="355168"/>
                  </a:lnTo>
                  <a:lnTo>
                    <a:pt x="334568" y="358686"/>
                  </a:lnTo>
                  <a:lnTo>
                    <a:pt x="371271" y="282295"/>
                  </a:lnTo>
                  <a:lnTo>
                    <a:pt x="429755" y="283629"/>
                  </a:lnTo>
                  <a:lnTo>
                    <a:pt x="395389" y="355168"/>
                  </a:lnTo>
                  <a:lnTo>
                    <a:pt x="402818" y="358686"/>
                  </a:lnTo>
                  <a:lnTo>
                    <a:pt x="438772" y="283832"/>
                  </a:lnTo>
                  <a:lnTo>
                    <a:pt x="507606" y="285407"/>
                  </a:lnTo>
                  <a:lnTo>
                    <a:pt x="474091" y="355168"/>
                  </a:lnTo>
                  <a:lnTo>
                    <a:pt x="481545" y="358686"/>
                  </a:lnTo>
                  <a:lnTo>
                    <a:pt x="516661" y="285610"/>
                  </a:lnTo>
                  <a:lnTo>
                    <a:pt x="575132" y="286943"/>
                  </a:lnTo>
                  <a:lnTo>
                    <a:pt x="542366" y="355168"/>
                  </a:lnTo>
                  <a:lnTo>
                    <a:pt x="549821" y="358686"/>
                  </a:lnTo>
                  <a:lnTo>
                    <a:pt x="584187" y="287147"/>
                  </a:lnTo>
                  <a:lnTo>
                    <a:pt x="670115" y="289102"/>
                  </a:lnTo>
                  <a:lnTo>
                    <a:pt x="670509" y="272580"/>
                  </a:lnTo>
                  <a:lnTo>
                    <a:pt x="592035" y="270802"/>
                  </a:lnTo>
                  <a:lnTo>
                    <a:pt x="624395" y="203441"/>
                  </a:lnTo>
                  <a:lnTo>
                    <a:pt x="709155" y="205371"/>
                  </a:lnTo>
                  <a:lnTo>
                    <a:pt x="709561" y="188849"/>
                  </a:lnTo>
                  <a:lnTo>
                    <a:pt x="632244" y="187083"/>
                  </a:lnTo>
                  <a:lnTo>
                    <a:pt x="675563" y="96926"/>
                  </a:lnTo>
                  <a:lnTo>
                    <a:pt x="757758" y="98818"/>
                  </a:lnTo>
                  <a:lnTo>
                    <a:pt x="758151" y="82334"/>
                  </a:lnTo>
                  <a:close/>
                </a:path>
              </a:pathLst>
            </a:custGeom>
            <a:solidFill>
              <a:srgbClr val="1C80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5136195" y="5356643"/>
              <a:ext cx="714375" cy="107950"/>
            </a:xfrm>
            <a:custGeom>
              <a:avLst/>
              <a:gdLst/>
              <a:ahLst/>
              <a:cxnLst/>
              <a:rect l="l" t="t" r="r" b="b"/>
              <a:pathLst>
                <a:path w="714375" h="107950">
                  <a:moveTo>
                    <a:pt x="56448" y="0"/>
                  </a:moveTo>
                  <a:lnTo>
                    <a:pt x="0" y="106572"/>
                  </a:lnTo>
                  <a:lnTo>
                    <a:pt x="663927" y="107797"/>
                  </a:lnTo>
                  <a:lnTo>
                    <a:pt x="713988" y="2554"/>
                  </a:lnTo>
                  <a:lnTo>
                    <a:pt x="5644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5022913" y="5364079"/>
              <a:ext cx="826135" cy="340995"/>
            </a:xfrm>
            <a:custGeom>
              <a:avLst/>
              <a:gdLst/>
              <a:ahLst/>
              <a:cxnLst/>
              <a:rect l="l" t="t" r="r" b="b"/>
              <a:pathLst>
                <a:path w="826135" h="340995">
                  <a:moveTo>
                    <a:pt x="825919" y="3200"/>
                  </a:moveTo>
                  <a:lnTo>
                    <a:pt x="718248" y="2844"/>
                  </a:lnTo>
                  <a:lnTo>
                    <a:pt x="719188" y="1930"/>
                  </a:lnTo>
                  <a:lnTo>
                    <a:pt x="660095" y="0"/>
                  </a:lnTo>
                  <a:lnTo>
                    <a:pt x="657225" y="2641"/>
                  </a:lnTo>
                  <a:lnTo>
                    <a:pt x="443496" y="1930"/>
                  </a:lnTo>
                  <a:lnTo>
                    <a:pt x="0" y="338061"/>
                  </a:lnTo>
                  <a:lnTo>
                    <a:pt x="237947" y="338061"/>
                  </a:lnTo>
                  <a:lnTo>
                    <a:pt x="509816" y="101066"/>
                  </a:lnTo>
                  <a:lnTo>
                    <a:pt x="525297" y="124231"/>
                  </a:lnTo>
                  <a:lnTo>
                    <a:pt x="292608" y="338696"/>
                  </a:lnTo>
                  <a:lnTo>
                    <a:pt x="372668" y="340588"/>
                  </a:lnTo>
                  <a:lnTo>
                    <a:pt x="552475" y="164858"/>
                  </a:lnTo>
                  <a:lnTo>
                    <a:pt x="668362" y="338061"/>
                  </a:lnTo>
                  <a:lnTo>
                    <a:pt x="825919" y="320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 descr=""/>
          <p:cNvSpPr/>
          <p:nvPr/>
        </p:nvSpPr>
        <p:spPr>
          <a:xfrm>
            <a:off x="11552136" y="9901408"/>
            <a:ext cx="2910205" cy="304800"/>
          </a:xfrm>
          <a:custGeom>
            <a:avLst/>
            <a:gdLst/>
            <a:ahLst/>
            <a:cxnLst/>
            <a:rect l="l" t="t" r="r" b="b"/>
            <a:pathLst>
              <a:path w="2910205" h="304800">
                <a:moveTo>
                  <a:pt x="1541310" y="0"/>
                </a:moveTo>
                <a:lnTo>
                  <a:pt x="368947" y="2616"/>
                </a:lnTo>
                <a:lnTo>
                  <a:pt x="0" y="304673"/>
                </a:lnTo>
                <a:lnTo>
                  <a:pt x="1172362" y="302056"/>
                </a:lnTo>
                <a:lnTo>
                  <a:pt x="1541310" y="0"/>
                </a:lnTo>
                <a:close/>
              </a:path>
              <a:path w="2910205" h="304800">
                <a:moveTo>
                  <a:pt x="2909582" y="0"/>
                </a:moveTo>
                <a:lnTo>
                  <a:pt x="1737220" y="2616"/>
                </a:lnTo>
                <a:lnTo>
                  <a:pt x="1368259" y="304673"/>
                </a:lnTo>
                <a:lnTo>
                  <a:pt x="2540622" y="302056"/>
                </a:lnTo>
                <a:lnTo>
                  <a:pt x="2909582" y="0"/>
                </a:lnTo>
                <a:close/>
              </a:path>
            </a:pathLst>
          </a:custGeom>
          <a:solidFill>
            <a:srgbClr val="00906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8" name="object 118" descr=""/>
          <p:cNvGrpSpPr/>
          <p:nvPr/>
        </p:nvGrpSpPr>
        <p:grpSpPr>
          <a:xfrm>
            <a:off x="12554043" y="8611775"/>
            <a:ext cx="1574800" cy="1158240"/>
            <a:chOff x="12554043" y="8611775"/>
            <a:chExt cx="1574800" cy="1158240"/>
          </a:xfrm>
        </p:grpSpPr>
        <p:sp>
          <p:nvSpPr>
            <p:cNvPr id="119" name="object 119" descr=""/>
            <p:cNvSpPr/>
            <p:nvPr/>
          </p:nvSpPr>
          <p:spPr>
            <a:xfrm>
              <a:off x="12554043" y="9465277"/>
              <a:ext cx="1541780" cy="304800"/>
            </a:xfrm>
            <a:custGeom>
              <a:avLst/>
              <a:gdLst/>
              <a:ahLst/>
              <a:cxnLst/>
              <a:rect l="l" t="t" r="r" b="b"/>
              <a:pathLst>
                <a:path w="1541780" h="304800">
                  <a:moveTo>
                    <a:pt x="1541314" y="0"/>
                  </a:moveTo>
                  <a:lnTo>
                    <a:pt x="368952" y="2617"/>
                  </a:lnTo>
                  <a:lnTo>
                    <a:pt x="0" y="304671"/>
                  </a:lnTo>
                  <a:lnTo>
                    <a:pt x="1172351" y="302053"/>
                  </a:lnTo>
                  <a:lnTo>
                    <a:pt x="1541314" y="0"/>
                  </a:lnTo>
                  <a:close/>
                </a:path>
              </a:pathLst>
            </a:custGeom>
            <a:solidFill>
              <a:srgbClr val="0090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3303992" y="8953361"/>
              <a:ext cx="69215" cy="683260"/>
            </a:xfrm>
            <a:custGeom>
              <a:avLst/>
              <a:gdLst/>
              <a:ahLst/>
              <a:cxnLst/>
              <a:rect l="l" t="t" r="r" b="b"/>
              <a:pathLst>
                <a:path w="69215" h="683259">
                  <a:moveTo>
                    <a:pt x="69149" y="0"/>
                  </a:moveTo>
                  <a:lnTo>
                    <a:pt x="0" y="0"/>
                  </a:lnTo>
                  <a:lnTo>
                    <a:pt x="0" y="683099"/>
                  </a:lnTo>
                  <a:lnTo>
                    <a:pt x="69149" y="683099"/>
                  </a:lnTo>
                  <a:lnTo>
                    <a:pt x="69149" y="0"/>
                  </a:lnTo>
                  <a:close/>
                </a:path>
              </a:pathLst>
            </a:custGeom>
            <a:solidFill>
              <a:srgbClr val="002D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3373142" y="8928481"/>
              <a:ext cx="34925" cy="708025"/>
            </a:xfrm>
            <a:custGeom>
              <a:avLst/>
              <a:gdLst/>
              <a:ahLst/>
              <a:cxnLst/>
              <a:rect l="l" t="t" r="r" b="b"/>
              <a:pathLst>
                <a:path w="34925" h="708025">
                  <a:moveTo>
                    <a:pt x="34574" y="0"/>
                  </a:moveTo>
                  <a:lnTo>
                    <a:pt x="0" y="24878"/>
                  </a:lnTo>
                  <a:lnTo>
                    <a:pt x="0" y="707978"/>
                  </a:lnTo>
                  <a:lnTo>
                    <a:pt x="34574" y="683099"/>
                  </a:lnTo>
                  <a:lnTo>
                    <a:pt x="34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2659820" y="8659979"/>
              <a:ext cx="1461770" cy="675005"/>
            </a:xfrm>
            <a:custGeom>
              <a:avLst/>
              <a:gdLst/>
              <a:ahLst/>
              <a:cxnLst/>
              <a:rect l="l" t="t" r="r" b="b"/>
              <a:pathLst>
                <a:path w="1461769" h="675004">
                  <a:moveTo>
                    <a:pt x="1461327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61640" y="674471"/>
                  </a:lnTo>
                  <a:lnTo>
                    <a:pt x="1461327" y="0"/>
                  </a:lnTo>
                  <a:close/>
                </a:path>
              </a:pathLst>
            </a:custGeom>
            <a:solidFill>
              <a:srgbClr val="0043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2707836" y="8659984"/>
              <a:ext cx="1366520" cy="675005"/>
            </a:xfrm>
            <a:custGeom>
              <a:avLst/>
              <a:gdLst/>
              <a:ahLst/>
              <a:cxnLst/>
              <a:rect l="l" t="t" r="r" b="b"/>
              <a:pathLst>
                <a:path w="1366519" h="675004">
                  <a:moveTo>
                    <a:pt x="1366012" y="106438"/>
                  </a:moveTo>
                  <a:lnTo>
                    <a:pt x="1224953" y="106438"/>
                  </a:lnTo>
                  <a:lnTo>
                    <a:pt x="1272260" y="0"/>
                  </a:lnTo>
                  <a:lnTo>
                    <a:pt x="1261186" y="0"/>
                  </a:lnTo>
                  <a:lnTo>
                    <a:pt x="1213891" y="106438"/>
                  </a:lnTo>
                  <a:lnTo>
                    <a:pt x="1210030" y="106438"/>
                  </a:lnTo>
                  <a:lnTo>
                    <a:pt x="1210030" y="115125"/>
                  </a:lnTo>
                  <a:lnTo>
                    <a:pt x="1113269" y="332892"/>
                  </a:lnTo>
                  <a:lnTo>
                    <a:pt x="1109408" y="332892"/>
                  </a:lnTo>
                  <a:lnTo>
                    <a:pt x="1109408" y="341579"/>
                  </a:lnTo>
                  <a:lnTo>
                    <a:pt x="1013371" y="557707"/>
                  </a:lnTo>
                  <a:lnTo>
                    <a:pt x="735406" y="557707"/>
                  </a:lnTo>
                  <a:lnTo>
                    <a:pt x="831443" y="341579"/>
                  </a:lnTo>
                  <a:lnTo>
                    <a:pt x="1109408" y="341579"/>
                  </a:lnTo>
                  <a:lnTo>
                    <a:pt x="1109408" y="332892"/>
                  </a:lnTo>
                  <a:lnTo>
                    <a:pt x="835304" y="332892"/>
                  </a:lnTo>
                  <a:lnTo>
                    <a:pt x="932065" y="115125"/>
                  </a:lnTo>
                  <a:lnTo>
                    <a:pt x="1210030" y="115125"/>
                  </a:lnTo>
                  <a:lnTo>
                    <a:pt x="1210030" y="106438"/>
                  </a:lnTo>
                  <a:lnTo>
                    <a:pt x="935926" y="106438"/>
                  </a:lnTo>
                  <a:lnTo>
                    <a:pt x="983221" y="0"/>
                  </a:lnTo>
                  <a:lnTo>
                    <a:pt x="972159" y="0"/>
                  </a:lnTo>
                  <a:lnTo>
                    <a:pt x="924852" y="106438"/>
                  </a:lnTo>
                  <a:lnTo>
                    <a:pt x="921004" y="106438"/>
                  </a:lnTo>
                  <a:lnTo>
                    <a:pt x="921004" y="115125"/>
                  </a:lnTo>
                  <a:lnTo>
                    <a:pt x="824230" y="332892"/>
                  </a:lnTo>
                  <a:lnTo>
                    <a:pt x="820381" y="332892"/>
                  </a:lnTo>
                  <a:lnTo>
                    <a:pt x="820381" y="341579"/>
                  </a:lnTo>
                  <a:lnTo>
                    <a:pt x="724344" y="557707"/>
                  </a:lnTo>
                  <a:lnTo>
                    <a:pt x="444995" y="557707"/>
                  </a:lnTo>
                  <a:lnTo>
                    <a:pt x="541032" y="341579"/>
                  </a:lnTo>
                  <a:lnTo>
                    <a:pt x="820381" y="341579"/>
                  </a:lnTo>
                  <a:lnTo>
                    <a:pt x="820381" y="332892"/>
                  </a:lnTo>
                  <a:lnTo>
                    <a:pt x="544893" y="332892"/>
                  </a:lnTo>
                  <a:lnTo>
                    <a:pt x="641654" y="115125"/>
                  </a:lnTo>
                  <a:lnTo>
                    <a:pt x="921004" y="115125"/>
                  </a:lnTo>
                  <a:lnTo>
                    <a:pt x="921004" y="106438"/>
                  </a:lnTo>
                  <a:lnTo>
                    <a:pt x="645515" y="106438"/>
                  </a:lnTo>
                  <a:lnTo>
                    <a:pt x="692810" y="0"/>
                  </a:lnTo>
                  <a:lnTo>
                    <a:pt x="681748" y="0"/>
                  </a:lnTo>
                  <a:lnTo>
                    <a:pt x="634453" y="106438"/>
                  </a:lnTo>
                  <a:lnTo>
                    <a:pt x="630593" y="106438"/>
                  </a:lnTo>
                  <a:lnTo>
                    <a:pt x="630593" y="115125"/>
                  </a:lnTo>
                  <a:lnTo>
                    <a:pt x="533831" y="332892"/>
                  </a:lnTo>
                  <a:lnTo>
                    <a:pt x="529971" y="332892"/>
                  </a:lnTo>
                  <a:lnTo>
                    <a:pt x="529971" y="341579"/>
                  </a:lnTo>
                  <a:lnTo>
                    <a:pt x="433933" y="557707"/>
                  </a:lnTo>
                  <a:lnTo>
                    <a:pt x="153200" y="557707"/>
                  </a:lnTo>
                  <a:lnTo>
                    <a:pt x="249237" y="341579"/>
                  </a:lnTo>
                  <a:lnTo>
                    <a:pt x="529971" y="341579"/>
                  </a:lnTo>
                  <a:lnTo>
                    <a:pt x="529971" y="332892"/>
                  </a:lnTo>
                  <a:lnTo>
                    <a:pt x="253098" y="332892"/>
                  </a:lnTo>
                  <a:lnTo>
                    <a:pt x="349859" y="115125"/>
                  </a:lnTo>
                  <a:lnTo>
                    <a:pt x="630593" y="115125"/>
                  </a:lnTo>
                  <a:lnTo>
                    <a:pt x="630593" y="106438"/>
                  </a:lnTo>
                  <a:lnTo>
                    <a:pt x="353720" y="106438"/>
                  </a:lnTo>
                  <a:lnTo>
                    <a:pt x="401015" y="0"/>
                  </a:lnTo>
                  <a:lnTo>
                    <a:pt x="389953" y="0"/>
                  </a:lnTo>
                  <a:lnTo>
                    <a:pt x="342658" y="106438"/>
                  </a:lnTo>
                  <a:lnTo>
                    <a:pt x="204368" y="106438"/>
                  </a:lnTo>
                  <a:lnTo>
                    <a:pt x="200507" y="115125"/>
                  </a:lnTo>
                  <a:lnTo>
                    <a:pt x="338797" y="115125"/>
                  </a:lnTo>
                  <a:lnTo>
                    <a:pt x="242036" y="332892"/>
                  </a:lnTo>
                  <a:lnTo>
                    <a:pt x="103759" y="332892"/>
                  </a:lnTo>
                  <a:lnTo>
                    <a:pt x="99885" y="341579"/>
                  </a:lnTo>
                  <a:lnTo>
                    <a:pt x="238175" y="341579"/>
                  </a:lnTo>
                  <a:lnTo>
                    <a:pt x="142138" y="557707"/>
                  </a:lnTo>
                  <a:lnTo>
                    <a:pt x="3860" y="557707"/>
                  </a:lnTo>
                  <a:lnTo>
                    <a:pt x="0" y="566394"/>
                  </a:lnTo>
                  <a:lnTo>
                    <a:pt x="138277" y="566394"/>
                  </a:lnTo>
                  <a:lnTo>
                    <a:pt x="90271" y="674471"/>
                  </a:lnTo>
                  <a:lnTo>
                    <a:pt x="101333" y="674471"/>
                  </a:lnTo>
                  <a:lnTo>
                    <a:pt x="149339" y="566394"/>
                  </a:lnTo>
                  <a:lnTo>
                    <a:pt x="430072" y="566394"/>
                  </a:lnTo>
                  <a:lnTo>
                    <a:pt x="382066" y="674471"/>
                  </a:lnTo>
                  <a:lnTo>
                    <a:pt x="393128" y="674471"/>
                  </a:lnTo>
                  <a:lnTo>
                    <a:pt x="441134" y="566394"/>
                  </a:lnTo>
                  <a:lnTo>
                    <a:pt x="720483" y="566394"/>
                  </a:lnTo>
                  <a:lnTo>
                    <a:pt x="672465" y="674471"/>
                  </a:lnTo>
                  <a:lnTo>
                    <a:pt x="683539" y="674471"/>
                  </a:lnTo>
                  <a:lnTo>
                    <a:pt x="731545" y="566394"/>
                  </a:lnTo>
                  <a:lnTo>
                    <a:pt x="1009510" y="566394"/>
                  </a:lnTo>
                  <a:lnTo>
                    <a:pt x="961504" y="674471"/>
                  </a:lnTo>
                  <a:lnTo>
                    <a:pt x="972566" y="674471"/>
                  </a:lnTo>
                  <a:lnTo>
                    <a:pt x="1020584" y="566394"/>
                  </a:lnTo>
                  <a:lnTo>
                    <a:pt x="1161630" y="566394"/>
                  </a:lnTo>
                  <a:lnTo>
                    <a:pt x="1165504" y="557707"/>
                  </a:lnTo>
                  <a:lnTo>
                    <a:pt x="1024445" y="557707"/>
                  </a:lnTo>
                  <a:lnTo>
                    <a:pt x="1120482" y="341579"/>
                  </a:lnTo>
                  <a:lnTo>
                    <a:pt x="1261529" y="341579"/>
                  </a:lnTo>
                  <a:lnTo>
                    <a:pt x="1265389" y="332892"/>
                  </a:lnTo>
                  <a:lnTo>
                    <a:pt x="1124331" y="332892"/>
                  </a:lnTo>
                  <a:lnTo>
                    <a:pt x="1221105" y="115125"/>
                  </a:lnTo>
                  <a:lnTo>
                    <a:pt x="1362151" y="115125"/>
                  </a:lnTo>
                  <a:lnTo>
                    <a:pt x="1366012" y="106438"/>
                  </a:lnTo>
                  <a:close/>
                </a:path>
              </a:pathLst>
            </a:custGeom>
            <a:solidFill>
              <a:srgbClr val="002D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2950228" y="8659979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19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2944697" y="8659979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3240639" y="8659979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19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3235108" y="8659979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3531050" y="8659979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19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3525518" y="8659979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2859615" y="8884795"/>
              <a:ext cx="1162050" cy="0"/>
            </a:xfrm>
            <a:custGeom>
              <a:avLst/>
              <a:gdLst/>
              <a:ahLst/>
              <a:cxnLst/>
              <a:rect l="l" t="t" r="r" b="b"/>
              <a:pathLst>
                <a:path w="1162050" h="0">
                  <a:moveTo>
                    <a:pt x="1161640" y="0"/>
                  </a:moveTo>
                  <a:lnTo>
                    <a:pt x="0" y="0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2857681" y="8880451"/>
              <a:ext cx="1165860" cy="8890"/>
            </a:xfrm>
            <a:custGeom>
              <a:avLst/>
              <a:gdLst/>
              <a:ahLst/>
              <a:cxnLst/>
              <a:rect l="l" t="t" r="r" b="b"/>
              <a:pathLst>
                <a:path w="1165859" h="8890">
                  <a:moveTo>
                    <a:pt x="1165503" y="0"/>
                  </a:moveTo>
                  <a:lnTo>
                    <a:pt x="3863" y="0"/>
                  </a:lnTo>
                  <a:lnTo>
                    <a:pt x="0" y="8690"/>
                  </a:lnTo>
                  <a:lnTo>
                    <a:pt x="1161640" y="8690"/>
                  </a:lnTo>
                  <a:lnTo>
                    <a:pt x="11655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2759719" y="9109617"/>
              <a:ext cx="1162050" cy="0"/>
            </a:xfrm>
            <a:custGeom>
              <a:avLst/>
              <a:gdLst/>
              <a:ahLst/>
              <a:cxnLst/>
              <a:rect l="l" t="t" r="r" b="b"/>
              <a:pathLst>
                <a:path w="1162050" h="0">
                  <a:moveTo>
                    <a:pt x="1161640" y="0"/>
                  </a:moveTo>
                  <a:lnTo>
                    <a:pt x="0" y="0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2652350" y="8655640"/>
              <a:ext cx="1476375" cy="683260"/>
            </a:xfrm>
            <a:custGeom>
              <a:avLst/>
              <a:gdLst/>
              <a:ahLst/>
              <a:cxnLst/>
              <a:rect l="l" t="t" r="r" b="b"/>
              <a:pathLst>
                <a:path w="1476375" h="683259">
                  <a:moveTo>
                    <a:pt x="1476248" y="0"/>
                  </a:moveTo>
                  <a:lnTo>
                    <a:pt x="1470723" y="0"/>
                  </a:lnTo>
                  <a:lnTo>
                    <a:pt x="1461338" y="0"/>
                  </a:lnTo>
                  <a:lnTo>
                    <a:pt x="1461338" y="8686"/>
                  </a:lnTo>
                  <a:lnTo>
                    <a:pt x="1265402" y="449643"/>
                  </a:lnTo>
                  <a:lnTo>
                    <a:pt x="1261541" y="449643"/>
                  </a:lnTo>
                  <a:lnTo>
                    <a:pt x="1261541" y="458330"/>
                  </a:lnTo>
                  <a:lnTo>
                    <a:pt x="1165504" y="674471"/>
                  </a:lnTo>
                  <a:lnTo>
                    <a:pt x="14922" y="674471"/>
                  </a:lnTo>
                  <a:lnTo>
                    <a:pt x="110947" y="458330"/>
                  </a:lnTo>
                  <a:lnTo>
                    <a:pt x="1261541" y="458330"/>
                  </a:lnTo>
                  <a:lnTo>
                    <a:pt x="1261541" y="449643"/>
                  </a:lnTo>
                  <a:lnTo>
                    <a:pt x="114808" y="449643"/>
                  </a:lnTo>
                  <a:lnTo>
                    <a:pt x="310743" y="8686"/>
                  </a:lnTo>
                  <a:lnTo>
                    <a:pt x="1461338" y="8686"/>
                  </a:lnTo>
                  <a:lnTo>
                    <a:pt x="1461338" y="0"/>
                  </a:lnTo>
                  <a:lnTo>
                    <a:pt x="303555" y="0"/>
                  </a:lnTo>
                  <a:lnTo>
                    <a:pt x="0" y="683145"/>
                  </a:lnTo>
                  <a:lnTo>
                    <a:pt x="1172705" y="683145"/>
                  </a:lnTo>
                  <a:lnTo>
                    <a:pt x="1176566" y="674471"/>
                  </a:lnTo>
                  <a:lnTo>
                    <a:pt x="1472387" y="8686"/>
                  </a:lnTo>
                  <a:lnTo>
                    <a:pt x="1476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2615966" y="8616121"/>
              <a:ext cx="1461770" cy="675005"/>
            </a:xfrm>
            <a:custGeom>
              <a:avLst/>
              <a:gdLst/>
              <a:ahLst/>
              <a:cxnLst/>
              <a:rect l="l" t="t" r="r" b="b"/>
              <a:pathLst>
                <a:path w="1461769" h="675004">
                  <a:moveTo>
                    <a:pt x="1461327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61640" y="674471"/>
                  </a:lnTo>
                  <a:lnTo>
                    <a:pt x="1461327" y="0"/>
                  </a:lnTo>
                  <a:close/>
                </a:path>
              </a:pathLst>
            </a:custGeom>
            <a:solidFill>
              <a:srgbClr val="0043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2663970" y="8616131"/>
              <a:ext cx="1366520" cy="675005"/>
            </a:xfrm>
            <a:custGeom>
              <a:avLst/>
              <a:gdLst/>
              <a:ahLst/>
              <a:cxnLst/>
              <a:rect l="l" t="t" r="r" b="b"/>
              <a:pathLst>
                <a:path w="1366519" h="675004">
                  <a:moveTo>
                    <a:pt x="1366024" y="106438"/>
                  </a:moveTo>
                  <a:lnTo>
                    <a:pt x="1224953" y="106438"/>
                  </a:lnTo>
                  <a:lnTo>
                    <a:pt x="1272260" y="0"/>
                  </a:lnTo>
                  <a:lnTo>
                    <a:pt x="1261198" y="0"/>
                  </a:lnTo>
                  <a:lnTo>
                    <a:pt x="1213904" y="106438"/>
                  </a:lnTo>
                  <a:lnTo>
                    <a:pt x="1210043" y="106438"/>
                  </a:lnTo>
                  <a:lnTo>
                    <a:pt x="1210043" y="115125"/>
                  </a:lnTo>
                  <a:lnTo>
                    <a:pt x="1113282" y="332879"/>
                  </a:lnTo>
                  <a:lnTo>
                    <a:pt x="1109421" y="332879"/>
                  </a:lnTo>
                  <a:lnTo>
                    <a:pt x="1109421" y="341579"/>
                  </a:lnTo>
                  <a:lnTo>
                    <a:pt x="1013383" y="557707"/>
                  </a:lnTo>
                  <a:lnTo>
                    <a:pt x="735418" y="557707"/>
                  </a:lnTo>
                  <a:lnTo>
                    <a:pt x="831456" y="341579"/>
                  </a:lnTo>
                  <a:lnTo>
                    <a:pt x="1109421" y="341579"/>
                  </a:lnTo>
                  <a:lnTo>
                    <a:pt x="1109421" y="332879"/>
                  </a:lnTo>
                  <a:lnTo>
                    <a:pt x="835317" y="332879"/>
                  </a:lnTo>
                  <a:lnTo>
                    <a:pt x="932078" y="115125"/>
                  </a:lnTo>
                  <a:lnTo>
                    <a:pt x="1210043" y="115125"/>
                  </a:lnTo>
                  <a:lnTo>
                    <a:pt x="1210043" y="106438"/>
                  </a:lnTo>
                  <a:lnTo>
                    <a:pt x="935939" y="106438"/>
                  </a:lnTo>
                  <a:lnTo>
                    <a:pt x="983234" y="0"/>
                  </a:lnTo>
                  <a:lnTo>
                    <a:pt x="972172" y="0"/>
                  </a:lnTo>
                  <a:lnTo>
                    <a:pt x="924864" y="106438"/>
                  </a:lnTo>
                  <a:lnTo>
                    <a:pt x="921016" y="106438"/>
                  </a:lnTo>
                  <a:lnTo>
                    <a:pt x="921016" y="115125"/>
                  </a:lnTo>
                  <a:lnTo>
                    <a:pt x="824255" y="332879"/>
                  </a:lnTo>
                  <a:lnTo>
                    <a:pt x="820394" y="332879"/>
                  </a:lnTo>
                  <a:lnTo>
                    <a:pt x="820394" y="341579"/>
                  </a:lnTo>
                  <a:lnTo>
                    <a:pt x="724357" y="557707"/>
                  </a:lnTo>
                  <a:lnTo>
                    <a:pt x="445008" y="557707"/>
                  </a:lnTo>
                  <a:lnTo>
                    <a:pt x="541045" y="341579"/>
                  </a:lnTo>
                  <a:lnTo>
                    <a:pt x="820394" y="341579"/>
                  </a:lnTo>
                  <a:lnTo>
                    <a:pt x="820394" y="332879"/>
                  </a:lnTo>
                  <a:lnTo>
                    <a:pt x="544906" y="332879"/>
                  </a:lnTo>
                  <a:lnTo>
                    <a:pt x="641667" y="115125"/>
                  </a:lnTo>
                  <a:lnTo>
                    <a:pt x="921016" y="115125"/>
                  </a:lnTo>
                  <a:lnTo>
                    <a:pt x="921016" y="106438"/>
                  </a:lnTo>
                  <a:lnTo>
                    <a:pt x="645528" y="106438"/>
                  </a:lnTo>
                  <a:lnTo>
                    <a:pt x="692823" y="0"/>
                  </a:lnTo>
                  <a:lnTo>
                    <a:pt x="681761" y="0"/>
                  </a:lnTo>
                  <a:lnTo>
                    <a:pt x="634453" y="106438"/>
                  </a:lnTo>
                  <a:lnTo>
                    <a:pt x="630605" y="106438"/>
                  </a:lnTo>
                  <a:lnTo>
                    <a:pt x="630605" y="115125"/>
                  </a:lnTo>
                  <a:lnTo>
                    <a:pt x="533844" y="332879"/>
                  </a:lnTo>
                  <a:lnTo>
                    <a:pt x="529983" y="332879"/>
                  </a:lnTo>
                  <a:lnTo>
                    <a:pt x="529983" y="341579"/>
                  </a:lnTo>
                  <a:lnTo>
                    <a:pt x="433946" y="557707"/>
                  </a:lnTo>
                  <a:lnTo>
                    <a:pt x="153212" y="557707"/>
                  </a:lnTo>
                  <a:lnTo>
                    <a:pt x="249250" y="341579"/>
                  </a:lnTo>
                  <a:lnTo>
                    <a:pt x="529983" y="341579"/>
                  </a:lnTo>
                  <a:lnTo>
                    <a:pt x="529983" y="332879"/>
                  </a:lnTo>
                  <a:lnTo>
                    <a:pt x="253111" y="332879"/>
                  </a:lnTo>
                  <a:lnTo>
                    <a:pt x="349872" y="115125"/>
                  </a:lnTo>
                  <a:lnTo>
                    <a:pt x="630605" y="115125"/>
                  </a:lnTo>
                  <a:lnTo>
                    <a:pt x="630605" y="106438"/>
                  </a:lnTo>
                  <a:lnTo>
                    <a:pt x="353733" y="106438"/>
                  </a:lnTo>
                  <a:lnTo>
                    <a:pt x="401027" y="0"/>
                  </a:lnTo>
                  <a:lnTo>
                    <a:pt x="389966" y="0"/>
                  </a:lnTo>
                  <a:lnTo>
                    <a:pt x="342658" y="106438"/>
                  </a:lnTo>
                  <a:lnTo>
                    <a:pt x="204381" y="106438"/>
                  </a:lnTo>
                  <a:lnTo>
                    <a:pt x="200520" y="115125"/>
                  </a:lnTo>
                  <a:lnTo>
                    <a:pt x="338810" y="115125"/>
                  </a:lnTo>
                  <a:lnTo>
                    <a:pt x="242049" y="332879"/>
                  </a:lnTo>
                  <a:lnTo>
                    <a:pt x="103759" y="332879"/>
                  </a:lnTo>
                  <a:lnTo>
                    <a:pt x="99898" y="341579"/>
                  </a:lnTo>
                  <a:lnTo>
                    <a:pt x="238188" y="341579"/>
                  </a:lnTo>
                  <a:lnTo>
                    <a:pt x="142151" y="557707"/>
                  </a:lnTo>
                  <a:lnTo>
                    <a:pt x="3873" y="557707"/>
                  </a:lnTo>
                  <a:lnTo>
                    <a:pt x="0" y="566394"/>
                  </a:lnTo>
                  <a:lnTo>
                    <a:pt x="138290" y="566394"/>
                  </a:lnTo>
                  <a:lnTo>
                    <a:pt x="90271" y="674471"/>
                  </a:lnTo>
                  <a:lnTo>
                    <a:pt x="101346" y="674471"/>
                  </a:lnTo>
                  <a:lnTo>
                    <a:pt x="149352" y="566394"/>
                  </a:lnTo>
                  <a:lnTo>
                    <a:pt x="430085" y="566394"/>
                  </a:lnTo>
                  <a:lnTo>
                    <a:pt x="382066" y="674471"/>
                  </a:lnTo>
                  <a:lnTo>
                    <a:pt x="393141" y="674471"/>
                  </a:lnTo>
                  <a:lnTo>
                    <a:pt x="441147" y="566394"/>
                  </a:lnTo>
                  <a:lnTo>
                    <a:pt x="720496" y="566394"/>
                  </a:lnTo>
                  <a:lnTo>
                    <a:pt x="672477" y="674471"/>
                  </a:lnTo>
                  <a:lnTo>
                    <a:pt x="683552" y="674471"/>
                  </a:lnTo>
                  <a:lnTo>
                    <a:pt x="731558" y="566394"/>
                  </a:lnTo>
                  <a:lnTo>
                    <a:pt x="1009523" y="566394"/>
                  </a:lnTo>
                  <a:lnTo>
                    <a:pt x="961517" y="674471"/>
                  </a:lnTo>
                  <a:lnTo>
                    <a:pt x="972566" y="674471"/>
                  </a:lnTo>
                  <a:lnTo>
                    <a:pt x="1020584" y="566394"/>
                  </a:lnTo>
                  <a:lnTo>
                    <a:pt x="1161643" y="566394"/>
                  </a:lnTo>
                  <a:lnTo>
                    <a:pt x="1165504" y="557707"/>
                  </a:lnTo>
                  <a:lnTo>
                    <a:pt x="1024445" y="557707"/>
                  </a:lnTo>
                  <a:lnTo>
                    <a:pt x="1120482" y="341579"/>
                  </a:lnTo>
                  <a:lnTo>
                    <a:pt x="1261541" y="341579"/>
                  </a:lnTo>
                  <a:lnTo>
                    <a:pt x="1265402" y="332879"/>
                  </a:lnTo>
                  <a:lnTo>
                    <a:pt x="1124343" y="332879"/>
                  </a:lnTo>
                  <a:lnTo>
                    <a:pt x="1221105" y="115125"/>
                  </a:lnTo>
                  <a:lnTo>
                    <a:pt x="1362163" y="115125"/>
                  </a:lnTo>
                  <a:lnTo>
                    <a:pt x="1366024" y="106438"/>
                  </a:lnTo>
                  <a:close/>
                </a:path>
              </a:pathLst>
            </a:custGeom>
            <a:solidFill>
              <a:srgbClr val="002D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2906374" y="8616121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19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2900842" y="8616121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4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3196785" y="8616121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19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3191252" y="8616121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3487195" y="8616121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19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3481664" y="8616121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4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2815759" y="8840940"/>
              <a:ext cx="1162050" cy="0"/>
            </a:xfrm>
            <a:custGeom>
              <a:avLst/>
              <a:gdLst/>
              <a:ahLst/>
              <a:cxnLst/>
              <a:rect l="l" t="t" r="r" b="b"/>
              <a:pathLst>
                <a:path w="1162050" h="0">
                  <a:moveTo>
                    <a:pt x="1161640" y="0"/>
                  </a:moveTo>
                  <a:lnTo>
                    <a:pt x="0" y="0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2813826" y="8836596"/>
              <a:ext cx="1165860" cy="8890"/>
            </a:xfrm>
            <a:custGeom>
              <a:avLst/>
              <a:gdLst/>
              <a:ahLst/>
              <a:cxnLst/>
              <a:rect l="l" t="t" r="r" b="b"/>
              <a:pathLst>
                <a:path w="1165859" h="8890">
                  <a:moveTo>
                    <a:pt x="1165503" y="0"/>
                  </a:moveTo>
                  <a:lnTo>
                    <a:pt x="3853" y="0"/>
                  </a:lnTo>
                  <a:lnTo>
                    <a:pt x="0" y="8690"/>
                  </a:lnTo>
                  <a:lnTo>
                    <a:pt x="1161640" y="8690"/>
                  </a:lnTo>
                  <a:lnTo>
                    <a:pt x="11655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2715863" y="9065763"/>
              <a:ext cx="1162050" cy="0"/>
            </a:xfrm>
            <a:custGeom>
              <a:avLst/>
              <a:gdLst/>
              <a:ahLst/>
              <a:cxnLst/>
              <a:rect l="l" t="t" r="r" b="b"/>
              <a:pathLst>
                <a:path w="1162050" h="0">
                  <a:moveTo>
                    <a:pt x="1161640" y="0"/>
                  </a:moveTo>
                  <a:lnTo>
                    <a:pt x="0" y="0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2608497" y="8611787"/>
              <a:ext cx="1476375" cy="683260"/>
            </a:xfrm>
            <a:custGeom>
              <a:avLst/>
              <a:gdLst/>
              <a:ahLst/>
              <a:cxnLst/>
              <a:rect l="l" t="t" r="r" b="b"/>
              <a:pathLst>
                <a:path w="1476375" h="683259">
                  <a:moveTo>
                    <a:pt x="1476248" y="0"/>
                  </a:moveTo>
                  <a:lnTo>
                    <a:pt x="1470723" y="0"/>
                  </a:lnTo>
                  <a:lnTo>
                    <a:pt x="1463268" y="0"/>
                  </a:lnTo>
                  <a:lnTo>
                    <a:pt x="1463268" y="4343"/>
                  </a:lnTo>
                  <a:lnTo>
                    <a:pt x="1265402" y="449643"/>
                  </a:lnTo>
                  <a:lnTo>
                    <a:pt x="1261541" y="449643"/>
                  </a:lnTo>
                  <a:lnTo>
                    <a:pt x="1261541" y="458330"/>
                  </a:lnTo>
                  <a:lnTo>
                    <a:pt x="1165504" y="674471"/>
                  </a:lnTo>
                  <a:lnTo>
                    <a:pt x="14922" y="674471"/>
                  </a:lnTo>
                  <a:lnTo>
                    <a:pt x="110947" y="458330"/>
                  </a:lnTo>
                  <a:lnTo>
                    <a:pt x="1261541" y="458330"/>
                  </a:lnTo>
                  <a:lnTo>
                    <a:pt x="1261541" y="449643"/>
                  </a:lnTo>
                  <a:lnTo>
                    <a:pt x="114808" y="449643"/>
                  </a:lnTo>
                  <a:lnTo>
                    <a:pt x="310743" y="8686"/>
                  </a:lnTo>
                  <a:lnTo>
                    <a:pt x="1461325" y="8686"/>
                  </a:lnTo>
                  <a:lnTo>
                    <a:pt x="1463268" y="4343"/>
                  </a:lnTo>
                  <a:lnTo>
                    <a:pt x="1463268" y="0"/>
                  </a:lnTo>
                  <a:lnTo>
                    <a:pt x="303555" y="0"/>
                  </a:lnTo>
                  <a:lnTo>
                    <a:pt x="0" y="683158"/>
                  </a:lnTo>
                  <a:lnTo>
                    <a:pt x="1172705" y="683158"/>
                  </a:lnTo>
                  <a:lnTo>
                    <a:pt x="1176566" y="674471"/>
                  </a:lnTo>
                  <a:lnTo>
                    <a:pt x="1472387" y="8686"/>
                  </a:lnTo>
                  <a:lnTo>
                    <a:pt x="1476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2608497" y="8611787"/>
              <a:ext cx="1520190" cy="727075"/>
            </a:xfrm>
            <a:custGeom>
              <a:avLst/>
              <a:gdLst/>
              <a:ahLst/>
              <a:cxnLst/>
              <a:rect l="l" t="t" r="r" b="b"/>
              <a:pathLst>
                <a:path w="1520190" h="727075">
                  <a:moveTo>
                    <a:pt x="1520101" y="43853"/>
                  </a:moveTo>
                  <a:lnTo>
                    <a:pt x="1476248" y="0"/>
                  </a:lnTo>
                  <a:lnTo>
                    <a:pt x="1172705" y="683158"/>
                  </a:lnTo>
                  <a:lnTo>
                    <a:pt x="0" y="683158"/>
                  </a:lnTo>
                  <a:lnTo>
                    <a:pt x="43853" y="727011"/>
                  </a:lnTo>
                  <a:lnTo>
                    <a:pt x="1216545" y="727011"/>
                  </a:lnTo>
                  <a:lnTo>
                    <a:pt x="1520101" y="43853"/>
                  </a:lnTo>
                  <a:close/>
                </a:path>
              </a:pathLst>
            </a:custGeom>
            <a:solidFill>
              <a:srgbClr val="002D5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7" name="object 147" descr=""/>
          <p:cNvGrpSpPr/>
          <p:nvPr/>
        </p:nvGrpSpPr>
        <p:grpSpPr>
          <a:xfrm>
            <a:off x="11490867" y="9124115"/>
            <a:ext cx="1520190" cy="1024890"/>
            <a:chOff x="11490867" y="9124115"/>
            <a:chExt cx="1520190" cy="1024890"/>
          </a:xfrm>
        </p:grpSpPr>
        <p:sp>
          <p:nvSpPr>
            <p:cNvPr id="148" name="object 148" descr=""/>
            <p:cNvSpPr/>
            <p:nvPr/>
          </p:nvSpPr>
          <p:spPr>
            <a:xfrm>
              <a:off x="12186361" y="9465691"/>
              <a:ext cx="69215" cy="683260"/>
            </a:xfrm>
            <a:custGeom>
              <a:avLst/>
              <a:gdLst/>
              <a:ahLst/>
              <a:cxnLst/>
              <a:rect l="l" t="t" r="r" b="b"/>
              <a:pathLst>
                <a:path w="69215" h="683259">
                  <a:moveTo>
                    <a:pt x="69149" y="0"/>
                  </a:moveTo>
                  <a:lnTo>
                    <a:pt x="0" y="0"/>
                  </a:lnTo>
                  <a:lnTo>
                    <a:pt x="0" y="683099"/>
                  </a:lnTo>
                  <a:lnTo>
                    <a:pt x="69149" y="683099"/>
                  </a:lnTo>
                  <a:lnTo>
                    <a:pt x="69149" y="0"/>
                  </a:lnTo>
                  <a:close/>
                </a:path>
              </a:pathLst>
            </a:custGeom>
            <a:solidFill>
              <a:srgbClr val="A1D3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2255509" y="9440820"/>
              <a:ext cx="34925" cy="708025"/>
            </a:xfrm>
            <a:custGeom>
              <a:avLst/>
              <a:gdLst/>
              <a:ahLst/>
              <a:cxnLst/>
              <a:rect l="l" t="t" r="r" b="b"/>
              <a:pathLst>
                <a:path w="34925" h="708025">
                  <a:moveTo>
                    <a:pt x="34574" y="0"/>
                  </a:moveTo>
                  <a:lnTo>
                    <a:pt x="0" y="24878"/>
                  </a:lnTo>
                  <a:lnTo>
                    <a:pt x="0" y="707967"/>
                  </a:lnTo>
                  <a:lnTo>
                    <a:pt x="34574" y="683099"/>
                  </a:lnTo>
                  <a:lnTo>
                    <a:pt x="34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1542187" y="9172315"/>
              <a:ext cx="1461770" cy="675005"/>
            </a:xfrm>
            <a:custGeom>
              <a:avLst/>
              <a:gdLst/>
              <a:ahLst/>
              <a:cxnLst/>
              <a:rect l="l" t="t" r="r" b="b"/>
              <a:pathLst>
                <a:path w="1461770" h="675004">
                  <a:moveTo>
                    <a:pt x="1461327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61640" y="674471"/>
                  </a:lnTo>
                  <a:lnTo>
                    <a:pt x="1461327" y="0"/>
                  </a:lnTo>
                  <a:close/>
                </a:path>
              </a:pathLst>
            </a:custGeom>
            <a:solidFill>
              <a:srgbClr val="0043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1590197" y="9172327"/>
              <a:ext cx="1366520" cy="675005"/>
            </a:xfrm>
            <a:custGeom>
              <a:avLst/>
              <a:gdLst/>
              <a:ahLst/>
              <a:cxnLst/>
              <a:rect l="l" t="t" r="r" b="b"/>
              <a:pathLst>
                <a:path w="1366520" h="675004">
                  <a:moveTo>
                    <a:pt x="1366024" y="106426"/>
                  </a:moveTo>
                  <a:lnTo>
                    <a:pt x="1224953" y="106426"/>
                  </a:lnTo>
                  <a:lnTo>
                    <a:pt x="1272247" y="0"/>
                  </a:lnTo>
                  <a:lnTo>
                    <a:pt x="1261198" y="0"/>
                  </a:lnTo>
                  <a:lnTo>
                    <a:pt x="1213904" y="106426"/>
                  </a:lnTo>
                  <a:lnTo>
                    <a:pt x="1210043" y="106426"/>
                  </a:lnTo>
                  <a:lnTo>
                    <a:pt x="1210043" y="115125"/>
                  </a:lnTo>
                  <a:lnTo>
                    <a:pt x="1113282" y="332879"/>
                  </a:lnTo>
                  <a:lnTo>
                    <a:pt x="1109421" y="332879"/>
                  </a:lnTo>
                  <a:lnTo>
                    <a:pt x="1109421" y="341579"/>
                  </a:lnTo>
                  <a:lnTo>
                    <a:pt x="1013383" y="557707"/>
                  </a:lnTo>
                  <a:lnTo>
                    <a:pt x="735418" y="557707"/>
                  </a:lnTo>
                  <a:lnTo>
                    <a:pt x="831456" y="341579"/>
                  </a:lnTo>
                  <a:lnTo>
                    <a:pt x="1109421" y="341579"/>
                  </a:lnTo>
                  <a:lnTo>
                    <a:pt x="1109421" y="332879"/>
                  </a:lnTo>
                  <a:lnTo>
                    <a:pt x="835317" y="332879"/>
                  </a:lnTo>
                  <a:lnTo>
                    <a:pt x="932078" y="115125"/>
                  </a:lnTo>
                  <a:lnTo>
                    <a:pt x="1210043" y="115125"/>
                  </a:lnTo>
                  <a:lnTo>
                    <a:pt x="1210043" y="106426"/>
                  </a:lnTo>
                  <a:lnTo>
                    <a:pt x="935939" y="106426"/>
                  </a:lnTo>
                  <a:lnTo>
                    <a:pt x="983234" y="0"/>
                  </a:lnTo>
                  <a:lnTo>
                    <a:pt x="972159" y="0"/>
                  </a:lnTo>
                  <a:lnTo>
                    <a:pt x="924864" y="106426"/>
                  </a:lnTo>
                  <a:lnTo>
                    <a:pt x="921004" y="106426"/>
                  </a:lnTo>
                  <a:lnTo>
                    <a:pt x="921004" y="115125"/>
                  </a:lnTo>
                  <a:lnTo>
                    <a:pt x="824242" y="332879"/>
                  </a:lnTo>
                  <a:lnTo>
                    <a:pt x="820381" y="332879"/>
                  </a:lnTo>
                  <a:lnTo>
                    <a:pt x="820381" y="341579"/>
                  </a:lnTo>
                  <a:lnTo>
                    <a:pt x="724344" y="557707"/>
                  </a:lnTo>
                  <a:lnTo>
                    <a:pt x="445008" y="557707"/>
                  </a:lnTo>
                  <a:lnTo>
                    <a:pt x="541045" y="341579"/>
                  </a:lnTo>
                  <a:lnTo>
                    <a:pt x="820381" y="341579"/>
                  </a:lnTo>
                  <a:lnTo>
                    <a:pt x="820381" y="332879"/>
                  </a:lnTo>
                  <a:lnTo>
                    <a:pt x="544906" y="332879"/>
                  </a:lnTo>
                  <a:lnTo>
                    <a:pt x="641667" y="115125"/>
                  </a:lnTo>
                  <a:lnTo>
                    <a:pt x="921004" y="115125"/>
                  </a:lnTo>
                  <a:lnTo>
                    <a:pt x="921004" y="106426"/>
                  </a:lnTo>
                  <a:lnTo>
                    <a:pt x="645528" y="106426"/>
                  </a:lnTo>
                  <a:lnTo>
                    <a:pt x="692823" y="0"/>
                  </a:lnTo>
                  <a:lnTo>
                    <a:pt x="681748" y="0"/>
                  </a:lnTo>
                  <a:lnTo>
                    <a:pt x="634453" y="106426"/>
                  </a:lnTo>
                  <a:lnTo>
                    <a:pt x="630593" y="106426"/>
                  </a:lnTo>
                  <a:lnTo>
                    <a:pt x="630593" y="115125"/>
                  </a:lnTo>
                  <a:lnTo>
                    <a:pt x="533831" y="332879"/>
                  </a:lnTo>
                  <a:lnTo>
                    <a:pt x="529971" y="332879"/>
                  </a:lnTo>
                  <a:lnTo>
                    <a:pt x="529971" y="341579"/>
                  </a:lnTo>
                  <a:lnTo>
                    <a:pt x="433933" y="557707"/>
                  </a:lnTo>
                  <a:lnTo>
                    <a:pt x="153212" y="557707"/>
                  </a:lnTo>
                  <a:lnTo>
                    <a:pt x="249250" y="341579"/>
                  </a:lnTo>
                  <a:lnTo>
                    <a:pt x="529971" y="341579"/>
                  </a:lnTo>
                  <a:lnTo>
                    <a:pt x="529971" y="332879"/>
                  </a:lnTo>
                  <a:lnTo>
                    <a:pt x="253111" y="332879"/>
                  </a:lnTo>
                  <a:lnTo>
                    <a:pt x="349872" y="115125"/>
                  </a:lnTo>
                  <a:lnTo>
                    <a:pt x="630593" y="115125"/>
                  </a:lnTo>
                  <a:lnTo>
                    <a:pt x="630593" y="106426"/>
                  </a:lnTo>
                  <a:lnTo>
                    <a:pt x="353733" y="106426"/>
                  </a:lnTo>
                  <a:lnTo>
                    <a:pt x="401027" y="0"/>
                  </a:lnTo>
                  <a:lnTo>
                    <a:pt x="389953" y="0"/>
                  </a:lnTo>
                  <a:lnTo>
                    <a:pt x="342658" y="106426"/>
                  </a:lnTo>
                  <a:lnTo>
                    <a:pt x="204381" y="106426"/>
                  </a:lnTo>
                  <a:lnTo>
                    <a:pt x="200520" y="115125"/>
                  </a:lnTo>
                  <a:lnTo>
                    <a:pt x="338797" y="115125"/>
                  </a:lnTo>
                  <a:lnTo>
                    <a:pt x="242036" y="332879"/>
                  </a:lnTo>
                  <a:lnTo>
                    <a:pt x="103759" y="332879"/>
                  </a:lnTo>
                  <a:lnTo>
                    <a:pt x="99898" y="341579"/>
                  </a:lnTo>
                  <a:lnTo>
                    <a:pt x="238175" y="341579"/>
                  </a:lnTo>
                  <a:lnTo>
                    <a:pt x="142138" y="557707"/>
                  </a:lnTo>
                  <a:lnTo>
                    <a:pt x="3860" y="557707"/>
                  </a:lnTo>
                  <a:lnTo>
                    <a:pt x="0" y="566394"/>
                  </a:lnTo>
                  <a:lnTo>
                    <a:pt x="138277" y="566394"/>
                  </a:lnTo>
                  <a:lnTo>
                    <a:pt x="90271" y="674471"/>
                  </a:lnTo>
                  <a:lnTo>
                    <a:pt x="101333" y="674471"/>
                  </a:lnTo>
                  <a:lnTo>
                    <a:pt x="149352" y="566394"/>
                  </a:lnTo>
                  <a:lnTo>
                    <a:pt x="430072" y="566394"/>
                  </a:lnTo>
                  <a:lnTo>
                    <a:pt x="382066" y="674471"/>
                  </a:lnTo>
                  <a:lnTo>
                    <a:pt x="393128" y="674471"/>
                  </a:lnTo>
                  <a:lnTo>
                    <a:pt x="441147" y="566394"/>
                  </a:lnTo>
                  <a:lnTo>
                    <a:pt x="720483" y="566394"/>
                  </a:lnTo>
                  <a:lnTo>
                    <a:pt x="672477" y="674471"/>
                  </a:lnTo>
                  <a:lnTo>
                    <a:pt x="683539" y="674471"/>
                  </a:lnTo>
                  <a:lnTo>
                    <a:pt x="731558" y="566394"/>
                  </a:lnTo>
                  <a:lnTo>
                    <a:pt x="1009523" y="566394"/>
                  </a:lnTo>
                  <a:lnTo>
                    <a:pt x="961504" y="674471"/>
                  </a:lnTo>
                  <a:lnTo>
                    <a:pt x="972566" y="674471"/>
                  </a:lnTo>
                  <a:lnTo>
                    <a:pt x="1020572" y="566394"/>
                  </a:lnTo>
                  <a:lnTo>
                    <a:pt x="1161643" y="566394"/>
                  </a:lnTo>
                  <a:lnTo>
                    <a:pt x="1165504" y="557707"/>
                  </a:lnTo>
                  <a:lnTo>
                    <a:pt x="1024432" y="557707"/>
                  </a:lnTo>
                  <a:lnTo>
                    <a:pt x="1120470" y="341579"/>
                  </a:lnTo>
                  <a:lnTo>
                    <a:pt x="1261541" y="341579"/>
                  </a:lnTo>
                  <a:lnTo>
                    <a:pt x="1265402" y="332879"/>
                  </a:lnTo>
                  <a:lnTo>
                    <a:pt x="1124331" y="332879"/>
                  </a:lnTo>
                  <a:lnTo>
                    <a:pt x="1221092" y="115125"/>
                  </a:lnTo>
                  <a:lnTo>
                    <a:pt x="1362151" y="115125"/>
                  </a:lnTo>
                  <a:lnTo>
                    <a:pt x="1366024" y="106426"/>
                  </a:lnTo>
                  <a:close/>
                </a:path>
              </a:pathLst>
            </a:custGeom>
            <a:solidFill>
              <a:srgbClr val="002D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1832597" y="9172315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20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1827063" y="9172315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2123006" y="9172315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20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2117474" y="9172315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2413417" y="9172315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20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2407884" y="9172315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1741971" y="9397135"/>
              <a:ext cx="1162050" cy="0"/>
            </a:xfrm>
            <a:custGeom>
              <a:avLst/>
              <a:gdLst/>
              <a:ahLst/>
              <a:cxnLst/>
              <a:rect l="l" t="t" r="r" b="b"/>
              <a:pathLst>
                <a:path w="1162050" h="0">
                  <a:moveTo>
                    <a:pt x="1161650" y="0"/>
                  </a:moveTo>
                  <a:lnTo>
                    <a:pt x="0" y="0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1740048" y="9392790"/>
              <a:ext cx="1165860" cy="8890"/>
            </a:xfrm>
            <a:custGeom>
              <a:avLst/>
              <a:gdLst/>
              <a:ahLst/>
              <a:cxnLst/>
              <a:rect l="l" t="t" r="r" b="b"/>
              <a:pathLst>
                <a:path w="1165859" h="8890">
                  <a:moveTo>
                    <a:pt x="1165503" y="0"/>
                  </a:moveTo>
                  <a:lnTo>
                    <a:pt x="3863" y="0"/>
                  </a:lnTo>
                  <a:lnTo>
                    <a:pt x="0" y="8690"/>
                  </a:lnTo>
                  <a:lnTo>
                    <a:pt x="1161640" y="8690"/>
                  </a:lnTo>
                  <a:lnTo>
                    <a:pt x="11655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1642086" y="9621957"/>
              <a:ext cx="1162050" cy="0"/>
            </a:xfrm>
            <a:custGeom>
              <a:avLst/>
              <a:gdLst/>
              <a:ahLst/>
              <a:cxnLst/>
              <a:rect l="l" t="t" r="r" b="b"/>
              <a:pathLst>
                <a:path w="1162050" h="0">
                  <a:moveTo>
                    <a:pt x="1161640" y="0"/>
                  </a:moveTo>
                  <a:lnTo>
                    <a:pt x="0" y="0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1534711" y="9167971"/>
              <a:ext cx="1476375" cy="683260"/>
            </a:xfrm>
            <a:custGeom>
              <a:avLst/>
              <a:gdLst/>
              <a:ahLst/>
              <a:cxnLst/>
              <a:rect l="l" t="t" r="r" b="b"/>
              <a:pathLst>
                <a:path w="1476375" h="683259">
                  <a:moveTo>
                    <a:pt x="1476248" y="0"/>
                  </a:moveTo>
                  <a:lnTo>
                    <a:pt x="1470723" y="0"/>
                  </a:lnTo>
                  <a:lnTo>
                    <a:pt x="1461338" y="0"/>
                  </a:lnTo>
                  <a:lnTo>
                    <a:pt x="1461338" y="8699"/>
                  </a:lnTo>
                  <a:lnTo>
                    <a:pt x="1265402" y="449643"/>
                  </a:lnTo>
                  <a:lnTo>
                    <a:pt x="1261529" y="449643"/>
                  </a:lnTo>
                  <a:lnTo>
                    <a:pt x="1261529" y="458343"/>
                  </a:lnTo>
                  <a:lnTo>
                    <a:pt x="1165504" y="674471"/>
                  </a:lnTo>
                  <a:lnTo>
                    <a:pt x="14922" y="674471"/>
                  </a:lnTo>
                  <a:lnTo>
                    <a:pt x="110947" y="458343"/>
                  </a:lnTo>
                  <a:lnTo>
                    <a:pt x="1261529" y="458343"/>
                  </a:lnTo>
                  <a:lnTo>
                    <a:pt x="1261529" y="449643"/>
                  </a:lnTo>
                  <a:lnTo>
                    <a:pt x="114808" y="449643"/>
                  </a:lnTo>
                  <a:lnTo>
                    <a:pt x="310743" y="8699"/>
                  </a:lnTo>
                  <a:lnTo>
                    <a:pt x="1461338" y="8699"/>
                  </a:lnTo>
                  <a:lnTo>
                    <a:pt x="1461338" y="0"/>
                  </a:lnTo>
                  <a:lnTo>
                    <a:pt x="303555" y="0"/>
                  </a:lnTo>
                  <a:lnTo>
                    <a:pt x="0" y="683171"/>
                  </a:lnTo>
                  <a:lnTo>
                    <a:pt x="1172718" y="683171"/>
                  </a:lnTo>
                  <a:lnTo>
                    <a:pt x="1176578" y="674471"/>
                  </a:lnTo>
                  <a:lnTo>
                    <a:pt x="1472387" y="8699"/>
                  </a:lnTo>
                  <a:lnTo>
                    <a:pt x="1476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1498333" y="9128460"/>
              <a:ext cx="1461770" cy="675005"/>
            </a:xfrm>
            <a:custGeom>
              <a:avLst/>
              <a:gdLst/>
              <a:ahLst/>
              <a:cxnLst/>
              <a:rect l="l" t="t" r="r" b="b"/>
              <a:pathLst>
                <a:path w="1461770" h="675004">
                  <a:moveTo>
                    <a:pt x="1461327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61640" y="674471"/>
                  </a:lnTo>
                  <a:lnTo>
                    <a:pt x="1461327" y="0"/>
                  </a:lnTo>
                  <a:close/>
                </a:path>
              </a:pathLst>
            </a:custGeom>
            <a:solidFill>
              <a:srgbClr val="0043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1546344" y="9128461"/>
              <a:ext cx="1366520" cy="675005"/>
            </a:xfrm>
            <a:custGeom>
              <a:avLst/>
              <a:gdLst/>
              <a:ahLst/>
              <a:cxnLst/>
              <a:rect l="l" t="t" r="r" b="b"/>
              <a:pathLst>
                <a:path w="1366520" h="675004">
                  <a:moveTo>
                    <a:pt x="1366012" y="106438"/>
                  </a:moveTo>
                  <a:lnTo>
                    <a:pt x="1224953" y="106438"/>
                  </a:lnTo>
                  <a:lnTo>
                    <a:pt x="1272260" y="0"/>
                  </a:lnTo>
                  <a:lnTo>
                    <a:pt x="1261186" y="0"/>
                  </a:lnTo>
                  <a:lnTo>
                    <a:pt x="1213891" y="106438"/>
                  </a:lnTo>
                  <a:lnTo>
                    <a:pt x="1210017" y="106438"/>
                  </a:lnTo>
                  <a:lnTo>
                    <a:pt x="1210017" y="115138"/>
                  </a:lnTo>
                  <a:lnTo>
                    <a:pt x="1113256" y="332892"/>
                  </a:lnTo>
                  <a:lnTo>
                    <a:pt x="1109408" y="332892"/>
                  </a:lnTo>
                  <a:lnTo>
                    <a:pt x="1109408" y="341579"/>
                  </a:lnTo>
                  <a:lnTo>
                    <a:pt x="1013371" y="557707"/>
                  </a:lnTo>
                  <a:lnTo>
                    <a:pt x="735406" y="557707"/>
                  </a:lnTo>
                  <a:lnTo>
                    <a:pt x="831443" y="341579"/>
                  </a:lnTo>
                  <a:lnTo>
                    <a:pt x="1109408" y="341579"/>
                  </a:lnTo>
                  <a:lnTo>
                    <a:pt x="1109408" y="332892"/>
                  </a:lnTo>
                  <a:lnTo>
                    <a:pt x="835304" y="332892"/>
                  </a:lnTo>
                  <a:lnTo>
                    <a:pt x="932065" y="115138"/>
                  </a:lnTo>
                  <a:lnTo>
                    <a:pt x="1210017" y="115138"/>
                  </a:lnTo>
                  <a:lnTo>
                    <a:pt x="1210017" y="106438"/>
                  </a:lnTo>
                  <a:lnTo>
                    <a:pt x="935926" y="106438"/>
                  </a:lnTo>
                  <a:lnTo>
                    <a:pt x="983234" y="0"/>
                  </a:lnTo>
                  <a:lnTo>
                    <a:pt x="972159" y="0"/>
                  </a:lnTo>
                  <a:lnTo>
                    <a:pt x="924864" y="106438"/>
                  </a:lnTo>
                  <a:lnTo>
                    <a:pt x="920991" y="106438"/>
                  </a:lnTo>
                  <a:lnTo>
                    <a:pt x="920991" y="115138"/>
                  </a:lnTo>
                  <a:lnTo>
                    <a:pt x="824230" y="332892"/>
                  </a:lnTo>
                  <a:lnTo>
                    <a:pt x="820381" y="332892"/>
                  </a:lnTo>
                  <a:lnTo>
                    <a:pt x="820381" y="341579"/>
                  </a:lnTo>
                  <a:lnTo>
                    <a:pt x="724344" y="557707"/>
                  </a:lnTo>
                  <a:lnTo>
                    <a:pt x="444995" y="557707"/>
                  </a:lnTo>
                  <a:lnTo>
                    <a:pt x="541032" y="341579"/>
                  </a:lnTo>
                  <a:lnTo>
                    <a:pt x="820381" y="341579"/>
                  </a:lnTo>
                  <a:lnTo>
                    <a:pt x="820381" y="332892"/>
                  </a:lnTo>
                  <a:lnTo>
                    <a:pt x="544880" y="332892"/>
                  </a:lnTo>
                  <a:lnTo>
                    <a:pt x="641642" y="115138"/>
                  </a:lnTo>
                  <a:lnTo>
                    <a:pt x="920991" y="115138"/>
                  </a:lnTo>
                  <a:lnTo>
                    <a:pt x="920991" y="106438"/>
                  </a:lnTo>
                  <a:lnTo>
                    <a:pt x="645515" y="106438"/>
                  </a:lnTo>
                  <a:lnTo>
                    <a:pt x="692810" y="0"/>
                  </a:lnTo>
                  <a:lnTo>
                    <a:pt x="681748" y="0"/>
                  </a:lnTo>
                  <a:lnTo>
                    <a:pt x="634453" y="106438"/>
                  </a:lnTo>
                  <a:lnTo>
                    <a:pt x="630580" y="106438"/>
                  </a:lnTo>
                  <a:lnTo>
                    <a:pt x="630580" y="115138"/>
                  </a:lnTo>
                  <a:lnTo>
                    <a:pt x="533819" y="332892"/>
                  </a:lnTo>
                  <a:lnTo>
                    <a:pt x="529971" y="332892"/>
                  </a:lnTo>
                  <a:lnTo>
                    <a:pt x="529971" y="341579"/>
                  </a:lnTo>
                  <a:lnTo>
                    <a:pt x="433933" y="557707"/>
                  </a:lnTo>
                  <a:lnTo>
                    <a:pt x="153200" y="557707"/>
                  </a:lnTo>
                  <a:lnTo>
                    <a:pt x="249237" y="341579"/>
                  </a:lnTo>
                  <a:lnTo>
                    <a:pt x="529971" y="341579"/>
                  </a:lnTo>
                  <a:lnTo>
                    <a:pt x="529971" y="332892"/>
                  </a:lnTo>
                  <a:lnTo>
                    <a:pt x="253098" y="332892"/>
                  </a:lnTo>
                  <a:lnTo>
                    <a:pt x="349859" y="115138"/>
                  </a:lnTo>
                  <a:lnTo>
                    <a:pt x="630580" y="115138"/>
                  </a:lnTo>
                  <a:lnTo>
                    <a:pt x="630580" y="106438"/>
                  </a:lnTo>
                  <a:lnTo>
                    <a:pt x="353720" y="106438"/>
                  </a:lnTo>
                  <a:lnTo>
                    <a:pt x="401027" y="0"/>
                  </a:lnTo>
                  <a:lnTo>
                    <a:pt x="389953" y="0"/>
                  </a:lnTo>
                  <a:lnTo>
                    <a:pt x="342658" y="106438"/>
                  </a:lnTo>
                  <a:lnTo>
                    <a:pt x="204381" y="106438"/>
                  </a:lnTo>
                  <a:lnTo>
                    <a:pt x="200507" y="115138"/>
                  </a:lnTo>
                  <a:lnTo>
                    <a:pt x="338785" y="115138"/>
                  </a:lnTo>
                  <a:lnTo>
                    <a:pt x="242023" y="332892"/>
                  </a:lnTo>
                  <a:lnTo>
                    <a:pt x="103759" y="332892"/>
                  </a:lnTo>
                  <a:lnTo>
                    <a:pt x="99898" y="341579"/>
                  </a:lnTo>
                  <a:lnTo>
                    <a:pt x="238175" y="341579"/>
                  </a:lnTo>
                  <a:lnTo>
                    <a:pt x="142138" y="557707"/>
                  </a:lnTo>
                  <a:lnTo>
                    <a:pt x="3860" y="557707"/>
                  </a:lnTo>
                  <a:lnTo>
                    <a:pt x="0" y="566394"/>
                  </a:lnTo>
                  <a:lnTo>
                    <a:pt x="138277" y="566394"/>
                  </a:lnTo>
                  <a:lnTo>
                    <a:pt x="90271" y="674471"/>
                  </a:lnTo>
                  <a:lnTo>
                    <a:pt x="101333" y="674471"/>
                  </a:lnTo>
                  <a:lnTo>
                    <a:pt x="149339" y="566394"/>
                  </a:lnTo>
                  <a:lnTo>
                    <a:pt x="430072" y="566394"/>
                  </a:lnTo>
                  <a:lnTo>
                    <a:pt x="382066" y="674471"/>
                  </a:lnTo>
                  <a:lnTo>
                    <a:pt x="393128" y="674471"/>
                  </a:lnTo>
                  <a:lnTo>
                    <a:pt x="441134" y="566394"/>
                  </a:lnTo>
                  <a:lnTo>
                    <a:pt x="720483" y="566394"/>
                  </a:lnTo>
                  <a:lnTo>
                    <a:pt x="672477" y="674471"/>
                  </a:lnTo>
                  <a:lnTo>
                    <a:pt x="683539" y="674471"/>
                  </a:lnTo>
                  <a:lnTo>
                    <a:pt x="731545" y="566394"/>
                  </a:lnTo>
                  <a:lnTo>
                    <a:pt x="1009510" y="566394"/>
                  </a:lnTo>
                  <a:lnTo>
                    <a:pt x="961504" y="674471"/>
                  </a:lnTo>
                  <a:lnTo>
                    <a:pt x="972566" y="674471"/>
                  </a:lnTo>
                  <a:lnTo>
                    <a:pt x="1020572" y="566394"/>
                  </a:lnTo>
                  <a:lnTo>
                    <a:pt x="1161630" y="566394"/>
                  </a:lnTo>
                  <a:lnTo>
                    <a:pt x="1165504" y="557707"/>
                  </a:lnTo>
                  <a:lnTo>
                    <a:pt x="1024432" y="557707"/>
                  </a:lnTo>
                  <a:lnTo>
                    <a:pt x="1120470" y="341579"/>
                  </a:lnTo>
                  <a:lnTo>
                    <a:pt x="1261529" y="341579"/>
                  </a:lnTo>
                  <a:lnTo>
                    <a:pt x="1265402" y="332892"/>
                  </a:lnTo>
                  <a:lnTo>
                    <a:pt x="1124331" y="332892"/>
                  </a:lnTo>
                  <a:lnTo>
                    <a:pt x="1221092" y="115138"/>
                  </a:lnTo>
                  <a:lnTo>
                    <a:pt x="1362151" y="115138"/>
                  </a:lnTo>
                  <a:lnTo>
                    <a:pt x="1366012" y="106438"/>
                  </a:lnTo>
                  <a:close/>
                </a:path>
              </a:pathLst>
            </a:custGeom>
            <a:solidFill>
              <a:srgbClr val="002D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1788741" y="9128460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20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1783209" y="9128460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2079152" y="9128460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20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2073619" y="9128460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2369562" y="9128460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20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2364030" y="9128460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1698126" y="9353279"/>
              <a:ext cx="1162050" cy="0"/>
            </a:xfrm>
            <a:custGeom>
              <a:avLst/>
              <a:gdLst/>
              <a:ahLst/>
              <a:cxnLst/>
              <a:rect l="l" t="t" r="r" b="b"/>
              <a:pathLst>
                <a:path w="1162050" h="0">
                  <a:moveTo>
                    <a:pt x="1161640" y="0"/>
                  </a:moveTo>
                  <a:lnTo>
                    <a:pt x="0" y="0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1696193" y="9348935"/>
              <a:ext cx="1165860" cy="8890"/>
            </a:xfrm>
            <a:custGeom>
              <a:avLst/>
              <a:gdLst/>
              <a:ahLst/>
              <a:cxnLst/>
              <a:rect l="l" t="t" r="r" b="b"/>
              <a:pathLst>
                <a:path w="1165859" h="8890">
                  <a:moveTo>
                    <a:pt x="1165503" y="0"/>
                  </a:moveTo>
                  <a:lnTo>
                    <a:pt x="3863" y="0"/>
                  </a:lnTo>
                  <a:lnTo>
                    <a:pt x="0" y="8690"/>
                  </a:lnTo>
                  <a:lnTo>
                    <a:pt x="1161640" y="8690"/>
                  </a:lnTo>
                  <a:lnTo>
                    <a:pt x="11655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1598221" y="9578102"/>
              <a:ext cx="1162050" cy="0"/>
            </a:xfrm>
            <a:custGeom>
              <a:avLst/>
              <a:gdLst/>
              <a:ahLst/>
              <a:cxnLst/>
              <a:rect l="l" t="t" r="r" b="b"/>
              <a:pathLst>
                <a:path w="1162050" h="0">
                  <a:moveTo>
                    <a:pt x="1161650" y="0"/>
                  </a:moveTo>
                  <a:lnTo>
                    <a:pt x="0" y="0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1490858" y="9124118"/>
              <a:ext cx="1476375" cy="683260"/>
            </a:xfrm>
            <a:custGeom>
              <a:avLst/>
              <a:gdLst/>
              <a:ahLst/>
              <a:cxnLst/>
              <a:rect l="l" t="t" r="r" b="b"/>
              <a:pathLst>
                <a:path w="1476375" h="683259">
                  <a:moveTo>
                    <a:pt x="1476248" y="0"/>
                  </a:moveTo>
                  <a:lnTo>
                    <a:pt x="1470723" y="0"/>
                  </a:lnTo>
                  <a:lnTo>
                    <a:pt x="1461325" y="0"/>
                  </a:lnTo>
                  <a:lnTo>
                    <a:pt x="1461325" y="8699"/>
                  </a:lnTo>
                  <a:lnTo>
                    <a:pt x="1265402" y="449643"/>
                  </a:lnTo>
                  <a:lnTo>
                    <a:pt x="1261529" y="449643"/>
                  </a:lnTo>
                  <a:lnTo>
                    <a:pt x="1261529" y="458343"/>
                  </a:lnTo>
                  <a:lnTo>
                    <a:pt x="1165504" y="674471"/>
                  </a:lnTo>
                  <a:lnTo>
                    <a:pt x="14922" y="674471"/>
                  </a:lnTo>
                  <a:lnTo>
                    <a:pt x="110947" y="458343"/>
                  </a:lnTo>
                  <a:lnTo>
                    <a:pt x="1261529" y="458343"/>
                  </a:lnTo>
                  <a:lnTo>
                    <a:pt x="1261529" y="449643"/>
                  </a:lnTo>
                  <a:lnTo>
                    <a:pt x="114808" y="449643"/>
                  </a:lnTo>
                  <a:lnTo>
                    <a:pt x="310743" y="8699"/>
                  </a:lnTo>
                  <a:lnTo>
                    <a:pt x="1461325" y="8699"/>
                  </a:lnTo>
                  <a:lnTo>
                    <a:pt x="1461325" y="0"/>
                  </a:lnTo>
                  <a:lnTo>
                    <a:pt x="303555" y="0"/>
                  </a:lnTo>
                  <a:lnTo>
                    <a:pt x="0" y="683158"/>
                  </a:lnTo>
                  <a:lnTo>
                    <a:pt x="1172705" y="683158"/>
                  </a:lnTo>
                  <a:lnTo>
                    <a:pt x="1176566" y="674471"/>
                  </a:lnTo>
                  <a:lnTo>
                    <a:pt x="1472387" y="8699"/>
                  </a:lnTo>
                  <a:lnTo>
                    <a:pt x="1476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1490858" y="9124118"/>
              <a:ext cx="1520190" cy="727075"/>
            </a:xfrm>
            <a:custGeom>
              <a:avLst/>
              <a:gdLst/>
              <a:ahLst/>
              <a:cxnLst/>
              <a:rect l="l" t="t" r="r" b="b"/>
              <a:pathLst>
                <a:path w="1520190" h="727075">
                  <a:moveTo>
                    <a:pt x="1520113" y="43853"/>
                  </a:moveTo>
                  <a:lnTo>
                    <a:pt x="1476260" y="0"/>
                  </a:lnTo>
                  <a:lnTo>
                    <a:pt x="1172705" y="683158"/>
                  </a:lnTo>
                  <a:lnTo>
                    <a:pt x="0" y="683158"/>
                  </a:lnTo>
                  <a:lnTo>
                    <a:pt x="43853" y="727024"/>
                  </a:lnTo>
                  <a:lnTo>
                    <a:pt x="1216558" y="727024"/>
                  </a:lnTo>
                  <a:lnTo>
                    <a:pt x="1520113" y="43853"/>
                  </a:lnTo>
                  <a:close/>
                </a:path>
              </a:pathLst>
            </a:custGeom>
            <a:solidFill>
              <a:srgbClr val="002D5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5" name="object 175" descr=""/>
          <p:cNvGrpSpPr/>
          <p:nvPr/>
        </p:nvGrpSpPr>
        <p:grpSpPr>
          <a:xfrm>
            <a:off x="12887151" y="9124115"/>
            <a:ext cx="1520190" cy="1024890"/>
            <a:chOff x="12887151" y="9124115"/>
            <a:chExt cx="1520190" cy="1024890"/>
          </a:xfrm>
        </p:grpSpPr>
        <p:sp>
          <p:nvSpPr>
            <p:cNvPr id="176" name="object 176" descr=""/>
            <p:cNvSpPr/>
            <p:nvPr/>
          </p:nvSpPr>
          <p:spPr>
            <a:xfrm>
              <a:off x="13582654" y="9465691"/>
              <a:ext cx="69215" cy="683260"/>
            </a:xfrm>
            <a:custGeom>
              <a:avLst/>
              <a:gdLst/>
              <a:ahLst/>
              <a:cxnLst/>
              <a:rect l="l" t="t" r="r" b="b"/>
              <a:pathLst>
                <a:path w="69215" h="683259">
                  <a:moveTo>
                    <a:pt x="69139" y="0"/>
                  </a:moveTo>
                  <a:lnTo>
                    <a:pt x="0" y="0"/>
                  </a:lnTo>
                  <a:lnTo>
                    <a:pt x="0" y="683099"/>
                  </a:lnTo>
                  <a:lnTo>
                    <a:pt x="69139" y="683099"/>
                  </a:lnTo>
                  <a:lnTo>
                    <a:pt x="69139" y="0"/>
                  </a:lnTo>
                  <a:close/>
                </a:path>
              </a:pathLst>
            </a:custGeom>
            <a:solidFill>
              <a:srgbClr val="A1D3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3651795" y="9440820"/>
              <a:ext cx="34925" cy="708025"/>
            </a:xfrm>
            <a:custGeom>
              <a:avLst/>
              <a:gdLst/>
              <a:ahLst/>
              <a:cxnLst/>
              <a:rect l="l" t="t" r="r" b="b"/>
              <a:pathLst>
                <a:path w="34925" h="708025">
                  <a:moveTo>
                    <a:pt x="34574" y="0"/>
                  </a:moveTo>
                  <a:lnTo>
                    <a:pt x="0" y="24878"/>
                  </a:lnTo>
                  <a:lnTo>
                    <a:pt x="0" y="707967"/>
                  </a:lnTo>
                  <a:lnTo>
                    <a:pt x="34574" y="683099"/>
                  </a:lnTo>
                  <a:lnTo>
                    <a:pt x="34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2938474" y="9172315"/>
              <a:ext cx="1461770" cy="675005"/>
            </a:xfrm>
            <a:custGeom>
              <a:avLst/>
              <a:gdLst/>
              <a:ahLst/>
              <a:cxnLst/>
              <a:rect l="l" t="t" r="r" b="b"/>
              <a:pathLst>
                <a:path w="1461769" h="675004">
                  <a:moveTo>
                    <a:pt x="1461327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61640" y="674471"/>
                  </a:lnTo>
                  <a:lnTo>
                    <a:pt x="1461327" y="0"/>
                  </a:lnTo>
                  <a:close/>
                </a:path>
              </a:pathLst>
            </a:custGeom>
            <a:solidFill>
              <a:srgbClr val="0043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2986487" y="9172327"/>
              <a:ext cx="1366520" cy="675005"/>
            </a:xfrm>
            <a:custGeom>
              <a:avLst/>
              <a:gdLst/>
              <a:ahLst/>
              <a:cxnLst/>
              <a:rect l="l" t="t" r="r" b="b"/>
              <a:pathLst>
                <a:path w="1366519" h="675004">
                  <a:moveTo>
                    <a:pt x="1366012" y="106426"/>
                  </a:moveTo>
                  <a:lnTo>
                    <a:pt x="1224953" y="106426"/>
                  </a:lnTo>
                  <a:lnTo>
                    <a:pt x="1272247" y="0"/>
                  </a:lnTo>
                  <a:lnTo>
                    <a:pt x="1261186" y="0"/>
                  </a:lnTo>
                  <a:lnTo>
                    <a:pt x="1213891" y="106426"/>
                  </a:lnTo>
                  <a:lnTo>
                    <a:pt x="1210030" y="106426"/>
                  </a:lnTo>
                  <a:lnTo>
                    <a:pt x="1210030" y="115125"/>
                  </a:lnTo>
                  <a:lnTo>
                    <a:pt x="1113269" y="332879"/>
                  </a:lnTo>
                  <a:lnTo>
                    <a:pt x="1109408" y="332879"/>
                  </a:lnTo>
                  <a:lnTo>
                    <a:pt x="1109408" y="341579"/>
                  </a:lnTo>
                  <a:lnTo>
                    <a:pt x="1013371" y="557707"/>
                  </a:lnTo>
                  <a:lnTo>
                    <a:pt x="735406" y="557707"/>
                  </a:lnTo>
                  <a:lnTo>
                    <a:pt x="831443" y="341579"/>
                  </a:lnTo>
                  <a:lnTo>
                    <a:pt x="1109408" y="341579"/>
                  </a:lnTo>
                  <a:lnTo>
                    <a:pt x="1109408" y="332879"/>
                  </a:lnTo>
                  <a:lnTo>
                    <a:pt x="835304" y="332879"/>
                  </a:lnTo>
                  <a:lnTo>
                    <a:pt x="932065" y="115125"/>
                  </a:lnTo>
                  <a:lnTo>
                    <a:pt x="1210030" y="115125"/>
                  </a:lnTo>
                  <a:lnTo>
                    <a:pt x="1210030" y="106426"/>
                  </a:lnTo>
                  <a:lnTo>
                    <a:pt x="935926" y="106426"/>
                  </a:lnTo>
                  <a:lnTo>
                    <a:pt x="983221" y="0"/>
                  </a:lnTo>
                  <a:lnTo>
                    <a:pt x="972159" y="0"/>
                  </a:lnTo>
                  <a:lnTo>
                    <a:pt x="924864" y="106426"/>
                  </a:lnTo>
                  <a:lnTo>
                    <a:pt x="921004" y="106426"/>
                  </a:lnTo>
                  <a:lnTo>
                    <a:pt x="921004" y="115125"/>
                  </a:lnTo>
                  <a:lnTo>
                    <a:pt x="824242" y="332879"/>
                  </a:lnTo>
                  <a:lnTo>
                    <a:pt x="820381" y="332879"/>
                  </a:lnTo>
                  <a:lnTo>
                    <a:pt x="820381" y="341579"/>
                  </a:lnTo>
                  <a:lnTo>
                    <a:pt x="724344" y="557707"/>
                  </a:lnTo>
                  <a:lnTo>
                    <a:pt x="444995" y="557707"/>
                  </a:lnTo>
                  <a:lnTo>
                    <a:pt x="541032" y="341579"/>
                  </a:lnTo>
                  <a:lnTo>
                    <a:pt x="820381" y="341579"/>
                  </a:lnTo>
                  <a:lnTo>
                    <a:pt x="820381" y="332879"/>
                  </a:lnTo>
                  <a:lnTo>
                    <a:pt x="544893" y="332879"/>
                  </a:lnTo>
                  <a:lnTo>
                    <a:pt x="641654" y="115125"/>
                  </a:lnTo>
                  <a:lnTo>
                    <a:pt x="921004" y="115125"/>
                  </a:lnTo>
                  <a:lnTo>
                    <a:pt x="921004" y="106426"/>
                  </a:lnTo>
                  <a:lnTo>
                    <a:pt x="645528" y="106426"/>
                  </a:lnTo>
                  <a:lnTo>
                    <a:pt x="692823" y="0"/>
                  </a:lnTo>
                  <a:lnTo>
                    <a:pt x="681748" y="0"/>
                  </a:lnTo>
                  <a:lnTo>
                    <a:pt x="634453" y="106426"/>
                  </a:lnTo>
                  <a:lnTo>
                    <a:pt x="630593" y="106426"/>
                  </a:lnTo>
                  <a:lnTo>
                    <a:pt x="630593" y="115125"/>
                  </a:lnTo>
                  <a:lnTo>
                    <a:pt x="533831" y="332879"/>
                  </a:lnTo>
                  <a:lnTo>
                    <a:pt x="529971" y="332879"/>
                  </a:lnTo>
                  <a:lnTo>
                    <a:pt x="529971" y="341579"/>
                  </a:lnTo>
                  <a:lnTo>
                    <a:pt x="433933" y="557707"/>
                  </a:lnTo>
                  <a:lnTo>
                    <a:pt x="153200" y="557707"/>
                  </a:lnTo>
                  <a:lnTo>
                    <a:pt x="249237" y="341579"/>
                  </a:lnTo>
                  <a:lnTo>
                    <a:pt x="529971" y="341579"/>
                  </a:lnTo>
                  <a:lnTo>
                    <a:pt x="529971" y="332879"/>
                  </a:lnTo>
                  <a:lnTo>
                    <a:pt x="253098" y="332879"/>
                  </a:lnTo>
                  <a:lnTo>
                    <a:pt x="349859" y="115125"/>
                  </a:lnTo>
                  <a:lnTo>
                    <a:pt x="630593" y="115125"/>
                  </a:lnTo>
                  <a:lnTo>
                    <a:pt x="630593" y="106426"/>
                  </a:lnTo>
                  <a:lnTo>
                    <a:pt x="353720" y="106426"/>
                  </a:lnTo>
                  <a:lnTo>
                    <a:pt x="401015" y="0"/>
                  </a:lnTo>
                  <a:lnTo>
                    <a:pt x="389953" y="0"/>
                  </a:lnTo>
                  <a:lnTo>
                    <a:pt x="342658" y="106426"/>
                  </a:lnTo>
                  <a:lnTo>
                    <a:pt x="204368" y="106426"/>
                  </a:lnTo>
                  <a:lnTo>
                    <a:pt x="200507" y="115125"/>
                  </a:lnTo>
                  <a:lnTo>
                    <a:pt x="338797" y="115125"/>
                  </a:lnTo>
                  <a:lnTo>
                    <a:pt x="242036" y="332879"/>
                  </a:lnTo>
                  <a:lnTo>
                    <a:pt x="103759" y="332879"/>
                  </a:lnTo>
                  <a:lnTo>
                    <a:pt x="99885" y="341579"/>
                  </a:lnTo>
                  <a:lnTo>
                    <a:pt x="238175" y="341579"/>
                  </a:lnTo>
                  <a:lnTo>
                    <a:pt x="142138" y="557707"/>
                  </a:lnTo>
                  <a:lnTo>
                    <a:pt x="3860" y="557707"/>
                  </a:lnTo>
                  <a:lnTo>
                    <a:pt x="0" y="566394"/>
                  </a:lnTo>
                  <a:lnTo>
                    <a:pt x="138277" y="566394"/>
                  </a:lnTo>
                  <a:lnTo>
                    <a:pt x="90271" y="674471"/>
                  </a:lnTo>
                  <a:lnTo>
                    <a:pt x="101333" y="674471"/>
                  </a:lnTo>
                  <a:lnTo>
                    <a:pt x="149339" y="566394"/>
                  </a:lnTo>
                  <a:lnTo>
                    <a:pt x="430072" y="566394"/>
                  </a:lnTo>
                  <a:lnTo>
                    <a:pt x="382066" y="674471"/>
                  </a:lnTo>
                  <a:lnTo>
                    <a:pt x="393115" y="674471"/>
                  </a:lnTo>
                  <a:lnTo>
                    <a:pt x="441134" y="566394"/>
                  </a:lnTo>
                  <a:lnTo>
                    <a:pt x="720483" y="566394"/>
                  </a:lnTo>
                  <a:lnTo>
                    <a:pt x="672477" y="674471"/>
                  </a:lnTo>
                  <a:lnTo>
                    <a:pt x="683539" y="674471"/>
                  </a:lnTo>
                  <a:lnTo>
                    <a:pt x="731545" y="566394"/>
                  </a:lnTo>
                  <a:lnTo>
                    <a:pt x="1009510" y="566394"/>
                  </a:lnTo>
                  <a:lnTo>
                    <a:pt x="961504" y="674471"/>
                  </a:lnTo>
                  <a:lnTo>
                    <a:pt x="972566" y="674471"/>
                  </a:lnTo>
                  <a:lnTo>
                    <a:pt x="1020572" y="566394"/>
                  </a:lnTo>
                  <a:lnTo>
                    <a:pt x="1161630" y="566394"/>
                  </a:lnTo>
                  <a:lnTo>
                    <a:pt x="1165504" y="557707"/>
                  </a:lnTo>
                  <a:lnTo>
                    <a:pt x="1024432" y="557707"/>
                  </a:lnTo>
                  <a:lnTo>
                    <a:pt x="1120470" y="341579"/>
                  </a:lnTo>
                  <a:lnTo>
                    <a:pt x="1261529" y="341579"/>
                  </a:lnTo>
                  <a:lnTo>
                    <a:pt x="1265389" y="332879"/>
                  </a:lnTo>
                  <a:lnTo>
                    <a:pt x="1124331" y="332879"/>
                  </a:lnTo>
                  <a:lnTo>
                    <a:pt x="1221092" y="115125"/>
                  </a:lnTo>
                  <a:lnTo>
                    <a:pt x="1362151" y="115125"/>
                  </a:lnTo>
                  <a:lnTo>
                    <a:pt x="1366012" y="106426"/>
                  </a:lnTo>
                  <a:close/>
                </a:path>
              </a:pathLst>
            </a:custGeom>
            <a:solidFill>
              <a:srgbClr val="002D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3228880" y="9172315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19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3223350" y="9172315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5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3519291" y="9172315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19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3513761" y="9172315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4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57" y="674471"/>
                  </a:lnTo>
                  <a:lnTo>
                    <a:pt x="3107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3809702" y="9172315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19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3804171" y="9172315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3138265" y="9397135"/>
              <a:ext cx="1162050" cy="0"/>
            </a:xfrm>
            <a:custGeom>
              <a:avLst/>
              <a:gdLst/>
              <a:ahLst/>
              <a:cxnLst/>
              <a:rect l="l" t="t" r="r" b="b"/>
              <a:pathLst>
                <a:path w="1162050" h="0">
                  <a:moveTo>
                    <a:pt x="1161640" y="0"/>
                  </a:moveTo>
                  <a:lnTo>
                    <a:pt x="0" y="0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3136335" y="9392790"/>
              <a:ext cx="1165860" cy="8890"/>
            </a:xfrm>
            <a:custGeom>
              <a:avLst/>
              <a:gdLst/>
              <a:ahLst/>
              <a:cxnLst/>
              <a:rect l="l" t="t" r="r" b="b"/>
              <a:pathLst>
                <a:path w="1165859" h="8890">
                  <a:moveTo>
                    <a:pt x="1165503" y="0"/>
                  </a:moveTo>
                  <a:lnTo>
                    <a:pt x="3853" y="0"/>
                  </a:lnTo>
                  <a:lnTo>
                    <a:pt x="0" y="8690"/>
                  </a:lnTo>
                  <a:lnTo>
                    <a:pt x="1161640" y="8690"/>
                  </a:lnTo>
                  <a:lnTo>
                    <a:pt x="11655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3038362" y="9621957"/>
              <a:ext cx="1162050" cy="0"/>
            </a:xfrm>
            <a:custGeom>
              <a:avLst/>
              <a:gdLst/>
              <a:ahLst/>
              <a:cxnLst/>
              <a:rect l="l" t="t" r="r" b="b"/>
              <a:pathLst>
                <a:path w="1162050" h="0">
                  <a:moveTo>
                    <a:pt x="1161650" y="0"/>
                  </a:moveTo>
                  <a:lnTo>
                    <a:pt x="0" y="0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2931001" y="9167971"/>
              <a:ext cx="1476375" cy="683260"/>
            </a:xfrm>
            <a:custGeom>
              <a:avLst/>
              <a:gdLst/>
              <a:ahLst/>
              <a:cxnLst/>
              <a:rect l="l" t="t" r="r" b="b"/>
              <a:pathLst>
                <a:path w="1476375" h="683259">
                  <a:moveTo>
                    <a:pt x="1476248" y="0"/>
                  </a:moveTo>
                  <a:lnTo>
                    <a:pt x="1470723" y="0"/>
                  </a:lnTo>
                  <a:lnTo>
                    <a:pt x="1461338" y="0"/>
                  </a:lnTo>
                  <a:lnTo>
                    <a:pt x="1461338" y="8699"/>
                  </a:lnTo>
                  <a:lnTo>
                    <a:pt x="1265402" y="449643"/>
                  </a:lnTo>
                  <a:lnTo>
                    <a:pt x="1261529" y="449643"/>
                  </a:lnTo>
                  <a:lnTo>
                    <a:pt x="1261529" y="458343"/>
                  </a:lnTo>
                  <a:lnTo>
                    <a:pt x="1165504" y="674471"/>
                  </a:lnTo>
                  <a:lnTo>
                    <a:pt x="14922" y="674471"/>
                  </a:lnTo>
                  <a:lnTo>
                    <a:pt x="110947" y="458343"/>
                  </a:lnTo>
                  <a:lnTo>
                    <a:pt x="1261529" y="458343"/>
                  </a:lnTo>
                  <a:lnTo>
                    <a:pt x="1261529" y="449643"/>
                  </a:lnTo>
                  <a:lnTo>
                    <a:pt x="114808" y="449643"/>
                  </a:lnTo>
                  <a:lnTo>
                    <a:pt x="310743" y="8699"/>
                  </a:lnTo>
                  <a:lnTo>
                    <a:pt x="1461338" y="8699"/>
                  </a:lnTo>
                  <a:lnTo>
                    <a:pt x="1461338" y="0"/>
                  </a:lnTo>
                  <a:lnTo>
                    <a:pt x="303555" y="0"/>
                  </a:lnTo>
                  <a:lnTo>
                    <a:pt x="0" y="683171"/>
                  </a:lnTo>
                  <a:lnTo>
                    <a:pt x="1172705" y="683171"/>
                  </a:lnTo>
                  <a:lnTo>
                    <a:pt x="1176566" y="674471"/>
                  </a:lnTo>
                  <a:lnTo>
                    <a:pt x="1472387" y="8699"/>
                  </a:lnTo>
                  <a:lnTo>
                    <a:pt x="1476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2894617" y="9128460"/>
              <a:ext cx="1461770" cy="675005"/>
            </a:xfrm>
            <a:custGeom>
              <a:avLst/>
              <a:gdLst/>
              <a:ahLst/>
              <a:cxnLst/>
              <a:rect l="l" t="t" r="r" b="b"/>
              <a:pathLst>
                <a:path w="1461769" h="675004">
                  <a:moveTo>
                    <a:pt x="1461327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61640" y="674471"/>
                  </a:lnTo>
                  <a:lnTo>
                    <a:pt x="1461327" y="0"/>
                  </a:lnTo>
                  <a:close/>
                </a:path>
              </a:pathLst>
            </a:custGeom>
            <a:solidFill>
              <a:srgbClr val="0043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2942634" y="9128461"/>
              <a:ext cx="1366520" cy="675005"/>
            </a:xfrm>
            <a:custGeom>
              <a:avLst/>
              <a:gdLst/>
              <a:ahLst/>
              <a:cxnLst/>
              <a:rect l="l" t="t" r="r" b="b"/>
              <a:pathLst>
                <a:path w="1366519" h="675004">
                  <a:moveTo>
                    <a:pt x="1366012" y="106438"/>
                  </a:moveTo>
                  <a:lnTo>
                    <a:pt x="1224953" y="106438"/>
                  </a:lnTo>
                  <a:lnTo>
                    <a:pt x="1272247" y="0"/>
                  </a:lnTo>
                  <a:lnTo>
                    <a:pt x="1261186" y="0"/>
                  </a:lnTo>
                  <a:lnTo>
                    <a:pt x="1213891" y="106438"/>
                  </a:lnTo>
                  <a:lnTo>
                    <a:pt x="1210017" y="106438"/>
                  </a:lnTo>
                  <a:lnTo>
                    <a:pt x="1210017" y="115138"/>
                  </a:lnTo>
                  <a:lnTo>
                    <a:pt x="1113256" y="332892"/>
                  </a:lnTo>
                  <a:lnTo>
                    <a:pt x="1109408" y="332892"/>
                  </a:lnTo>
                  <a:lnTo>
                    <a:pt x="1109408" y="341579"/>
                  </a:lnTo>
                  <a:lnTo>
                    <a:pt x="1013371" y="557707"/>
                  </a:lnTo>
                  <a:lnTo>
                    <a:pt x="735393" y="557707"/>
                  </a:lnTo>
                  <a:lnTo>
                    <a:pt x="831430" y="341579"/>
                  </a:lnTo>
                  <a:lnTo>
                    <a:pt x="1109408" y="341579"/>
                  </a:lnTo>
                  <a:lnTo>
                    <a:pt x="1109408" y="332892"/>
                  </a:lnTo>
                  <a:lnTo>
                    <a:pt x="835291" y="332892"/>
                  </a:lnTo>
                  <a:lnTo>
                    <a:pt x="932053" y="115138"/>
                  </a:lnTo>
                  <a:lnTo>
                    <a:pt x="1210017" y="115138"/>
                  </a:lnTo>
                  <a:lnTo>
                    <a:pt x="1210017" y="106438"/>
                  </a:lnTo>
                  <a:lnTo>
                    <a:pt x="935913" y="106438"/>
                  </a:lnTo>
                  <a:lnTo>
                    <a:pt x="983221" y="0"/>
                  </a:lnTo>
                  <a:lnTo>
                    <a:pt x="972159" y="0"/>
                  </a:lnTo>
                  <a:lnTo>
                    <a:pt x="924852" y="106438"/>
                  </a:lnTo>
                  <a:lnTo>
                    <a:pt x="920991" y="106438"/>
                  </a:lnTo>
                  <a:lnTo>
                    <a:pt x="920991" y="115138"/>
                  </a:lnTo>
                  <a:lnTo>
                    <a:pt x="824230" y="332892"/>
                  </a:lnTo>
                  <a:lnTo>
                    <a:pt x="820369" y="332892"/>
                  </a:lnTo>
                  <a:lnTo>
                    <a:pt x="820369" y="341579"/>
                  </a:lnTo>
                  <a:lnTo>
                    <a:pt x="724331" y="557707"/>
                  </a:lnTo>
                  <a:lnTo>
                    <a:pt x="444995" y="557707"/>
                  </a:lnTo>
                  <a:lnTo>
                    <a:pt x="541032" y="341579"/>
                  </a:lnTo>
                  <a:lnTo>
                    <a:pt x="820369" y="341579"/>
                  </a:lnTo>
                  <a:lnTo>
                    <a:pt x="820369" y="332892"/>
                  </a:lnTo>
                  <a:lnTo>
                    <a:pt x="544880" y="332892"/>
                  </a:lnTo>
                  <a:lnTo>
                    <a:pt x="641642" y="115138"/>
                  </a:lnTo>
                  <a:lnTo>
                    <a:pt x="920991" y="115138"/>
                  </a:lnTo>
                  <a:lnTo>
                    <a:pt x="920991" y="106438"/>
                  </a:lnTo>
                  <a:lnTo>
                    <a:pt x="645515" y="106438"/>
                  </a:lnTo>
                  <a:lnTo>
                    <a:pt x="692810" y="0"/>
                  </a:lnTo>
                  <a:lnTo>
                    <a:pt x="681748" y="0"/>
                  </a:lnTo>
                  <a:lnTo>
                    <a:pt x="634441" y="106438"/>
                  </a:lnTo>
                  <a:lnTo>
                    <a:pt x="630580" y="106438"/>
                  </a:lnTo>
                  <a:lnTo>
                    <a:pt x="630580" y="115138"/>
                  </a:lnTo>
                  <a:lnTo>
                    <a:pt x="533819" y="332892"/>
                  </a:lnTo>
                  <a:lnTo>
                    <a:pt x="529958" y="332892"/>
                  </a:lnTo>
                  <a:lnTo>
                    <a:pt x="529958" y="341579"/>
                  </a:lnTo>
                  <a:lnTo>
                    <a:pt x="433920" y="557707"/>
                  </a:lnTo>
                  <a:lnTo>
                    <a:pt x="153187" y="557707"/>
                  </a:lnTo>
                  <a:lnTo>
                    <a:pt x="249224" y="341579"/>
                  </a:lnTo>
                  <a:lnTo>
                    <a:pt x="529958" y="341579"/>
                  </a:lnTo>
                  <a:lnTo>
                    <a:pt x="529958" y="332892"/>
                  </a:lnTo>
                  <a:lnTo>
                    <a:pt x="253085" y="332892"/>
                  </a:lnTo>
                  <a:lnTo>
                    <a:pt x="349846" y="115138"/>
                  </a:lnTo>
                  <a:lnTo>
                    <a:pt x="630580" y="115138"/>
                  </a:lnTo>
                  <a:lnTo>
                    <a:pt x="630580" y="106438"/>
                  </a:lnTo>
                  <a:lnTo>
                    <a:pt x="353707" y="106438"/>
                  </a:lnTo>
                  <a:lnTo>
                    <a:pt x="401015" y="0"/>
                  </a:lnTo>
                  <a:lnTo>
                    <a:pt x="389953" y="0"/>
                  </a:lnTo>
                  <a:lnTo>
                    <a:pt x="342658" y="106438"/>
                  </a:lnTo>
                  <a:lnTo>
                    <a:pt x="204368" y="106438"/>
                  </a:lnTo>
                  <a:lnTo>
                    <a:pt x="200507" y="115138"/>
                  </a:lnTo>
                  <a:lnTo>
                    <a:pt x="338785" y="115138"/>
                  </a:lnTo>
                  <a:lnTo>
                    <a:pt x="242023" y="332892"/>
                  </a:lnTo>
                  <a:lnTo>
                    <a:pt x="103746" y="332892"/>
                  </a:lnTo>
                  <a:lnTo>
                    <a:pt x="99885" y="341579"/>
                  </a:lnTo>
                  <a:lnTo>
                    <a:pt x="238175" y="341579"/>
                  </a:lnTo>
                  <a:lnTo>
                    <a:pt x="142138" y="557707"/>
                  </a:lnTo>
                  <a:lnTo>
                    <a:pt x="3860" y="557707"/>
                  </a:lnTo>
                  <a:lnTo>
                    <a:pt x="0" y="566394"/>
                  </a:lnTo>
                  <a:lnTo>
                    <a:pt x="138277" y="566394"/>
                  </a:lnTo>
                  <a:lnTo>
                    <a:pt x="90271" y="674471"/>
                  </a:lnTo>
                  <a:lnTo>
                    <a:pt x="101320" y="674471"/>
                  </a:lnTo>
                  <a:lnTo>
                    <a:pt x="149326" y="566394"/>
                  </a:lnTo>
                  <a:lnTo>
                    <a:pt x="430060" y="566394"/>
                  </a:lnTo>
                  <a:lnTo>
                    <a:pt x="382054" y="674471"/>
                  </a:lnTo>
                  <a:lnTo>
                    <a:pt x="393128" y="674471"/>
                  </a:lnTo>
                  <a:lnTo>
                    <a:pt x="441134" y="566394"/>
                  </a:lnTo>
                  <a:lnTo>
                    <a:pt x="720471" y="566394"/>
                  </a:lnTo>
                  <a:lnTo>
                    <a:pt x="672465" y="674471"/>
                  </a:lnTo>
                  <a:lnTo>
                    <a:pt x="683526" y="674471"/>
                  </a:lnTo>
                  <a:lnTo>
                    <a:pt x="731532" y="566394"/>
                  </a:lnTo>
                  <a:lnTo>
                    <a:pt x="1009510" y="566394"/>
                  </a:lnTo>
                  <a:lnTo>
                    <a:pt x="961504" y="674471"/>
                  </a:lnTo>
                  <a:lnTo>
                    <a:pt x="972566" y="674471"/>
                  </a:lnTo>
                  <a:lnTo>
                    <a:pt x="1020572" y="566394"/>
                  </a:lnTo>
                  <a:lnTo>
                    <a:pt x="1161630" y="566394"/>
                  </a:lnTo>
                  <a:lnTo>
                    <a:pt x="1165504" y="557707"/>
                  </a:lnTo>
                  <a:lnTo>
                    <a:pt x="1024432" y="557707"/>
                  </a:lnTo>
                  <a:lnTo>
                    <a:pt x="1120470" y="341579"/>
                  </a:lnTo>
                  <a:lnTo>
                    <a:pt x="1261529" y="341579"/>
                  </a:lnTo>
                  <a:lnTo>
                    <a:pt x="1265389" y="332892"/>
                  </a:lnTo>
                  <a:lnTo>
                    <a:pt x="1124318" y="332892"/>
                  </a:lnTo>
                  <a:lnTo>
                    <a:pt x="1221079" y="115138"/>
                  </a:lnTo>
                  <a:lnTo>
                    <a:pt x="1362151" y="115138"/>
                  </a:lnTo>
                  <a:lnTo>
                    <a:pt x="1366012" y="106438"/>
                  </a:lnTo>
                  <a:close/>
                </a:path>
              </a:pathLst>
            </a:custGeom>
            <a:solidFill>
              <a:srgbClr val="002D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3185025" y="9128460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19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13179493" y="9128460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13475436" y="9128460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19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13469903" y="9128460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6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3765846" y="9128460"/>
              <a:ext cx="299720" cy="675005"/>
            </a:xfrm>
            <a:custGeom>
              <a:avLst/>
              <a:gdLst/>
              <a:ahLst/>
              <a:cxnLst/>
              <a:rect l="l" t="t" r="r" b="b"/>
              <a:pathLst>
                <a:path w="299719" h="675004">
                  <a:moveTo>
                    <a:pt x="299687" y="0"/>
                  </a:moveTo>
                  <a:lnTo>
                    <a:pt x="0" y="674471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3760316" y="9128460"/>
              <a:ext cx="311150" cy="675005"/>
            </a:xfrm>
            <a:custGeom>
              <a:avLst/>
              <a:gdLst/>
              <a:ahLst/>
              <a:cxnLst/>
              <a:rect l="l" t="t" r="r" b="b"/>
              <a:pathLst>
                <a:path w="311150" h="675004">
                  <a:moveTo>
                    <a:pt x="310754" y="0"/>
                  </a:moveTo>
                  <a:lnTo>
                    <a:pt x="299687" y="0"/>
                  </a:lnTo>
                  <a:lnTo>
                    <a:pt x="0" y="674471"/>
                  </a:lnTo>
                  <a:lnTo>
                    <a:pt x="11057" y="674471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3094411" y="9353279"/>
              <a:ext cx="1162050" cy="0"/>
            </a:xfrm>
            <a:custGeom>
              <a:avLst/>
              <a:gdLst/>
              <a:ahLst/>
              <a:cxnLst/>
              <a:rect l="l" t="t" r="r" b="b"/>
              <a:pathLst>
                <a:path w="1162050" h="0">
                  <a:moveTo>
                    <a:pt x="1161640" y="0"/>
                  </a:moveTo>
                  <a:lnTo>
                    <a:pt x="0" y="0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3092477" y="9348935"/>
              <a:ext cx="1165860" cy="8890"/>
            </a:xfrm>
            <a:custGeom>
              <a:avLst/>
              <a:gdLst/>
              <a:ahLst/>
              <a:cxnLst/>
              <a:rect l="l" t="t" r="r" b="b"/>
              <a:pathLst>
                <a:path w="1165859" h="8890">
                  <a:moveTo>
                    <a:pt x="1165503" y="0"/>
                  </a:moveTo>
                  <a:lnTo>
                    <a:pt x="3863" y="0"/>
                  </a:lnTo>
                  <a:lnTo>
                    <a:pt x="0" y="8690"/>
                  </a:lnTo>
                  <a:lnTo>
                    <a:pt x="1161640" y="8690"/>
                  </a:lnTo>
                  <a:lnTo>
                    <a:pt x="11655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2994514" y="9578102"/>
              <a:ext cx="1162050" cy="0"/>
            </a:xfrm>
            <a:custGeom>
              <a:avLst/>
              <a:gdLst/>
              <a:ahLst/>
              <a:cxnLst/>
              <a:rect l="l" t="t" r="r" b="b"/>
              <a:pathLst>
                <a:path w="1162050" h="0">
                  <a:moveTo>
                    <a:pt x="1161640" y="0"/>
                  </a:moveTo>
                  <a:lnTo>
                    <a:pt x="0" y="0"/>
                  </a:lnTo>
                </a:path>
              </a:pathLst>
            </a:custGeom>
            <a:solidFill>
              <a:srgbClr val="005C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12887148" y="9124118"/>
              <a:ext cx="1476375" cy="683260"/>
            </a:xfrm>
            <a:custGeom>
              <a:avLst/>
              <a:gdLst/>
              <a:ahLst/>
              <a:cxnLst/>
              <a:rect l="l" t="t" r="r" b="b"/>
              <a:pathLst>
                <a:path w="1476375" h="683259">
                  <a:moveTo>
                    <a:pt x="1476248" y="0"/>
                  </a:moveTo>
                  <a:lnTo>
                    <a:pt x="1470723" y="0"/>
                  </a:lnTo>
                  <a:lnTo>
                    <a:pt x="1461312" y="0"/>
                  </a:lnTo>
                  <a:lnTo>
                    <a:pt x="1461312" y="8699"/>
                  </a:lnTo>
                  <a:lnTo>
                    <a:pt x="1265389" y="449643"/>
                  </a:lnTo>
                  <a:lnTo>
                    <a:pt x="1261529" y="449643"/>
                  </a:lnTo>
                  <a:lnTo>
                    <a:pt x="1261529" y="458343"/>
                  </a:lnTo>
                  <a:lnTo>
                    <a:pt x="1165504" y="674471"/>
                  </a:lnTo>
                  <a:lnTo>
                    <a:pt x="14922" y="674471"/>
                  </a:lnTo>
                  <a:lnTo>
                    <a:pt x="110947" y="458343"/>
                  </a:lnTo>
                  <a:lnTo>
                    <a:pt x="1261529" y="458343"/>
                  </a:lnTo>
                  <a:lnTo>
                    <a:pt x="1261529" y="449643"/>
                  </a:lnTo>
                  <a:lnTo>
                    <a:pt x="114820" y="449643"/>
                  </a:lnTo>
                  <a:lnTo>
                    <a:pt x="310756" y="8699"/>
                  </a:lnTo>
                  <a:lnTo>
                    <a:pt x="1461312" y="8699"/>
                  </a:lnTo>
                  <a:lnTo>
                    <a:pt x="1461312" y="0"/>
                  </a:lnTo>
                  <a:lnTo>
                    <a:pt x="303542" y="0"/>
                  </a:lnTo>
                  <a:lnTo>
                    <a:pt x="0" y="683158"/>
                  </a:lnTo>
                  <a:lnTo>
                    <a:pt x="1172705" y="683158"/>
                  </a:lnTo>
                  <a:lnTo>
                    <a:pt x="1176566" y="674471"/>
                  </a:lnTo>
                  <a:lnTo>
                    <a:pt x="1472387" y="8699"/>
                  </a:lnTo>
                  <a:lnTo>
                    <a:pt x="1476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12887148" y="9124118"/>
              <a:ext cx="1520190" cy="727075"/>
            </a:xfrm>
            <a:custGeom>
              <a:avLst/>
              <a:gdLst/>
              <a:ahLst/>
              <a:cxnLst/>
              <a:rect l="l" t="t" r="r" b="b"/>
              <a:pathLst>
                <a:path w="1520190" h="727075">
                  <a:moveTo>
                    <a:pt x="1216558" y="727024"/>
                  </a:moveTo>
                  <a:lnTo>
                    <a:pt x="1172692" y="683158"/>
                  </a:lnTo>
                  <a:lnTo>
                    <a:pt x="0" y="683158"/>
                  </a:lnTo>
                  <a:lnTo>
                    <a:pt x="43853" y="727024"/>
                  </a:lnTo>
                  <a:lnTo>
                    <a:pt x="1216558" y="727024"/>
                  </a:lnTo>
                  <a:close/>
                </a:path>
                <a:path w="1520190" h="727075">
                  <a:moveTo>
                    <a:pt x="1520101" y="43853"/>
                  </a:moveTo>
                  <a:lnTo>
                    <a:pt x="1476248" y="0"/>
                  </a:lnTo>
                  <a:lnTo>
                    <a:pt x="1172705" y="683158"/>
                  </a:lnTo>
                  <a:lnTo>
                    <a:pt x="1216558" y="727024"/>
                  </a:lnTo>
                  <a:lnTo>
                    <a:pt x="1520101" y="43853"/>
                  </a:lnTo>
                  <a:close/>
                </a:path>
              </a:pathLst>
            </a:custGeom>
            <a:solidFill>
              <a:srgbClr val="002D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3" name="object 203" descr=""/>
          <p:cNvSpPr/>
          <p:nvPr/>
        </p:nvSpPr>
        <p:spPr>
          <a:xfrm>
            <a:off x="14665359" y="6453250"/>
            <a:ext cx="57150" cy="72390"/>
          </a:xfrm>
          <a:custGeom>
            <a:avLst/>
            <a:gdLst/>
            <a:ahLst/>
            <a:cxnLst/>
            <a:rect l="l" t="t" r="r" b="b"/>
            <a:pathLst>
              <a:path w="57150" h="72390">
                <a:moveTo>
                  <a:pt x="46239" y="0"/>
                </a:moveTo>
                <a:lnTo>
                  <a:pt x="34205" y="15777"/>
                </a:lnTo>
                <a:lnTo>
                  <a:pt x="22460" y="31813"/>
                </a:lnTo>
                <a:lnTo>
                  <a:pt x="11044" y="48049"/>
                </a:lnTo>
                <a:lnTo>
                  <a:pt x="0" y="64427"/>
                </a:lnTo>
                <a:lnTo>
                  <a:pt x="11172" y="71788"/>
                </a:lnTo>
                <a:lnTo>
                  <a:pt x="22061" y="55623"/>
                </a:lnTo>
                <a:lnTo>
                  <a:pt x="33322" y="39600"/>
                </a:lnTo>
                <a:lnTo>
                  <a:pt x="44911" y="23774"/>
                </a:lnTo>
                <a:lnTo>
                  <a:pt x="56783" y="8198"/>
                </a:lnTo>
                <a:lnTo>
                  <a:pt x="46239" y="0"/>
                </a:lnTo>
                <a:close/>
              </a:path>
            </a:pathLst>
          </a:custGeom>
          <a:solidFill>
            <a:srgbClr val="E8F6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 descr=""/>
          <p:cNvSpPr/>
          <p:nvPr/>
        </p:nvSpPr>
        <p:spPr>
          <a:xfrm>
            <a:off x="14607072" y="6932265"/>
            <a:ext cx="24130" cy="102870"/>
          </a:xfrm>
          <a:custGeom>
            <a:avLst/>
            <a:gdLst/>
            <a:ahLst/>
            <a:cxnLst/>
            <a:rect l="l" t="t" r="r" b="b"/>
            <a:pathLst>
              <a:path w="24130" h="102870">
                <a:moveTo>
                  <a:pt x="10502" y="0"/>
                </a:moveTo>
                <a:lnTo>
                  <a:pt x="6814" y="25297"/>
                </a:lnTo>
                <a:lnTo>
                  <a:pt x="3829" y="50821"/>
                </a:lnTo>
                <a:lnTo>
                  <a:pt x="1555" y="76481"/>
                </a:lnTo>
                <a:lnTo>
                  <a:pt x="0" y="102185"/>
                </a:lnTo>
                <a:lnTo>
                  <a:pt x="13371" y="102813"/>
                </a:lnTo>
                <a:lnTo>
                  <a:pt x="14903" y="77476"/>
                </a:lnTo>
                <a:lnTo>
                  <a:pt x="17140" y="52189"/>
                </a:lnTo>
                <a:lnTo>
                  <a:pt x="20076" y="27040"/>
                </a:lnTo>
                <a:lnTo>
                  <a:pt x="23706" y="2115"/>
                </a:lnTo>
                <a:lnTo>
                  <a:pt x="10502" y="0"/>
                </a:lnTo>
                <a:close/>
              </a:path>
            </a:pathLst>
          </a:custGeom>
          <a:solidFill>
            <a:srgbClr val="E8F6F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5" name="object 205" descr=""/>
          <p:cNvGrpSpPr/>
          <p:nvPr/>
        </p:nvGrpSpPr>
        <p:grpSpPr>
          <a:xfrm>
            <a:off x="14399913" y="5794760"/>
            <a:ext cx="2403475" cy="4415155"/>
            <a:chOff x="14399913" y="5794760"/>
            <a:chExt cx="2403475" cy="4415155"/>
          </a:xfrm>
        </p:grpSpPr>
        <p:sp>
          <p:nvSpPr>
            <p:cNvPr id="206" name="object 206" descr=""/>
            <p:cNvSpPr/>
            <p:nvPr/>
          </p:nvSpPr>
          <p:spPr>
            <a:xfrm>
              <a:off x="15395708" y="7076860"/>
              <a:ext cx="237490" cy="3133090"/>
            </a:xfrm>
            <a:custGeom>
              <a:avLst/>
              <a:gdLst/>
              <a:ahLst/>
              <a:cxnLst/>
              <a:rect l="l" t="t" r="r" b="b"/>
              <a:pathLst>
                <a:path w="237490" h="3133090">
                  <a:moveTo>
                    <a:pt x="158372" y="0"/>
                  </a:moveTo>
                  <a:lnTo>
                    <a:pt x="78573" y="0"/>
                  </a:lnTo>
                  <a:lnTo>
                    <a:pt x="0" y="3132585"/>
                  </a:lnTo>
                  <a:lnTo>
                    <a:pt x="237155" y="3132585"/>
                  </a:lnTo>
                  <a:lnTo>
                    <a:pt x="158372" y="0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5522531" y="7076860"/>
              <a:ext cx="110489" cy="3133090"/>
            </a:xfrm>
            <a:custGeom>
              <a:avLst/>
              <a:gdLst/>
              <a:ahLst/>
              <a:cxnLst/>
              <a:rect l="l" t="t" r="r" b="b"/>
              <a:pathLst>
                <a:path w="110490" h="3133090">
                  <a:moveTo>
                    <a:pt x="31548" y="0"/>
                  </a:moveTo>
                  <a:lnTo>
                    <a:pt x="0" y="0"/>
                  </a:lnTo>
                  <a:lnTo>
                    <a:pt x="0" y="3132585"/>
                  </a:lnTo>
                  <a:lnTo>
                    <a:pt x="110331" y="3132585"/>
                  </a:lnTo>
                  <a:lnTo>
                    <a:pt x="31548" y="0"/>
                  </a:lnTo>
                  <a:close/>
                </a:path>
              </a:pathLst>
            </a:custGeom>
            <a:solidFill>
              <a:srgbClr val="B7D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5355401" y="6918854"/>
              <a:ext cx="334645" cy="334645"/>
            </a:xfrm>
            <a:custGeom>
              <a:avLst/>
              <a:gdLst/>
              <a:ahLst/>
              <a:cxnLst/>
              <a:rect l="l" t="t" r="r" b="b"/>
              <a:pathLst>
                <a:path w="334644" h="334645">
                  <a:moveTo>
                    <a:pt x="167031" y="0"/>
                  </a:moveTo>
                  <a:lnTo>
                    <a:pt x="122628" y="5966"/>
                  </a:lnTo>
                  <a:lnTo>
                    <a:pt x="82727" y="22804"/>
                  </a:lnTo>
                  <a:lnTo>
                    <a:pt x="48922" y="48922"/>
                  </a:lnTo>
                  <a:lnTo>
                    <a:pt x="22804" y="82727"/>
                  </a:lnTo>
                  <a:lnTo>
                    <a:pt x="5966" y="122628"/>
                  </a:lnTo>
                  <a:lnTo>
                    <a:pt x="0" y="167031"/>
                  </a:lnTo>
                  <a:lnTo>
                    <a:pt x="5966" y="211435"/>
                  </a:lnTo>
                  <a:lnTo>
                    <a:pt x="22804" y="251335"/>
                  </a:lnTo>
                  <a:lnTo>
                    <a:pt x="48922" y="285140"/>
                  </a:lnTo>
                  <a:lnTo>
                    <a:pt x="82727" y="311258"/>
                  </a:lnTo>
                  <a:lnTo>
                    <a:pt x="122628" y="328096"/>
                  </a:lnTo>
                  <a:lnTo>
                    <a:pt x="167031" y="334063"/>
                  </a:lnTo>
                  <a:lnTo>
                    <a:pt x="211435" y="328096"/>
                  </a:lnTo>
                  <a:lnTo>
                    <a:pt x="251335" y="311258"/>
                  </a:lnTo>
                  <a:lnTo>
                    <a:pt x="285140" y="285140"/>
                  </a:lnTo>
                  <a:lnTo>
                    <a:pt x="311258" y="251335"/>
                  </a:lnTo>
                  <a:lnTo>
                    <a:pt x="328096" y="211435"/>
                  </a:lnTo>
                  <a:lnTo>
                    <a:pt x="334063" y="167031"/>
                  </a:lnTo>
                  <a:lnTo>
                    <a:pt x="328096" y="122628"/>
                  </a:lnTo>
                  <a:lnTo>
                    <a:pt x="311258" y="82727"/>
                  </a:lnTo>
                  <a:lnTo>
                    <a:pt x="285140" y="48922"/>
                  </a:lnTo>
                  <a:lnTo>
                    <a:pt x="251335" y="22804"/>
                  </a:lnTo>
                  <a:lnTo>
                    <a:pt x="211435" y="5966"/>
                  </a:lnTo>
                  <a:lnTo>
                    <a:pt x="167031" y="0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9" name="object 20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31893" y="6995347"/>
              <a:ext cx="181104" cy="181106"/>
            </a:xfrm>
            <a:prstGeom prst="rect">
              <a:avLst/>
            </a:prstGeom>
          </p:spPr>
        </p:pic>
        <p:sp>
          <p:nvSpPr>
            <p:cNvPr id="210" name="object 210" descr=""/>
            <p:cNvSpPr/>
            <p:nvPr/>
          </p:nvSpPr>
          <p:spPr>
            <a:xfrm>
              <a:off x="15355626" y="5794760"/>
              <a:ext cx="167005" cy="1124585"/>
            </a:xfrm>
            <a:custGeom>
              <a:avLst/>
              <a:gdLst/>
              <a:ahLst/>
              <a:cxnLst/>
              <a:rect l="l" t="t" r="r" b="b"/>
              <a:pathLst>
                <a:path w="167005" h="1124584">
                  <a:moveTo>
                    <a:pt x="166852" y="0"/>
                  </a:moveTo>
                  <a:lnTo>
                    <a:pt x="141839" y="51429"/>
                  </a:lnTo>
                  <a:lnTo>
                    <a:pt x="115030" y="118794"/>
                  </a:lnTo>
                  <a:lnTo>
                    <a:pt x="101384" y="157610"/>
                  </a:lnTo>
                  <a:lnTo>
                    <a:pt x="87832" y="199372"/>
                  </a:lnTo>
                  <a:lnTo>
                    <a:pt x="74569" y="243723"/>
                  </a:lnTo>
                  <a:lnTo>
                    <a:pt x="61788" y="290304"/>
                  </a:lnTo>
                  <a:lnTo>
                    <a:pt x="49680" y="338760"/>
                  </a:lnTo>
                  <a:lnTo>
                    <a:pt x="38439" y="388732"/>
                  </a:lnTo>
                  <a:lnTo>
                    <a:pt x="28258" y="439864"/>
                  </a:lnTo>
                  <a:lnTo>
                    <a:pt x="19330" y="491797"/>
                  </a:lnTo>
                  <a:lnTo>
                    <a:pt x="11847" y="544175"/>
                  </a:lnTo>
                  <a:lnTo>
                    <a:pt x="6002" y="596640"/>
                  </a:lnTo>
                  <a:lnTo>
                    <a:pt x="1989" y="648836"/>
                  </a:lnTo>
                  <a:lnTo>
                    <a:pt x="0" y="700403"/>
                  </a:lnTo>
                  <a:lnTo>
                    <a:pt x="227" y="750986"/>
                  </a:lnTo>
                  <a:lnTo>
                    <a:pt x="2864" y="800227"/>
                  </a:lnTo>
                  <a:lnTo>
                    <a:pt x="8103" y="847768"/>
                  </a:lnTo>
                  <a:lnTo>
                    <a:pt x="16138" y="893253"/>
                  </a:lnTo>
                  <a:lnTo>
                    <a:pt x="27162" y="936323"/>
                  </a:lnTo>
                  <a:lnTo>
                    <a:pt x="41366" y="976622"/>
                  </a:lnTo>
                  <a:lnTo>
                    <a:pt x="58944" y="1013792"/>
                  </a:lnTo>
                  <a:lnTo>
                    <a:pt x="80089" y="1047476"/>
                  </a:lnTo>
                  <a:lnTo>
                    <a:pt x="104993" y="1077317"/>
                  </a:lnTo>
                  <a:lnTo>
                    <a:pt x="133850" y="1102957"/>
                  </a:lnTo>
                  <a:lnTo>
                    <a:pt x="166852" y="1124039"/>
                  </a:lnTo>
                  <a:lnTo>
                    <a:pt x="166852" y="0"/>
                  </a:lnTo>
                  <a:close/>
                </a:path>
              </a:pathLst>
            </a:custGeom>
            <a:solidFill>
              <a:srgbClr val="B7D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5395768" y="5794760"/>
              <a:ext cx="127000" cy="1124585"/>
            </a:xfrm>
            <a:custGeom>
              <a:avLst/>
              <a:gdLst/>
              <a:ahLst/>
              <a:cxnLst/>
              <a:rect l="l" t="t" r="r" b="b"/>
              <a:pathLst>
                <a:path w="127000" h="1124584">
                  <a:moveTo>
                    <a:pt x="126711" y="0"/>
                  </a:moveTo>
                  <a:lnTo>
                    <a:pt x="113136" y="36620"/>
                  </a:lnTo>
                  <a:lnTo>
                    <a:pt x="94989" y="91665"/>
                  </a:lnTo>
                  <a:lnTo>
                    <a:pt x="74149" y="162623"/>
                  </a:lnTo>
                  <a:lnTo>
                    <a:pt x="63348" y="203241"/>
                  </a:lnTo>
                  <a:lnTo>
                    <a:pt x="52628" y="246845"/>
                  </a:lnTo>
                  <a:lnTo>
                    <a:pt x="42241" y="293102"/>
                  </a:lnTo>
                  <a:lnTo>
                    <a:pt x="32439" y="341682"/>
                  </a:lnTo>
                  <a:lnTo>
                    <a:pt x="23473" y="392255"/>
                  </a:lnTo>
                  <a:lnTo>
                    <a:pt x="15596" y="444488"/>
                  </a:lnTo>
                  <a:lnTo>
                    <a:pt x="9058" y="498051"/>
                  </a:lnTo>
                  <a:lnTo>
                    <a:pt x="4111" y="552613"/>
                  </a:lnTo>
                  <a:lnTo>
                    <a:pt x="1008" y="607842"/>
                  </a:lnTo>
                  <a:lnTo>
                    <a:pt x="0" y="663409"/>
                  </a:lnTo>
                  <a:lnTo>
                    <a:pt x="1337" y="718981"/>
                  </a:lnTo>
                  <a:lnTo>
                    <a:pt x="5273" y="774227"/>
                  </a:lnTo>
                  <a:lnTo>
                    <a:pt x="12059" y="828818"/>
                  </a:lnTo>
                  <a:lnTo>
                    <a:pt x="21946" y="882421"/>
                  </a:lnTo>
                  <a:lnTo>
                    <a:pt x="35186" y="934705"/>
                  </a:lnTo>
                  <a:lnTo>
                    <a:pt x="52031" y="985340"/>
                  </a:lnTo>
                  <a:lnTo>
                    <a:pt x="72732" y="1033995"/>
                  </a:lnTo>
                  <a:lnTo>
                    <a:pt x="97542" y="1080338"/>
                  </a:lnTo>
                  <a:lnTo>
                    <a:pt x="126711" y="1124039"/>
                  </a:lnTo>
                  <a:lnTo>
                    <a:pt x="126711" y="0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4404146" y="7169387"/>
              <a:ext cx="974090" cy="562610"/>
            </a:xfrm>
            <a:custGeom>
              <a:avLst/>
              <a:gdLst/>
              <a:ahLst/>
              <a:cxnLst/>
              <a:rect l="l" t="t" r="r" b="b"/>
              <a:pathLst>
                <a:path w="974090" h="562609">
                  <a:moveTo>
                    <a:pt x="973572" y="0"/>
                  </a:moveTo>
                  <a:lnTo>
                    <a:pt x="0" y="562087"/>
                  </a:lnTo>
                  <a:lnTo>
                    <a:pt x="1186" y="562024"/>
                  </a:lnTo>
                  <a:lnTo>
                    <a:pt x="57162" y="557963"/>
                  </a:lnTo>
                  <a:lnTo>
                    <a:pt x="128905" y="547497"/>
                  </a:lnTo>
                  <a:lnTo>
                    <a:pt x="169344" y="539907"/>
                  </a:lnTo>
                  <a:lnTo>
                    <a:pt x="212286" y="530762"/>
                  </a:lnTo>
                  <a:lnTo>
                    <a:pt x="257326" y="520073"/>
                  </a:lnTo>
                  <a:lnTo>
                    <a:pt x="304058" y="507851"/>
                  </a:lnTo>
                  <a:lnTo>
                    <a:pt x="352075" y="494109"/>
                  </a:lnTo>
                  <a:lnTo>
                    <a:pt x="400973" y="478858"/>
                  </a:lnTo>
                  <a:lnTo>
                    <a:pt x="450345" y="462109"/>
                  </a:lnTo>
                  <a:lnTo>
                    <a:pt x="499785" y="443875"/>
                  </a:lnTo>
                  <a:lnTo>
                    <a:pt x="548887" y="424166"/>
                  </a:lnTo>
                  <a:lnTo>
                    <a:pt x="597246" y="402996"/>
                  </a:lnTo>
                  <a:lnTo>
                    <a:pt x="644456" y="380374"/>
                  </a:lnTo>
                  <a:lnTo>
                    <a:pt x="690110" y="356313"/>
                  </a:lnTo>
                  <a:lnTo>
                    <a:pt x="733803" y="330825"/>
                  </a:lnTo>
                  <a:lnTo>
                    <a:pt x="775129" y="303922"/>
                  </a:lnTo>
                  <a:lnTo>
                    <a:pt x="813681" y="275614"/>
                  </a:lnTo>
                  <a:lnTo>
                    <a:pt x="849056" y="245913"/>
                  </a:lnTo>
                  <a:lnTo>
                    <a:pt x="880845" y="214832"/>
                  </a:lnTo>
                  <a:lnTo>
                    <a:pt x="908644" y="182381"/>
                  </a:lnTo>
                  <a:lnTo>
                    <a:pt x="932046" y="148573"/>
                  </a:lnTo>
                  <a:lnTo>
                    <a:pt x="950646" y="113420"/>
                  </a:lnTo>
                  <a:lnTo>
                    <a:pt x="964037" y="76932"/>
                  </a:lnTo>
                  <a:lnTo>
                    <a:pt x="971815" y="39121"/>
                  </a:lnTo>
                  <a:lnTo>
                    <a:pt x="973572" y="0"/>
                  </a:lnTo>
                  <a:close/>
                </a:path>
                <a:path w="974090" h="562609">
                  <a:moveTo>
                    <a:pt x="1186" y="562024"/>
                  </a:moveTo>
                  <a:lnTo>
                    <a:pt x="115" y="562024"/>
                  </a:lnTo>
                  <a:lnTo>
                    <a:pt x="303" y="562066"/>
                  </a:lnTo>
                  <a:lnTo>
                    <a:pt x="1186" y="562024"/>
                  </a:lnTo>
                  <a:close/>
                </a:path>
              </a:pathLst>
            </a:custGeom>
            <a:solidFill>
              <a:srgbClr val="B7D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4404146" y="7169387"/>
              <a:ext cx="974090" cy="562610"/>
            </a:xfrm>
            <a:custGeom>
              <a:avLst/>
              <a:gdLst/>
              <a:ahLst/>
              <a:cxnLst/>
              <a:rect l="l" t="t" r="r" b="b"/>
              <a:pathLst>
                <a:path w="974090" h="562609">
                  <a:moveTo>
                    <a:pt x="973572" y="0"/>
                  </a:moveTo>
                  <a:lnTo>
                    <a:pt x="0" y="562087"/>
                  </a:lnTo>
                  <a:lnTo>
                    <a:pt x="564" y="562024"/>
                  </a:lnTo>
                  <a:lnTo>
                    <a:pt x="38619" y="555463"/>
                  </a:lnTo>
                  <a:lnTo>
                    <a:pt x="95363" y="543656"/>
                  </a:lnTo>
                  <a:lnTo>
                    <a:pt x="167235" y="526226"/>
                  </a:lnTo>
                  <a:lnTo>
                    <a:pt x="207812" y="515272"/>
                  </a:lnTo>
                  <a:lnTo>
                    <a:pt x="250934" y="502754"/>
                  </a:lnTo>
                  <a:lnTo>
                    <a:pt x="296188" y="488621"/>
                  </a:lnTo>
                  <a:lnTo>
                    <a:pt x="343161" y="472820"/>
                  </a:lnTo>
                  <a:lnTo>
                    <a:pt x="391440" y="455299"/>
                  </a:lnTo>
                  <a:lnTo>
                    <a:pt x="440615" y="436005"/>
                  </a:lnTo>
                  <a:lnTo>
                    <a:pt x="490271" y="414885"/>
                  </a:lnTo>
                  <a:lnTo>
                    <a:pt x="539996" y="391888"/>
                  </a:lnTo>
                  <a:lnTo>
                    <a:pt x="589378" y="366961"/>
                  </a:lnTo>
                  <a:lnTo>
                    <a:pt x="638004" y="340052"/>
                  </a:lnTo>
                  <a:lnTo>
                    <a:pt x="685463" y="311107"/>
                  </a:lnTo>
                  <a:lnTo>
                    <a:pt x="731340" y="280075"/>
                  </a:lnTo>
                  <a:lnTo>
                    <a:pt x="775224" y="246903"/>
                  </a:lnTo>
                  <a:lnTo>
                    <a:pt x="816703" y="211539"/>
                  </a:lnTo>
                  <a:lnTo>
                    <a:pt x="855363" y="173930"/>
                  </a:lnTo>
                  <a:lnTo>
                    <a:pt x="890793" y="134024"/>
                  </a:lnTo>
                  <a:lnTo>
                    <a:pt x="922579" y="91769"/>
                  </a:lnTo>
                  <a:lnTo>
                    <a:pt x="950310" y="47111"/>
                  </a:lnTo>
                  <a:lnTo>
                    <a:pt x="973572" y="0"/>
                  </a:lnTo>
                  <a:close/>
                </a:path>
                <a:path w="974090" h="562609">
                  <a:moveTo>
                    <a:pt x="564" y="562024"/>
                  </a:moveTo>
                  <a:lnTo>
                    <a:pt x="115" y="562024"/>
                  </a:lnTo>
                  <a:lnTo>
                    <a:pt x="303" y="562066"/>
                  </a:lnTo>
                  <a:lnTo>
                    <a:pt x="564" y="562024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5667102" y="7131133"/>
              <a:ext cx="973455" cy="600710"/>
            </a:xfrm>
            <a:custGeom>
              <a:avLst/>
              <a:gdLst/>
              <a:ahLst/>
              <a:cxnLst/>
              <a:rect l="l" t="t" r="r" b="b"/>
              <a:pathLst>
                <a:path w="973455" h="600709">
                  <a:moveTo>
                    <a:pt x="149433" y="0"/>
                  </a:moveTo>
                  <a:lnTo>
                    <a:pt x="109689" y="1468"/>
                  </a:lnTo>
                  <a:lnTo>
                    <a:pt x="71393" y="8115"/>
                  </a:lnTo>
                  <a:lnTo>
                    <a:pt x="34759" y="20285"/>
                  </a:lnTo>
                  <a:lnTo>
                    <a:pt x="0" y="38323"/>
                  </a:lnTo>
                  <a:lnTo>
                    <a:pt x="973456" y="600354"/>
                  </a:lnTo>
                  <a:lnTo>
                    <a:pt x="941421" y="552980"/>
                  </a:lnTo>
                  <a:lnTo>
                    <a:pt x="896485" y="496081"/>
                  </a:lnTo>
                  <a:lnTo>
                    <a:pt x="869693" y="464854"/>
                  </a:lnTo>
                  <a:lnTo>
                    <a:pt x="840301" y="432237"/>
                  </a:lnTo>
                  <a:lnTo>
                    <a:pt x="808524" y="398576"/>
                  </a:lnTo>
                  <a:lnTo>
                    <a:pt x="774574" y="364216"/>
                  </a:lnTo>
                  <a:lnTo>
                    <a:pt x="738664" y="329502"/>
                  </a:lnTo>
                  <a:lnTo>
                    <a:pt x="701007" y="294781"/>
                  </a:lnTo>
                  <a:lnTo>
                    <a:pt x="661816" y="260398"/>
                  </a:lnTo>
                  <a:lnTo>
                    <a:pt x="621305" y="226699"/>
                  </a:lnTo>
                  <a:lnTo>
                    <a:pt x="579685" y="194029"/>
                  </a:lnTo>
                  <a:lnTo>
                    <a:pt x="537171" y="162734"/>
                  </a:lnTo>
                  <a:lnTo>
                    <a:pt x="493976" y="133160"/>
                  </a:lnTo>
                  <a:lnTo>
                    <a:pt x="450312" y="105653"/>
                  </a:lnTo>
                  <a:lnTo>
                    <a:pt x="406392" y="80558"/>
                  </a:lnTo>
                  <a:lnTo>
                    <a:pt x="362429" y="58220"/>
                  </a:lnTo>
                  <a:lnTo>
                    <a:pt x="318637" y="38986"/>
                  </a:lnTo>
                  <a:lnTo>
                    <a:pt x="275228" y="23202"/>
                  </a:lnTo>
                  <a:lnTo>
                    <a:pt x="232416" y="11212"/>
                  </a:lnTo>
                  <a:lnTo>
                    <a:pt x="190414" y="3363"/>
                  </a:lnTo>
                  <a:lnTo>
                    <a:pt x="149433" y="0"/>
                  </a:lnTo>
                  <a:close/>
                </a:path>
              </a:pathLst>
            </a:custGeom>
            <a:solidFill>
              <a:srgbClr val="B7D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4399908" y="5796971"/>
              <a:ext cx="2403475" cy="2539365"/>
            </a:xfrm>
            <a:custGeom>
              <a:avLst/>
              <a:gdLst/>
              <a:ahLst/>
              <a:cxnLst/>
              <a:rect l="l" t="t" r="r" b="b"/>
              <a:pathLst>
                <a:path w="2403475" h="2539365">
                  <a:moveTo>
                    <a:pt x="713816" y="2500325"/>
                  </a:moveTo>
                  <a:lnTo>
                    <a:pt x="667550" y="2484031"/>
                  </a:lnTo>
                  <a:lnTo>
                    <a:pt x="622071" y="2466035"/>
                  </a:lnTo>
                  <a:lnTo>
                    <a:pt x="577456" y="2446363"/>
                  </a:lnTo>
                  <a:lnTo>
                    <a:pt x="533717" y="2425052"/>
                  </a:lnTo>
                  <a:lnTo>
                    <a:pt x="490918" y="2402128"/>
                  </a:lnTo>
                  <a:lnTo>
                    <a:pt x="449072" y="2377617"/>
                  </a:lnTo>
                  <a:lnTo>
                    <a:pt x="408241" y="2351570"/>
                  </a:lnTo>
                  <a:lnTo>
                    <a:pt x="368465" y="2323998"/>
                  </a:lnTo>
                  <a:lnTo>
                    <a:pt x="329768" y="2294953"/>
                  </a:lnTo>
                  <a:lnTo>
                    <a:pt x="292201" y="2264460"/>
                  </a:lnTo>
                  <a:lnTo>
                    <a:pt x="255803" y="2232558"/>
                  </a:lnTo>
                  <a:lnTo>
                    <a:pt x="220611" y="2199271"/>
                  </a:lnTo>
                  <a:lnTo>
                    <a:pt x="186677" y="2164626"/>
                  </a:lnTo>
                  <a:lnTo>
                    <a:pt x="154025" y="2128672"/>
                  </a:lnTo>
                  <a:lnTo>
                    <a:pt x="122707" y="2091423"/>
                  </a:lnTo>
                  <a:lnTo>
                    <a:pt x="92760" y="2052929"/>
                  </a:lnTo>
                  <a:lnTo>
                    <a:pt x="64223" y="2013216"/>
                  </a:lnTo>
                  <a:lnTo>
                    <a:pt x="37134" y="1972310"/>
                  </a:lnTo>
                  <a:lnTo>
                    <a:pt x="11544" y="1930260"/>
                  </a:lnTo>
                  <a:lnTo>
                    <a:pt x="0" y="1936991"/>
                  </a:lnTo>
                  <a:lnTo>
                    <a:pt x="25857" y="1979485"/>
                  </a:lnTo>
                  <a:lnTo>
                    <a:pt x="53225" y="2020811"/>
                  </a:lnTo>
                  <a:lnTo>
                    <a:pt x="82067" y="2060943"/>
                  </a:lnTo>
                  <a:lnTo>
                    <a:pt x="112318" y="2099830"/>
                  </a:lnTo>
                  <a:lnTo>
                    <a:pt x="143967" y="2137473"/>
                  </a:lnTo>
                  <a:lnTo>
                    <a:pt x="176961" y="2173795"/>
                  </a:lnTo>
                  <a:lnTo>
                    <a:pt x="211251" y="2208809"/>
                  </a:lnTo>
                  <a:lnTo>
                    <a:pt x="246799" y="2242439"/>
                  </a:lnTo>
                  <a:lnTo>
                    <a:pt x="283578" y="2274684"/>
                  </a:lnTo>
                  <a:lnTo>
                    <a:pt x="321538" y="2305494"/>
                  </a:lnTo>
                  <a:lnTo>
                    <a:pt x="360641" y="2334844"/>
                  </a:lnTo>
                  <a:lnTo>
                    <a:pt x="400837" y="2362695"/>
                  </a:lnTo>
                  <a:lnTo>
                    <a:pt x="442099" y="2389022"/>
                  </a:lnTo>
                  <a:lnTo>
                    <a:pt x="484378" y="2413787"/>
                  </a:lnTo>
                  <a:lnTo>
                    <a:pt x="527634" y="2436952"/>
                  </a:lnTo>
                  <a:lnTo>
                    <a:pt x="571830" y="2458491"/>
                  </a:lnTo>
                  <a:lnTo>
                    <a:pt x="616927" y="2478367"/>
                  </a:lnTo>
                  <a:lnTo>
                    <a:pt x="662876" y="2496553"/>
                  </a:lnTo>
                  <a:lnTo>
                    <a:pt x="709637" y="2513012"/>
                  </a:lnTo>
                  <a:lnTo>
                    <a:pt x="713816" y="2500325"/>
                  </a:lnTo>
                  <a:close/>
                </a:path>
                <a:path w="2403475" h="2539365">
                  <a:moveTo>
                    <a:pt x="1114361" y="0"/>
                  </a:moveTo>
                  <a:lnTo>
                    <a:pt x="1065187" y="927"/>
                  </a:lnTo>
                  <a:lnTo>
                    <a:pt x="1016292" y="3708"/>
                  </a:lnTo>
                  <a:lnTo>
                    <a:pt x="967714" y="8331"/>
                  </a:lnTo>
                  <a:lnTo>
                    <a:pt x="919505" y="14757"/>
                  </a:lnTo>
                  <a:lnTo>
                    <a:pt x="871702" y="22961"/>
                  </a:lnTo>
                  <a:lnTo>
                    <a:pt x="824369" y="32943"/>
                  </a:lnTo>
                  <a:lnTo>
                    <a:pt x="777532" y="44665"/>
                  </a:lnTo>
                  <a:lnTo>
                    <a:pt x="731240" y="58127"/>
                  </a:lnTo>
                  <a:lnTo>
                    <a:pt x="685533" y="73279"/>
                  </a:lnTo>
                  <a:lnTo>
                    <a:pt x="640473" y="90119"/>
                  </a:lnTo>
                  <a:lnTo>
                    <a:pt x="596099" y="108635"/>
                  </a:lnTo>
                  <a:lnTo>
                    <a:pt x="552450" y="128778"/>
                  </a:lnTo>
                  <a:lnTo>
                    <a:pt x="509574" y="150545"/>
                  </a:lnTo>
                  <a:lnTo>
                    <a:pt x="467525" y="173926"/>
                  </a:lnTo>
                  <a:lnTo>
                    <a:pt x="426339" y="198869"/>
                  </a:lnTo>
                  <a:lnTo>
                    <a:pt x="386054" y="225386"/>
                  </a:lnTo>
                  <a:lnTo>
                    <a:pt x="346722" y="253428"/>
                  </a:lnTo>
                  <a:lnTo>
                    <a:pt x="308406" y="282994"/>
                  </a:lnTo>
                  <a:lnTo>
                    <a:pt x="271119" y="314058"/>
                  </a:lnTo>
                  <a:lnTo>
                    <a:pt x="234924" y="346595"/>
                  </a:lnTo>
                  <a:lnTo>
                    <a:pt x="199872" y="380593"/>
                  </a:lnTo>
                  <a:lnTo>
                    <a:pt x="166001" y="416026"/>
                  </a:lnTo>
                  <a:lnTo>
                    <a:pt x="133350" y="452869"/>
                  </a:lnTo>
                  <a:lnTo>
                    <a:pt x="143522" y="461530"/>
                  </a:lnTo>
                  <a:lnTo>
                    <a:pt x="177342" y="423456"/>
                  </a:lnTo>
                  <a:lnTo>
                    <a:pt x="212471" y="386892"/>
                  </a:lnTo>
                  <a:lnTo>
                    <a:pt x="248881" y="351904"/>
                  </a:lnTo>
                  <a:lnTo>
                    <a:pt x="286512" y="318477"/>
                  </a:lnTo>
                  <a:lnTo>
                    <a:pt x="325310" y="286651"/>
                  </a:lnTo>
                  <a:lnTo>
                    <a:pt x="365226" y="256451"/>
                  </a:lnTo>
                  <a:lnTo>
                    <a:pt x="406209" y="227901"/>
                  </a:lnTo>
                  <a:lnTo>
                    <a:pt x="448208" y="201028"/>
                  </a:lnTo>
                  <a:lnTo>
                    <a:pt x="491172" y="175831"/>
                  </a:lnTo>
                  <a:lnTo>
                    <a:pt x="535063" y="152374"/>
                  </a:lnTo>
                  <a:lnTo>
                    <a:pt x="579805" y="130644"/>
                  </a:lnTo>
                  <a:lnTo>
                    <a:pt x="625360" y="110680"/>
                  </a:lnTo>
                  <a:lnTo>
                    <a:pt x="671677" y="92506"/>
                  </a:lnTo>
                  <a:lnTo>
                    <a:pt x="718705" y="76149"/>
                  </a:lnTo>
                  <a:lnTo>
                    <a:pt x="766394" y="61633"/>
                  </a:lnTo>
                  <a:lnTo>
                    <a:pt x="814692" y="48971"/>
                  </a:lnTo>
                  <a:lnTo>
                    <a:pt x="863549" y="38188"/>
                  </a:lnTo>
                  <a:lnTo>
                    <a:pt x="912901" y="29311"/>
                  </a:lnTo>
                  <a:lnTo>
                    <a:pt x="962710" y="22377"/>
                  </a:lnTo>
                  <a:lnTo>
                    <a:pt x="1012926" y="17386"/>
                  </a:lnTo>
                  <a:lnTo>
                    <a:pt x="1063498" y="14376"/>
                  </a:lnTo>
                  <a:lnTo>
                    <a:pt x="1114361" y="13373"/>
                  </a:lnTo>
                  <a:lnTo>
                    <a:pt x="1114361" y="0"/>
                  </a:lnTo>
                  <a:close/>
                </a:path>
                <a:path w="2403475" h="2539365">
                  <a:moveTo>
                    <a:pt x="1519618" y="2512847"/>
                  </a:moveTo>
                  <a:lnTo>
                    <a:pt x="1515376" y="2500147"/>
                  </a:lnTo>
                  <a:lnTo>
                    <a:pt x="1493685" y="2507119"/>
                  </a:lnTo>
                  <a:lnTo>
                    <a:pt x="1471714" y="2513736"/>
                  </a:lnTo>
                  <a:lnTo>
                    <a:pt x="1449552" y="2519972"/>
                  </a:lnTo>
                  <a:lnTo>
                    <a:pt x="1427276" y="2525814"/>
                  </a:lnTo>
                  <a:lnTo>
                    <a:pt x="1430566" y="2538768"/>
                  </a:lnTo>
                  <a:lnTo>
                    <a:pt x="1453070" y="2532875"/>
                  </a:lnTo>
                  <a:lnTo>
                    <a:pt x="1475473" y="2526576"/>
                  </a:lnTo>
                  <a:lnTo>
                    <a:pt x="1497672" y="2519883"/>
                  </a:lnTo>
                  <a:lnTo>
                    <a:pt x="1519618" y="2512847"/>
                  </a:lnTo>
                  <a:close/>
                </a:path>
                <a:path w="2403475" h="2539365">
                  <a:moveTo>
                    <a:pt x="2403271" y="1288910"/>
                  </a:moveTo>
                  <a:lnTo>
                    <a:pt x="2402319" y="1238631"/>
                  </a:lnTo>
                  <a:lnTo>
                    <a:pt x="2399449" y="1188643"/>
                  </a:lnTo>
                  <a:lnTo>
                    <a:pt x="2394686" y="1139012"/>
                  </a:lnTo>
                  <a:lnTo>
                    <a:pt x="2388044" y="1089774"/>
                  </a:lnTo>
                  <a:lnTo>
                    <a:pt x="2379535" y="1040955"/>
                  </a:lnTo>
                  <a:lnTo>
                    <a:pt x="2369172" y="992606"/>
                  </a:lnTo>
                  <a:lnTo>
                    <a:pt x="2356955" y="944765"/>
                  </a:lnTo>
                  <a:lnTo>
                    <a:pt x="2342921" y="897470"/>
                  </a:lnTo>
                  <a:lnTo>
                    <a:pt x="2327059" y="850773"/>
                  </a:lnTo>
                  <a:lnTo>
                    <a:pt x="2309393" y="804697"/>
                  </a:lnTo>
                  <a:lnTo>
                    <a:pt x="2289937" y="759307"/>
                  </a:lnTo>
                  <a:lnTo>
                    <a:pt x="2268702" y="714616"/>
                  </a:lnTo>
                  <a:lnTo>
                    <a:pt x="2245703" y="670687"/>
                  </a:lnTo>
                  <a:lnTo>
                    <a:pt x="2220950" y="627557"/>
                  </a:lnTo>
                  <a:lnTo>
                    <a:pt x="2194471" y="585254"/>
                  </a:lnTo>
                  <a:lnTo>
                    <a:pt x="2166251" y="543826"/>
                  </a:lnTo>
                  <a:lnTo>
                    <a:pt x="2155329" y="551561"/>
                  </a:lnTo>
                  <a:lnTo>
                    <a:pt x="2183257" y="592556"/>
                  </a:lnTo>
                  <a:lnTo>
                    <a:pt x="2209469" y="634415"/>
                  </a:lnTo>
                  <a:lnTo>
                    <a:pt x="2233968" y="677100"/>
                  </a:lnTo>
                  <a:lnTo>
                    <a:pt x="2256726" y="720572"/>
                  </a:lnTo>
                  <a:lnTo>
                    <a:pt x="2277732" y="764794"/>
                  </a:lnTo>
                  <a:lnTo>
                    <a:pt x="2296998" y="809726"/>
                  </a:lnTo>
                  <a:lnTo>
                    <a:pt x="2314473" y="855319"/>
                  </a:lnTo>
                  <a:lnTo>
                    <a:pt x="2330170" y="901534"/>
                  </a:lnTo>
                  <a:lnTo>
                    <a:pt x="2344064" y="948334"/>
                  </a:lnTo>
                  <a:lnTo>
                    <a:pt x="2356154" y="995667"/>
                  </a:lnTo>
                  <a:lnTo>
                    <a:pt x="2366416" y="1043520"/>
                  </a:lnTo>
                  <a:lnTo>
                    <a:pt x="2374849" y="1091831"/>
                  </a:lnTo>
                  <a:lnTo>
                    <a:pt x="2381415" y="1140561"/>
                  </a:lnTo>
                  <a:lnTo>
                    <a:pt x="2386126" y="1189685"/>
                  </a:lnTo>
                  <a:lnTo>
                    <a:pt x="2388971" y="1239151"/>
                  </a:lnTo>
                  <a:lnTo>
                    <a:pt x="2389911" y="1288910"/>
                  </a:lnTo>
                  <a:lnTo>
                    <a:pt x="2388908" y="1339621"/>
                  </a:lnTo>
                  <a:lnTo>
                    <a:pt x="2385898" y="1390142"/>
                  </a:lnTo>
                  <a:lnTo>
                    <a:pt x="2380907" y="1440434"/>
                  </a:lnTo>
                  <a:lnTo>
                    <a:pt x="2373934" y="1490421"/>
                  </a:lnTo>
                  <a:lnTo>
                    <a:pt x="2365019" y="1540052"/>
                  </a:lnTo>
                  <a:lnTo>
                    <a:pt x="2354161" y="1589239"/>
                  </a:lnTo>
                  <a:lnTo>
                    <a:pt x="2341384" y="1637931"/>
                  </a:lnTo>
                  <a:lnTo>
                    <a:pt x="2326703" y="1686064"/>
                  </a:lnTo>
                  <a:lnTo>
                    <a:pt x="2310130" y="1733575"/>
                  </a:lnTo>
                  <a:lnTo>
                    <a:pt x="2291702" y="1780400"/>
                  </a:lnTo>
                  <a:lnTo>
                    <a:pt x="2271407" y="1826475"/>
                  </a:lnTo>
                  <a:lnTo>
                    <a:pt x="2249284" y="1871738"/>
                  </a:lnTo>
                  <a:lnTo>
                    <a:pt x="2225433" y="1915922"/>
                  </a:lnTo>
                  <a:lnTo>
                    <a:pt x="2215718" y="1904453"/>
                  </a:lnTo>
                  <a:lnTo>
                    <a:pt x="2198052" y="1884311"/>
                  </a:lnTo>
                  <a:lnTo>
                    <a:pt x="2153081" y="1835543"/>
                  </a:lnTo>
                  <a:lnTo>
                    <a:pt x="2126081" y="1807692"/>
                  </a:lnTo>
                  <a:lnTo>
                    <a:pt x="2096312" y="1778025"/>
                  </a:lnTo>
                  <a:lnTo>
                    <a:pt x="2063915" y="1746935"/>
                  </a:lnTo>
                  <a:lnTo>
                    <a:pt x="2029040" y="1714817"/>
                  </a:lnTo>
                  <a:lnTo>
                    <a:pt x="1991868" y="1682038"/>
                  </a:lnTo>
                  <a:lnTo>
                    <a:pt x="1952561" y="1648980"/>
                  </a:lnTo>
                  <a:lnTo>
                    <a:pt x="1911261" y="1616049"/>
                  </a:lnTo>
                  <a:lnTo>
                    <a:pt x="1868144" y="1583601"/>
                  </a:lnTo>
                  <a:lnTo>
                    <a:pt x="1823364" y="1552041"/>
                  </a:lnTo>
                  <a:lnTo>
                    <a:pt x="1777085" y="1521739"/>
                  </a:lnTo>
                  <a:lnTo>
                    <a:pt x="1729473" y="1493075"/>
                  </a:lnTo>
                  <a:lnTo>
                    <a:pt x="1680667" y="1466443"/>
                  </a:lnTo>
                  <a:lnTo>
                    <a:pt x="1630857" y="1442237"/>
                  </a:lnTo>
                  <a:lnTo>
                    <a:pt x="1580184" y="1420812"/>
                  </a:lnTo>
                  <a:lnTo>
                    <a:pt x="1528826" y="1402575"/>
                  </a:lnTo>
                  <a:lnTo>
                    <a:pt x="1476921" y="1387894"/>
                  </a:lnTo>
                  <a:lnTo>
                    <a:pt x="1424647" y="1377162"/>
                  </a:lnTo>
                  <a:lnTo>
                    <a:pt x="1372158" y="1370761"/>
                  </a:lnTo>
                  <a:lnTo>
                    <a:pt x="1319618" y="1369085"/>
                  </a:lnTo>
                  <a:lnTo>
                    <a:pt x="1267193" y="1372489"/>
                  </a:lnTo>
                  <a:lnTo>
                    <a:pt x="2240648" y="1934527"/>
                  </a:lnTo>
                  <a:lnTo>
                    <a:pt x="2240597" y="1934337"/>
                  </a:lnTo>
                  <a:lnTo>
                    <a:pt x="2229955" y="1921256"/>
                  </a:lnTo>
                  <a:lnTo>
                    <a:pt x="2225827" y="1916404"/>
                  </a:lnTo>
                  <a:lnTo>
                    <a:pt x="2236978" y="1922691"/>
                  </a:lnTo>
                  <a:lnTo>
                    <a:pt x="2261171" y="1877847"/>
                  </a:lnTo>
                  <a:lnTo>
                    <a:pt x="2283536" y="1832114"/>
                  </a:lnTo>
                  <a:lnTo>
                    <a:pt x="2304034" y="1785556"/>
                  </a:lnTo>
                  <a:lnTo>
                    <a:pt x="2322665" y="1738236"/>
                  </a:lnTo>
                  <a:lnTo>
                    <a:pt x="2339403" y="1690230"/>
                  </a:lnTo>
                  <a:lnTo>
                    <a:pt x="2354237" y="1641589"/>
                  </a:lnTo>
                  <a:lnTo>
                    <a:pt x="2367140" y="1592389"/>
                  </a:lnTo>
                  <a:lnTo>
                    <a:pt x="2378113" y="1542681"/>
                  </a:lnTo>
                  <a:lnTo>
                    <a:pt x="2387130" y="1492542"/>
                  </a:lnTo>
                  <a:lnTo>
                    <a:pt x="2394166" y="1442021"/>
                  </a:lnTo>
                  <a:lnTo>
                    <a:pt x="2399220" y="1391208"/>
                  </a:lnTo>
                  <a:lnTo>
                    <a:pt x="2402255" y="1340142"/>
                  </a:lnTo>
                  <a:lnTo>
                    <a:pt x="2403271" y="1288910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6" name="object 2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397275" y="6155708"/>
              <a:ext cx="72877" cy="74458"/>
            </a:xfrm>
            <a:prstGeom prst="rect">
              <a:avLst/>
            </a:prstGeom>
          </p:spPr>
        </p:pic>
        <p:sp>
          <p:nvSpPr>
            <p:cNvPr id="217" name="object 217" descr=""/>
            <p:cNvSpPr/>
            <p:nvPr/>
          </p:nvSpPr>
          <p:spPr>
            <a:xfrm>
              <a:off x="16381217" y="6734332"/>
              <a:ext cx="149860" cy="854710"/>
            </a:xfrm>
            <a:custGeom>
              <a:avLst/>
              <a:gdLst/>
              <a:ahLst/>
              <a:cxnLst/>
              <a:rect l="l" t="t" r="r" b="b"/>
              <a:pathLst>
                <a:path w="149859" h="854709">
                  <a:moveTo>
                    <a:pt x="90342" y="0"/>
                  </a:moveTo>
                  <a:lnTo>
                    <a:pt x="77756" y="4502"/>
                  </a:lnTo>
                  <a:lnTo>
                    <a:pt x="93181" y="51209"/>
                  </a:lnTo>
                  <a:lnTo>
                    <a:pt x="106259" y="98534"/>
                  </a:lnTo>
                  <a:lnTo>
                    <a:pt x="116980" y="146424"/>
                  </a:lnTo>
                  <a:lnTo>
                    <a:pt x="125335" y="194823"/>
                  </a:lnTo>
                  <a:lnTo>
                    <a:pt x="131315" y="243676"/>
                  </a:lnTo>
                  <a:lnTo>
                    <a:pt x="134910" y="292928"/>
                  </a:lnTo>
                  <a:lnTo>
                    <a:pt x="136111" y="342523"/>
                  </a:lnTo>
                  <a:lnTo>
                    <a:pt x="134947" y="390901"/>
                  </a:lnTo>
                  <a:lnTo>
                    <a:pt x="131473" y="439038"/>
                  </a:lnTo>
                  <a:lnTo>
                    <a:pt x="125710" y="486849"/>
                  </a:lnTo>
                  <a:lnTo>
                    <a:pt x="117682" y="534249"/>
                  </a:lnTo>
                  <a:lnTo>
                    <a:pt x="107411" y="581153"/>
                  </a:lnTo>
                  <a:lnTo>
                    <a:pt x="94922" y="627476"/>
                  </a:lnTo>
                  <a:lnTo>
                    <a:pt x="80237" y="673133"/>
                  </a:lnTo>
                  <a:lnTo>
                    <a:pt x="63379" y="718038"/>
                  </a:lnTo>
                  <a:lnTo>
                    <a:pt x="44372" y="762108"/>
                  </a:lnTo>
                  <a:lnTo>
                    <a:pt x="23237" y="805256"/>
                  </a:lnTo>
                  <a:lnTo>
                    <a:pt x="0" y="847398"/>
                  </a:lnTo>
                  <a:lnTo>
                    <a:pt x="11538" y="854131"/>
                  </a:lnTo>
                  <a:lnTo>
                    <a:pt x="35090" y="811427"/>
                  </a:lnTo>
                  <a:lnTo>
                    <a:pt x="56510" y="767704"/>
                  </a:lnTo>
                  <a:lnTo>
                    <a:pt x="75774" y="723047"/>
                  </a:lnTo>
                  <a:lnTo>
                    <a:pt x="92859" y="677542"/>
                  </a:lnTo>
                  <a:lnTo>
                    <a:pt x="107741" y="631276"/>
                  </a:lnTo>
                  <a:lnTo>
                    <a:pt x="120398" y="584335"/>
                  </a:lnTo>
                  <a:lnTo>
                    <a:pt x="130806" y="536805"/>
                  </a:lnTo>
                  <a:lnTo>
                    <a:pt x="138942" y="488772"/>
                  </a:lnTo>
                  <a:lnTo>
                    <a:pt x="144782" y="440324"/>
                  </a:lnTo>
                  <a:lnTo>
                    <a:pt x="148303" y="391545"/>
                  </a:lnTo>
                  <a:lnTo>
                    <a:pt x="149482" y="342523"/>
                  </a:lnTo>
                  <a:lnTo>
                    <a:pt x="148265" y="292270"/>
                  </a:lnTo>
                  <a:lnTo>
                    <a:pt x="144622" y="242363"/>
                  </a:lnTo>
                  <a:lnTo>
                    <a:pt x="138562" y="192860"/>
                  </a:lnTo>
                  <a:lnTo>
                    <a:pt x="130095" y="143816"/>
                  </a:lnTo>
                  <a:lnTo>
                    <a:pt x="119229" y="95287"/>
                  </a:lnTo>
                  <a:lnTo>
                    <a:pt x="105975" y="47330"/>
                  </a:lnTo>
                  <a:lnTo>
                    <a:pt x="90342" y="0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351499" y="6516810"/>
              <a:ext cx="80866" cy="129095"/>
            </a:xfrm>
            <a:prstGeom prst="rect">
              <a:avLst/>
            </a:prstGeom>
          </p:spPr>
        </p:pic>
        <p:sp>
          <p:nvSpPr>
            <p:cNvPr id="219" name="object 219" descr=""/>
            <p:cNvSpPr/>
            <p:nvPr/>
          </p:nvSpPr>
          <p:spPr>
            <a:xfrm>
              <a:off x="14685188" y="6060903"/>
              <a:ext cx="1275080" cy="2017395"/>
            </a:xfrm>
            <a:custGeom>
              <a:avLst/>
              <a:gdLst/>
              <a:ahLst/>
              <a:cxnLst/>
              <a:rect l="l" t="t" r="r" b="b"/>
              <a:pathLst>
                <a:path w="1275080" h="2017395">
                  <a:moveTo>
                    <a:pt x="469747" y="1952739"/>
                  </a:moveTo>
                  <a:lnTo>
                    <a:pt x="424065" y="1933905"/>
                  </a:lnTo>
                  <a:lnTo>
                    <a:pt x="379539" y="1912950"/>
                  </a:lnTo>
                  <a:lnTo>
                    <a:pt x="336232" y="1889912"/>
                  </a:lnTo>
                  <a:lnTo>
                    <a:pt x="294195" y="1864829"/>
                  </a:lnTo>
                  <a:lnTo>
                    <a:pt x="253504" y="1837753"/>
                  </a:lnTo>
                  <a:lnTo>
                    <a:pt x="214185" y="1808734"/>
                  </a:lnTo>
                  <a:lnTo>
                    <a:pt x="176339" y="1777822"/>
                  </a:lnTo>
                  <a:lnTo>
                    <a:pt x="139992" y="1745043"/>
                  </a:lnTo>
                  <a:lnTo>
                    <a:pt x="105219" y="1710474"/>
                  </a:lnTo>
                  <a:lnTo>
                    <a:pt x="72072" y="1674126"/>
                  </a:lnTo>
                  <a:lnTo>
                    <a:pt x="40627" y="1636077"/>
                  </a:lnTo>
                  <a:lnTo>
                    <a:pt x="10922" y="1596351"/>
                  </a:lnTo>
                  <a:lnTo>
                    <a:pt x="0" y="1604111"/>
                  </a:lnTo>
                  <a:lnTo>
                    <a:pt x="30099" y="1644357"/>
                  </a:lnTo>
                  <a:lnTo>
                    <a:pt x="61976" y="1682915"/>
                  </a:lnTo>
                  <a:lnTo>
                    <a:pt x="95554" y="1719732"/>
                  </a:lnTo>
                  <a:lnTo>
                    <a:pt x="130797" y="1754771"/>
                  </a:lnTo>
                  <a:lnTo>
                    <a:pt x="167627" y="1787969"/>
                  </a:lnTo>
                  <a:lnTo>
                    <a:pt x="205981" y="1819300"/>
                  </a:lnTo>
                  <a:lnTo>
                    <a:pt x="245821" y="1848700"/>
                  </a:lnTo>
                  <a:lnTo>
                    <a:pt x="287058" y="1876132"/>
                  </a:lnTo>
                  <a:lnTo>
                    <a:pt x="329653" y="1901545"/>
                  </a:lnTo>
                  <a:lnTo>
                    <a:pt x="373545" y="1924900"/>
                  </a:lnTo>
                  <a:lnTo>
                    <a:pt x="418655" y="1946135"/>
                  </a:lnTo>
                  <a:lnTo>
                    <a:pt x="464934" y="1965210"/>
                  </a:lnTo>
                  <a:lnTo>
                    <a:pt x="469747" y="1952739"/>
                  </a:lnTo>
                  <a:close/>
                </a:path>
                <a:path w="1275080" h="2017395">
                  <a:moveTo>
                    <a:pt x="653465" y="2003704"/>
                  </a:moveTo>
                  <a:lnTo>
                    <a:pt x="629513" y="1999170"/>
                  </a:lnTo>
                  <a:lnTo>
                    <a:pt x="605599" y="1994039"/>
                  </a:lnTo>
                  <a:lnTo>
                    <a:pt x="581812" y="1988324"/>
                  </a:lnTo>
                  <a:lnTo>
                    <a:pt x="558253" y="1982050"/>
                  </a:lnTo>
                  <a:lnTo>
                    <a:pt x="554647" y="1994916"/>
                  </a:lnTo>
                  <a:lnTo>
                    <a:pt x="578535" y="2001278"/>
                  </a:lnTo>
                  <a:lnTo>
                    <a:pt x="602640" y="2007069"/>
                  </a:lnTo>
                  <a:lnTo>
                    <a:pt x="626872" y="2012264"/>
                  </a:lnTo>
                  <a:lnTo>
                    <a:pt x="651167" y="2016861"/>
                  </a:lnTo>
                  <a:lnTo>
                    <a:pt x="653465" y="2003704"/>
                  </a:lnTo>
                  <a:close/>
                </a:path>
                <a:path w="1275080" h="2017395">
                  <a:moveTo>
                    <a:pt x="798195" y="13373"/>
                  </a:moveTo>
                  <a:lnTo>
                    <a:pt x="797775" y="0"/>
                  </a:lnTo>
                  <a:lnTo>
                    <a:pt x="748004" y="2730"/>
                  </a:lnTo>
                  <a:lnTo>
                    <a:pt x="698639" y="7861"/>
                  </a:lnTo>
                  <a:lnTo>
                    <a:pt x="649757" y="15367"/>
                  </a:lnTo>
                  <a:lnTo>
                    <a:pt x="601433" y="25222"/>
                  </a:lnTo>
                  <a:lnTo>
                    <a:pt x="553758" y="37388"/>
                  </a:lnTo>
                  <a:lnTo>
                    <a:pt x="506793" y="51816"/>
                  </a:lnTo>
                  <a:lnTo>
                    <a:pt x="460616" y="68503"/>
                  </a:lnTo>
                  <a:lnTo>
                    <a:pt x="415328" y="87401"/>
                  </a:lnTo>
                  <a:lnTo>
                    <a:pt x="370979" y="108470"/>
                  </a:lnTo>
                  <a:lnTo>
                    <a:pt x="327660" y="131699"/>
                  </a:lnTo>
                  <a:lnTo>
                    <a:pt x="285445" y="157035"/>
                  </a:lnTo>
                  <a:lnTo>
                    <a:pt x="244411" y="184454"/>
                  </a:lnTo>
                  <a:lnTo>
                    <a:pt x="204647" y="213918"/>
                  </a:lnTo>
                  <a:lnTo>
                    <a:pt x="166217" y="245414"/>
                  </a:lnTo>
                  <a:lnTo>
                    <a:pt x="129197" y="278892"/>
                  </a:lnTo>
                  <a:lnTo>
                    <a:pt x="138391" y="288569"/>
                  </a:lnTo>
                  <a:lnTo>
                    <a:pt x="174917" y="255536"/>
                  </a:lnTo>
                  <a:lnTo>
                    <a:pt x="212852" y="224472"/>
                  </a:lnTo>
                  <a:lnTo>
                    <a:pt x="252095" y="195389"/>
                  </a:lnTo>
                  <a:lnTo>
                    <a:pt x="292595" y="168325"/>
                  </a:lnTo>
                  <a:lnTo>
                    <a:pt x="334251" y="143319"/>
                  </a:lnTo>
                  <a:lnTo>
                    <a:pt x="376999" y="120408"/>
                  </a:lnTo>
                  <a:lnTo>
                    <a:pt x="420763" y="99606"/>
                  </a:lnTo>
                  <a:lnTo>
                    <a:pt x="465467" y="80962"/>
                  </a:lnTo>
                  <a:lnTo>
                    <a:pt x="511035" y="64503"/>
                  </a:lnTo>
                  <a:lnTo>
                    <a:pt x="557377" y="50253"/>
                  </a:lnTo>
                  <a:lnTo>
                    <a:pt x="604431" y="38252"/>
                  </a:lnTo>
                  <a:lnTo>
                    <a:pt x="652119" y="28536"/>
                  </a:lnTo>
                  <a:lnTo>
                    <a:pt x="700366" y="21132"/>
                  </a:lnTo>
                  <a:lnTo>
                    <a:pt x="749084" y="16065"/>
                  </a:lnTo>
                  <a:lnTo>
                    <a:pt x="798195" y="13373"/>
                  </a:lnTo>
                  <a:close/>
                </a:path>
                <a:path w="1275080" h="2017395">
                  <a:moveTo>
                    <a:pt x="1275054" y="1807273"/>
                  </a:moveTo>
                  <a:lnTo>
                    <a:pt x="1268488" y="1795627"/>
                  </a:lnTo>
                  <a:lnTo>
                    <a:pt x="1223365" y="1819414"/>
                  </a:lnTo>
                  <a:lnTo>
                    <a:pt x="1177010" y="1840534"/>
                  </a:lnTo>
                  <a:lnTo>
                    <a:pt x="1129538" y="1858949"/>
                  </a:lnTo>
                  <a:lnTo>
                    <a:pt x="1081100" y="1874634"/>
                  </a:lnTo>
                  <a:lnTo>
                    <a:pt x="1031836" y="1887550"/>
                  </a:lnTo>
                  <a:lnTo>
                    <a:pt x="981862" y="1897646"/>
                  </a:lnTo>
                  <a:lnTo>
                    <a:pt x="931316" y="1904911"/>
                  </a:lnTo>
                  <a:lnTo>
                    <a:pt x="880351" y="1909292"/>
                  </a:lnTo>
                  <a:lnTo>
                    <a:pt x="829081" y="1910753"/>
                  </a:lnTo>
                  <a:lnTo>
                    <a:pt x="778865" y="1909330"/>
                  </a:lnTo>
                  <a:lnTo>
                    <a:pt x="729056" y="1905088"/>
                  </a:lnTo>
                  <a:lnTo>
                    <a:pt x="679767" y="1898103"/>
                  </a:lnTo>
                  <a:lnTo>
                    <a:pt x="631113" y="1888401"/>
                  </a:lnTo>
                  <a:lnTo>
                    <a:pt x="583184" y="1876056"/>
                  </a:lnTo>
                  <a:lnTo>
                    <a:pt x="536105" y="1861121"/>
                  </a:lnTo>
                  <a:lnTo>
                    <a:pt x="489978" y="1843633"/>
                  </a:lnTo>
                  <a:lnTo>
                    <a:pt x="444919" y="1823681"/>
                  </a:lnTo>
                  <a:lnTo>
                    <a:pt x="401015" y="1801279"/>
                  </a:lnTo>
                  <a:lnTo>
                    <a:pt x="358381" y="1776514"/>
                  </a:lnTo>
                  <a:lnTo>
                    <a:pt x="317131" y="1749437"/>
                  </a:lnTo>
                  <a:lnTo>
                    <a:pt x="277368" y="1720088"/>
                  </a:lnTo>
                  <a:lnTo>
                    <a:pt x="239204" y="1688528"/>
                  </a:lnTo>
                  <a:lnTo>
                    <a:pt x="202755" y="1654810"/>
                  </a:lnTo>
                  <a:lnTo>
                    <a:pt x="168097" y="1618996"/>
                  </a:lnTo>
                  <a:lnTo>
                    <a:pt x="135369" y="1581137"/>
                  </a:lnTo>
                  <a:lnTo>
                    <a:pt x="104660" y="1541284"/>
                  </a:lnTo>
                  <a:lnTo>
                    <a:pt x="93853" y="1549146"/>
                  </a:lnTo>
                  <a:lnTo>
                    <a:pt x="125006" y="1589582"/>
                  </a:lnTo>
                  <a:lnTo>
                    <a:pt x="158229" y="1628013"/>
                  </a:lnTo>
                  <a:lnTo>
                    <a:pt x="193395" y="1664360"/>
                  </a:lnTo>
                  <a:lnTo>
                    <a:pt x="230403" y="1698574"/>
                  </a:lnTo>
                  <a:lnTo>
                    <a:pt x="269138" y="1730616"/>
                  </a:lnTo>
                  <a:lnTo>
                    <a:pt x="309486" y="1760397"/>
                  </a:lnTo>
                  <a:lnTo>
                    <a:pt x="351345" y="1787880"/>
                  </a:lnTo>
                  <a:lnTo>
                    <a:pt x="394614" y="1813026"/>
                  </a:lnTo>
                  <a:lnTo>
                    <a:pt x="439166" y="1835746"/>
                  </a:lnTo>
                  <a:lnTo>
                    <a:pt x="484911" y="1856003"/>
                  </a:lnTo>
                  <a:lnTo>
                    <a:pt x="531723" y="1873745"/>
                  </a:lnTo>
                  <a:lnTo>
                    <a:pt x="579513" y="1888909"/>
                  </a:lnTo>
                  <a:lnTo>
                    <a:pt x="628142" y="1901444"/>
                  </a:lnTo>
                  <a:lnTo>
                    <a:pt x="677532" y="1911286"/>
                  </a:lnTo>
                  <a:lnTo>
                    <a:pt x="727557" y="1918385"/>
                  </a:lnTo>
                  <a:lnTo>
                    <a:pt x="778103" y="1922678"/>
                  </a:lnTo>
                  <a:lnTo>
                    <a:pt x="829081" y="1924126"/>
                  </a:lnTo>
                  <a:lnTo>
                    <a:pt x="881113" y="1922640"/>
                  </a:lnTo>
                  <a:lnTo>
                    <a:pt x="932840" y="1918182"/>
                  </a:lnTo>
                  <a:lnTo>
                    <a:pt x="984135" y="1910816"/>
                  </a:lnTo>
                  <a:lnTo>
                    <a:pt x="1034859" y="1900567"/>
                  </a:lnTo>
                  <a:lnTo>
                    <a:pt x="1084872" y="1887461"/>
                  </a:lnTo>
                  <a:lnTo>
                    <a:pt x="1134033" y="1871548"/>
                  </a:lnTo>
                  <a:lnTo>
                    <a:pt x="1182204" y="1852853"/>
                  </a:lnTo>
                  <a:lnTo>
                    <a:pt x="1229258" y="1831416"/>
                  </a:lnTo>
                  <a:lnTo>
                    <a:pt x="1275054" y="1807273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0" name="object 22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30780" y="7726774"/>
              <a:ext cx="107734" cy="91766"/>
            </a:xfrm>
            <a:prstGeom prst="rect">
              <a:avLst/>
            </a:prstGeom>
          </p:spPr>
        </p:pic>
        <p:sp>
          <p:nvSpPr>
            <p:cNvPr id="221" name="object 221" descr=""/>
            <p:cNvSpPr/>
            <p:nvPr/>
          </p:nvSpPr>
          <p:spPr>
            <a:xfrm>
              <a:off x="14638477" y="6170377"/>
              <a:ext cx="1784350" cy="1310005"/>
            </a:xfrm>
            <a:custGeom>
              <a:avLst/>
              <a:gdLst/>
              <a:ahLst/>
              <a:cxnLst/>
              <a:rect l="l" t="t" r="r" b="b"/>
              <a:pathLst>
                <a:path w="1784350" h="1310004">
                  <a:moveTo>
                    <a:pt x="821042" y="13347"/>
                  </a:moveTo>
                  <a:lnTo>
                    <a:pt x="820254" y="0"/>
                  </a:lnTo>
                  <a:lnTo>
                    <a:pt x="772109" y="4191"/>
                  </a:lnTo>
                  <a:lnTo>
                    <a:pt x="724636" y="10858"/>
                  </a:lnTo>
                  <a:lnTo>
                    <a:pt x="677913" y="19951"/>
                  </a:lnTo>
                  <a:lnTo>
                    <a:pt x="632028" y="31407"/>
                  </a:lnTo>
                  <a:lnTo>
                    <a:pt x="587019" y="45161"/>
                  </a:lnTo>
                  <a:lnTo>
                    <a:pt x="543001" y="61163"/>
                  </a:lnTo>
                  <a:lnTo>
                    <a:pt x="500024" y="79349"/>
                  </a:lnTo>
                  <a:lnTo>
                    <a:pt x="458152" y="99669"/>
                  </a:lnTo>
                  <a:lnTo>
                    <a:pt x="417474" y="122047"/>
                  </a:lnTo>
                  <a:lnTo>
                    <a:pt x="378066" y="146431"/>
                  </a:lnTo>
                  <a:lnTo>
                    <a:pt x="339991" y="172770"/>
                  </a:lnTo>
                  <a:lnTo>
                    <a:pt x="303326" y="200990"/>
                  </a:lnTo>
                  <a:lnTo>
                    <a:pt x="268147" y="231038"/>
                  </a:lnTo>
                  <a:lnTo>
                    <a:pt x="234530" y="262864"/>
                  </a:lnTo>
                  <a:lnTo>
                    <a:pt x="202539" y="296392"/>
                  </a:lnTo>
                  <a:lnTo>
                    <a:pt x="172237" y="331571"/>
                  </a:lnTo>
                  <a:lnTo>
                    <a:pt x="143725" y="368338"/>
                  </a:lnTo>
                  <a:lnTo>
                    <a:pt x="117055" y="406641"/>
                  </a:lnTo>
                  <a:lnTo>
                    <a:pt x="92316" y="446417"/>
                  </a:lnTo>
                  <a:lnTo>
                    <a:pt x="69570" y="487616"/>
                  </a:lnTo>
                  <a:lnTo>
                    <a:pt x="48895" y="530148"/>
                  </a:lnTo>
                  <a:lnTo>
                    <a:pt x="30353" y="573989"/>
                  </a:lnTo>
                  <a:lnTo>
                    <a:pt x="14033" y="619061"/>
                  </a:lnTo>
                  <a:lnTo>
                    <a:pt x="0" y="665314"/>
                  </a:lnTo>
                  <a:lnTo>
                    <a:pt x="12903" y="668858"/>
                  </a:lnTo>
                  <a:lnTo>
                    <a:pt x="27381" y="621334"/>
                  </a:lnTo>
                  <a:lnTo>
                    <a:pt x="44310" y="575081"/>
                  </a:lnTo>
                  <a:lnTo>
                    <a:pt x="63614" y="530148"/>
                  </a:lnTo>
                  <a:lnTo>
                    <a:pt x="85191" y="486613"/>
                  </a:lnTo>
                  <a:lnTo>
                    <a:pt x="108991" y="444550"/>
                  </a:lnTo>
                  <a:lnTo>
                    <a:pt x="134912" y="404012"/>
                  </a:lnTo>
                  <a:lnTo>
                    <a:pt x="162864" y="365061"/>
                  </a:lnTo>
                  <a:lnTo>
                    <a:pt x="192786" y="327787"/>
                  </a:lnTo>
                  <a:lnTo>
                    <a:pt x="224574" y="292239"/>
                  </a:lnTo>
                  <a:lnTo>
                    <a:pt x="258178" y="258483"/>
                  </a:lnTo>
                  <a:lnTo>
                    <a:pt x="293484" y="226593"/>
                  </a:lnTo>
                  <a:lnTo>
                    <a:pt x="330415" y="196634"/>
                  </a:lnTo>
                  <a:lnTo>
                    <a:pt x="368909" y="168656"/>
                  </a:lnTo>
                  <a:lnTo>
                    <a:pt x="408863" y="142748"/>
                  </a:lnTo>
                  <a:lnTo>
                    <a:pt x="450202" y="118973"/>
                  </a:lnTo>
                  <a:lnTo>
                    <a:pt x="492861" y="97396"/>
                  </a:lnTo>
                  <a:lnTo>
                    <a:pt x="536727" y="78066"/>
                  </a:lnTo>
                  <a:lnTo>
                    <a:pt x="581736" y="61074"/>
                  </a:lnTo>
                  <a:lnTo>
                    <a:pt x="627811" y="46469"/>
                  </a:lnTo>
                  <a:lnTo>
                    <a:pt x="674852" y="34340"/>
                  </a:lnTo>
                  <a:lnTo>
                    <a:pt x="722795" y="24726"/>
                  </a:lnTo>
                  <a:lnTo>
                    <a:pt x="771550" y="17703"/>
                  </a:lnTo>
                  <a:lnTo>
                    <a:pt x="821042" y="13347"/>
                  </a:lnTo>
                  <a:close/>
                </a:path>
                <a:path w="1784350" h="1310004">
                  <a:moveTo>
                    <a:pt x="1325270" y="117170"/>
                  </a:moveTo>
                  <a:lnTo>
                    <a:pt x="1304150" y="105498"/>
                  </a:lnTo>
                  <a:lnTo>
                    <a:pt x="1282674" y="94361"/>
                  </a:lnTo>
                  <a:lnTo>
                    <a:pt x="1260932" y="83794"/>
                  </a:lnTo>
                  <a:lnTo>
                    <a:pt x="1238999" y="73850"/>
                  </a:lnTo>
                  <a:lnTo>
                    <a:pt x="1233639" y="86106"/>
                  </a:lnTo>
                  <a:lnTo>
                    <a:pt x="1255255" y="95897"/>
                  </a:lnTo>
                  <a:lnTo>
                    <a:pt x="1276680" y="106299"/>
                  </a:lnTo>
                  <a:lnTo>
                    <a:pt x="1297838" y="117284"/>
                  </a:lnTo>
                  <a:lnTo>
                    <a:pt x="1318641" y="128790"/>
                  </a:lnTo>
                  <a:lnTo>
                    <a:pt x="1325270" y="117170"/>
                  </a:lnTo>
                  <a:close/>
                </a:path>
                <a:path w="1784350" h="1310004">
                  <a:moveTo>
                    <a:pt x="1783969" y="906487"/>
                  </a:moveTo>
                  <a:lnTo>
                    <a:pt x="1782597" y="855980"/>
                  </a:lnTo>
                  <a:lnTo>
                    <a:pt x="1778546" y="806043"/>
                  </a:lnTo>
                  <a:lnTo>
                    <a:pt x="1771827" y="756742"/>
                  </a:lnTo>
                  <a:lnTo>
                    <a:pt x="1762493" y="708177"/>
                  </a:lnTo>
                  <a:lnTo>
                    <a:pt x="1750593" y="660438"/>
                  </a:lnTo>
                  <a:lnTo>
                    <a:pt x="1736166" y="613575"/>
                  </a:lnTo>
                  <a:lnTo>
                    <a:pt x="1719237" y="567702"/>
                  </a:lnTo>
                  <a:lnTo>
                    <a:pt x="1699869" y="522884"/>
                  </a:lnTo>
                  <a:lnTo>
                    <a:pt x="1678089" y="479209"/>
                  </a:lnTo>
                  <a:lnTo>
                    <a:pt x="1653933" y="436765"/>
                  </a:lnTo>
                  <a:lnTo>
                    <a:pt x="1627466" y="395630"/>
                  </a:lnTo>
                  <a:lnTo>
                    <a:pt x="1598701" y="355892"/>
                  </a:lnTo>
                  <a:lnTo>
                    <a:pt x="1567700" y="317627"/>
                  </a:lnTo>
                  <a:lnTo>
                    <a:pt x="1534502" y="280924"/>
                  </a:lnTo>
                  <a:lnTo>
                    <a:pt x="1499146" y="245846"/>
                  </a:lnTo>
                  <a:lnTo>
                    <a:pt x="1461668" y="212509"/>
                  </a:lnTo>
                  <a:lnTo>
                    <a:pt x="1422107" y="180962"/>
                  </a:lnTo>
                  <a:lnTo>
                    <a:pt x="1414068" y="191643"/>
                  </a:lnTo>
                  <a:lnTo>
                    <a:pt x="1453045" y="222719"/>
                  </a:lnTo>
                  <a:lnTo>
                    <a:pt x="1489964" y="255574"/>
                  </a:lnTo>
                  <a:lnTo>
                    <a:pt x="1524812" y="290131"/>
                  </a:lnTo>
                  <a:lnTo>
                    <a:pt x="1557515" y="326288"/>
                  </a:lnTo>
                  <a:lnTo>
                    <a:pt x="1588058" y="363994"/>
                  </a:lnTo>
                  <a:lnTo>
                    <a:pt x="1616392" y="403148"/>
                  </a:lnTo>
                  <a:lnTo>
                    <a:pt x="1642478" y="443687"/>
                  </a:lnTo>
                  <a:lnTo>
                    <a:pt x="1666265" y="485508"/>
                  </a:lnTo>
                  <a:lnTo>
                    <a:pt x="1687728" y="528535"/>
                  </a:lnTo>
                  <a:lnTo>
                    <a:pt x="1706816" y="572681"/>
                  </a:lnTo>
                  <a:lnTo>
                    <a:pt x="1723491" y="617893"/>
                  </a:lnTo>
                  <a:lnTo>
                    <a:pt x="1737715" y="664057"/>
                  </a:lnTo>
                  <a:lnTo>
                    <a:pt x="1749437" y="711098"/>
                  </a:lnTo>
                  <a:lnTo>
                    <a:pt x="1758632" y="758952"/>
                  </a:lnTo>
                  <a:lnTo>
                    <a:pt x="1765249" y="807516"/>
                  </a:lnTo>
                  <a:lnTo>
                    <a:pt x="1769249" y="856716"/>
                  </a:lnTo>
                  <a:lnTo>
                    <a:pt x="1770595" y="906487"/>
                  </a:lnTo>
                  <a:lnTo>
                    <a:pt x="1769135" y="958507"/>
                  </a:lnTo>
                  <a:lnTo>
                    <a:pt x="1764753" y="1009929"/>
                  </a:lnTo>
                  <a:lnTo>
                    <a:pt x="1757476" y="1060716"/>
                  </a:lnTo>
                  <a:lnTo>
                    <a:pt x="1747304" y="1110830"/>
                  </a:lnTo>
                  <a:lnTo>
                    <a:pt x="1734248" y="1160221"/>
                  </a:lnTo>
                  <a:lnTo>
                    <a:pt x="1718310" y="1208849"/>
                  </a:lnTo>
                  <a:lnTo>
                    <a:pt x="1699514" y="1256665"/>
                  </a:lnTo>
                  <a:lnTo>
                    <a:pt x="1677873" y="1303629"/>
                  </a:lnTo>
                  <a:lnTo>
                    <a:pt x="1689823" y="1309560"/>
                  </a:lnTo>
                  <a:lnTo>
                    <a:pt x="1711807" y="1261897"/>
                  </a:lnTo>
                  <a:lnTo>
                    <a:pt x="1730883" y="1213358"/>
                  </a:lnTo>
                  <a:lnTo>
                    <a:pt x="1747062" y="1164005"/>
                  </a:lnTo>
                  <a:lnTo>
                    <a:pt x="1760321" y="1113878"/>
                  </a:lnTo>
                  <a:lnTo>
                    <a:pt x="1770646" y="1063015"/>
                  </a:lnTo>
                  <a:lnTo>
                    <a:pt x="1778038" y="1011466"/>
                  </a:lnTo>
                  <a:lnTo>
                    <a:pt x="1782483" y="959281"/>
                  </a:lnTo>
                  <a:lnTo>
                    <a:pt x="1783969" y="906487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2" name="object 222" descr=""/>
          <p:cNvGrpSpPr/>
          <p:nvPr/>
        </p:nvGrpSpPr>
        <p:grpSpPr>
          <a:xfrm>
            <a:off x="16692145" y="6402217"/>
            <a:ext cx="2155825" cy="3706495"/>
            <a:chOff x="16692145" y="6402217"/>
            <a:chExt cx="2155825" cy="3706495"/>
          </a:xfrm>
        </p:grpSpPr>
        <p:sp>
          <p:nvSpPr>
            <p:cNvPr id="223" name="object 223" descr=""/>
            <p:cNvSpPr/>
            <p:nvPr/>
          </p:nvSpPr>
          <p:spPr>
            <a:xfrm>
              <a:off x="17651560" y="7491172"/>
              <a:ext cx="198120" cy="2617470"/>
            </a:xfrm>
            <a:custGeom>
              <a:avLst/>
              <a:gdLst/>
              <a:ahLst/>
              <a:cxnLst/>
              <a:rect l="l" t="t" r="r" b="b"/>
              <a:pathLst>
                <a:path w="198119" h="2617470">
                  <a:moveTo>
                    <a:pt x="132310" y="0"/>
                  </a:moveTo>
                  <a:lnTo>
                    <a:pt x="65641" y="0"/>
                  </a:lnTo>
                  <a:lnTo>
                    <a:pt x="0" y="2616925"/>
                  </a:lnTo>
                  <a:lnTo>
                    <a:pt x="198119" y="2616925"/>
                  </a:lnTo>
                  <a:lnTo>
                    <a:pt x="132310" y="0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7757504" y="7491172"/>
              <a:ext cx="92710" cy="2617470"/>
            </a:xfrm>
            <a:custGeom>
              <a:avLst/>
              <a:gdLst/>
              <a:ahLst/>
              <a:cxnLst/>
              <a:rect l="l" t="t" r="r" b="b"/>
              <a:pathLst>
                <a:path w="92709" h="2617470">
                  <a:moveTo>
                    <a:pt x="26365" y="0"/>
                  </a:moveTo>
                  <a:lnTo>
                    <a:pt x="0" y="0"/>
                  </a:lnTo>
                  <a:lnTo>
                    <a:pt x="0" y="2616925"/>
                  </a:lnTo>
                  <a:lnTo>
                    <a:pt x="92175" y="2616925"/>
                  </a:lnTo>
                  <a:lnTo>
                    <a:pt x="26365" y="0"/>
                  </a:lnTo>
                  <a:close/>
                </a:path>
              </a:pathLst>
            </a:custGeom>
            <a:solidFill>
              <a:srgbClr val="B7D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7636132" y="7345699"/>
              <a:ext cx="278130" cy="278130"/>
            </a:xfrm>
            <a:custGeom>
              <a:avLst/>
              <a:gdLst/>
              <a:ahLst/>
              <a:cxnLst/>
              <a:rect l="l" t="t" r="r" b="b"/>
              <a:pathLst>
                <a:path w="278130" h="278129">
                  <a:moveTo>
                    <a:pt x="152041" y="0"/>
                  </a:moveTo>
                  <a:lnTo>
                    <a:pt x="109398" y="2542"/>
                  </a:lnTo>
                  <a:lnTo>
                    <a:pt x="69157" y="18043"/>
                  </a:lnTo>
                  <a:lnTo>
                    <a:pt x="34562" y="46310"/>
                  </a:lnTo>
                  <a:lnTo>
                    <a:pt x="10608" y="84021"/>
                  </a:lnTo>
                  <a:lnTo>
                    <a:pt x="0" y="125821"/>
                  </a:lnTo>
                  <a:lnTo>
                    <a:pt x="2542" y="168463"/>
                  </a:lnTo>
                  <a:lnTo>
                    <a:pt x="18043" y="208704"/>
                  </a:lnTo>
                  <a:lnTo>
                    <a:pt x="46310" y="243299"/>
                  </a:lnTo>
                  <a:lnTo>
                    <a:pt x="84021" y="267252"/>
                  </a:lnTo>
                  <a:lnTo>
                    <a:pt x="125821" y="277859"/>
                  </a:lnTo>
                  <a:lnTo>
                    <a:pt x="168463" y="275314"/>
                  </a:lnTo>
                  <a:lnTo>
                    <a:pt x="208704" y="259814"/>
                  </a:lnTo>
                  <a:lnTo>
                    <a:pt x="243299" y="231551"/>
                  </a:lnTo>
                  <a:lnTo>
                    <a:pt x="267253" y="193840"/>
                  </a:lnTo>
                  <a:lnTo>
                    <a:pt x="277862" y="152041"/>
                  </a:lnTo>
                  <a:lnTo>
                    <a:pt x="275319" y="109398"/>
                  </a:lnTo>
                  <a:lnTo>
                    <a:pt x="259818" y="69157"/>
                  </a:lnTo>
                  <a:lnTo>
                    <a:pt x="231551" y="34562"/>
                  </a:lnTo>
                  <a:lnTo>
                    <a:pt x="193840" y="10608"/>
                  </a:lnTo>
                  <a:lnTo>
                    <a:pt x="152041" y="0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6" name="object 2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700488" y="7409138"/>
              <a:ext cx="150079" cy="151018"/>
            </a:xfrm>
            <a:prstGeom prst="rect">
              <a:avLst/>
            </a:prstGeom>
          </p:spPr>
        </p:pic>
        <p:sp>
          <p:nvSpPr>
            <p:cNvPr id="227" name="object 227" descr=""/>
            <p:cNvSpPr/>
            <p:nvPr/>
          </p:nvSpPr>
          <p:spPr>
            <a:xfrm>
              <a:off x="17854802" y="6677911"/>
              <a:ext cx="636270" cy="702945"/>
            </a:xfrm>
            <a:custGeom>
              <a:avLst/>
              <a:gdLst/>
              <a:ahLst/>
              <a:cxnLst/>
              <a:rect l="l" t="t" r="r" b="b"/>
              <a:pathLst>
                <a:path w="636269" h="702945">
                  <a:moveTo>
                    <a:pt x="636197" y="0"/>
                  </a:moveTo>
                  <a:lnTo>
                    <a:pt x="583301" y="22383"/>
                  </a:lnTo>
                  <a:lnTo>
                    <a:pt x="517227" y="56896"/>
                  </a:lnTo>
                  <a:lnTo>
                    <a:pt x="480479" y="78234"/>
                  </a:lnTo>
                  <a:lnTo>
                    <a:pt x="441944" y="102042"/>
                  </a:lnTo>
                  <a:lnTo>
                    <a:pt x="402138" y="128132"/>
                  </a:lnTo>
                  <a:lnTo>
                    <a:pt x="361575" y="156316"/>
                  </a:lnTo>
                  <a:lnTo>
                    <a:pt x="320772" y="186405"/>
                  </a:lnTo>
                  <a:lnTo>
                    <a:pt x="280244" y="218212"/>
                  </a:lnTo>
                  <a:lnTo>
                    <a:pt x="240506" y="251548"/>
                  </a:lnTo>
                  <a:lnTo>
                    <a:pt x="202074" y="286225"/>
                  </a:lnTo>
                  <a:lnTo>
                    <a:pt x="165463" y="322055"/>
                  </a:lnTo>
                  <a:lnTo>
                    <a:pt x="131189" y="358849"/>
                  </a:lnTo>
                  <a:lnTo>
                    <a:pt x="99767" y="396419"/>
                  </a:lnTo>
                  <a:lnTo>
                    <a:pt x="71713" y="434578"/>
                  </a:lnTo>
                  <a:lnTo>
                    <a:pt x="47542" y="473136"/>
                  </a:lnTo>
                  <a:lnTo>
                    <a:pt x="27770" y="511906"/>
                  </a:lnTo>
                  <a:lnTo>
                    <a:pt x="12912" y="550700"/>
                  </a:lnTo>
                  <a:lnTo>
                    <a:pt x="3483" y="589328"/>
                  </a:lnTo>
                  <a:lnTo>
                    <a:pt x="0" y="627604"/>
                  </a:lnTo>
                  <a:lnTo>
                    <a:pt x="2976" y="665339"/>
                  </a:lnTo>
                  <a:lnTo>
                    <a:pt x="12929" y="702345"/>
                  </a:lnTo>
                  <a:lnTo>
                    <a:pt x="636197" y="0"/>
                  </a:lnTo>
                  <a:close/>
                </a:path>
              </a:pathLst>
            </a:custGeom>
            <a:solidFill>
              <a:srgbClr val="B7D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7867732" y="6677911"/>
              <a:ext cx="623570" cy="702945"/>
            </a:xfrm>
            <a:custGeom>
              <a:avLst/>
              <a:gdLst/>
              <a:ahLst/>
              <a:cxnLst/>
              <a:rect l="l" t="t" r="r" b="b"/>
              <a:pathLst>
                <a:path w="623569" h="702945">
                  <a:moveTo>
                    <a:pt x="623267" y="0"/>
                  </a:moveTo>
                  <a:lnTo>
                    <a:pt x="587445" y="19314"/>
                  </a:lnTo>
                  <a:lnTo>
                    <a:pt x="533761" y="51209"/>
                  </a:lnTo>
                  <a:lnTo>
                    <a:pt x="466659" y="94788"/>
                  </a:lnTo>
                  <a:lnTo>
                    <a:pt x="429514" y="120674"/>
                  </a:lnTo>
                  <a:lnTo>
                    <a:pt x="390739" y="149141"/>
                  </a:lnTo>
                  <a:lnTo>
                    <a:pt x="350910" y="180074"/>
                  </a:lnTo>
                  <a:lnTo>
                    <a:pt x="310601" y="213361"/>
                  </a:lnTo>
                  <a:lnTo>
                    <a:pt x="270387" y="248887"/>
                  </a:lnTo>
                  <a:lnTo>
                    <a:pt x="230844" y="286539"/>
                  </a:lnTo>
                  <a:lnTo>
                    <a:pt x="192547" y="326203"/>
                  </a:lnTo>
                  <a:lnTo>
                    <a:pt x="156070" y="367767"/>
                  </a:lnTo>
                  <a:lnTo>
                    <a:pt x="121988" y="411116"/>
                  </a:lnTo>
                  <a:lnTo>
                    <a:pt x="90876" y="456136"/>
                  </a:lnTo>
                  <a:lnTo>
                    <a:pt x="63310" y="502715"/>
                  </a:lnTo>
                  <a:lnTo>
                    <a:pt x="39865" y="550739"/>
                  </a:lnTo>
                  <a:lnTo>
                    <a:pt x="21114" y="600095"/>
                  </a:lnTo>
                  <a:lnTo>
                    <a:pt x="7634" y="650667"/>
                  </a:lnTo>
                  <a:lnTo>
                    <a:pt x="0" y="702345"/>
                  </a:lnTo>
                  <a:lnTo>
                    <a:pt x="623267" y="0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6718450" y="7267966"/>
              <a:ext cx="920115" cy="273685"/>
            </a:xfrm>
            <a:custGeom>
              <a:avLst/>
              <a:gdLst/>
              <a:ahLst/>
              <a:cxnLst/>
              <a:rect l="l" t="t" r="r" b="b"/>
              <a:pathLst>
                <a:path w="920115" h="273684">
                  <a:moveTo>
                    <a:pt x="0" y="0"/>
                  </a:moveTo>
                  <a:lnTo>
                    <a:pt x="45839" y="34620"/>
                  </a:lnTo>
                  <a:lnTo>
                    <a:pt x="108765" y="74583"/>
                  </a:lnTo>
                  <a:lnTo>
                    <a:pt x="145619" y="95738"/>
                  </a:lnTo>
                  <a:lnTo>
                    <a:pt x="185505" y="117206"/>
                  </a:lnTo>
                  <a:lnTo>
                    <a:pt x="228003" y="138634"/>
                  </a:lnTo>
                  <a:lnTo>
                    <a:pt x="272692" y="159670"/>
                  </a:lnTo>
                  <a:lnTo>
                    <a:pt x="319152" y="179961"/>
                  </a:lnTo>
                  <a:lnTo>
                    <a:pt x="366962" y="199156"/>
                  </a:lnTo>
                  <a:lnTo>
                    <a:pt x="415700" y="216902"/>
                  </a:lnTo>
                  <a:lnTo>
                    <a:pt x="464948" y="232847"/>
                  </a:lnTo>
                  <a:lnTo>
                    <a:pt x="514282" y="246638"/>
                  </a:lnTo>
                  <a:lnTo>
                    <a:pt x="563284" y="257923"/>
                  </a:lnTo>
                  <a:lnTo>
                    <a:pt x="611531" y="266350"/>
                  </a:lnTo>
                  <a:lnTo>
                    <a:pt x="658605" y="271566"/>
                  </a:lnTo>
                  <a:lnTo>
                    <a:pt x="704082" y="273220"/>
                  </a:lnTo>
                  <a:lnTo>
                    <a:pt x="747544" y="270958"/>
                  </a:lnTo>
                  <a:lnTo>
                    <a:pt x="788569" y="264429"/>
                  </a:lnTo>
                  <a:lnTo>
                    <a:pt x="826737" y="253279"/>
                  </a:lnTo>
                  <a:lnTo>
                    <a:pt x="861626" y="237158"/>
                  </a:lnTo>
                  <a:lnTo>
                    <a:pt x="919887" y="188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D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6718450" y="7267966"/>
              <a:ext cx="920115" cy="233679"/>
            </a:xfrm>
            <a:custGeom>
              <a:avLst/>
              <a:gdLst/>
              <a:ahLst/>
              <a:cxnLst/>
              <a:rect l="l" t="t" r="r" b="b"/>
              <a:pathLst>
                <a:path w="920115" h="233679">
                  <a:moveTo>
                    <a:pt x="0" y="0"/>
                  </a:moveTo>
                  <a:lnTo>
                    <a:pt x="34644" y="21367"/>
                  </a:lnTo>
                  <a:lnTo>
                    <a:pt x="89108" y="51908"/>
                  </a:lnTo>
                  <a:lnTo>
                    <a:pt x="160398" y="88229"/>
                  </a:lnTo>
                  <a:lnTo>
                    <a:pt x="201389" y="107454"/>
                  </a:lnTo>
                  <a:lnTo>
                    <a:pt x="245429" y="126800"/>
                  </a:lnTo>
                  <a:lnTo>
                    <a:pt x="292132" y="145826"/>
                  </a:lnTo>
                  <a:lnTo>
                    <a:pt x="341113" y="164091"/>
                  </a:lnTo>
                  <a:lnTo>
                    <a:pt x="391986" y="181153"/>
                  </a:lnTo>
                  <a:lnTo>
                    <a:pt x="444365" y="196572"/>
                  </a:lnTo>
                  <a:lnTo>
                    <a:pt x="497864" y="209907"/>
                  </a:lnTo>
                  <a:lnTo>
                    <a:pt x="552097" y="220715"/>
                  </a:lnTo>
                  <a:lnTo>
                    <a:pt x="606679" y="228557"/>
                  </a:lnTo>
                  <a:lnTo>
                    <a:pt x="661224" y="232990"/>
                  </a:lnTo>
                  <a:lnTo>
                    <a:pt x="715346" y="233574"/>
                  </a:lnTo>
                  <a:lnTo>
                    <a:pt x="768659" y="229867"/>
                  </a:lnTo>
                  <a:lnTo>
                    <a:pt x="820778" y="221428"/>
                  </a:lnTo>
                  <a:lnTo>
                    <a:pt x="871316" y="207816"/>
                  </a:lnTo>
                  <a:lnTo>
                    <a:pt x="919887" y="188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7819116" y="7617072"/>
              <a:ext cx="307340" cy="891540"/>
            </a:xfrm>
            <a:custGeom>
              <a:avLst/>
              <a:gdLst/>
              <a:ahLst/>
              <a:cxnLst/>
              <a:rect l="l" t="t" r="r" b="b"/>
              <a:pathLst>
                <a:path w="307340" h="891540">
                  <a:moveTo>
                    <a:pt x="0" y="0"/>
                  </a:moveTo>
                  <a:lnTo>
                    <a:pt x="296650" y="891040"/>
                  </a:lnTo>
                  <a:lnTo>
                    <a:pt x="300612" y="864832"/>
                  </a:lnTo>
                  <a:lnTo>
                    <a:pt x="303676" y="833931"/>
                  </a:lnTo>
                  <a:lnTo>
                    <a:pt x="305778" y="798625"/>
                  </a:lnTo>
                  <a:lnTo>
                    <a:pt x="306823" y="759455"/>
                  </a:lnTo>
                  <a:lnTo>
                    <a:pt x="306718" y="716962"/>
                  </a:lnTo>
                  <a:lnTo>
                    <a:pt x="305367" y="671686"/>
                  </a:lnTo>
                  <a:lnTo>
                    <a:pt x="302675" y="624168"/>
                  </a:lnTo>
                  <a:lnTo>
                    <a:pt x="298549" y="574948"/>
                  </a:lnTo>
                  <a:lnTo>
                    <a:pt x="292892" y="524567"/>
                  </a:lnTo>
                  <a:lnTo>
                    <a:pt x="285611" y="473566"/>
                  </a:lnTo>
                  <a:lnTo>
                    <a:pt x="276610" y="422484"/>
                  </a:lnTo>
                  <a:lnTo>
                    <a:pt x="265795" y="371862"/>
                  </a:lnTo>
                  <a:lnTo>
                    <a:pt x="253071" y="322242"/>
                  </a:lnTo>
                  <a:lnTo>
                    <a:pt x="238343" y="274162"/>
                  </a:lnTo>
                  <a:lnTo>
                    <a:pt x="221517" y="228165"/>
                  </a:lnTo>
                  <a:lnTo>
                    <a:pt x="202498" y="184790"/>
                  </a:lnTo>
                  <a:lnTo>
                    <a:pt x="181191" y="144578"/>
                  </a:lnTo>
                  <a:lnTo>
                    <a:pt x="157502" y="108070"/>
                  </a:lnTo>
                  <a:lnTo>
                    <a:pt x="131335" y="75806"/>
                  </a:lnTo>
                  <a:lnTo>
                    <a:pt x="102596" y="48326"/>
                  </a:lnTo>
                  <a:lnTo>
                    <a:pt x="71190" y="26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D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6692144" y="6402228"/>
              <a:ext cx="2155825" cy="2106295"/>
            </a:xfrm>
            <a:custGeom>
              <a:avLst/>
              <a:gdLst/>
              <a:ahLst/>
              <a:cxnLst/>
              <a:rect l="l" t="t" r="r" b="b"/>
              <a:pathLst>
                <a:path w="2155825" h="2106295">
                  <a:moveTo>
                    <a:pt x="156781" y="1612188"/>
                  </a:moveTo>
                  <a:lnTo>
                    <a:pt x="133350" y="1569605"/>
                  </a:lnTo>
                  <a:lnTo>
                    <a:pt x="111975" y="1526146"/>
                  </a:lnTo>
                  <a:lnTo>
                    <a:pt x="92659" y="1481912"/>
                  </a:lnTo>
                  <a:lnTo>
                    <a:pt x="75412" y="1436954"/>
                  </a:lnTo>
                  <a:lnTo>
                    <a:pt x="60236" y="1391348"/>
                  </a:lnTo>
                  <a:lnTo>
                    <a:pt x="47167" y="1345158"/>
                  </a:lnTo>
                  <a:lnTo>
                    <a:pt x="36207" y="1298473"/>
                  </a:lnTo>
                  <a:lnTo>
                    <a:pt x="27355" y="1251356"/>
                  </a:lnTo>
                  <a:lnTo>
                    <a:pt x="20637" y="1203871"/>
                  </a:lnTo>
                  <a:lnTo>
                    <a:pt x="16052" y="1156093"/>
                  </a:lnTo>
                  <a:lnTo>
                    <a:pt x="13627" y="1108100"/>
                  </a:lnTo>
                  <a:lnTo>
                    <a:pt x="13360" y="1059954"/>
                  </a:lnTo>
                  <a:lnTo>
                    <a:pt x="15278" y="1011732"/>
                  </a:lnTo>
                  <a:lnTo>
                    <a:pt x="19380" y="963510"/>
                  </a:lnTo>
                  <a:lnTo>
                    <a:pt x="25679" y="915352"/>
                  </a:lnTo>
                  <a:lnTo>
                    <a:pt x="34188" y="867333"/>
                  </a:lnTo>
                  <a:lnTo>
                    <a:pt x="21082" y="864692"/>
                  </a:lnTo>
                  <a:lnTo>
                    <a:pt x="12471" y="913320"/>
                  </a:lnTo>
                  <a:lnTo>
                    <a:pt x="6083" y="962075"/>
                  </a:lnTo>
                  <a:lnTo>
                    <a:pt x="1930" y="1010907"/>
                  </a:lnTo>
                  <a:lnTo>
                    <a:pt x="0" y="1059738"/>
                  </a:lnTo>
                  <a:lnTo>
                    <a:pt x="266" y="1108481"/>
                  </a:lnTo>
                  <a:lnTo>
                    <a:pt x="2717" y="1157084"/>
                  </a:lnTo>
                  <a:lnTo>
                    <a:pt x="7353" y="1205458"/>
                  </a:lnTo>
                  <a:lnTo>
                    <a:pt x="14160" y="1253528"/>
                  </a:lnTo>
                  <a:lnTo>
                    <a:pt x="23126" y="1301242"/>
                  </a:lnTo>
                  <a:lnTo>
                    <a:pt x="34226" y="1348511"/>
                  </a:lnTo>
                  <a:lnTo>
                    <a:pt x="47472" y="1395272"/>
                  </a:lnTo>
                  <a:lnTo>
                    <a:pt x="62826" y="1441450"/>
                  </a:lnTo>
                  <a:lnTo>
                    <a:pt x="80302" y="1486966"/>
                  </a:lnTo>
                  <a:lnTo>
                    <a:pt x="99860" y="1531759"/>
                  </a:lnTo>
                  <a:lnTo>
                    <a:pt x="121513" y="1575752"/>
                  </a:lnTo>
                  <a:lnTo>
                    <a:pt x="145237" y="1618869"/>
                  </a:lnTo>
                  <a:lnTo>
                    <a:pt x="156781" y="1612188"/>
                  </a:lnTo>
                  <a:close/>
                </a:path>
                <a:path w="2155825" h="2106295">
                  <a:moveTo>
                    <a:pt x="339839" y="1457820"/>
                  </a:moveTo>
                  <a:lnTo>
                    <a:pt x="318376" y="1413281"/>
                  </a:lnTo>
                  <a:lnTo>
                    <a:pt x="299656" y="1367777"/>
                  </a:lnTo>
                  <a:lnTo>
                    <a:pt x="283692" y="1321396"/>
                  </a:lnTo>
                  <a:lnTo>
                    <a:pt x="270497" y="1274254"/>
                  </a:lnTo>
                  <a:lnTo>
                    <a:pt x="260121" y="1226451"/>
                  </a:lnTo>
                  <a:lnTo>
                    <a:pt x="252552" y="1178102"/>
                  </a:lnTo>
                  <a:lnTo>
                    <a:pt x="247827" y="1129309"/>
                  </a:lnTo>
                  <a:lnTo>
                    <a:pt x="245960" y="1080185"/>
                  </a:lnTo>
                  <a:lnTo>
                    <a:pt x="246964" y="1030820"/>
                  </a:lnTo>
                  <a:lnTo>
                    <a:pt x="250888" y="981341"/>
                  </a:lnTo>
                  <a:lnTo>
                    <a:pt x="237578" y="979906"/>
                  </a:lnTo>
                  <a:lnTo>
                    <a:pt x="233603" y="1030173"/>
                  </a:lnTo>
                  <a:lnTo>
                    <a:pt x="232575" y="1080312"/>
                  </a:lnTo>
                  <a:lnTo>
                    <a:pt x="234480" y="1130223"/>
                  </a:lnTo>
                  <a:lnTo>
                    <a:pt x="239280" y="1179791"/>
                  </a:lnTo>
                  <a:lnTo>
                    <a:pt x="246976" y="1228915"/>
                  </a:lnTo>
                  <a:lnTo>
                    <a:pt x="257530" y="1277480"/>
                  </a:lnTo>
                  <a:lnTo>
                    <a:pt x="270929" y="1325372"/>
                  </a:lnTo>
                  <a:lnTo>
                    <a:pt x="287159" y="1372489"/>
                  </a:lnTo>
                  <a:lnTo>
                    <a:pt x="306184" y="1418729"/>
                  </a:lnTo>
                  <a:lnTo>
                    <a:pt x="327990" y="1463979"/>
                  </a:lnTo>
                  <a:lnTo>
                    <a:pt x="339839" y="1457820"/>
                  </a:lnTo>
                  <a:close/>
                </a:path>
                <a:path w="2155825" h="2106295">
                  <a:moveTo>
                    <a:pt x="426275" y="1591373"/>
                  </a:moveTo>
                  <a:lnTo>
                    <a:pt x="413829" y="1575269"/>
                  </a:lnTo>
                  <a:lnTo>
                    <a:pt x="401764" y="1558823"/>
                  </a:lnTo>
                  <a:lnTo>
                    <a:pt x="390093" y="1542084"/>
                  </a:lnTo>
                  <a:lnTo>
                    <a:pt x="378853" y="1525104"/>
                  </a:lnTo>
                  <a:lnTo>
                    <a:pt x="367626" y="1532369"/>
                  </a:lnTo>
                  <a:lnTo>
                    <a:pt x="379031" y="1549615"/>
                  </a:lnTo>
                  <a:lnTo>
                    <a:pt x="390893" y="1566621"/>
                  </a:lnTo>
                  <a:lnTo>
                    <a:pt x="403161" y="1583321"/>
                  </a:lnTo>
                  <a:lnTo>
                    <a:pt x="415772" y="1599679"/>
                  </a:lnTo>
                  <a:lnTo>
                    <a:pt x="426275" y="1591373"/>
                  </a:lnTo>
                  <a:close/>
                </a:path>
                <a:path w="2155825" h="2106295">
                  <a:moveTo>
                    <a:pt x="657225" y="2056066"/>
                  </a:moveTo>
                  <a:lnTo>
                    <a:pt x="639914" y="2048433"/>
                  </a:lnTo>
                  <a:lnTo>
                    <a:pt x="622566" y="2040407"/>
                  </a:lnTo>
                  <a:lnTo>
                    <a:pt x="605243" y="2032012"/>
                  </a:lnTo>
                  <a:lnTo>
                    <a:pt x="588010" y="2023275"/>
                  </a:lnTo>
                  <a:lnTo>
                    <a:pt x="581837" y="2035124"/>
                  </a:lnTo>
                  <a:lnTo>
                    <a:pt x="599313" y="2043988"/>
                  </a:lnTo>
                  <a:lnTo>
                    <a:pt x="616851" y="2052497"/>
                  </a:lnTo>
                  <a:lnTo>
                    <a:pt x="634428" y="2060625"/>
                  </a:lnTo>
                  <a:lnTo>
                    <a:pt x="651954" y="2068347"/>
                  </a:lnTo>
                  <a:lnTo>
                    <a:pt x="657225" y="2056066"/>
                  </a:lnTo>
                  <a:close/>
                </a:path>
                <a:path w="2155825" h="2106295">
                  <a:moveTo>
                    <a:pt x="925309" y="1801977"/>
                  </a:moveTo>
                  <a:lnTo>
                    <a:pt x="878865" y="1790395"/>
                  </a:lnTo>
                  <a:lnTo>
                    <a:pt x="833335" y="1775853"/>
                  </a:lnTo>
                  <a:lnTo>
                    <a:pt x="788847" y="1758416"/>
                  </a:lnTo>
                  <a:lnTo>
                    <a:pt x="745566" y="1738172"/>
                  </a:lnTo>
                  <a:lnTo>
                    <a:pt x="703630" y="1715185"/>
                  </a:lnTo>
                  <a:lnTo>
                    <a:pt x="663194" y="1689544"/>
                  </a:lnTo>
                  <a:lnTo>
                    <a:pt x="624395" y="1661299"/>
                  </a:lnTo>
                  <a:lnTo>
                    <a:pt x="587400" y="1630540"/>
                  </a:lnTo>
                  <a:lnTo>
                    <a:pt x="550545" y="1595501"/>
                  </a:lnTo>
                  <a:lnTo>
                    <a:pt x="516382" y="1558226"/>
                  </a:lnTo>
                  <a:lnTo>
                    <a:pt x="484974" y="1518907"/>
                  </a:lnTo>
                  <a:lnTo>
                    <a:pt x="456374" y="1477708"/>
                  </a:lnTo>
                  <a:lnTo>
                    <a:pt x="430669" y="1434782"/>
                  </a:lnTo>
                  <a:lnTo>
                    <a:pt x="407911" y="1390319"/>
                  </a:lnTo>
                  <a:lnTo>
                    <a:pt x="388175" y="1344460"/>
                  </a:lnTo>
                  <a:lnTo>
                    <a:pt x="371525" y="1297406"/>
                  </a:lnTo>
                  <a:lnTo>
                    <a:pt x="358013" y="1249286"/>
                  </a:lnTo>
                  <a:lnTo>
                    <a:pt x="347713" y="1200302"/>
                  </a:lnTo>
                  <a:lnTo>
                    <a:pt x="340690" y="1150607"/>
                  </a:lnTo>
                  <a:lnTo>
                    <a:pt x="337019" y="1100353"/>
                  </a:lnTo>
                  <a:lnTo>
                    <a:pt x="336753" y="1049743"/>
                  </a:lnTo>
                  <a:lnTo>
                    <a:pt x="339966" y="998918"/>
                  </a:lnTo>
                  <a:lnTo>
                    <a:pt x="326656" y="997610"/>
                  </a:lnTo>
                  <a:lnTo>
                    <a:pt x="323494" y="1045895"/>
                  </a:lnTo>
                  <a:lnTo>
                    <a:pt x="323418" y="1094016"/>
                  </a:lnTo>
                  <a:lnTo>
                    <a:pt x="326377" y="1141818"/>
                  </a:lnTo>
                  <a:lnTo>
                    <a:pt x="332308" y="1189177"/>
                  </a:lnTo>
                  <a:lnTo>
                    <a:pt x="341160" y="1235938"/>
                  </a:lnTo>
                  <a:lnTo>
                    <a:pt x="352882" y="1281963"/>
                  </a:lnTo>
                  <a:lnTo>
                    <a:pt x="367423" y="1327137"/>
                  </a:lnTo>
                  <a:lnTo>
                    <a:pt x="384721" y="1371282"/>
                  </a:lnTo>
                  <a:lnTo>
                    <a:pt x="404723" y="1414297"/>
                  </a:lnTo>
                  <a:lnTo>
                    <a:pt x="427380" y="1456029"/>
                  </a:lnTo>
                  <a:lnTo>
                    <a:pt x="452640" y="1496326"/>
                  </a:lnTo>
                  <a:lnTo>
                    <a:pt x="480428" y="1535061"/>
                  </a:lnTo>
                  <a:lnTo>
                    <a:pt x="510717" y="1572094"/>
                  </a:lnTo>
                  <a:lnTo>
                    <a:pt x="543433" y="1607299"/>
                  </a:lnTo>
                  <a:lnTo>
                    <a:pt x="578535" y="1640509"/>
                  </a:lnTo>
                  <a:lnTo>
                    <a:pt x="616191" y="1671828"/>
                  </a:lnTo>
                  <a:lnTo>
                    <a:pt x="655675" y="1700568"/>
                  </a:lnTo>
                  <a:lnTo>
                    <a:pt x="696836" y="1726692"/>
                  </a:lnTo>
                  <a:lnTo>
                    <a:pt x="739521" y="1750085"/>
                  </a:lnTo>
                  <a:lnTo>
                    <a:pt x="783577" y="1770697"/>
                  </a:lnTo>
                  <a:lnTo>
                    <a:pt x="828865" y="1788452"/>
                  </a:lnTo>
                  <a:lnTo>
                    <a:pt x="875207" y="1803247"/>
                  </a:lnTo>
                  <a:lnTo>
                    <a:pt x="922489" y="1815033"/>
                  </a:lnTo>
                  <a:lnTo>
                    <a:pt x="925309" y="1801977"/>
                  </a:lnTo>
                  <a:close/>
                </a:path>
                <a:path w="2155825" h="2106295">
                  <a:moveTo>
                    <a:pt x="929297" y="249567"/>
                  </a:moveTo>
                  <a:lnTo>
                    <a:pt x="926846" y="236435"/>
                  </a:lnTo>
                  <a:lnTo>
                    <a:pt x="910590" y="239623"/>
                  </a:lnTo>
                  <a:lnTo>
                    <a:pt x="894359" y="243128"/>
                  </a:lnTo>
                  <a:lnTo>
                    <a:pt x="878205" y="246951"/>
                  </a:lnTo>
                  <a:lnTo>
                    <a:pt x="862177" y="251066"/>
                  </a:lnTo>
                  <a:lnTo>
                    <a:pt x="865619" y="263994"/>
                  </a:lnTo>
                  <a:lnTo>
                    <a:pt x="881392" y="259930"/>
                  </a:lnTo>
                  <a:lnTo>
                    <a:pt x="897305" y="256171"/>
                  </a:lnTo>
                  <a:lnTo>
                    <a:pt x="913295" y="252704"/>
                  </a:lnTo>
                  <a:lnTo>
                    <a:pt x="929297" y="249567"/>
                  </a:lnTo>
                  <a:close/>
                </a:path>
                <a:path w="2155825" h="2106295">
                  <a:moveTo>
                    <a:pt x="1107147" y="1831619"/>
                  </a:moveTo>
                  <a:lnTo>
                    <a:pt x="1106728" y="1818259"/>
                  </a:lnTo>
                  <a:lnTo>
                    <a:pt x="1080046" y="1818627"/>
                  </a:lnTo>
                  <a:lnTo>
                    <a:pt x="1053388" y="1818055"/>
                  </a:lnTo>
                  <a:lnTo>
                    <a:pt x="1026833" y="1816569"/>
                  </a:lnTo>
                  <a:lnTo>
                    <a:pt x="1000455" y="1814144"/>
                  </a:lnTo>
                  <a:lnTo>
                    <a:pt x="998994" y="1827415"/>
                  </a:lnTo>
                  <a:lnTo>
                    <a:pt x="1019746" y="1829422"/>
                  </a:lnTo>
                  <a:lnTo>
                    <a:pt x="1040625" y="1830857"/>
                  </a:lnTo>
                  <a:lnTo>
                    <a:pt x="1061593" y="1831721"/>
                  </a:lnTo>
                  <a:lnTo>
                    <a:pt x="1082598" y="1832013"/>
                  </a:lnTo>
                  <a:lnTo>
                    <a:pt x="1090777" y="1832013"/>
                  </a:lnTo>
                  <a:lnTo>
                    <a:pt x="1107147" y="1831619"/>
                  </a:lnTo>
                  <a:close/>
                </a:path>
                <a:path w="2155825" h="2106295">
                  <a:moveTo>
                    <a:pt x="1551419" y="474154"/>
                  </a:moveTo>
                  <a:lnTo>
                    <a:pt x="1512366" y="445452"/>
                  </a:lnTo>
                  <a:lnTo>
                    <a:pt x="1471955" y="419531"/>
                  </a:lnTo>
                  <a:lnTo>
                    <a:pt x="1430324" y="396392"/>
                  </a:lnTo>
                  <a:lnTo>
                    <a:pt x="1387627" y="376034"/>
                  </a:lnTo>
                  <a:lnTo>
                    <a:pt x="1343977" y="358482"/>
                  </a:lnTo>
                  <a:lnTo>
                    <a:pt x="1299527" y="343738"/>
                  </a:lnTo>
                  <a:lnTo>
                    <a:pt x="1254404" y="331800"/>
                  </a:lnTo>
                  <a:lnTo>
                    <a:pt x="1208735" y="322668"/>
                  </a:lnTo>
                  <a:lnTo>
                    <a:pt x="1162685" y="316369"/>
                  </a:lnTo>
                  <a:lnTo>
                    <a:pt x="1116368" y="312902"/>
                  </a:lnTo>
                  <a:lnTo>
                    <a:pt x="1069924" y="312254"/>
                  </a:lnTo>
                  <a:lnTo>
                    <a:pt x="1023493" y="314464"/>
                  </a:lnTo>
                  <a:lnTo>
                    <a:pt x="977201" y="319506"/>
                  </a:lnTo>
                  <a:lnTo>
                    <a:pt x="931202" y="327406"/>
                  </a:lnTo>
                  <a:lnTo>
                    <a:pt x="885609" y="338162"/>
                  </a:lnTo>
                  <a:lnTo>
                    <a:pt x="840574" y="351777"/>
                  </a:lnTo>
                  <a:lnTo>
                    <a:pt x="796239" y="368261"/>
                  </a:lnTo>
                  <a:lnTo>
                    <a:pt x="752716" y="387629"/>
                  </a:lnTo>
                  <a:lnTo>
                    <a:pt x="710171" y="409879"/>
                  </a:lnTo>
                  <a:lnTo>
                    <a:pt x="668718" y="435025"/>
                  </a:lnTo>
                  <a:lnTo>
                    <a:pt x="676021" y="446227"/>
                  </a:lnTo>
                  <a:lnTo>
                    <a:pt x="718921" y="420306"/>
                  </a:lnTo>
                  <a:lnTo>
                    <a:pt x="763003" y="397535"/>
                  </a:lnTo>
                  <a:lnTo>
                    <a:pt x="808113" y="377901"/>
                  </a:lnTo>
                  <a:lnTo>
                    <a:pt x="854100" y="361403"/>
                  </a:lnTo>
                  <a:lnTo>
                    <a:pt x="900823" y="348018"/>
                  </a:lnTo>
                  <a:lnTo>
                    <a:pt x="948093" y="337743"/>
                  </a:lnTo>
                  <a:lnTo>
                    <a:pt x="995781" y="330593"/>
                  </a:lnTo>
                  <a:lnTo>
                    <a:pt x="1043724" y="326529"/>
                  </a:lnTo>
                  <a:lnTo>
                    <a:pt x="1091755" y="325577"/>
                  </a:lnTo>
                  <a:lnTo>
                    <a:pt x="1139736" y="327698"/>
                  </a:lnTo>
                  <a:lnTo>
                    <a:pt x="1187500" y="332905"/>
                  </a:lnTo>
                  <a:lnTo>
                    <a:pt x="1234897" y="341198"/>
                  </a:lnTo>
                  <a:lnTo>
                    <a:pt x="1281760" y="352539"/>
                  </a:lnTo>
                  <a:lnTo>
                    <a:pt x="1327950" y="366953"/>
                  </a:lnTo>
                  <a:lnTo>
                    <a:pt x="1373289" y="384416"/>
                  </a:lnTo>
                  <a:lnTo>
                    <a:pt x="1417637" y="404926"/>
                  </a:lnTo>
                  <a:lnTo>
                    <a:pt x="1460842" y="428485"/>
                  </a:lnTo>
                  <a:lnTo>
                    <a:pt x="1502740" y="455066"/>
                  </a:lnTo>
                  <a:lnTo>
                    <a:pt x="1543177" y="484682"/>
                  </a:lnTo>
                  <a:lnTo>
                    <a:pt x="1551419" y="474154"/>
                  </a:lnTo>
                  <a:close/>
                </a:path>
                <a:path w="2155825" h="2106295">
                  <a:moveTo>
                    <a:pt x="1627301" y="419252"/>
                  </a:moveTo>
                  <a:lnTo>
                    <a:pt x="1586306" y="387108"/>
                  </a:lnTo>
                  <a:lnTo>
                    <a:pt x="1543646" y="357670"/>
                  </a:lnTo>
                  <a:lnTo>
                    <a:pt x="1499450" y="331000"/>
                  </a:lnTo>
                  <a:lnTo>
                    <a:pt x="1453857" y="307136"/>
                  </a:lnTo>
                  <a:lnTo>
                    <a:pt x="1406982" y="286131"/>
                  </a:lnTo>
                  <a:lnTo>
                    <a:pt x="1358963" y="268008"/>
                  </a:lnTo>
                  <a:lnTo>
                    <a:pt x="1309941" y="252818"/>
                  </a:lnTo>
                  <a:lnTo>
                    <a:pt x="1260030" y="240614"/>
                  </a:lnTo>
                  <a:lnTo>
                    <a:pt x="1209370" y="231444"/>
                  </a:lnTo>
                  <a:lnTo>
                    <a:pt x="1158074" y="225336"/>
                  </a:lnTo>
                  <a:lnTo>
                    <a:pt x="1106309" y="222338"/>
                  </a:lnTo>
                  <a:lnTo>
                    <a:pt x="1054163" y="222516"/>
                  </a:lnTo>
                  <a:lnTo>
                    <a:pt x="1054646" y="235877"/>
                  </a:lnTo>
                  <a:lnTo>
                    <a:pt x="1105928" y="235712"/>
                  </a:lnTo>
                  <a:lnTo>
                    <a:pt x="1156868" y="238645"/>
                  </a:lnTo>
                  <a:lnTo>
                    <a:pt x="1207338" y="244652"/>
                  </a:lnTo>
                  <a:lnTo>
                    <a:pt x="1257198" y="253682"/>
                  </a:lnTo>
                  <a:lnTo>
                    <a:pt x="1306334" y="265696"/>
                  </a:lnTo>
                  <a:lnTo>
                    <a:pt x="1354594" y="280631"/>
                  </a:lnTo>
                  <a:lnTo>
                    <a:pt x="1401864" y="298475"/>
                  </a:lnTo>
                  <a:lnTo>
                    <a:pt x="1448003" y="319163"/>
                  </a:lnTo>
                  <a:lnTo>
                    <a:pt x="1492897" y="342658"/>
                  </a:lnTo>
                  <a:lnTo>
                    <a:pt x="1536395" y="368909"/>
                  </a:lnTo>
                  <a:lnTo>
                    <a:pt x="1578394" y="397865"/>
                  </a:lnTo>
                  <a:lnTo>
                    <a:pt x="1618742" y="429514"/>
                  </a:lnTo>
                  <a:lnTo>
                    <a:pt x="1627301" y="419252"/>
                  </a:lnTo>
                  <a:close/>
                </a:path>
                <a:path w="2155825" h="2106295">
                  <a:moveTo>
                    <a:pt x="1793240" y="271691"/>
                  </a:moveTo>
                  <a:lnTo>
                    <a:pt x="1755267" y="239522"/>
                  </a:lnTo>
                  <a:lnTo>
                    <a:pt x="1716049" y="209283"/>
                  </a:lnTo>
                  <a:lnTo>
                    <a:pt x="1675663" y="180987"/>
                  </a:lnTo>
                  <a:lnTo>
                    <a:pt x="1634185" y="154647"/>
                  </a:lnTo>
                  <a:lnTo>
                    <a:pt x="1591665" y="130314"/>
                  </a:lnTo>
                  <a:lnTo>
                    <a:pt x="1548193" y="107975"/>
                  </a:lnTo>
                  <a:lnTo>
                    <a:pt x="1503845" y="87680"/>
                  </a:lnTo>
                  <a:lnTo>
                    <a:pt x="1458671" y="69443"/>
                  </a:lnTo>
                  <a:lnTo>
                    <a:pt x="1412748" y="53263"/>
                  </a:lnTo>
                  <a:lnTo>
                    <a:pt x="1366164" y="39192"/>
                  </a:lnTo>
                  <a:lnTo>
                    <a:pt x="1318971" y="27241"/>
                  </a:lnTo>
                  <a:lnTo>
                    <a:pt x="1271244" y="17424"/>
                  </a:lnTo>
                  <a:lnTo>
                    <a:pt x="1223060" y="9779"/>
                  </a:lnTo>
                  <a:lnTo>
                    <a:pt x="1174496" y="4305"/>
                  </a:lnTo>
                  <a:lnTo>
                    <a:pt x="1125601" y="1041"/>
                  </a:lnTo>
                  <a:lnTo>
                    <a:pt x="1076464" y="0"/>
                  </a:lnTo>
                  <a:lnTo>
                    <a:pt x="1027150" y="1206"/>
                  </a:lnTo>
                  <a:lnTo>
                    <a:pt x="977734" y="4673"/>
                  </a:lnTo>
                  <a:lnTo>
                    <a:pt x="928281" y="10439"/>
                  </a:lnTo>
                  <a:lnTo>
                    <a:pt x="930109" y="23685"/>
                  </a:lnTo>
                  <a:lnTo>
                    <a:pt x="979004" y="17995"/>
                  </a:lnTo>
                  <a:lnTo>
                    <a:pt x="1027861" y="14579"/>
                  </a:lnTo>
                  <a:lnTo>
                    <a:pt x="1076591" y="13385"/>
                  </a:lnTo>
                  <a:lnTo>
                    <a:pt x="1125143" y="14427"/>
                  </a:lnTo>
                  <a:lnTo>
                    <a:pt x="1173441" y="17653"/>
                  </a:lnTo>
                  <a:lnTo>
                    <a:pt x="1221422" y="23050"/>
                  </a:lnTo>
                  <a:lnTo>
                    <a:pt x="1269009" y="30619"/>
                  </a:lnTo>
                  <a:lnTo>
                    <a:pt x="1316139" y="40309"/>
                  </a:lnTo>
                  <a:lnTo>
                    <a:pt x="1362748" y="52108"/>
                  </a:lnTo>
                  <a:lnTo>
                    <a:pt x="1408747" y="66014"/>
                  </a:lnTo>
                  <a:lnTo>
                    <a:pt x="1454073" y="81978"/>
                  </a:lnTo>
                  <a:lnTo>
                    <a:pt x="1498663" y="99987"/>
                  </a:lnTo>
                  <a:lnTo>
                    <a:pt x="1542453" y="120040"/>
                  </a:lnTo>
                  <a:lnTo>
                    <a:pt x="1585366" y="142087"/>
                  </a:lnTo>
                  <a:lnTo>
                    <a:pt x="1627339" y="166116"/>
                  </a:lnTo>
                  <a:lnTo>
                    <a:pt x="1668284" y="192125"/>
                  </a:lnTo>
                  <a:lnTo>
                    <a:pt x="1708150" y="220065"/>
                  </a:lnTo>
                  <a:lnTo>
                    <a:pt x="1746872" y="249936"/>
                  </a:lnTo>
                  <a:lnTo>
                    <a:pt x="1784362" y="281698"/>
                  </a:lnTo>
                  <a:lnTo>
                    <a:pt x="1793240" y="271691"/>
                  </a:lnTo>
                  <a:close/>
                </a:path>
                <a:path w="2155825" h="2106295">
                  <a:moveTo>
                    <a:pt x="1802384" y="827925"/>
                  </a:moveTo>
                  <a:lnTo>
                    <a:pt x="1795653" y="808913"/>
                  </a:lnTo>
                  <a:lnTo>
                    <a:pt x="1788414" y="790028"/>
                  </a:lnTo>
                  <a:lnTo>
                    <a:pt x="1780654" y="771334"/>
                  </a:lnTo>
                  <a:lnTo>
                    <a:pt x="1772437" y="752906"/>
                  </a:lnTo>
                  <a:lnTo>
                    <a:pt x="1760308" y="758520"/>
                  </a:lnTo>
                  <a:lnTo>
                    <a:pt x="1768386" y="776617"/>
                  </a:lnTo>
                  <a:lnTo>
                    <a:pt x="1775993" y="794981"/>
                  </a:lnTo>
                  <a:lnTo>
                    <a:pt x="1783105" y="813523"/>
                  </a:lnTo>
                  <a:lnTo>
                    <a:pt x="1789684" y="832205"/>
                  </a:lnTo>
                  <a:lnTo>
                    <a:pt x="1802384" y="827925"/>
                  </a:lnTo>
                  <a:close/>
                </a:path>
                <a:path w="2155825" h="2106295">
                  <a:moveTo>
                    <a:pt x="1924519" y="1192860"/>
                  </a:moveTo>
                  <a:lnTo>
                    <a:pt x="1911311" y="1190993"/>
                  </a:lnTo>
                  <a:lnTo>
                    <a:pt x="1906689" y="1219746"/>
                  </a:lnTo>
                  <a:lnTo>
                    <a:pt x="1901063" y="1248410"/>
                  </a:lnTo>
                  <a:lnTo>
                    <a:pt x="1894433" y="1276870"/>
                  </a:lnTo>
                  <a:lnTo>
                    <a:pt x="1886839" y="1305039"/>
                  </a:lnTo>
                  <a:lnTo>
                    <a:pt x="1899691" y="1308747"/>
                  </a:lnTo>
                  <a:lnTo>
                    <a:pt x="1907413" y="1280134"/>
                  </a:lnTo>
                  <a:lnTo>
                    <a:pt x="1914131" y="1251216"/>
                  </a:lnTo>
                  <a:lnTo>
                    <a:pt x="1919846" y="1222082"/>
                  </a:lnTo>
                  <a:lnTo>
                    <a:pt x="1924519" y="1192860"/>
                  </a:lnTo>
                  <a:close/>
                </a:path>
                <a:path w="2155825" h="2106295">
                  <a:moveTo>
                    <a:pt x="2149284" y="1195692"/>
                  </a:moveTo>
                  <a:lnTo>
                    <a:pt x="2136025" y="1194257"/>
                  </a:lnTo>
                  <a:lnTo>
                    <a:pt x="2129307" y="1244714"/>
                  </a:lnTo>
                  <a:lnTo>
                    <a:pt x="2120252" y="1294561"/>
                  </a:lnTo>
                  <a:lnTo>
                    <a:pt x="2108885" y="1343723"/>
                  </a:lnTo>
                  <a:lnTo>
                    <a:pt x="2095246" y="1392135"/>
                  </a:lnTo>
                  <a:lnTo>
                    <a:pt x="2079332" y="1439748"/>
                  </a:lnTo>
                  <a:lnTo>
                    <a:pt x="2061197" y="1486496"/>
                  </a:lnTo>
                  <a:lnTo>
                    <a:pt x="2040851" y="1532318"/>
                  </a:lnTo>
                  <a:lnTo>
                    <a:pt x="2018334" y="1577149"/>
                  </a:lnTo>
                  <a:lnTo>
                    <a:pt x="1993671" y="1620939"/>
                  </a:lnTo>
                  <a:lnTo>
                    <a:pt x="1966874" y="1663623"/>
                  </a:lnTo>
                  <a:lnTo>
                    <a:pt x="1937981" y="1705140"/>
                  </a:lnTo>
                  <a:lnTo>
                    <a:pt x="1907032" y="1745424"/>
                  </a:lnTo>
                  <a:lnTo>
                    <a:pt x="1874024" y="1784438"/>
                  </a:lnTo>
                  <a:lnTo>
                    <a:pt x="1839963" y="1821040"/>
                  </a:lnTo>
                  <a:lnTo>
                    <a:pt x="1804301" y="1855952"/>
                  </a:lnTo>
                  <a:lnTo>
                    <a:pt x="1767103" y="1889086"/>
                  </a:lnTo>
                  <a:lnTo>
                    <a:pt x="1728470" y="1920417"/>
                  </a:lnTo>
                  <a:lnTo>
                    <a:pt x="1688465" y="1949881"/>
                  </a:lnTo>
                  <a:lnTo>
                    <a:pt x="1647164" y="1977440"/>
                  </a:lnTo>
                  <a:lnTo>
                    <a:pt x="1604645" y="2003031"/>
                  </a:lnTo>
                  <a:lnTo>
                    <a:pt x="1560982" y="2026602"/>
                  </a:lnTo>
                  <a:lnTo>
                    <a:pt x="1516240" y="2048116"/>
                  </a:lnTo>
                  <a:lnTo>
                    <a:pt x="1470520" y="2067509"/>
                  </a:lnTo>
                  <a:lnTo>
                    <a:pt x="1424406" y="2084552"/>
                  </a:lnTo>
                  <a:lnTo>
                    <a:pt x="1424762" y="2065096"/>
                  </a:lnTo>
                  <a:lnTo>
                    <a:pt x="1424711" y="2036343"/>
                  </a:lnTo>
                  <a:lnTo>
                    <a:pt x="1422412" y="1964613"/>
                  </a:lnTo>
                  <a:lnTo>
                    <a:pt x="1419796" y="1922767"/>
                  </a:lnTo>
                  <a:lnTo>
                    <a:pt x="1415948" y="1877656"/>
                  </a:lnTo>
                  <a:lnTo>
                    <a:pt x="1413484" y="1855330"/>
                  </a:lnTo>
                  <a:lnTo>
                    <a:pt x="1441030" y="1843493"/>
                  </a:lnTo>
                  <a:lnTo>
                    <a:pt x="1485468" y="1821230"/>
                  </a:lnTo>
                  <a:lnTo>
                    <a:pt x="1528508" y="1796415"/>
                  </a:lnTo>
                  <a:lnTo>
                    <a:pt x="1570037" y="1769110"/>
                  </a:lnTo>
                  <a:lnTo>
                    <a:pt x="1609940" y="1739392"/>
                  </a:lnTo>
                  <a:lnTo>
                    <a:pt x="1648104" y="1707349"/>
                  </a:lnTo>
                  <a:lnTo>
                    <a:pt x="1684401" y="1673047"/>
                  </a:lnTo>
                  <a:lnTo>
                    <a:pt x="1718741" y="1636560"/>
                  </a:lnTo>
                  <a:lnTo>
                    <a:pt x="1750237" y="1598993"/>
                  </a:lnTo>
                  <a:lnTo>
                    <a:pt x="1779397" y="1559877"/>
                  </a:lnTo>
                  <a:lnTo>
                    <a:pt x="1806181" y="1519301"/>
                  </a:lnTo>
                  <a:lnTo>
                    <a:pt x="1830552" y="1477327"/>
                  </a:lnTo>
                  <a:lnTo>
                    <a:pt x="1852485" y="1434020"/>
                  </a:lnTo>
                  <a:lnTo>
                    <a:pt x="1871916" y="1389430"/>
                  </a:lnTo>
                  <a:lnTo>
                    <a:pt x="1859483" y="1384439"/>
                  </a:lnTo>
                  <a:lnTo>
                    <a:pt x="1840369" y="1428318"/>
                  </a:lnTo>
                  <a:lnTo>
                    <a:pt x="1818805" y="1470952"/>
                  </a:lnTo>
                  <a:lnTo>
                    <a:pt x="1794814" y="1512265"/>
                  </a:lnTo>
                  <a:lnTo>
                    <a:pt x="1768462" y="1552206"/>
                  </a:lnTo>
                  <a:lnTo>
                    <a:pt x="1739760" y="1590700"/>
                  </a:lnTo>
                  <a:lnTo>
                    <a:pt x="1708772" y="1627695"/>
                  </a:lnTo>
                  <a:lnTo>
                    <a:pt x="1674964" y="1663611"/>
                  </a:lnTo>
                  <a:lnTo>
                    <a:pt x="1639227" y="1697380"/>
                  </a:lnTo>
                  <a:lnTo>
                    <a:pt x="1601660" y="1728914"/>
                  </a:lnTo>
                  <a:lnTo>
                    <a:pt x="1562379" y="1758162"/>
                  </a:lnTo>
                  <a:lnTo>
                    <a:pt x="1521498" y="1785035"/>
                  </a:lnTo>
                  <a:lnTo>
                    <a:pt x="1479130" y="1809470"/>
                  </a:lnTo>
                  <a:lnTo>
                    <a:pt x="1435392" y="1831378"/>
                  </a:lnTo>
                  <a:lnTo>
                    <a:pt x="1411947" y="1841449"/>
                  </a:lnTo>
                  <a:lnTo>
                    <a:pt x="1410677" y="1829841"/>
                  </a:lnTo>
                  <a:lnTo>
                    <a:pt x="1403807" y="1779879"/>
                  </a:lnTo>
                  <a:lnTo>
                    <a:pt x="1400810" y="1762125"/>
                  </a:lnTo>
                  <a:lnTo>
                    <a:pt x="1414221" y="1756181"/>
                  </a:lnTo>
                  <a:lnTo>
                    <a:pt x="1458328" y="1733067"/>
                  </a:lnTo>
                  <a:lnTo>
                    <a:pt x="1500644" y="1707184"/>
                  </a:lnTo>
                  <a:lnTo>
                    <a:pt x="1541119" y="1678559"/>
                  </a:lnTo>
                  <a:lnTo>
                    <a:pt x="1579714" y="1647215"/>
                  </a:lnTo>
                  <a:lnTo>
                    <a:pt x="1616392" y="1613204"/>
                  </a:lnTo>
                  <a:lnTo>
                    <a:pt x="1651088" y="1576539"/>
                  </a:lnTo>
                  <a:lnTo>
                    <a:pt x="1683854" y="1537093"/>
                  </a:lnTo>
                  <a:lnTo>
                    <a:pt x="1713661" y="1495983"/>
                  </a:lnTo>
                  <a:lnTo>
                    <a:pt x="1740471" y="1453337"/>
                  </a:lnTo>
                  <a:lnTo>
                    <a:pt x="1764258" y="1409293"/>
                  </a:lnTo>
                  <a:lnTo>
                    <a:pt x="1784972" y="1364005"/>
                  </a:lnTo>
                  <a:lnTo>
                    <a:pt x="1802587" y="1317574"/>
                  </a:lnTo>
                  <a:lnTo>
                    <a:pt x="1817065" y="1270152"/>
                  </a:lnTo>
                  <a:lnTo>
                    <a:pt x="1828380" y="1221867"/>
                  </a:lnTo>
                  <a:lnTo>
                    <a:pt x="1836470" y="1172857"/>
                  </a:lnTo>
                  <a:lnTo>
                    <a:pt x="1841322" y="1123264"/>
                  </a:lnTo>
                  <a:lnTo>
                    <a:pt x="1842884" y="1073213"/>
                  </a:lnTo>
                  <a:lnTo>
                    <a:pt x="1841144" y="1022832"/>
                  </a:lnTo>
                  <a:lnTo>
                    <a:pt x="1836039" y="972261"/>
                  </a:lnTo>
                  <a:lnTo>
                    <a:pt x="1827542" y="921626"/>
                  </a:lnTo>
                  <a:lnTo>
                    <a:pt x="1814436" y="924255"/>
                  </a:lnTo>
                  <a:lnTo>
                    <a:pt x="1822780" y="974001"/>
                  </a:lnTo>
                  <a:lnTo>
                    <a:pt x="1827796" y="1023683"/>
                  </a:lnTo>
                  <a:lnTo>
                    <a:pt x="1829511" y="1073175"/>
                  </a:lnTo>
                  <a:lnTo>
                    <a:pt x="1827974" y="1122362"/>
                  </a:lnTo>
                  <a:lnTo>
                    <a:pt x="1823212" y="1171079"/>
                  </a:lnTo>
                  <a:lnTo>
                    <a:pt x="1815261" y="1219225"/>
                  </a:lnTo>
                  <a:lnTo>
                    <a:pt x="1804149" y="1266659"/>
                  </a:lnTo>
                  <a:lnTo>
                    <a:pt x="1789925" y="1313243"/>
                  </a:lnTo>
                  <a:lnTo>
                    <a:pt x="1772627" y="1358861"/>
                  </a:lnTo>
                  <a:lnTo>
                    <a:pt x="1752269" y="1403362"/>
                  </a:lnTo>
                  <a:lnTo>
                    <a:pt x="1728914" y="1446618"/>
                  </a:lnTo>
                  <a:lnTo>
                    <a:pt x="1702574" y="1488516"/>
                  </a:lnTo>
                  <a:lnTo>
                    <a:pt x="1673288" y="1528902"/>
                  </a:lnTo>
                  <a:lnTo>
                    <a:pt x="1641106" y="1567662"/>
                  </a:lnTo>
                  <a:lnTo>
                    <a:pt x="1607019" y="1603679"/>
                  </a:lnTo>
                  <a:lnTo>
                    <a:pt x="1570990" y="1637106"/>
                  </a:lnTo>
                  <a:lnTo>
                    <a:pt x="1533067" y="1667891"/>
                  </a:lnTo>
                  <a:lnTo>
                    <a:pt x="1493291" y="1696021"/>
                  </a:lnTo>
                  <a:lnTo>
                    <a:pt x="1451724" y="1721446"/>
                  </a:lnTo>
                  <a:lnTo>
                    <a:pt x="1408404" y="1744154"/>
                  </a:lnTo>
                  <a:lnTo>
                    <a:pt x="1398524" y="1748536"/>
                  </a:lnTo>
                  <a:lnTo>
                    <a:pt x="1395133" y="1728330"/>
                  </a:lnTo>
                  <a:lnTo>
                    <a:pt x="1384477" y="1675739"/>
                  </a:lnTo>
                  <a:lnTo>
                    <a:pt x="1371638" y="1622666"/>
                  </a:lnTo>
                  <a:lnTo>
                    <a:pt x="1356436" y="1569669"/>
                  </a:lnTo>
                  <a:lnTo>
                    <a:pt x="1338681" y="1517294"/>
                  </a:lnTo>
                  <a:lnTo>
                    <a:pt x="1318183" y="1466113"/>
                  </a:lnTo>
                  <a:lnTo>
                    <a:pt x="1294752" y="1416659"/>
                  </a:lnTo>
                  <a:lnTo>
                    <a:pt x="1268196" y="1369491"/>
                  </a:lnTo>
                  <a:lnTo>
                    <a:pt x="1238326" y="1325181"/>
                  </a:lnTo>
                  <a:lnTo>
                    <a:pt x="1204963" y="1284262"/>
                  </a:lnTo>
                  <a:lnTo>
                    <a:pt x="1167904" y="1247305"/>
                  </a:lnTo>
                  <a:lnTo>
                    <a:pt x="1126972" y="1214856"/>
                  </a:lnTo>
                  <a:lnTo>
                    <a:pt x="1346161" y="1873237"/>
                  </a:lnTo>
                  <a:lnTo>
                    <a:pt x="1348409" y="1880057"/>
                  </a:lnTo>
                  <a:lnTo>
                    <a:pt x="1423619" y="2105888"/>
                  </a:lnTo>
                  <a:lnTo>
                    <a:pt x="1423644" y="2105634"/>
                  </a:lnTo>
                  <a:lnTo>
                    <a:pt x="1424343" y="2088388"/>
                  </a:lnTo>
                  <a:lnTo>
                    <a:pt x="1424381" y="2086229"/>
                  </a:lnTo>
                  <a:lnTo>
                    <a:pt x="1428203" y="2097379"/>
                  </a:lnTo>
                  <a:lnTo>
                    <a:pt x="1475435" y="2079929"/>
                  </a:lnTo>
                  <a:lnTo>
                    <a:pt x="1521739" y="2060295"/>
                  </a:lnTo>
                  <a:lnTo>
                    <a:pt x="1567040" y="2038515"/>
                  </a:lnTo>
                  <a:lnTo>
                    <a:pt x="1611261" y="2014651"/>
                  </a:lnTo>
                  <a:lnTo>
                    <a:pt x="1654314" y="1988743"/>
                  </a:lnTo>
                  <a:lnTo>
                    <a:pt x="1696135" y="1960841"/>
                  </a:lnTo>
                  <a:lnTo>
                    <a:pt x="1736648" y="1931009"/>
                  </a:lnTo>
                  <a:lnTo>
                    <a:pt x="1775764" y="1899285"/>
                  </a:lnTo>
                  <a:lnTo>
                    <a:pt x="1813407" y="1865718"/>
                  </a:lnTo>
                  <a:lnTo>
                    <a:pt x="1849513" y="1830387"/>
                  </a:lnTo>
                  <a:lnTo>
                    <a:pt x="1884006" y="1793316"/>
                  </a:lnTo>
                  <a:lnTo>
                    <a:pt x="1917420" y="1753819"/>
                  </a:lnTo>
                  <a:lnTo>
                    <a:pt x="1948776" y="1713014"/>
                  </a:lnTo>
                  <a:lnTo>
                    <a:pt x="1978025" y="1670977"/>
                  </a:lnTo>
                  <a:lnTo>
                    <a:pt x="2005164" y="1627759"/>
                  </a:lnTo>
                  <a:lnTo>
                    <a:pt x="2030133" y="1583423"/>
                  </a:lnTo>
                  <a:lnTo>
                    <a:pt x="2052942" y="1538020"/>
                  </a:lnTo>
                  <a:lnTo>
                    <a:pt x="2073529" y="1491615"/>
                  </a:lnTo>
                  <a:lnTo>
                    <a:pt x="2091893" y="1444282"/>
                  </a:lnTo>
                  <a:lnTo>
                    <a:pt x="2107996" y="1396072"/>
                  </a:lnTo>
                  <a:lnTo>
                    <a:pt x="2121814" y="1347050"/>
                  </a:lnTo>
                  <a:lnTo>
                    <a:pt x="2133320" y="1297266"/>
                  </a:lnTo>
                  <a:lnTo>
                    <a:pt x="2142490" y="1246797"/>
                  </a:lnTo>
                  <a:lnTo>
                    <a:pt x="2149284" y="1195692"/>
                  </a:lnTo>
                  <a:close/>
                </a:path>
                <a:path w="2155825" h="2106295">
                  <a:moveTo>
                    <a:pt x="2155634" y="1067600"/>
                  </a:moveTo>
                  <a:lnTo>
                    <a:pt x="2155279" y="1048397"/>
                  </a:lnTo>
                  <a:lnTo>
                    <a:pt x="2154580" y="1029246"/>
                  </a:lnTo>
                  <a:lnTo>
                    <a:pt x="2153551" y="1010196"/>
                  </a:lnTo>
                  <a:lnTo>
                    <a:pt x="2152192" y="991323"/>
                  </a:lnTo>
                  <a:lnTo>
                    <a:pt x="2138870" y="992390"/>
                  </a:lnTo>
                  <a:lnTo>
                    <a:pt x="2140204" y="1011034"/>
                  </a:lnTo>
                  <a:lnTo>
                    <a:pt x="2141207" y="1029855"/>
                  </a:lnTo>
                  <a:lnTo>
                    <a:pt x="2141905" y="1048778"/>
                  </a:lnTo>
                  <a:lnTo>
                    <a:pt x="2142261" y="1067739"/>
                  </a:lnTo>
                  <a:lnTo>
                    <a:pt x="2155634" y="1067600"/>
                  </a:lnTo>
                  <a:close/>
                </a:path>
              </a:pathLst>
            </a:custGeom>
            <a:solidFill>
              <a:srgbClr val="E8F6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3" name="object 2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230855" y="6886051"/>
              <a:ext cx="71756" cy="67463"/>
            </a:xfrm>
            <a:prstGeom prst="rect">
              <a:avLst/>
            </a:prstGeom>
          </p:spPr>
        </p:pic>
      </p:grpSp>
      <p:grpSp>
        <p:nvGrpSpPr>
          <p:cNvPr id="234" name="object 234" descr=""/>
          <p:cNvGrpSpPr/>
          <p:nvPr/>
        </p:nvGrpSpPr>
        <p:grpSpPr>
          <a:xfrm>
            <a:off x="1167610" y="1996131"/>
            <a:ext cx="1677670" cy="2898140"/>
            <a:chOff x="1167610" y="1996131"/>
            <a:chExt cx="1677670" cy="2898140"/>
          </a:xfrm>
        </p:grpSpPr>
        <p:sp>
          <p:nvSpPr>
            <p:cNvPr id="235" name="object 235" descr=""/>
            <p:cNvSpPr/>
            <p:nvPr/>
          </p:nvSpPr>
          <p:spPr>
            <a:xfrm>
              <a:off x="1869823" y="2883995"/>
              <a:ext cx="71120" cy="2010410"/>
            </a:xfrm>
            <a:custGeom>
              <a:avLst/>
              <a:gdLst/>
              <a:ahLst/>
              <a:cxnLst/>
              <a:rect l="l" t="t" r="r" b="b"/>
              <a:pathLst>
                <a:path w="71119" h="2010410">
                  <a:moveTo>
                    <a:pt x="51192" y="0"/>
                  </a:moveTo>
                  <a:lnTo>
                    <a:pt x="15256" y="0"/>
                  </a:lnTo>
                  <a:lnTo>
                    <a:pt x="0" y="2010179"/>
                  </a:lnTo>
                  <a:lnTo>
                    <a:pt x="70887" y="2010179"/>
                  </a:lnTo>
                  <a:lnTo>
                    <a:pt x="51192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167610" y="2853054"/>
              <a:ext cx="731520" cy="654685"/>
            </a:xfrm>
            <a:custGeom>
              <a:avLst/>
              <a:gdLst/>
              <a:ahLst/>
              <a:cxnLst/>
              <a:rect l="l" t="t" r="r" b="b"/>
              <a:pathLst>
                <a:path w="731519" h="654685">
                  <a:moveTo>
                    <a:pt x="697643" y="0"/>
                  </a:moveTo>
                  <a:lnTo>
                    <a:pt x="467985" y="120331"/>
                  </a:lnTo>
                  <a:lnTo>
                    <a:pt x="0" y="639331"/>
                  </a:lnTo>
                  <a:lnTo>
                    <a:pt x="15151" y="654650"/>
                  </a:lnTo>
                  <a:lnTo>
                    <a:pt x="731024" y="41642"/>
                  </a:lnTo>
                  <a:lnTo>
                    <a:pt x="697643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167610" y="3295643"/>
              <a:ext cx="215900" cy="212090"/>
            </a:xfrm>
            <a:custGeom>
              <a:avLst/>
              <a:gdLst/>
              <a:ahLst/>
              <a:cxnLst/>
              <a:rect l="l" t="t" r="r" b="b"/>
              <a:pathLst>
                <a:path w="215900" h="212089">
                  <a:moveTo>
                    <a:pt x="177387" y="0"/>
                  </a:moveTo>
                  <a:lnTo>
                    <a:pt x="0" y="196747"/>
                  </a:lnTo>
                  <a:lnTo>
                    <a:pt x="15151" y="212056"/>
                  </a:lnTo>
                  <a:lnTo>
                    <a:pt x="215511" y="40480"/>
                  </a:lnTo>
                  <a:lnTo>
                    <a:pt x="177387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539207" y="1996136"/>
              <a:ext cx="394970" cy="887094"/>
            </a:xfrm>
            <a:custGeom>
              <a:avLst/>
              <a:gdLst/>
              <a:ahLst/>
              <a:cxnLst/>
              <a:rect l="l" t="t" r="r" b="b"/>
              <a:pathLst>
                <a:path w="394969" h="887094">
                  <a:moveTo>
                    <a:pt x="19454" y="0"/>
                  </a:moveTo>
                  <a:lnTo>
                    <a:pt x="0" y="9277"/>
                  </a:lnTo>
                  <a:lnTo>
                    <a:pt x="344115" y="886685"/>
                  </a:lnTo>
                  <a:lnTo>
                    <a:pt x="394427" y="868811"/>
                  </a:lnTo>
                  <a:lnTo>
                    <a:pt x="356135" y="612379"/>
                  </a:lnTo>
                  <a:lnTo>
                    <a:pt x="19454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1539208" y="1996131"/>
              <a:ext cx="142240" cy="242570"/>
            </a:xfrm>
            <a:custGeom>
              <a:avLst/>
              <a:gdLst/>
              <a:ahLst/>
              <a:cxnLst/>
              <a:rect l="l" t="t" r="r" b="b"/>
              <a:pathLst>
                <a:path w="142239" h="242569">
                  <a:moveTo>
                    <a:pt x="19454" y="0"/>
                  </a:moveTo>
                  <a:lnTo>
                    <a:pt x="0" y="9287"/>
                  </a:lnTo>
                  <a:lnTo>
                    <a:pt x="91379" y="242285"/>
                  </a:lnTo>
                  <a:lnTo>
                    <a:pt x="142068" y="223040"/>
                  </a:lnTo>
                  <a:lnTo>
                    <a:pt x="1945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899159" y="2821889"/>
              <a:ext cx="946150" cy="126364"/>
            </a:xfrm>
            <a:custGeom>
              <a:avLst/>
              <a:gdLst/>
              <a:ahLst/>
              <a:cxnLst/>
              <a:rect l="l" t="t" r="r" b="b"/>
              <a:pathLst>
                <a:path w="946150" h="126364">
                  <a:moveTo>
                    <a:pt x="4921" y="0"/>
                  </a:moveTo>
                  <a:lnTo>
                    <a:pt x="0" y="53139"/>
                  </a:lnTo>
                  <a:lnTo>
                    <a:pt x="248788" y="126142"/>
                  </a:lnTo>
                  <a:lnTo>
                    <a:pt x="945960" y="77934"/>
                  </a:lnTo>
                  <a:lnTo>
                    <a:pt x="945698" y="56364"/>
                  </a:lnTo>
                  <a:lnTo>
                    <a:pt x="4921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2493340" y="2857197"/>
              <a:ext cx="351790" cy="67310"/>
            </a:xfrm>
            <a:custGeom>
              <a:avLst/>
              <a:gdLst/>
              <a:ahLst/>
              <a:cxnLst/>
              <a:rect l="l" t="t" r="r" b="b"/>
              <a:pathLst>
                <a:path w="351789" h="67310">
                  <a:moveTo>
                    <a:pt x="0" y="0"/>
                  </a:moveTo>
                  <a:lnTo>
                    <a:pt x="3361" y="66720"/>
                  </a:lnTo>
                  <a:lnTo>
                    <a:pt x="351779" y="42626"/>
                  </a:lnTo>
                  <a:lnTo>
                    <a:pt x="351518" y="210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2" name="object 24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52911" y="2815111"/>
              <a:ext cx="92384" cy="92384"/>
            </a:xfrm>
            <a:prstGeom prst="rect">
              <a:avLst/>
            </a:prstGeom>
          </p:spPr>
        </p:pic>
      </p:grpSp>
      <p:sp>
        <p:nvSpPr>
          <p:cNvPr id="243" name="object 243" descr=""/>
          <p:cNvSpPr/>
          <p:nvPr/>
        </p:nvSpPr>
        <p:spPr>
          <a:xfrm>
            <a:off x="4008296" y="2078062"/>
            <a:ext cx="90805" cy="2816225"/>
          </a:xfrm>
          <a:custGeom>
            <a:avLst/>
            <a:gdLst/>
            <a:ahLst/>
            <a:cxnLst/>
            <a:rect l="l" t="t" r="r" b="b"/>
            <a:pathLst>
              <a:path w="90804" h="2816225">
                <a:moveTo>
                  <a:pt x="65202" y="0"/>
                </a:moveTo>
                <a:lnTo>
                  <a:pt x="19433" y="0"/>
                </a:lnTo>
                <a:lnTo>
                  <a:pt x="0" y="2816113"/>
                </a:lnTo>
                <a:lnTo>
                  <a:pt x="90279" y="2816113"/>
                </a:lnTo>
                <a:lnTo>
                  <a:pt x="65202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4" name="object 244" descr=""/>
          <p:cNvGrpSpPr/>
          <p:nvPr/>
        </p:nvGrpSpPr>
        <p:grpSpPr>
          <a:xfrm>
            <a:off x="2921626" y="915549"/>
            <a:ext cx="1974850" cy="1960245"/>
            <a:chOff x="2921626" y="915549"/>
            <a:chExt cx="1974850" cy="1960245"/>
          </a:xfrm>
        </p:grpSpPr>
        <p:sp>
          <p:nvSpPr>
            <p:cNvPr id="245" name="object 245" descr=""/>
            <p:cNvSpPr/>
            <p:nvPr/>
          </p:nvSpPr>
          <p:spPr>
            <a:xfrm>
              <a:off x="4035378" y="915556"/>
              <a:ext cx="563880" cy="1105535"/>
            </a:xfrm>
            <a:custGeom>
              <a:avLst/>
              <a:gdLst/>
              <a:ahLst/>
              <a:cxnLst/>
              <a:rect l="l" t="t" r="r" b="b"/>
              <a:pathLst>
                <a:path w="563879" h="1105535">
                  <a:moveTo>
                    <a:pt x="538130" y="0"/>
                  </a:moveTo>
                  <a:lnTo>
                    <a:pt x="0" y="1072773"/>
                  </a:lnTo>
                  <a:lnTo>
                    <a:pt x="59725" y="1105191"/>
                  </a:lnTo>
                  <a:lnTo>
                    <a:pt x="270012" y="850654"/>
                  </a:lnTo>
                  <a:lnTo>
                    <a:pt x="563490" y="10502"/>
                  </a:lnTo>
                  <a:lnTo>
                    <a:pt x="53813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4422903" y="915549"/>
              <a:ext cx="176530" cy="329565"/>
            </a:xfrm>
            <a:custGeom>
              <a:avLst/>
              <a:gdLst/>
              <a:ahLst/>
              <a:cxnLst/>
              <a:rect l="l" t="t" r="r" b="b"/>
              <a:pathLst>
                <a:path w="176529" h="329565">
                  <a:moveTo>
                    <a:pt x="150613" y="0"/>
                  </a:moveTo>
                  <a:lnTo>
                    <a:pt x="0" y="300263"/>
                  </a:lnTo>
                  <a:lnTo>
                    <a:pt x="64720" y="328984"/>
                  </a:lnTo>
                  <a:lnTo>
                    <a:pt x="175963" y="10512"/>
                  </a:lnTo>
                  <a:lnTo>
                    <a:pt x="15061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4008961" y="1994719"/>
              <a:ext cx="887094" cy="881380"/>
            </a:xfrm>
            <a:custGeom>
              <a:avLst/>
              <a:gdLst/>
              <a:ahLst/>
              <a:cxnLst/>
              <a:rect l="l" t="t" r="r" b="b"/>
              <a:pathLst>
                <a:path w="887095" h="881380">
                  <a:moveTo>
                    <a:pt x="50249" y="0"/>
                  </a:moveTo>
                  <a:lnTo>
                    <a:pt x="0" y="45799"/>
                  </a:lnTo>
                  <a:lnTo>
                    <a:pt x="171429" y="327979"/>
                  </a:lnTo>
                  <a:lnTo>
                    <a:pt x="868737" y="880894"/>
                  </a:lnTo>
                  <a:lnTo>
                    <a:pt x="887009" y="860403"/>
                  </a:lnTo>
                  <a:lnTo>
                    <a:pt x="5024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4623744" y="2626639"/>
              <a:ext cx="272415" cy="249554"/>
            </a:xfrm>
            <a:custGeom>
              <a:avLst/>
              <a:gdLst/>
              <a:ahLst/>
              <a:cxnLst/>
              <a:rect l="l" t="t" r="r" b="b"/>
              <a:pathLst>
                <a:path w="272414" h="249555">
                  <a:moveTo>
                    <a:pt x="50019" y="0"/>
                  </a:moveTo>
                  <a:lnTo>
                    <a:pt x="0" y="47590"/>
                  </a:lnTo>
                  <a:lnTo>
                    <a:pt x="253960" y="248976"/>
                  </a:lnTo>
                  <a:lnTo>
                    <a:pt x="272222" y="228485"/>
                  </a:lnTo>
                  <a:lnTo>
                    <a:pt x="50019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2921626" y="2011672"/>
              <a:ext cx="1143635" cy="462915"/>
            </a:xfrm>
            <a:custGeom>
              <a:avLst/>
              <a:gdLst/>
              <a:ahLst/>
              <a:cxnLst/>
              <a:rect l="l" t="t" r="r" b="b"/>
              <a:pathLst>
                <a:path w="1143635" h="462914">
                  <a:moveTo>
                    <a:pt x="1122834" y="0"/>
                  </a:moveTo>
                  <a:lnTo>
                    <a:pt x="794740" y="37004"/>
                  </a:lnTo>
                  <a:lnTo>
                    <a:pt x="0" y="437452"/>
                  </a:lnTo>
                  <a:lnTo>
                    <a:pt x="10952" y="462645"/>
                  </a:lnTo>
                  <a:lnTo>
                    <a:pt x="1143263" y="64825"/>
                  </a:lnTo>
                  <a:lnTo>
                    <a:pt x="1122834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2921626" y="2248995"/>
              <a:ext cx="434340" cy="225425"/>
            </a:xfrm>
            <a:custGeom>
              <a:avLst/>
              <a:gdLst/>
              <a:ahLst/>
              <a:cxnLst/>
              <a:rect l="l" t="t" r="r" b="b"/>
              <a:pathLst>
                <a:path w="434339" h="225425">
                  <a:moveTo>
                    <a:pt x="397181" y="0"/>
                  </a:moveTo>
                  <a:lnTo>
                    <a:pt x="0" y="200130"/>
                  </a:lnTo>
                  <a:lnTo>
                    <a:pt x="10952" y="225322"/>
                  </a:lnTo>
                  <a:lnTo>
                    <a:pt x="434028" y="76678"/>
                  </a:lnTo>
                  <a:lnTo>
                    <a:pt x="39718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1" name="object 25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92465" y="1968929"/>
              <a:ext cx="117671" cy="117665"/>
            </a:xfrm>
            <a:prstGeom prst="rect">
              <a:avLst/>
            </a:prstGeom>
          </p:spPr>
        </p:pic>
      </p:grpSp>
      <p:grpSp>
        <p:nvGrpSpPr>
          <p:cNvPr id="252" name="object 252" descr=""/>
          <p:cNvGrpSpPr/>
          <p:nvPr/>
        </p:nvGrpSpPr>
        <p:grpSpPr>
          <a:xfrm>
            <a:off x="1336237" y="7826782"/>
            <a:ext cx="2284730" cy="1974214"/>
            <a:chOff x="1336237" y="7826782"/>
            <a:chExt cx="2284730" cy="1974214"/>
          </a:xfrm>
        </p:grpSpPr>
        <p:sp>
          <p:nvSpPr>
            <p:cNvPr id="253" name="object 253" descr=""/>
            <p:cNvSpPr/>
            <p:nvPr/>
          </p:nvSpPr>
          <p:spPr>
            <a:xfrm>
              <a:off x="1336230" y="7826800"/>
              <a:ext cx="2250440" cy="1974214"/>
            </a:xfrm>
            <a:custGeom>
              <a:avLst/>
              <a:gdLst/>
              <a:ahLst/>
              <a:cxnLst/>
              <a:rect l="l" t="t" r="r" b="b"/>
              <a:pathLst>
                <a:path w="2250440" h="1974215">
                  <a:moveTo>
                    <a:pt x="2250236" y="1331899"/>
                  </a:moveTo>
                  <a:lnTo>
                    <a:pt x="1984565" y="0"/>
                  </a:lnTo>
                  <a:lnTo>
                    <a:pt x="0" y="279"/>
                  </a:lnTo>
                  <a:lnTo>
                    <a:pt x="265671" y="1332191"/>
                  </a:lnTo>
                  <a:lnTo>
                    <a:pt x="1156525" y="1332064"/>
                  </a:lnTo>
                  <a:lnTo>
                    <a:pt x="1018781" y="1906041"/>
                  </a:lnTo>
                  <a:lnTo>
                    <a:pt x="842302" y="1906041"/>
                  </a:lnTo>
                  <a:lnTo>
                    <a:pt x="815962" y="1911362"/>
                  </a:lnTo>
                  <a:lnTo>
                    <a:pt x="794448" y="1925866"/>
                  </a:lnTo>
                  <a:lnTo>
                    <a:pt x="779945" y="1947379"/>
                  </a:lnTo>
                  <a:lnTo>
                    <a:pt x="774623" y="1973719"/>
                  </a:lnTo>
                  <a:lnTo>
                    <a:pt x="1413408" y="1973719"/>
                  </a:lnTo>
                  <a:lnTo>
                    <a:pt x="1408087" y="1947379"/>
                  </a:lnTo>
                  <a:lnTo>
                    <a:pt x="1393583" y="1925866"/>
                  </a:lnTo>
                  <a:lnTo>
                    <a:pt x="1372082" y="1911362"/>
                  </a:lnTo>
                  <a:lnTo>
                    <a:pt x="1345742" y="1906041"/>
                  </a:lnTo>
                  <a:lnTo>
                    <a:pt x="1160805" y="1906041"/>
                  </a:lnTo>
                  <a:lnTo>
                    <a:pt x="1298549" y="1332052"/>
                  </a:lnTo>
                  <a:lnTo>
                    <a:pt x="2250236" y="1331899"/>
                  </a:lnTo>
                  <a:close/>
                </a:path>
              </a:pathLst>
            </a:custGeom>
            <a:solidFill>
              <a:srgbClr val="133E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370228" y="7826782"/>
              <a:ext cx="2250440" cy="1306195"/>
            </a:xfrm>
            <a:custGeom>
              <a:avLst/>
              <a:gdLst/>
              <a:ahLst/>
              <a:cxnLst/>
              <a:rect l="l" t="t" r="r" b="b"/>
              <a:pathLst>
                <a:path w="2250440" h="1306195">
                  <a:moveTo>
                    <a:pt x="1984567" y="0"/>
                  </a:moveTo>
                  <a:lnTo>
                    <a:pt x="0" y="282"/>
                  </a:lnTo>
                  <a:lnTo>
                    <a:pt x="265667" y="1305855"/>
                  </a:lnTo>
                  <a:lnTo>
                    <a:pt x="2250235" y="1305572"/>
                  </a:lnTo>
                  <a:lnTo>
                    <a:pt x="1984567" y="0"/>
                  </a:lnTo>
                  <a:close/>
                </a:path>
              </a:pathLst>
            </a:custGeom>
            <a:solidFill>
              <a:srgbClr val="204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432547" y="7830343"/>
              <a:ext cx="2126615" cy="1302385"/>
            </a:xfrm>
            <a:custGeom>
              <a:avLst/>
              <a:gdLst/>
              <a:ahLst/>
              <a:cxnLst/>
              <a:rect l="l" t="t" r="r" b="b"/>
              <a:pathLst>
                <a:path w="2126615" h="1302384">
                  <a:moveTo>
                    <a:pt x="2126551" y="1000493"/>
                  </a:moveTo>
                  <a:lnTo>
                    <a:pt x="2125827" y="996924"/>
                  </a:lnTo>
                  <a:lnTo>
                    <a:pt x="1825879" y="996975"/>
                  </a:lnTo>
                  <a:lnTo>
                    <a:pt x="1783994" y="963955"/>
                  </a:lnTo>
                  <a:lnTo>
                    <a:pt x="1779473" y="941743"/>
                  </a:lnTo>
                  <a:lnTo>
                    <a:pt x="1779473" y="960399"/>
                  </a:lnTo>
                  <a:lnTo>
                    <a:pt x="1747977" y="996988"/>
                  </a:lnTo>
                  <a:lnTo>
                    <a:pt x="1406766" y="997038"/>
                  </a:lnTo>
                  <a:lnTo>
                    <a:pt x="1360373" y="960437"/>
                  </a:lnTo>
                  <a:lnTo>
                    <a:pt x="1357287" y="945349"/>
                  </a:lnTo>
                  <a:lnTo>
                    <a:pt x="1357287" y="964018"/>
                  </a:lnTo>
                  <a:lnTo>
                    <a:pt x="1328851" y="997051"/>
                  </a:lnTo>
                  <a:lnTo>
                    <a:pt x="983869" y="997102"/>
                  </a:lnTo>
                  <a:lnTo>
                    <a:pt x="937475" y="960513"/>
                  </a:lnTo>
                  <a:lnTo>
                    <a:pt x="934389" y="945426"/>
                  </a:lnTo>
                  <a:lnTo>
                    <a:pt x="934389" y="964095"/>
                  </a:lnTo>
                  <a:lnTo>
                    <a:pt x="905954" y="997115"/>
                  </a:lnTo>
                  <a:lnTo>
                    <a:pt x="559092" y="997165"/>
                  </a:lnTo>
                  <a:lnTo>
                    <a:pt x="514921" y="962355"/>
                  </a:lnTo>
                  <a:lnTo>
                    <a:pt x="459549" y="690232"/>
                  </a:lnTo>
                  <a:lnTo>
                    <a:pt x="491058" y="653630"/>
                  </a:lnTo>
                  <a:lnTo>
                    <a:pt x="834174" y="653592"/>
                  </a:lnTo>
                  <a:lnTo>
                    <a:pt x="878281" y="688352"/>
                  </a:lnTo>
                  <a:lnTo>
                    <a:pt x="934389" y="964095"/>
                  </a:lnTo>
                  <a:lnTo>
                    <a:pt x="934389" y="945426"/>
                  </a:lnTo>
                  <a:lnTo>
                    <a:pt x="882815" y="691934"/>
                  </a:lnTo>
                  <a:lnTo>
                    <a:pt x="915860" y="653580"/>
                  </a:lnTo>
                  <a:lnTo>
                    <a:pt x="1257058" y="653529"/>
                  </a:lnTo>
                  <a:lnTo>
                    <a:pt x="1301191" y="688314"/>
                  </a:lnTo>
                  <a:lnTo>
                    <a:pt x="1357287" y="964018"/>
                  </a:lnTo>
                  <a:lnTo>
                    <a:pt x="1357287" y="945349"/>
                  </a:lnTo>
                  <a:lnTo>
                    <a:pt x="1305712" y="691870"/>
                  </a:lnTo>
                  <a:lnTo>
                    <a:pt x="1338770" y="653516"/>
                  </a:lnTo>
                  <a:lnTo>
                    <a:pt x="1676184" y="653465"/>
                  </a:lnTo>
                  <a:lnTo>
                    <a:pt x="1724825" y="691819"/>
                  </a:lnTo>
                  <a:lnTo>
                    <a:pt x="1779473" y="960399"/>
                  </a:lnTo>
                  <a:lnTo>
                    <a:pt x="1779473" y="941743"/>
                  </a:lnTo>
                  <a:lnTo>
                    <a:pt x="1727898" y="688263"/>
                  </a:lnTo>
                  <a:lnTo>
                    <a:pt x="1757870" y="653453"/>
                  </a:lnTo>
                  <a:lnTo>
                    <a:pt x="2055926" y="653402"/>
                  </a:lnTo>
                  <a:lnTo>
                    <a:pt x="2055202" y="649820"/>
                  </a:lnTo>
                  <a:lnTo>
                    <a:pt x="1753349" y="649871"/>
                  </a:lnTo>
                  <a:lnTo>
                    <a:pt x="1713738" y="618642"/>
                  </a:lnTo>
                  <a:lnTo>
                    <a:pt x="1709216" y="596430"/>
                  </a:lnTo>
                  <a:lnTo>
                    <a:pt x="1709216" y="615061"/>
                  </a:lnTo>
                  <a:lnTo>
                    <a:pt x="1679257" y="649884"/>
                  </a:lnTo>
                  <a:lnTo>
                    <a:pt x="1334249" y="649935"/>
                  </a:lnTo>
                  <a:lnTo>
                    <a:pt x="1290104" y="615137"/>
                  </a:lnTo>
                  <a:lnTo>
                    <a:pt x="1287030" y="600024"/>
                  </a:lnTo>
                  <a:lnTo>
                    <a:pt x="1287030" y="618693"/>
                  </a:lnTo>
                  <a:lnTo>
                    <a:pt x="1260132" y="649947"/>
                  </a:lnTo>
                  <a:lnTo>
                    <a:pt x="911339" y="649998"/>
                  </a:lnTo>
                  <a:lnTo>
                    <a:pt x="867206" y="615200"/>
                  </a:lnTo>
                  <a:lnTo>
                    <a:pt x="864120" y="600024"/>
                  </a:lnTo>
                  <a:lnTo>
                    <a:pt x="864120" y="618769"/>
                  </a:lnTo>
                  <a:lnTo>
                    <a:pt x="837247" y="650011"/>
                  </a:lnTo>
                  <a:lnTo>
                    <a:pt x="486549" y="650062"/>
                  </a:lnTo>
                  <a:lnTo>
                    <a:pt x="444652" y="617016"/>
                  </a:lnTo>
                  <a:lnTo>
                    <a:pt x="388556" y="341337"/>
                  </a:lnTo>
                  <a:lnTo>
                    <a:pt x="418528" y="306527"/>
                  </a:lnTo>
                  <a:lnTo>
                    <a:pt x="765429" y="306476"/>
                  </a:lnTo>
                  <a:lnTo>
                    <a:pt x="807288" y="339483"/>
                  </a:lnTo>
                  <a:lnTo>
                    <a:pt x="864120" y="618769"/>
                  </a:lnTo>
                  <a:lnTo>
                    <a:pt x="864120" y="600024"/>
                  </a:lnTo>
                  <a:lnTo>
                    <a:pt x="811834" y="343052"/>
                  </a:lnTo>
                  <a:lnTo>
                    <a:pt x="843330" y="306463"/>
                  </a:lnTo>
                  <a:lnTo>
                    <a:pt x="1188339" y="306412"/>
                  </a:lnTo>
                  <a:lnTo>
                    <a:pt x="1230198" y="339420"/>
                  </a:lnTo>
                  <a:lnTo>
                    <a:pt x="1287030" y="618693"/>
                  </a:lnTo>
                  <a:lnTo>
                    <a:pt x="1287030" y="600024"/>
                  </a:lnTo>
                  <a:lnTo>
                    <a:pt x="1234732" y="342988"/>
                  </a:lnTo>
                  <a:lnTo>
                    <a:pt x="1266253" y="306400"/>
                  </a:lnTo>
                  <a:lnTo>
                    <a:pt x="1607413" y="306349"/>
                  </a:lnTo>
                  <a:lnTo>
                    <a:pt x="1653844" y="342938"/>
                  </a:lnTo>
                  <a:lnTo>
                    <a:pt x="1709216" y="615061"/>
                  </a:lnTo>
                  <a:lnTo>
                    <a:pt x="1709216" y="596430"/>
                  </a:lnTo>
                  <a:lnTo>
                    <a:pt x="1656918" y="339369"/>
                  </a:lnTo>
                  <a:lnTo>
                    <a:pt x="1685353" y="306336"/>
                  </a:lnTo>
                  <a:lnTo>
                    <a:pt x="1985289" y="306285"/>
                  </a:lnTo>
                  <a:lnTo>
                    <a:pt x="1984578" y="302729"/>
                  </a:lnTo>
                  <a:lnTo>
                    <a:pt x="1684616" y="302780"/>
                  </a:lnTo>
                  <a:lnTo>
                    <a:pt x="1642745" y="269760"/>
                  </a:lnTo>
                  <a:lnTo>
                    <a:pt x="1587868" y="0"/>
                  </a:lnTo>
                  <a:lnTo>
                    <a:pt x="1584071" y="0"/>
                  </a:lnTo>
                  <a:lnTo>
                    <a:pt x="1638223" y="266179"/>
                  </a:lnTo>
                  <a:lnTo>
                    <a:pt x="1606702" y="302793"/>
                  </a:lnTo>
                  <a:lnTo>
                    <a:pt x="1265516" y="302844"/>
                  </a:lnTo>
                  <a:lnTo>
                    <a:pt x="1219111" y="266255"/>
                  </a:lnTo>
                  <a:lnTo>
                    <a:pt x="1164958" y="63"/>
                  </a:lnTo>
                  <a:lnTo>
                    <a:pt x="1161161" y="63"/>
                  </a:lnTo>
                  <a:lnTo>
                    <a:pt x="1216037" y="269811"/>
                  </a:lnTo>
                  <a:lnTo>
                    <a:pt x="1187602" y="302856"/>
                  </a:lnTo>
                  <a:lnTo>
                    <a:pt x="842619" y="302895"/>
                  </a:lnTo>
                  <a:lnTo>
                    <a:pt x="796213" y="266293"/>
                  </a:lnTo>
                  <a:lnTo>
                    <a:pt x="742061" y="127"/>
                  </a:lnTo>
                  <a:lnTo>
                    <a:pt x="738251" y="127"/>
                  </a:lnTo>
                  <a:lnTo>
                    <a:pt x="793127" y="269887"/>
                  </a:lnTo>
                  <a:lnTo>
                    <a:pt x="764705" y="302907"/>
                  </a:lnTo>
                  <a:lnTo>
                    <a:pt x="417804" y="302945"/>
                  </a:lnTo>
                  <a:lnTo>
                    <a:pt x="373672" y="268147"/>
                  </a:lnTo>
                  <a:lnTo>
                    <a:pt x="319151" y="177"/>
                  </a:lnTo>
                  <a:lnTo>
                    <a:pt x="315353" y="177"/>
                  </a:lnTo>
                  <a:lnTo>
                    <a:pt x="369874" y="268147"/>
                  </a:lnTo>
                  <a:lnTo>
                    <a:pt x="339890" y="302971"/>
                  </a:lnTo>
                  <a:lnTo>
                    <a:pt x="0" y="302996"/>
                  </a:lnTo>
                  <a:lnTo>
                    <a:pt x="723" y="306578"/>
                  </a:lnTo>
                  <a:lnTo>
                    <a:pt x="340639" y="306539"/>
                  </a:lnTo>
                  <a:lnTo>
                    <a:pt x="384759" y="341337"/>
                  </a:lnTo>
                  <a:lnTo>
                    <a:pt x="440855" y="617029"/>
                  </a:lnTo>
                  <a:lnTo>
                    <a:pt x="412419" y="650074"/>
                  </a:lnTo>
                  <a:lnTo>
                    <a:pt x="70624" y="650113"/>
                  </a:lnTo>
                  <a:lnTo>
                    <a:pt x="71361" y="653681"/>
                  </a:lnTo>
                  <a:lnTo>
                    <a:pt x="409359" y="653643"/>
                  </a:lnTo>
                  <a:lnTo>
                    <a:pt x="455739" y="690206"/>
                  </a:lnTo>
                  <a:lnTo>
                    <a:pt x="511124" y="962355"/>
                  </a:lnTo>
                  <a:lnTo>
                    <a:pt x="481139" y="997178"/>
                  </a:lnTo>
                  <a:lnTo>
                    <a:pt x="141262" y="997216"/>
                  </a:lnTo>
                  <a:lnTo>
                    <a:pt x="141986" y="1000785"/>
                  </a:lnTo>
                  <a:lnTo>
                    <a:pt x="481888" y="1000747"/>
                  </a:lnTo>
                  <a:lnTo>
                    <a:pt x="526008" y="1035532"/>
                  </a:lnTo>
                  <a:lnTo>
                    <a:pt x="580301" y="1302245"/>
                  </a:lnTo>
                  <a:lnTo>
                    <a:pt x="584098" y="1302245"/>
                  </a:lnTo>
                  <a:lnTo>
                    <a:pt x="529805" y="1035558"/>
                  </a:lnTo>
                  <a:lnTo>
                    <a:pt x="559790" y="1000734"/>
                  </a:lnTo>
                  <a:lnTo>
                    <a:pt x="906703" y="1000683"/>
                  </a:lnTo>
                  <a:lnTo>
                    <a:pt x="948537" y="1033678"/>
                  </a:lnTo>
                  <a:lnTo>
                    <a:pt x="1003198" y="1302181"/>
                  </a:lnTo>
                  <a:lnTo>
                    <a:pt x="1007008" y="1302181"/>
                  </a:lnTo>
                  <a:lnTo>
                    <a:pt x="953084" y="1037259"/>
                  </a:lnTo>
                  <a:lnTo>
                    <a:pt x="984592" y="1000671"/>
                  </a:lnTo>
                  <a:lnTo>
                    <a:pt x="1329588" y="1000620"/>
                  </a:lnTo>
                  <a:lnTo>
                    <a:pt x="1371460" y="1033627"/>
                  </a:lnTo>
                  <a:lnTo>
                    <a:pt x="1426108" y="1302131"/>
                  </a:lnTo>
                  <a:lnTo>
                    <a:pt x="1429905" y="1302131"/>
                  </a:lnTo>
                  <a:lnTo>
                    <a:pt x="1375981" y="1037196"/>
                  </a:lnTo>
                  <a:lnTo>
                    <a:pt x="1407490" y="1000607"/>
                  </a:lnTo>
                  <a:lnTo>
                    <a:pt x="1748675" y="1000556"/>
                  </a:lnTo>
                  <a:lnTo>
                    <a:pt x="1795094" y="1037145"/>
                  </a:lnTo>
                  <a:lnTo>
                    <a:pt x="1849018" y="1302067"/>
                  </a:lnTo>
                  <a:lnTo>
                    <a:pt x="1852815" y="1302067"/>
                  </a:lnTo>
                  <a:lnTo>
                    <a:pt x="1798167" y="1033589"/>
                  </a:lnTo>
                  <a:lnTo>
                    <a:pt x="1826602" y="1000544"/>
                  </a:lnTo>
                  <a:lnTo>
                    <a:pt x="2126551" y="1000493"/>
                  </a:lnTo>
                  <a:close/>
                </a:path>
              </a:pathLst>
            </a:custGeom>
            <a:solidFill>
              <a:srgbClr val="B9D6F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6" name="object 256" descr=""/>
          <p:cNvGrpSpPr/>
          <p:nvPr/>
        </p:nvGrpSpPr>
        <p:grpSpPr>
          <a:xfrm>
            <a:off x="3718600" y="8445400"/>
            <a:ext cx="1568450" cy="1355725"/>
            <a:chOff x="3718600" y="8445400"/>
            <a:chExt cx="1568450" cy="1355725"/>
          </a:xfrm>
        </p:grpSpPr>
        <p:sp>
          <p:nvSpPr>
            <p:cNvPr id="257" name="object 257" descr=""/>
            <p:cNvSpPr/>
            <p:nvPr/>
          </p:nvSpPr>
          <p:spPr>
            <a:xfrm>
              <a:off x="3718598" y="8445404"/>
              <a:ext cx="1544955" cy="1355725"/>
            </a:xfrm>
            <a:custGeom>
              <a:avLst/>
              <a:gdLst/>
              <a:ahLst/>
              <a:cxnLst/>
              <a:rect l="l" t="t" r="r" b="b"/>
              <a:pathLst>
                <a:path w="1544954" h="1355725">
                  <a:moveTo>
                    <a:pt x="1544955" y="914450"/>
                  </a:moveTo>
                  <a:lnTo>
                    <a:pt x="1362557" y="0"/>
                  </a:lnTo>
                  <a:lnTo>
                    <a:pt x="0" y="203"/>
                  </a:lnTo>
                  <a:lnTo>
                    <a:pt x="182397" y="914654"/>
                  </a:lnTo>
                  <a:lnTo>
                    <a:pt x="794042" y="914565"/>
                  </a:lnTo>
                  <a:lnTo>
                    <a:pt x="699465" y="1308658"/>
                  </a:lnTo>
                  <a:lnTo>
                    <a:pt x="578294" y="1308658"/>
                  </a:lnTo>
                  <a:lnTo>
                    <a:pt x="560222" y="1312303"/>
                  </a:lnTo>
                  <a:lnTo>
                    <a:pt x="545452" y="1322260"/>
                  </a:lnTo>
                  <a:lnTo>
                    <a:pt x="535495" y="1337030"/>
                  </a:lnTo>
                  <a:lnTo>
                    <a:pt x="531837" y="1355115"/>
                  </a:lnTo>
                  <a:lnTo>
                    <a:pt x="970407" y="1355115"/>
                  </a:lnTo>
                  <a:lnTo>
                    <a:pt x="966762" y="1337030"/>
                  </a:lnTo>
                  <a:lnTo>
                    <a:pt x="956805" y="1322260"/>
                  </a:lnTo>
                  <a:lnTo>
                    <a:pt x="942035" y="1312303"/>
                  </a:lnTo>
                  <a:lnTo>
                    <a:pt x="923950" y="1308658"/>
                  </a:lnTo>
                  <a:lnTo>
                    <a:pt x="796975" y="1308658"/>
                  </a:lnTo>
                  <a:lnTo>
                    <a:pt x="891552" y="914552"/>
                  </a:lnTo>
                  <a:lnTo>
                    <a:pt x="1544955" y="914450"/>
                  </a:lnTo>
                  <a:close/>
                </a:path>
              </a:pathLst>
            </a:custGeom>
            <a:solidFill>
              <a:srgbClr val="133E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3741939" y="8445404"/>
              <a:ext cx="1544955" cy="896619"/>
            </a:xfrm>
            <a:custGeom>
              <a:avLst/>
              <a:gdLst/>
              <a:ahLst/>
              <a:cxnLst/>
              <a:rect l="l" t="t" r="r" b="b"/>
              <a:pathLst>
                <a:path w="1544954" h="896620">
                  <a:moveTo>
                    <a:pt x="1362565" y="0"/>
                  </a:moveTo>
                  <a:lnTo>
                    <a:pt x="0" y="188"/>
                  </a:lnTo>
                  <a:lnTo>
                    <a:pt x="182402" y="896559"/>
                  </a:lnTo>
                  <a:lnTo>
                    <a:pt x="1544958" y="896370"/>
                  </a:lnTo>
                  <a:lnTo>
                    <a:pt x="1362565" y="0"/>
                  </a:lnTo>
                  <a:close/>
                </a:path>
              </a:pathLst>
            </a:custGeom>
            <a:solidFill>
              <a:srgbClr val="204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3784727" y="8447856"/>
              <a:ext cx="1460500" cy="894080"/>
            </a:xfrm>
            <a:custGeom>
              <a:avLst/>
              <a:gdLst/>
              <a:ahLst/>
              <a:cxnLst/>
              <a:rect l="l" t="t" r="r" b="b"/>
              <a:pathLst>
                <a:path w="1460500" h="894079">
                  <a:moveTo>
                    <a:pt x="1460042" y="686904"/>
                  </a:moveTo>
                  <a:lnTo>
                    <a:pt x="1459534" y="684453"/>
                  </a:lnTo>
                  <a:lnTo>
                    <a:pt x="1253604" y="684491"/>
                  </a:lnTo>
                  <a:lnTo>
                    <a:pt x="1224826" y="661809"/>
                  </a:lnTo>
                  <a:lnTo>
                    <a:pt x="1221727" y="646582"/>
                  </a:lnTo>
                  <a:lnTo>
                    <a:pt x="1221727" y="659396"/>
                  </a:lnTo>
                  <a:lnTo>
                    <a:pt x="1200111" y="684504"/>
                  </a:lnTo>
                  <a:lnTo>
                    <a:pt x="965885" y="684542"/>
                  </a:lnTo>
                  <a:lnTo>
                    <a:pt x="934008" y="659409"/>
                  </a:lnTo>
                  <a:lnTo>
                    <a:pt x="931875" y="649084"/>
                  </a:lnTo>
                  <a:lnTo>
                    <a:pt x="931875" y="661898"/>
                  </a:lnTo>
                  <a:lnTo>
                    <a:pt x="912355" y="684555"/>
                  </a:lnTo>
                  <a:lnTo>
                    <a:pt x="675500" y="684580"/>
                  </a:lnTo>
                  <a:lnTo>
                    <a:pt x="643648" y="659447"/>
                  </a:lnTo>
                  <a:lnTo>
                    <a:pt x="641515" y="649046"/>
                  </a:lnTo>
                  <a:lnTo>
                    <a:pt x="641515" y="661924"/>
                  </a:lnTo>
                  <a:lnTo>
                    <a:pt x="621995" y="684593"/>
                  </a:lnTo>
                  <a:lnTo>
                    <a:pt x="383844" y="684618"/>
                  </a:lnTo>
                  <a:lnTo>
                    <a:pt x="353517" y="660704"/>
                  </a:lnTo>
                  <a:lnTo>
                    <a:pt x="315506" y="473900"/>
                  </a:lnTo>
                  <a:lnTo>
                    <a:pt x="337134" y="448767"/>
                  </a:lnTo>
                  <a:lnTo>
                    <a:pt x="572719" y="448729"/>
                  </a:lnTo>
                  <a:lnTo>
                    <a:pt x="602996" y="472592"/>
                  </a:lnTo>
                  <a:lnTo>
                    <a:pt x="641515" y="661924"/>
                  </a:lnTo>
                  <a:lnTo>
                    <a:pt x="641515" y="649046"/>
                  </a:lnTo>
                  <a:lnTo>
                    <a:pt x="606107" y="475056"/>
                  </a:lnTo>
                  <a:lnTo>
                    <a:pt x="628802" y="448716"/>
                  </a:lnTo>
                  <a:lnTo>
                    <a:pt x="863066" y="448691"/>
                  </a:lnTo>
                  <a:lnTo>
                    <a:pt x="893343" y="472554"/>
                  </a:lnTo>
                  <a:lnTo>
                    <a:pt x="931875" y="661898"/>
                  </a:lnTo>
                  <a:lnTo>
                    <a:pt x="931875" y="649084"/>
                  </a:lnTo>
                  <a:lnTo>
                    <a:pt x="896454" y="475005"/>
                  </a:lnTo>
                  <a:lnTo>
                    <a:pt x="919162" y="448678"/>
                  </a:lnTo>
                  <a:lnTo>
                    <a:pt x="1150823" y="448652"/>
                  </a:lnTo>
                  <a:lnTo>
                    <a:pt x="1184198" y="474967"/>
                  </a:lnTo>
                  <a:lnTo>
                    <a:pt x="1221727" y="659396"/>
                  </a:lnTo>
                  <a:lnTo>
                    <a:pt x="1221727" y="646582"/>
                  </a:lnTo>
                  <a:lnTo>
                    <a:pt x="1186319" y="472567"/>
                  </a:lnTo>
                  <a:lnTo>
                    <a:pt x="1206906" y="448640"/>
                  </a:lnTo>
                  <a:lnTo>
                    <a:pt x="1411541" y="448602"/>
                  </a:lnTo>
                  <a:lnTo>
                    <a:pt x="1411046" y="446151"/>
                  </a:lnTo>
                  <a:lnTo>
                    <a:pt x="1203820" y="446189"/>
                  </a:lnTo>
                  <a:lnTo>
                    <a:pt x="1176578" y="424713"/>
                  </a:lnTo>
                  <a:lnTo>
                    <a:pt x="1173492" y="409549"/>
                  </a:lnTo>
                  <a:lnTo>
                    <a:pt x="1173492" y="422300"/>
                  </a:lnTo>
                  <a:lnTo>
                    <a:pt x="1152918" y="446201"/>
                  </a:lnTo>
                  <a:lnTo>
                    <a:pt x="916076" y="446227"/>
                  </a:lnTo>
                  <a:lnTo>
                    <a:pt x="885761" y="422325"/>
                  </a:lnTo>
                  <a:lnTo>
                    <a:pt x="883627" y="411924"/>
                  </a:lnTo>
                  <a:lnTo>
                    <a:pt x="883627" y="424802"/>
                  </a:lnTo>
                  <a:lnTo>
                    <a:pt x="865162" y="446239"/>
                  </a:lnTo>
                  <a:lnTo>
                    <a:pt x="625716" y="446265"/>
                  </a:lnTo>
                  <a:lnTo>
                    <a:pt x="595401" y="422363"/>
                  </a:lnTo>
                  <a:lnTo>
                    <a:pt x="593280" y="412013"/>
                  </a:lnTo>
                  <a:lnTo>
                    <a:pt x="593280" y="424827"/>
                  </a:lnTo>
                  <a:lnTo>
                    <a:pt x="574814" y="446278"/>
                  </a:lnTo>
                  <a:lnTo>
                    <a:pt x="334073" y="446316"/>
                  </a:lnTo>
                  <a:lnTo>
                    <a:pt x="305282" y="423621"/>
                  </a:lnTo>
                  <a:lnTo>
                    <a:pt x="266763" y="234340"/>
                  </a:lnTo>
                  <a:lnTo>
                    <a:pt x="287337" y="210451"/>
                  </a:lnTo>
                  <a:lnTo>
                    <a:pt x="525526" y="210413"/>
                  </a:lnTo>
                  <a:lnTo>
                    <a:pt x="554266" y="233070"/>
                  </a:lnTo>
                  <a:lnTo>
                    <a:pt x="593280" y="424827"/>
                  </a:lnTo>
                  <a:lnTo>
                    <a:pt x="593280" y="412013"/>
                  </a:lnTo>
                  <a:lnTo>
                    <a:pt x="557377" y="235521"/>
                  </a:lnTo>
                  <a:lnTo>
                    <a:pt x="579005" y="210400"/>
                  </a:lnTo>
                  <a:lnTo>
                    <a:pt x="815886" y="210375"/>
                  </a:lnTo>
                  <a:lnTo>
                    <a:pt x="844613" y="233019"/>
                  </a:lnTo>
                  <a:lnTo>
                    <a:pt x="883627" y="424802"/>
                  </a:lnTo>
                  <a:lnTo>
                    <a:pt x="883627" y="411924"/>
                  </a:lnTo>
                  <a:lnTo>
                    <a:pt x="847725" y="235483"/>
                  </a:lnTo>
                  <a:lnTo>
                    <a:pt x="869365" y="210362"/>
                  </a:lnTo>
                  <a:lnTo>
                    <a:pt x="1103642" y="210337"/>
                  </a:lnTo>
                  <a:lnTo>
                    <a:pt x="1135468" y="235432"/>
                  </a:lnTo>
                  <a:lnTo>
                    <a:pt x="1173492" y="422300"/>
                  </a:lnTo>
                  <a:lnTo>
                    <a:pt x="1173492" y="409549"/>
                  </a:lnTo>
                  <a:lnTo>
                    <a:pt x="1137577" y="233019"/>
                  </a:lnTo>
                  <a:lnTo>
                    <a:pt x="1157109" y="210324"/>
                  </a:lnTo>
                  <a:lnTo>
                    <a:pt x="1363052" y="210286"/>
                  </a:lnTo>
                  <a:lnTo>
                    <a:pt x="1362557" y="207835"/>
                  </a:lnTo>
                  <a:lnTo>
                    <a:pt x="1156614" y="207873"/>
                  </a:lnTo>
                  <a:lnTo>
                    <a:pt x="1127848" y="185178"/>
                  </a:lnTo>
                  <a:lnTo>
                    <a:pt x="1090180" y="0"/>
                  </a:lnTo>
                  <a:lnTo>
                    <a:pt x="1087577" y="0"/>
                  </a:lnTo>
                  <a:lnTo>
                    <a:pt x="1124750" y="182765"/>
                  </a:lnTo>
                  <a:lnTo>
                    <a:pt x="1103122" y="207886"/>
                  </a:lnTo>
                  <a:lnTo>
                    <a:pt x="868870" y="207911"/>
                  </a:lnTo>
                  <a:lnTo>
                    <a:pt x="837018" y="182778"/>
                  </a:lnTo>
                  <a:lnTo>
                    <a:pt x="799833" y="38"/>
                  </a:lnTo>
                  <a:lnTo>
                    <a:pt x="797217" y="38"/>
                  </a:lnTo>
                  <a:lnTo>
                    <a:pt x="834885" y="185254"/>
                  </a:lnTo>
                  <a:lnTo>
                    <a:pt x="815365" y="207924"/>
                  </a:lnTo>
                  <a:lnTo>
                    <a:pt x="578510" y="207949"/>
                  </a:lnTo>
                  <a:lnTo>
                    <a:pt x="546658" y="182829"/>
                  </a:lnTo>
                  <a:lnTo>
                    <a:pt x="509473" y="76"/>
                  </a:lnTo>
                  <a:lnTo>
                    <a:pt x="506869" y="76"/>
                  </a:lnTo>
                  <a:lnTo>
                    <a:pt x="544537" y="185293"/>
                  </a:lnTo>
                  <a:lnTo>
                    <a:pt x="525030" y="207962"/>
                  </a:lnTo>
                  <a:lnTo>
                    <a:pt x="286880" y="208000"/>
                  </a:lnTo>
                  <a:lnTo>
                    <a:pt x="256527" y="184086"/>
                  </a:lnTo>
                  <a:lnTo>
                    <a:pt x="219113" y="114"/>
                  </a:lnTo>
                  <a:lnTo>
                    <a:pt x="216509" y="114"/>
                  </a:lnTo>
                  <a:lnTo>
                    <a:pt x="253936" y="184111"/>
                  </a:lnTo>
                  <a:lnTo>
                    <a:pt x="233349" y="208013"/>
                  </a:lnTo>
                  <a:lnTo>
                    <a:pt x="0" y="208026"/>
                  </a:lnTo>
                  <a:lnTo>
                    <a:pt x="495" y="210477"/>
                  </a:lnTo>
                  <a:lnTo>
                    <a:pt x="233870" y="210464"/>
                  </a:lnTo>
                  <a:lnTo>
                    <a:pt x="264160" y="234340"/>
                  </a:lnTo>
                  <a:lnTo>
                    <a:pt x="302679" y="423633"/>
                  </a:lnTo>
                  <a:lnTo>
                    <a:pt x="283146" y="446328"/>
                  </a:lnTo>
                  <a:lnTo>
                    <a:pt x="48488" y="446341"/>
                  </a:lnTo>
                  <a:lnTo>
                    <a:pt x="48996" y="448792"/>
                  </a:lnTo>
                  <a:lnTo>
                    <a:pt x="281063" y="448779"/>
                  </a:lnTo>
                  <a:lnTo>
                    <a:pt x="312902" y="473887"/>
                  </a:lnTo>
                  <a:lnTo>
                    <a:pt x="350926" y="660730"/>
                  </a:lnTo>
                  <a:lnTo>
                    <a:pt x="330352" y="684631"/>
                  </a:lnTo>
                  <a:lnTo>
                    <a:pt x="96977" y="684657"/>
                  </a:lnTo>
                  <a:lnTo>
                    <a:pt x="97485" y="687095"/>
                  </a:lnTo>
                  <a:lnTo>
                    <a:pt x="330847" y="687082"/>
                  </a:lnTo>
                  <a:lnTo>
                    <a:pt x="361137" y="710958"/>
                  </a:lnTo>
                  <a:lnTo>
                    <a:pt x="398424" y="894080"/>
                  </a:lnTo>
                  <a:lnTo>
                    <a:pt x="401027" y="894080"/>
                  </a:lnTo>
                  <a:lnTo>
                    <a:pt x="363753" y="710984"/>
                  </a:lnTo>
                  <a:lnTo>
                    <a:pt x="384340" y="687070"/>
                  </a:lnTo>
                  <a:lnTo>
                    <a:pt x="622503" y="687031"/>
                  </a:lnTo>
                  <a:lnTo>
                    <a:pt x="651243" y="709701"/>
                  </a:lnTo>
                  <a:lnTo>
                    <a:pt x="688771" y="894041"/>
                  </a:lnTo>
                  <a:lnTo>
                    <a:pt x="691388" y="894041"/>
                  </a:lnTo>
                  <a:lnTo>
                    <a:pt x="654354" y="712152"/>
                  </a:lnTo>
                  <a:lnTo>
                    <a:pt x="676008" y="687019"/>
                  </a:lnTo>
                  <a:lnTo>
                    <a:pt x="912863" y="686993"/>
                  </a:lnTo>
                  <a:lnTo>
                    <a:pt x="941603" y="709650"/>
                  </a:lnTo>
                  <a:lnTo>
                    <a:pt x="979131" y="894003"/>
                  </a:lnTo>
                  <a:lnTo>
                    <a:pt x="981735" y="894003"/>
                  </a:lnTo>
                  <a:lnTo>
                    <a:pt x="944702" y="712089"/>
                  </a:lnTo>
                  <a:lnTo>
                    <a:pt x="966355" y="686981"/>
                  </a:lnTo>
                  <a:lnTo>
                    <a:pt x="1200607" y="686955"/>
                  </a:lnTo>
                  <a:lnTo>
                    <a:pt x="1232458" y="712063"/>
                  </a:lnTo>
                  <a:lnTo>
                    <a:pt x="1269492" y="893953"/>
                  </a:lnTo>
                  <a:lnTo>
                    <a:pt x="1272095" y="893953"/>
                  </a:lnTo>
                  <a:lnTo>
                    <a:pt x="1234567" y="709625"/>
                  </a:lnTo>
                  <a:lnTo>
                    <a:pt x="1254099" y="686943"/>
                  </a:lnTo>
                  <a:lnTo>
                    <a:pt x="1460042" y="686904"/>
                  </a:lnTo>
                  <a:close/>
                </a:path>
              </a:pathLst>
            </a:custGeom>
            <a:solidFill>
              <a:srgbClr val="B9D6F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0" name="object 260" descr=""/>
          <p:cNvSpPr/>
          <p:nvPr/>
        </p:nvSpPr>
        <p:spPr>
          <a:xfrm>
            <a:off x="12157771" y="751657"/>
            <a:ext cx="1439545" cy="4142740"/>
          </a:xfrm>
          <a:custGeom>
            <a:avLst/>
            <a:gdLst/>
            <a:ahLst/>
            <a:cxnLst/>
            <a:rect l="l" t="t" r="r" b="b"/>
            <a:pathLst>
              <a:path w="1439544" h="4142740">
                <a:moveTo>
                  <a:pt x="398979" y="0"/>
                </a:moveTo>
                <a:lnTo>
                  <a:pt x="390265" y="544"/>
                </a:lnTo>
                <a:lnTo>
                  <a:pt x="382226" y="5067"/>
                </a:lnTo>
                <a:lnTo>
                  <a:pt x="376865" y="13470"/>
                </a:lnTo>
                <a:lnTo>
                  <a:pt x="374256" y="25526"/>
                </a:lnTo>
                <a:lnTo>
                  <a:pt x="374475" y="41004"/>
                </a:lnTo>
                <a:lnTo>
                  <a:pt x="379625" y="88957"/>
                </a:lnTo>
                <a:lnTo>
                  <a:pt x="386331" y="143757"/>
                </a:lnTo>
                <a:lnTo>
                  <a:pt x="394181" y="202909"/>
                </a:lnTo>
                <a:lnTo>
                  <a:pt x="402762" y="263917"/>
                </a:lnTo>
                <a:lnTo>
                  <a:pt x="411664" y="324287"/>
                </a:lnTo>
                <a:lnTo>
                  <a:pt x="420472" y="381522"/>
                </a:lnTo>
                <a:lnTo>
                  <a:pt x="428776" y="433129"/>
                </a:lnTo>
                <a:lnTo>
                  <a:pt x="436162" y="476610"/>
                </a:lnTo>
                <a:lnTo>
                  <a:pt x="446536" y="529219"/>
                </a:lnTo>
                <a:lnTo>
                  <a:pt x="490516" y="601822"/>
                </a:lnTo>
                <a:lnTo>
                  <a:pt x="522156" y="642761"/>
                </a:lnTo>
                <a:lnTo>
                  <a:pt x="549684" y="680534"/>
                </a:lnTo>
                <a:lnTo>
                  <a:pt x="565652" y="740092"/>
                </a:lnTo>
                <a:lnTo>
                  <a:pt x="544183" y="755422"/>
                </a:lnTo>
                <a:lnTo>
                  <a:pt x="527527" y="775814"/>
                </a:lnTo>
                <a:lnTo>
                  <a:pt x="516750" y="800210"/>
                </a:lnTo>
                <a:lnTo>
                  <a:pt x="512921" y="827556"/>
                </a:lnTo>
                <a:lnTo>
                  <a:pt x="513951" y="841785"/>
                </a:lnTo>
                <a:lnTo>
                  <a:pt x="516937" y="855378"/>
                </a:lnTo>
                <a:lnTo>
                  <a:pt x="521721" y="868203"/>
                </a:lnTo>
                <a:lnTo>
                  <a:pt x="528146" y="880130"/>
                </a:lnTo>
                <a:lnTo>
                  <a:pt x="6455" y="1401852"/>
                </a:lnTo>
                <a:lnTo>
                  <a:pt x="1613" y="1409122"/>
                </a:lnTo>
                <a:lnTo>
                  <a:pt x="0" y="1417398"/>
                </a:lnTo>
                <a:lnTo>
                  <a:pt x="1613" y="1425675"/>
                </a:lnTo>
                <a:lnTo>
                  <a:pt x="6455" y="1432951"/>
                </a:lnTo>
                <a:lnTo>
                  <a:pt x="14386" y="1437651"/>
                </a:lnTo>
                <a:lnTo>
                  <a:pt x="24343" y="1438091"/>
                </a:lnTo>
                <a:lnTo>
                  <a:pt x="36088" y="1434319"/>
                </a:lnTo>
                <a:lnTo>
                  <a:pt x="88333" y="1397949"/>
                </a:lnTo>
                <a:lnTo>
                  <a:pt x="132435" y="1364741"/>
                </a:lnTo>
                <a:lnTo>
                  <a:pt x="179734" y="1328367"/>
                </a:lnTo>
                <a:lnTo>
                  <a:pt x="228278" y="1290431"/>
                </a:lnTo>
                <a:lnTo>
                  <a:pt x="276109" y="1252537"/>
                </a:lnTo>
                <a:lnTo>
                  <a:pt x="321273" y="1216291"/>
                </a:lnTo>
                <a:lnTo>
                  <a:pt x="361816" y="1183297"/>
                </a:lnTo>
                <a:lnTo>
                  <a:pt x="395781" y="1155159"/>
                </a:lnTo>
                <a:lnTo>
                  <a:pt x="436159" y="1119871"/>
                </a:lnTo>
                <a:lnTo>
                  <a:pt x="477048" y="1045486"/>
                </a:lnTo>
                <a:lnTo>
                  <a:pt x="496674" y="997618"/>
                </a:lnTo>
                <a:lnTo>
                  <a:pt x="515612" y="954892"/>
                </a:lnTo>
                <a:lnTo>
                  <a:pt x="559255" y="911249"/>
                </a:lnTo>
                <a:lnTo>
                  <a:pt x="564218" y="914370"/>
                </a:lnTo>
                <a:lnTo>
                  <a:pt x="569453" y="917092"/>
                </a:lnTo>
                <a:lnTo>
                  <a:pt x="574972" y="919302"/>
                </a:lnTo>
                <a:lnTo>
                  <a:pt x="515214" y="4142523"/>
                </a:lnTo>
                <a:lnTo>
                  <a:pt x="708486" y="4142523"/>
                </a:lnTo>
                <a:lnTo>
                  <a:pt x="648728" y="919302"/>
                </a:lnTo>
                <a:lnTo>
                  <a:pt x="664279" y="911382"/>
                </a:lnTo>
                <a:lnTo>
                  <a:pt x="678091" y="900951"/>
                </a:lnTo>
                <a:lnTo>
                  <a:pt x="689866" y="888306"/>
                </a:lnTo>
                <a:lnTo>
                  <a:pt x="699303" y="873743"/>
                </a:lnTo>
                <a:lnTo>
                  <a:pt x="1411909" y="1064700"/>
                </a:lnTo>
                <a:lnTo>
                  <a:pt x="1438946" y="1039923"/>
                </a:lnTo>
                <a:lnTo>
                  <a:pt x="1434347" y="1031082"/>
                </a:lnTo>
                <a:lnTo>
                  <a:pt x="1367589" y="995729"/>
                </a:lnTo>
                <a:lnTo>
                  <a:pt x="1316780" y="974135"/>
                </a:lnTo>
                <a:lnTo>
                  <a:pt x="1261630" y="951356"/>
                </a:lnTo>
                <a:lnTo>
                  <a:pt x="1204505" y="928281"/>
                </a:lnTo>
                <a:lnTo>
                  <a:pt x="1147773" y="905803"/>
                </a:lnTo>
                <a:lnTo>
                  <a:pt x="1093801" y="884813"/>
                </a:lnTo>
                <a:lnTo>
                  <a:pt x="1044957" y="866200"/>
                </a:lnTo>
                <a:lnTo>
                  <a:pt x="1003606" y="850858"/>
                </a:lnTo>
                <a:lnTo>
                  <a:pt x="952855" y="833545"/>
                </a:lnTo>
                <a:lnTo>
                  <a:pt x="916046" y="830921"/>
                </a:lnTo>
                <a:lnTo>
                  <a:pt x="867994" y="835329"/>
                </a:lnTo>
                <a:lnTo>
                  <a:pt x="816723" y="842263"/>
                </a:lnTo>
                <a:lnTo>
                  <a:pt x="770254" y="847220"/>
                </a:lnTo>
                <a:lnTo>
                  <a:pt x="710601" y="831231"/>
                </a:lnTo>
                <a:lnTo>
                  <a:pt x="710779" y="827556"/>
                </a:lnTo>
                <a:lnTo>
                  <a:pt x="703005" y="789040"/>
                </a:lnTo>
                <a:lnTo>
                  <a:pt x="681803" y="757588"/>
                </a:lnTo>
                <a:lnTo>
                  <a:pt x="650358" y="736382"/>
                </a:lnTo>
                <a:lnTo>
                  <a:pt x="611850" y="728606"/>
                </a:lnTo>
                <a:lnTo>
                  <a:pt x="608154" y="728794"/>
                </a:lnTo>
                <a:lnTo>
                  <a:pt x="417207" y="16104"/>
                </a:lnTo>
                <a:lnTo>
                  <a:pt x="413317" y="8279"/>
                </a:lnTo>
                <a:lnTo>
                  <a:pt x="406952" y="2744"/>
                </a:lnTo>
                <a:lnTo>
                  <a:pt x="398979" y="0"/>
                </a:lnTo>
                <a:close/>
              </a:path>
            </a:pathLst>
          </a:custGeom>
          <a:solidFill>
            <a:srgbClr val="A8DD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 descr=""/>
          <p:cNvSpPr/>
          <p:nvPr/>
        </p:nvSpPr>
        <p:spPr>
          <a:xfrm>
            <a:off x="10582135" y="1128695"/>
            <a:ext cx="1177290" cy="3765550"/>
          </a:xfrm>
          <a:custGeom>
            <a:avLst/>
            <a:gdLst/>
            <a:ahLst/>
            <a:cxnLst/>
            <a:rect l="l" t="t" r="r" b="b"/>
            <a:pathLst>
              <a:path w="1177290" h="3765550">
                <a:moveTo>
                  <a:pt x="17352" y="0"/>
                </a:moveTo>
                <a:lnTo>
                  <a:pt x="9826" y="2528"/>
                </a:lnTo>
                <a:lnTo>
                  <a:pt x="3837" y="8389"/>
                </a:lnTo>
                <a:lnTo>
                  <a:pt x="1111" y="17028"/>
                </a:lnTo>
                <a:lnTo>
                  <a:pt x="1662" y="28223"/>
                </a:lnTo>
                <a:lnTo>
                  <a:pt x="23254" y="87563"/>
                </a:lnTo>
                <a:lnTo>
                  <a:pt x="44552" y="140054"/>
                </a:lnTo>
                <a:lnTo>
                  <a:pt x="68093" y="196354"/>
                </a:lnTo>
                <a:lnTo>
                  <a:pt x="92577" y="253592"/>
                </a:lnTo>
                <a:lnTo>
                  <a:pt x="116702" y="308896"/>
                </a:lnTo>
                <a:lnTo>
                  <a:pt x="139166" y="359394"/>
                </a:lnTo>
                <a:lnTo>
                  <a:pt x="158668" y="402215"/>
                </a:lnTo>
                <a:lnTo>
                  <a:pt x="183580" y="453342"/>
                </a:lnTo>
                <a:lnTo>
                  <a:pt x="239255" y="506726"/>
                </a:lnTo>
                <a:lnTo>
                  <a:pt x="276654" y="535215"/>
                </a:lnTo>
                <a:lnTo>
                  <a:pt x="309702" y="561893"/>
                </a:lnTo>
                <a:lnTo>
                  <a:pt x="337837" y="610625"/>
                </a:lnTo>
                <a:lnTo>
                  <a:pt x="325870" y="624157"/>
                </a:lnTo>
                <a:lnTo>
                  <a:pt x="316763" y="639871"/>
                </a:lnTo>
                <a:lnTo>
                  <a:pt x="310969" y="657386"/>
                </a:lnTo>
                <a:lnTo>
                  <a:pt x="308938" y="676319"/>
                </a:lnTo>
                <a:lnTo>
                  <a:pt x="310969" y="695251"/>
                </a:lnTo>
                <a:lnTo>
                  <a:pt x="316765" y="712763"/>
                </a:lnTo>
                <a:lnTo>
                  <a:pt x="325874" y="728477"/>
                </a:lnTo>
                <a:lnTo>
                  <a:pt x="337848" y="742014"/>
                </a:lnTo>
                <a:lnTo>
                  <a:pt x="2528" y="1322813"/>
                </a:lnTo>
                <a:lnTo>
                  <a:pt x="0" y="1330331"/>
                </a:lnTo>
                <a:lnTo>
                  <a:pt x="534" y="1337973"/>
                </a:lnTo>
                <a:lnTo>
                  <a:pt x="3895" y="1344860"/>
                </a:lnTo>
                <a:lnTo>
                  <a:pt x="9847" y="1350110"/>
                </a:lnTo>
                <a:lnTo>
                  <a:pt x="17911" y="1352369"/>
                </a:lnTo>
                <a:lnTo>
                  <a:pt x="26753" y="1350415"/>
                </a:lnTo>
                <a:lnTo>
                  <a:pt x="76775" y="1295986"/>
                </a:lnTo>
                <a:lnTo>
                  <a:pt x="111581" y="1251293"/>
                </a:lnTo>
                <a:lnTo>
                  <a:pt x="148564" y="1202752"/>
                </a:lnTo>
                <a:lnTo>
                  <a:pt x="185889" y="1152926"/>
                </a:lnTo>
                <a:lnTo>
                  <a:pt x="221719" y="1104379"/>
                </a:lnTo>
                <a:lnTo>
                  <a:pt x="254218" y="1059674"/>
                </a:lnTo>
                <a:lnTo>
                  <a:pt x="281550" y="1021373"/>
                </a:lnTo>
                <a:lnTo>
                  <a:pt x="313367" y="974237"/>
                </a:lnTo>
                <a:lnTo>
                  <a:pt x="331764" y="899322"/>
                </a:lnTo>
                <a:lnTo>
                  <a:pt x="337736" y="852689"/>
                </a:lnTo>
                <a:lnTo>
                  <a:pt x="344319" y="810734"/>
                </a:lnTo>
                <a:lnTo>
                  <a:pt x="365093" y="774777"/>
                </a:lnTo>
                <a:lnTo>
                  <a:pt x="311021" y="3765482"/>
                </a:lnTo>
                <a:lnTo>
                  <a:pt x="486660" y="3765482"/>
                </a:lnTo>
                <a:lnTo>
                  <a:pt x="432327" y="759626"/>
                </a:lnTo>
                <a:lnTo>
                  <a:pt x="451233" y="749217"/>
                </a:lnTo>
                <a:lnTo>
                  <a:pt x="466993" y="734736"/>
                </a:lnTo>
                <a:lnTo>
                  <a:pt x="478924" y="716871"/>
                </a:lnTo>
                <a:lnTo>
                  <a:pt x="486346" y="696308"/>
                </a:lnTo>
                <a:lnTo>
                  <a:pt x="1156870" y="696308"/>
                </a:lnTo>
                <a:lnTo>
                  <a:pt x="1164657" y="694737"/>
                </a:lnTo>
                <a:lnTo>
                  <a:pt x="1171018" y="690452"/>
                </a:lnTo>
                <a:lnTo>
                  <a:pt x="1175307" y="684098"/>
                </a:lnTo>
                <a:lnTo>
                  <a:pt x="1176880" y="676319"/>
                </a:lnTo>
                <a:lnTo>
                  <a:pt x="1174797" y="668196"/>
                </a:lnTo>
                <a:lnTo>
                  <a:pt x="1096518" y="645422"/>
                </a:lnTo>
                <a:lnTo>
                  <a:pt x="1040410" y="637623"/>
                </a:lnTo>
                <a:lnTo>
                  <a:pt x="979881" y="629861"/>
                </a:lnTo>
                <a:lnTo>
                  <a:pt x="918070" y="622446"/>
                </a:lnTo>
                <a:lnTo>
                  <a:pt x="858113" y="615686"/>
                </a:lnTo>
                <a:lnTo>
                  <a:pt x="803149" y="609890"/>
                </a:lnTo>
                <a:lnTo>
                  <a:pt x="756315" y="605368"/>
                </a:lnTo>
                <a:lnTo>
                  <a:pt x="699586" y="601379"/>
                </a:lnTo>
                <a:lnTo>
                  <a:pt x="666649" y="607733"/>
                </a:lnTo>
                <a:lnTo>
                  <a:pt x="625508" y="622901"/>
                </a:lnTo>
                <a:lnTo>
                  <a:pt x="582143" y="641043"/>
                </a:lnTo>
                <a:lnTo>
                  <a:pt x="542533" y="656320"/>
                </a:lnTo>
                <a:lnTo>
                  <a:pt x="486346" y="656320"/>
                </a:lnTo>
                <a:lnTo>
                  <a:pt x="474844" y="628526"/>
                </a:lnTo>
                <a:lnTo>
                  <a:pt x="455215" y="606367"/>
                </a:lnTo>
                <a:lnTo>
                  <a:pt x="429277" y="591706"/>
                </a:lnTo>
                <a:lnTo>
                  <a:pt x="398851" y="586406"/>
                </a:lnTo>
                <a:lnTo>
                  <a:pt x="392030" y="586726"/>
                </a:lnTo>
                <a:lnTo>
                  <a:pt x="385380" y="587623"/>
                </a:lnTo>
                <a:lnTo>
                  <a:pt x="378888" y="589003"/>
                </a:lnTo>
                <a:lnTo>
                  <a:pt x="372538" y="590772"/>
                </a:lnTo>
                <a:lnTo>
                  <a:pt x="37134" y="9847"/>
                </a:lnTo>
                <a:lnTo>
                  <a:pt x="31888" y="3895"/>
                </a:lnTo>
                <a:lnTo>
                  <a:pt x="25000" y="534"/>
                </a:lnTo>
                <a:lnTo>
                  <a:pt x="17352" y="0"/>
                </a:lnTo>
                <a:close/>
              </a:path>
            </a:pathLst>
          </a:custGeom>
          <a:solidFill>
            <a:srgbClr val="A8DD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 descr=""/>
          <p:cNvSpPr txBox="1"/>
          <p:nvPr/>
        </p:nvSpPr>
        <p:spPr>
          <a:xfrm>
            <a:off x="624158" y="728636"/>
            <a:ext cx="321246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Wind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turbines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solar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panels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73938" y="8238754"/>
            <a:ext cx="3211195" cy="412750"/>
          </a:xfrm>
          <a:custGeom>
            <a:avLst/>
            <a:gdLst/>
            <a:ahLst/>
            <a:cxnLst/>
            <a:rect l="l" t="t" r="r" b="b"/>
            <a:pathLst>
              <a:path w="3211195" h="412750">
                <a:moveTo>
                  <a:pt x="0" y="412196"/>
                </a:moveTo>
                <a:lnTo>
                  <a:pt x="3211106" y="412196"/>
                </a:lnTo>
                <a:lnTo>
                  <a:pt x="3211106" y="0"/>
                </a:lnTo>
                <a:lnTo>
                  <a:pt x="0" y="0"/>
                </a:lnTo>
                <a:lnTo>
                  <a:pt x="0" y="412196"/>
                </a:lnTo>
                <a:close/>
              </a:path>
            </a:pathLst>
          </a:custGeom>
          <a:solidFill>
            <a:srgbClr val="5E6F7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673938" y="6246479"/>
            <a:ext cx="3211195" cy="412750"/>
          </a:xfrm>
          <a:custGeom>
            <a:avLst/>
            <a:gdLst/>
            <a:ahLst/>
            <a:cxnLst/>
            <a:rect l="l" t="t" r="r" b="b"/>
            <a:pathLst>
              <a:path w="3211195" h="412750">
                <a:moveTo>
                  <a:pt x="0" y="412196"/>
                </a:moveTo>
                <a:lnTo>
                  <a:pt x="3211106" y="412196"/>
                </a:lnTo>
                <a:lnTo>
                  <a:pt x="3211106" y="0"/>
                </a:lnTo>
                <a:lnTo>
                  <a:pt x="0" y="0"/>
                </a:lnTo>
                <a:lnTo>
                  <a:pt x="0" y="412196"/>
                </a:lnTo>
                <a:close/>
              </a:path>
            </a:pathLst>
          </a:custGeom>
          <a:solidFill>
            <a:srgbClr val="5E6F7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137" y="8329746"/>
            <a:ext cx="4249137" cy="32119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6907" y="4220971"/>
            <a:ext cx="4264372" cy="453536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088867" y="4666402"/>
            <a:ext cx="4381500" cy="3572510"/>
            <a:chOff x="1088867" y="4666402"/>
            <a:chExt cx="4381500" cy="357251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7137" y="6286489"/>
              <a:ext cx="4231588" cy="372187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088859" y="4666405"/>
              <a:ext cx="4381500" cy="3572510"/>
            </a:xfrm>
            <a:custGeom>
              <a:avLst/>
              <a:gdLst/>
              <a:ahLst/>
              <a:cxnLst/>
              <a:rect l="l" t="t" r="r" b="b"/>
              <a:pathLst>
                <a:path w="4381500" h="3572509">
                  <a:moveTo>
                    <a:pt x="1269936" y="0"/>
                  </a:moveTo>
                  <a:lnTo>
                    <a:pt x="0" y="0"/>
                  </a:lnTo>
                  <a:lnTo>
                    <a:pt x="0" y="1580083"/>
                  </a:lnTo>
                  <a:lnTo>
                    <a:pt x="1269936" y="1580083"/>
                  </a:lnTo>
                  <a:lnTo>
                    <a:pt x="1269936" y="0"/>
                  </a:lnTo>
                  <a:close/>
                </a:path>
                <a:path w="4381500" h="3572509">
                  <a:moveTo>
                    <a:pt x="2294940" y="1992274"/>
                  </a:moveTo>
                  <a:lnTo>
                    <a:pt x="0" y="1992274"/>
                  </a:lnTo>
                  <a:lnTo>
                    <a:pt x="0" y="3180765"/>
                  </a:lnTo>
                  <a:lnTo>
                    <a:pt x="2294940" y="3180765"/>
                  </a:lnTo>
                  <a:lnTo>
                    <a:pt x="2294940" y="1992274"/>
                  </a:lnTo>
                  <a:close/>
                </a:path>
                <a:path w="4381500" h="3572509">
                  <a:moveTo>
                    <a:pt x="4381258" y="1992274"/>
                  </a:moveTo>
                  <a:lnTo>
                    <a:pt x="2675915" y="1992274"/>
                  </a:lnTo>
                  <a:lnTo>
                    <a:pt x="2675915" y="3572357"/>
                  </a:lnTo>
                  <a:lnTo>
                    <a:pt x="4381258" y="3572357"/>
                  </a:lnTo>
                  <a:lnTo>
                    <a:pt x="4381258" y="1992274"/>
                  </a:lnTo>
                  <a:close/>
                </a:path>
                <a:path w="4381500" h="3572509">
                  <a:moveTo>
                    <a:pt x="4381258" y="673252"/>
                  </a:moveTo>
                  <a:lnTo>
                    <a:pt x="3111335" y="673252"/>
                  </a:lnTo>
                  <a:lnTo>
                    <a:pt x="3111335" y="1580083"/>
                  </a:lnTo>
                  <a:lnTo>
                    <a:pt x="4381258" y="1580083"/>
                  </a:lnTo>
                  <a:lnTo>
                    <a:pt x="4381258" y="673252"/>
                  </a:lnTo>
                  <a:close/>
                </a:path>
                <a:path w="4381500" h="3572509">
                  <a:moveTo>
                    <a:pt x="4381258" y="0"/>
                  </a:moveTo>
                  <a:lnTo>
                    <a:pt x="3111335" y="0"/>
                  </a:lnTo>
                  <a:lnTo>
                    <a:pt x="3111335" y="515239"/>
                  </a:lnTo>
                  <a:lnTo>
                    <a:pt x="4381258" y="515239"/>
                  </a:lnTo>
                  <a:lnTo>
                    <a:pt x="4381258" y="0"/>
                  </a:lnTo>
                  <a:close/>
                </a:path>
              </a:pathLst>
            </a:custGeom>
            <a:solidFill>
              <a:srgbClr val="6D83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3279491" y="8650951"/>
            <a:ext cx="2190750" cy="1580515"/>
          </a:xfrm>
          <a:custGeom>
            <a:avLst/>
            <a:gdLst/>
            <a:ahLst/>
            <a:cxnLst/>
            <a:rect l="l" t="t" r="r" b="b"/>
            <a:pathLst>
              <a:path w="2190750" h="1580515">
                <a:moveTo>
                  <a:pt x="0" y="1580077"/>
                </a:moveTo>
                <a:lnTo>
                  <a:pt x="2190634" y="1580077"/>
                </a:lnTo>
                <a:lnTo>
                  <a:pt x="2190634" y="0"/>
                </a:lnTo>
                <a:lnTo>
                  <a:pt x="0" y="0"/>
                </a:lnTo>
                <a:lnTo>
                  <a:pt x="0" y="1580077"/>
                </a:lnTo>
                <a:close/>
              </a:path>
            </a:pathLst>
          </a:custGeom>
          <a:solidFill>
            <a:srgbClr val="6D83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088867" y="8650951"/>
            <a:ext cx="349250" cy="1580515"/>
          </a:xfrm>
          <a:custGeom>
            <a:avLst/>
            <a:gdLst/>
            <a:ahLst/>
            <a:cxnLst/>
            <a:rect l="l" t="t" r="r" b="b"/>
            <a:pathLst>
              <a:path w="349250" h="1580515">
                <a:moveTo>
                  <a:pt x="0" y="1580077"/>
                </a:moveTo>
                <a:lnTo>
                  <a:pt x="349224" y="1580077"/>
                </a:lnTo>
                <a:lnTo>
                  <a:pt x="349224" y="0"/>
                </a:lnTo>
                <a:lnTo>
                  <a:pt x="0" y="0"/>
                </a:lnTo>
                <a:lnTo>
                  <a:pt x="0" y="1580077"/>
                </a:lnTo>
                <a:close/>
              </a:path>
            </a:pathLst>
          </a:custGeom>
          <a:solidFill>
            <a:srgbClr val="6D83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358797" y="4666391"/>
            <a:ext cx="1841500" cy="1580515"/>
          </a:xfrm>
          <a:custGeom>
            <a:avLst/>
            <a:gdLst/>
            <a:ahLst/>
            <a:cxnLst/>
            <a:rect l="l" t="t" r="r" b="b"/>
            <a:pathLst>
              <a:path w="1841500" h="1580514">
                <a:moveTo>
                  <a:pt x="1841399" y="0"/>
                </a:moveTo>
                <a:lnTo>
                  <a:pt x="0" y="0"/>
                </a:lnTo>
                <a:lnTo>
                  <a:pt x="0" y="1580077"/>
                </a:lnTo>
                <a:lnTo>
                  <a:pt x="1841399" y="1580077"/>
                </a:lnTo>
                <a:lnTo>
                  <a:pt x="1841399" y="0"/>
                </a:lnTo>
                <a:close/>
              </a:path>
            </a:pathLst>
          </a:custGeom>
          <a:solidFill>
            <a:srgbClr val="ADD3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438092" y="8650940"/>
            <a:ext cx="1841500" cy="1580515"/>
          </a:xfrm>
          <a:custGeom>
            <a:avLst/>
            <a:gdLst/>
            <a:ahLst/>
            <a:cxnLst/>
            <a:rect l="l" t="t" r="r" b="b"/>
            <a:pathLst>
              <a:path w="1841500" h="1580515">
                <a:moveTo>
                  <a:pt x="1841399" y="0"/>
                </a:moveTo>
                <a:lnTo>
                  <a:pt x="0" y="0"/>
                </a:lnTo>
                <a:lnTo>
                  <a:pt x="0" y="1580077"/>
                </a:lnTo>
                <a:lnTo>
                  <a:pt x="1841399" y="1580077"/>
                </a:lnTo>
                <a:lnTo>
                  <a:pt x="1841399" y="0"/>
                </a:lnTo>
                <a:close/>
              </a:path>
            </a:pathLst>
          </a:custGeom>
          <a:solidFill>
            <a:srgbClr val="ADD3E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1088867" y="6658676"/>
            <a:ext cx="2676525" cy="1580515"/>
            <a:chOff x="1088867" y="6658676"/>
            <a:chExt cx="2676525" cy="1580515"/>
          </a:xfrm>
        </p:grpSpPr>
        <p:sp>
          <p:nvSpPr>
            <p:cNvPr id="14" name="object 14" descr=""/>
            <p:cNvSpPr/>
            <p:nvPr/>
          </p:nvSpPr>
          <p:spPr>
            <a:xfrm>
              <a:off x="3383802" y="6658676"/>
              <a:ext cx="381000" cy="1580515"/>
            </a:xfrm>
            <a:custGeom>
              <a:avLst/>
              <a:gdLst/>
              <a:ahLst/>
              <a:cxnLst/>
              <a:rect l="l" t="t" r="r" b="b"/>
              <a:pathLst>
                <a:path w="381000" h="1580515">
                  <a:moveTo>
                    <a:pt x="380983" y="0"/>
                  </a:moveTo>
                  <a:lnTo>
                    <a:pt x="0" y="0"/>
                  </a:lnTo>
                  <a:lnTo>
                    <a:pt x="0" y="1580077"/>
                  </a:lnTo>
                  <a:lnTo>
                    <a:pt x="380983" y="1580077"/>
                  </a:lnTo>
                  <a:lnTo>
                    <a:pt x="380983" y="0"/>
                  </a:lnTo>
                  <a:close/>
                </a:path>
              </a:pathLst>
            </a:custGeom>
            <a:solidFill>
              <a:srgbClr val="ADD3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88867" y="7847163"/>
              <a:ext cx="2295525" cy="391795"/>
            </a:xfrm>
            <a:custGeom>
              <a:avLst/>
              <a:gdLst/>
              <a:ahLst/>
              <a:cxnLst/>
              <a:rect l="l" t="t" r="r" b="b"/>
              <a:pathLst>
                <a:path w="2295525" h="391795">
                  <a:moveTo>
                    <a:pt x="2294945" y="0"/>
                  </a:moveTo>
                  <a:lnTo>
                    <a:pt x="0" y="0"/>
                  </a:lnTo>
                  <a:lnTo>
                    <a:pt x="0" y="391590"/>
                  </a:lnTo>
                  <a:lnTo>
                    <a:pt x="2294945" y="391590"/>
                  </a:lnTo>
                  <a:lnTo>
                    <a:pt x="2294945" y="0"/>
                  </a:lnTo>
                  <a:close/>
                </a:path>
              </a:pathLst>
            </a:custGeom>
            <a:solidFill>
              <a:srgbClr val="9FA0A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4200196" y="4988507"/>
            <a:ext cx="1268095" cy="351155"/>
            <a:chOff x="4200196" y="4988507"/>
            <a:chExt cx="1268095" cy="351155"/>
          </a:xfrm>
        </p:grpSpPr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08343" y="4988507"/>
              <a:ext cx="1240737" cy="193125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200196" y="5181643"/>
              <a:ext cx="1268095" cy="158115"/>
            </a:xfrm>
            <a:custGeom>
              <a:avLst/>
              <a:gdLst/>
              <a:ahLst/>
              <a:cxnLst/>
              <a:rect l="l" t="t" r="r" b="b"/>
              <a:pathLst>
                <a:path w="1268095" h="158114">
                  <a:moveTo>
                    <a:pt x="1267657" y="0"/>
                  </a:moveTo>
                  <a:lnTo>
                    <a:pt x="0" y="0"/>
                  </a:lnTo>
                  <a:lnTo>
                    <a:pt x="0" y="158005"/>
                  </a:lnTo>
                  <a:lnTo>
                    <a:pt x="1267657" y="158005"/>
                  </a:lnTo>
                  <a:lnTo>
                    <a:pt x="1267657" y="0"/>
                  </a:lnTo>
                  <a:close/>
                </a:path>
              </a:pathLst>
            </a:custGeom>
            <a:solidFill>
              <a:srgbClr val="9FA0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/>
          <p:nvPr/>
        </p:nvSpPr>
        <p:spPr>
          <a:xfrm>
            <a:off x="4154836" y="8841008"/>
            <a:ext cx="1315720" cy="648335"/>
          </a:xfrm>
          <a:custGeom>
            <a:avLst/>
            <a:gdLst/>
            <a:ahLst/>
            <a:cxnLst/>
            <a:rect l="l" t="t" r="r" b="b"/>
            <a:pathLst>
              <a:path w="1315720" h="648334">
                <a:moveTo>
                  <a:pt x="1315279" y="0"/>
                </a:moveTo>
                <a:lnTo>
                  <a:pt x="0" y="0"/>
                </a:lnTo>
                <a:lnTo>
                  <a:pt x="0" y="648064"/>
                </a:lnTo>
                <a:lnTo>
                  <a:pt x="1315279" y="648064"/>
                </a:lnTo>
                <a:lnTo>
                  <a:pt x="1315279" y="0"/>
                </a:lnTo>
                <a:close/>
              </a:path>
            </a:pathLst>
          </a:custGeom>
          <a:solidFill>
            <a:srgbClr val="9FA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143295" y="4472879"/>
            <a:ext cx="27305" cy="193675"/>
          </a:xfrm>
          <a:custGeom>
            <a:avLst/>
            <a:gdLst/>
            <a:ahLst/>
            <a:cxnLst/>
            <a:rect l="l" t="t" r="r" b="b"/>
            <a:pathLst>
              <a:path w="27305" h="193675">
                <a:moveTo>
                  <a:pt x="27213" y="0"/>
                </a:moveTo>
                <a:lnTo>
                  <a:pt x="0" y="0"/>
                </a:lnTo>
                <a:lnTo>
                  <a:pt x="0" y="193512"/>
                </a:lnTo>
                <a:lnTo>
                  <a:pt x="27213" y="193512"/>
                </a:lnTo>
                <a:lnTo>
                  <a:pt x="27213" y="0"/>
                </a:lnTo>
                <a:close/>
              </a:path>
            </a:pathLst>
          </a:custGeom>
          <a:solidFill>
            <a:srgbClr val="1552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156893" y="4472882"/>
            <a:ext cx="4258945" cy="193675"/>
          </a:xfrm>
          <a:custGeom>
            <a:avLst/>
            <a:gdLst/>
            <a:ahLst/>
            <a:cxnLst/>
            <a:rect l="l" t="t" r="r" b="b"/>
            <a:pathLst>
              <a:path w="4258945" h="193675">
                <a:moveTo>
                  <a:pt x="4258805" y="0"/>
                </a:moveTo>
                <a:lnTo>
                  <a:pt x="4231589" y="0"/>
                </a:lnTo>
                <a:lnTo>
                  <a:pt x="4231589" y="57848"/>
                </a:lnTo>
                <a:lnTo>
                  <a:pt x="0" y="57848"/>
                </a:lnTo>
                <a:lnTo>
                  <a:pt x="0" y="85318"/>
                </a:lnTo>
                <a:lnTo>
                  <a:pt x="4231589" y="85318"/>
                </a:lnTo>
                <a:lnTo>
                  <a:pt x="4231589" y="193509"/>
                </a:lnTo>
                <a:lnTo>
                  <a:pt x="4258805" y="193509"/>
                </a:lnTo>
                <a:lnTo>
                  <a:pt x="4258805" y="0"/>
                </a:lnTo>
                <a:close/>
              </a:path>
            </a:pathLst>
          </a:custGeom>
          <a:solidFill>
            <a:srgbClr val="1552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143295" y="6465153"/>
            <a:ext cx="27305" cy="193675"/>
          </a:xfrm>
          <a:custGeom>
            <a:avLst/>
            <a:gdLst/>
            <a:ahLst/>
            <a:cxnLst/>
            <a:rect l="l" t="t" r="r" b="b"/>
            <a:pathLst>
              <a:path w="27305" h="193675">
                <a:moveTo>
                  <a:pt x="27213" y="0"/>
                </a:moveTo>
                <a:lnTo>
                  <a:pt x="0" y="0"/>
                </a:lnTo>
                <a:lnTo>
                  <a:pt x="0" y="193512"/>
                </a:lnTo>
                <a:lnTo>
                  <a:pt x="27213" y="193512"/>
                </a:lnTo>
                <a:lnTo>
                  <a:pt x="27213" y="0"/>
                </a:lnTo>
                <a:close/>
              </a:path>
            </a:pathLst>
          </a:custGeom>
          <a:solidFill>
            <a:srgbClr val="1552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156893" y="6465156"/>
            <a:ext cx="4258945" cy="193675"/>
          </a:xfrm>
          <a:custGeom>
            <a:avLst/>
            <a:gdLst/>
            <a:ahLst/>
            <a:cxnLst/>
            <a:rect l="l" t="t" r="r" b="b"/>
            <a:pathLst>
              <a:path w="4258945" h="193675">
                <a:moveTo>
                  <a:pt x="4258805" y="0"/>
                </a:moveTo>
                <a:lnTo>
                  <a:pt x="4231589" y="0"/>
                </a:lnTo>
                <a:lnTo>
                  <a:pt x="4231589" y="57848"/>
                </a:lnTo>
                <a:lnTo>
                  <a:pt x="0" y="57848"/>
                </a:lnTo>
                <a:lnTo>
                  <a:pt x="0" y="85318"/>
                </a:lnTo>
                <a:lnTo>
                  <a:pt x="4231589" y="85318"/>
                </a:lnTo>
                <a:lnTo>
                  <a:pt x="4231589" y="193509"/>
                </a:lnTo>
                <a:lnTo>
                  <a:pt x="4258805" y="193509"/>
                </a:lnTo>
                <a:lnTo>
                  <a:pt x="4258805" y="0"/>
                </a:lnTo>
                <a:close/>
              </a:path>
            </a:pathLst>
          </a:custGeom>
          <a:solidFill>
            <a:srgbClr val="1552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143295" y="8457428"/>
            <a:ext cx="27305" cy="193675"/>
          </a:xfrm>
          <a:custGeom>
            <a:avLst/>
            <a:gdLst/>
            <a:ahLst/>
            <a:cxnLst/>
            <a:rect l="l" t="t" r="r" b="b"/>
            <a:pathLst>
              <a:path w="27305" h="193675">
                <a:moveTo>
                  <a:pt x="27213" y="0"/>
                </a:moveTo>
                <a:lnTo>
                  <a:pt x="0" y="0"/>
                </a:lnTo>
                <a:lnTo>
                  <a:pt x="0" y="193512"/>
                </a:lnTo>
                <a:lnTo>
                  <a:pt x="27213" y="193512"/>
                </a:lnTo>
                <a:lnTo>
                  <a:pt x="27213" y="0"/>
                </a:lnTo>
                <a:close/>
              </a:path>
            </a:pathLst>
          </a:custGeom>
          <a:solidFill>
            <a:srgbClr val="1552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156893" y="8457431"/>
            <a:ext cx="4258945" cy="193675"/>
          </a:xfrm>
          <a:custGeom>
            <a:avLst/>
            <a:gdLst/>
            <a:ahLst/>
            <a:cxnLst/>
            <a:rect l="l" t="t" r="r" b="b"/>
            <a:pathLst>
              <a:path w="4258945" h="193675">
                <a:moveTo>
                  <a:pt x="4258805" y="0"/>
                </a:moveTo>
                <a:lnTo>
                  <a:pt x="4231589" y="0"/>
                </a:lnTo>
                <a:lnTo>
                  <a:pt x="4231589" y="57848"/>
                </a:lnTo>
                <a:lnTo>
                  <a:pt x="0" y="57848"/>
                </a:lnTo>
                <a:lnTo>
                  <a:pt x="0" y="85318"/>
                </a:lnTo>
                <a:lnTo>
                  <a:pt x="4231589" y="85318"/>
                </a:lnTo>
                <a:lnTo>
                  <a:pt x="4231589" y="193509"/>
                </a:lnTo>
                <a:lnTo>
                  <a:pt x="4258805" y="193509"/>
                </a:lnTo>
                <a:lnTo>
                  <a:pt x="4258805" y="0"/>
                </a:lnTo>
                <a:close/>
              </a:path>
            </a:pathLst>
          </a:custGeom>
          <a:solidFill>
            <a:srgbClr val="1552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4395216" y="5545747"/>
            <a:ext cx="871219" cy="508634"/>
          </a:xfrm>
          <a:custGeom>
            <a:avLst/>
            <a:gdLst/>
            <a:ahLst/>
            <a:cxnLst/>
            <a:rect l="l" t="t" r="r" b="b"/>
            <a:pathLst>
              <a:path w="871220" h="508635">
                <a:moveTo>
                  <a:pt x="870811" y="0"/>
                </a:moveTo>
                <a:lnTo>
                  <a:pt x="0" y="0"/>
                </a:lnTo>
                <a:lnTo>
                  <a:pt x="0" y="508371"/>
                </a:lnTo>
                <a:lnTo>
                  <a:pt x="870811" y="508371"/>
                </a:lnTo>
                <a:lnTo>
                  <a:pt x="870811" y="0"/>
                </a:lnTo>
                <a:close/>
              </a:path>
            </a:pathLst>
          </a:custGeom>
          <a:solidFill>
            <a:srgbClr val="ADD3E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7" name="object 27" descr=""/>
          <p:cNvGraphicFramePr>
            <a:graphicFrameLocks noGrp="1"/>
          </p:cNvGraphicFramePr>
          <p:nvPr/>
        </p:nvGraphicFramePr>
        <p:xfrm>
          <a:off x="1370062" y="6905988"/>
          <a:ext cx="1732914" cy="302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260"/>
                <a:gridCol w="280035"/>
                <a:gridCol w="283210"/>
                <a:gridCol w="283209"/>
                <a:gridCol w="294004"/>
                <a:gridCol w="288925"/>
              </a:tblGrid>
              <a:tr h="302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DD3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DD3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DD3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DD3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DD3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ADD3E6"/>
                    </a:solidFill>
                  </a:tcPr>
                </a:tc>
              </a:tr>
            </a:tbl>
          </a:graphicData>
        </a:graphic>
      </p:graphicFrame>
      <p:sp>
        <p:nvSpPr>
          <p:cNvPr id="28" name="object 28" descr=""/>
          <p:cNvSpPr/>
          <p:nvPr/>
        </p:nvSpPr>
        <p:spPr>
          <a:xfrm>
            <a:off x="4154836" y="6802944"/>
            <a:ext cx="264795" cy="598170"/>
          </a:xfrm>
          <a:custGeom>
            <a:avLst/>
            <a:gdLst/>
            <a:ahLst/>
            <a:cxnLst/>
            <a:rect l="l" t="t" r="r" b="b"/>
            <a:pathLst>
              <a:path w="264795" h="598170">
                <a:moveTo>
                  <a:pt x="264190" y="0"/>
                </a:moveTo>
                <a:lnTo>
                  <a:pt x="0" y="0"/>
                </a:lnTo>
                <a:lnTo>
                  <a:pt x="0" y="597678"/>
                </a:lnTo>
                <a:lnTo>
                  <a:pt x="264190" y="597678"/>
                </a:lnTo>
                <a:lnTo>
                  <a:pt x="264190" y="0"/>
                </a:lnTo>
                <a:close/>
              </a:path>
            </a:pathLst>
          </a:custGeom>
          <a:solidFill>
            <a:srgbClr val="ADD3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4761457" y="6802944"/>
            <a:ext cx="264795" cy="598170"/>
          </a:xfrm>
          <a:custGeom>
            <a:avLst/>
            <a:gdLst/>
            <a:ahLst/>
            <a:cxnLst/>
            <a:rect l="l" t="t" r="r" b="b"/>
            <a:pathLst>
              <a:path w="264795" h="598170">
                <a:moveTo>
                  <a:pt x="264190" y="0"/>
                </a:moveTo>
                <a:lnTo>
                  <a:pt x="0" y="0"/>
                </a:lnTo>
                <a:lnTo>
                  <a:pt x="0" y="597678"/>
                </a:lnTo>
                <a:lnTo>
                  <a:pt x="264190" y="597678"/>
                </a:lnTo>
                <a:lnTo>
                  <a:pt x="264190" y="0"/>
                </a:lnTo>
                <a:close/>
              </a:path>
            </a:pathLst>
          </a:custGeom>
          <a:solidFill>
            <a:srgbClr val="ADD3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4154836" y="7496808"/>
            <a:ext cx="264795" cy="598170"/>
          </a:xfrm>
          <a:custGeom>
            <a:avLst/>
            <a:gdLst/>
            <a:ahLst/>
            <a:cxnLst/>
            <a:rect l="l" t="t" r="r" b="b"/>
            <a:pathLst>
              <a:path w="264795" h="598170">
                <a:moveTo>
                  <a:pt x="264190" y="0"/>
                </a:moveTo>
                <a:lnTo>
                  <a:pt x="0" y="0"/>
                </a:lnTo>
                <a:lnTo>
                  <a:pt x="0" y="597678"/>
                </a:lnTo>
                <a:lnTo>
                  <a:pt x="264190" y="597678"/>
                </a:lnTo>
                <a:lnTo>
                  <a:pt x="264190" y="0"/>
                </a:lnTo>
                <a:close/>
              </a:path>
            </a:pathLst>
          </a:custGeom>
          <a:solidFill>
            <a:srgbClr val="ADD3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3574299" y="8795218"/>
            <a:ext cx="264795" cy="598170"/>
          </a:xfrm>
          <a:custGeom>
            <a:avLst/>
            <a:gdLst/>
            <a:ahLst/>
            <a:cxnLst/>
            <a:rect l="l" t="t" r="r" b="b"/>
            <a:pathLst>
              <a:path w="264795" h="598170">
                <a:moveTo>
                  <a:pt x="264190" y="0"/>
                </a:moveTo>
                <a:lnTo>
                  <a:pt x="0" y="0"/>
                </a:lnTo>
                <a:lnTo>
                  <a:pt x="0" y="597678"/>
                </a:lnTo>
                <a:lnTo>
                  <a:pt x="264190" y="597678"/>
                </a:lnTo>
                <a:lnTo>
                  <a:pt x="264190" y="0"/>
                </a:lnTo>
                <a:close/>
              </a:path>
            </a:pathLst>
          </a:custGeom>
          <a:solidFill>
            <a:srgbClr val="ADD3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3574299" y="9489082"/>
            <a:ext cx="264795" cy="598170"/>
          </a:xfrm>
          <a:custGeom>
            <a:avLst/>
            <a:gdLst/>
            <a:ahLst/>
            <a:cxnLst/>
            <a:rect l="l" t="t" r="r" b="b"/>
            <a:pathLst>
              <a:path w="264795" h="598170">
                <a:moveTo>
                  <a:pt x="264190" y="0"/>
                </a:moveTo>
                <a:lnTo>
                  <a:pt x="0" y="0"/>
                </a:lnTo>
                <a:lnTo>
                  <a:pt x="0" y="597678"/>
                </a:lnTo>
                <a:lnTo>
                  <a:pt x="264190" y="597678"/>
                </a:lnTo>
                <a:lnTo>
                  <a:pt x="264190" y="0"/>
                </a:lnTo>
                <a:close/>
              </a:path>
            </a:pathLst>
          </a:custGeom>
          <a:solidFill>
            <a:srgbClr val="ADD3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4761457" y="7496808"/>
            <a:ext cx="264795" cy="598170"/>
          </a:xfrm>
          <a:custGeom>
            <a:avLst/>
            <a:gdLst/>
            <a:ahLst/>
            <a:cxnLst/>
            <a:rect l="l" t="t" r="r" b="b"/>
            <a:pathLst>
              <a:path w="264795" h="598170">
                <a:moveTo>
                  <a:pt x="264190" y="0"/>
                </a:moveTo>
                <a:lnTo>
                  <a:pt x="0" y="0"/>
                </a:lnTo>
                <a:lnTo>
                  <a:pt x="0" y="597678"/>
                </a:lnTo>
                <a:lnTo>
                  <a:pt x="264190" y="597678"/>
                </a:lnTo>
                <a:lnTo>
                  <a:pt x="264190" y="0"/>
                </a:lnTo>
                <a:close/>
              </a:path>
            </a:pathLst>
          </a:custGeom>
          <a:solidFill>
            <a:srgbClr val="ADD3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881440" y="4810659"/>
            <a:ext cx="264795" cy="598170"/>
          </a:xfrm>
          <a:custGeom>
            <a:avLst/>
            <a:gdLst/>
            <a:ahLst/>
            <a:cxnLst/>
            <a:rect l="l" t="t" r="r" b="b"/>
            <a:pathLst>
              <a:path w="264794" h="598170">
                <a:moveTo>
                  <a:pt x="264190" y="0"/>
                </a:moveTo>
                <a:lnTo>
                  <a:pt x="0" y="0"/>
                </a:lnTo>
                <a:lnTo>
                  <a:pt x="0" y="597688"/>
                </a:lnTo>
                <a:lnTo>
                  <a:pt x="264190" y="597688"/>
                </a:lnTo>
                <a:lnTo>
                  <a:pt x="264190" y="0"/>
                </a:lnTo>
                <a:close/>
              </a:path>
            </a:pathLst>
          </a:custGeom>
          <a:solidFill>
            <a:srgbClr val="ADD3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881440" y="5504534"/>
            <a:ext cx="264795" cy="598170"/>
          </a:xfrm>
          <a:custGeom>
            <a:avLst/>
            <a:gdLst/>
            <a:ahLst/>
            <a:cxnLst/>
            <a:rect l="l" t="t" r="r" b="b"/>
            <a:pathLst>
              <a:path w="264794" h="598170">
                <a:moveTo>
                  <a:pt x="264190" y="0"/>
                </a:moveTo>
                <a:lnTo>
                  <a:pt x="0" y="0"/>
                </a:lnTo>
                <a:lnTo>
                  <a:pt x="0" y="597678"/>
                </a:lnTo>
                <a:lnTo>
                  <a:pt x="264190" y="597678"/>
                </a:lnTo>
                <a:lnTo>
                  <a:pt x="264190" y="0"/>
                </a:lnTo>
                <a:close/>
              </a:path>
            </a:pathLst>
          </a:custGeom>
          <a:solidFill>
            <a:srgbClr val="ADD3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2807820" y="4666402"/>
            <a:ext cx="13970" cy="1580515"/>
          </a:xfrm>
          <a:custGeom>
            <a:avLst/>
            <a:gdLst/>
            <a:ahLst/>
            <a:cxnLst/>
            <a:rect l="l" t="t" r="r" b="b"/>
            <a:pathLst>
              <a:path w="13969" h="1580514">
                <a:moveTo>
                  <a:pt x="13601" y="0"/>
                </a:moveTo>
                <a:lnTo>
                  <a:pt x="0" y="0"/>
                </a:lnTo>
                <a:lnTo>
                  <a:pt x="0" y="1580077"/>
                </a:lnTo>
                <a:lnTo>
                  <a:pt x="13601" y="1580077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3272695" y="4666402"/>
            <a:ext cx="13970" cy="1580515"/>
          </a:xfrm>
          <a:custGeom>
            <a:avLst/>
            <a:gdLst/>
            <a:ahLst/>
            <a:cxnLst/>
            <a:rect l="l" t="t" r="r" b="b"/>
            <a:pathLst>
              <a:path w="13970" h="1580514">
                <a:moveTo>
                  <a:pt x="13601" y="0"/>
                </a:moveTo>
                <a:lnTo>
                  <a:pt x="0" y="0"/>
                </a:lnTo>
                <a:lnTo>
                  <a:pt x="0" y="1580077"/>
                </a:lnTo>
                <a:lnTo>
                  <a:pt x="13601" y="1580077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3737572" y="4666402"/>
            <a:ext cx="13970" cy="1580515"/>
          </a:xfrm>
          <a:custGeom>
            <a:avLst/>
            <a:gdLst/>
            <a:ahLst/>
            <a:cxnLst/>
            <a:rect l="l" t="t" r="r" b="b"/>
            <a:pathLst>
              <a:path w="13970" h="1580514">
                <a:moveTo>
                  <a:pt x="13601" y="0"/>
                </a:moveTo>
                <a:lnTo>
                  <a:pt x="0" y="0"/>
                </a:lnTo>
                <a:lnTo>
                  <a:pt x="0" y="1580077"/>
                </a:lnTo>
                <a:lnTo>
                  <a:pt x="13601" y="1580077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887104" y="8650951"/>
            <a:ext cx="13970" cy="1580515"/>
          </a:xfrm>
          <a:custGeom>
            <a:avLst/>
            <a:gdLst/>
            <a:ahLst/>
            <a:cxnLst/>
            <a:rect l="l" t="t" r="r" b="b"/>
            <a:pathLst>
              <a:path w="13969" h="1580515">
                <a:moveTo>
                  <a:pt x="13601" y="0"/>
                </a:moveTo>
                <a:lnTo>
                  <a:pt x="0" y="0"/>
                </a:lnTo>
                <a:lnTo>
                  <a:pt x="0" y="1580077"/>
                </a:lnTo>
                <a:lnTo>
                  <a:pt x="13601" y="1580077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2352001" y="8650951"/>
            <a:ext cx="13970" cy="1580515"/>
          </a:xfrm>
          <a:custGeom>
            <a:avLst/>
            <a:gdLst/>
            <a:ahLst/>
            <a:cxnLst/>
            <a:rect l="l" t="t" r="r" b="b"/>
            <a:pathLst>
              <a:path w="13969" h="1580515">
                <a:moveTo>
                  <a:pt x="13601" y="0"/>
                </a:moveTo>
                <a:lnTo>
                  <a:pt x="0" y="0"/>
                </a:lnTo>
                <a:lnTo>
                  <a:pt x="0" y="1580077"/>
                </a:lnTo>
                <a:lnTo>
                  <a:pt x="13601" y="1580077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2816877" y="8650951"/>
            <a:ext cx="13970" cy="1580515"/>
          </a:xfrm>
          <a:custGeom>
            <a:avLst/>
            <a:gdLst/>
            <a:ahLst/>
            <a:cxnLst/>
            <a:rect l="l" t="t" r="r" b="b"/>
            <a:pathLst>
              <a:path w="13969" h="1580515">
                <a:moveTo>
                  <a:pt x="13601" y="0"/>
                </a:moveTo>
                <a:lnTo>
                  <a:pt x="0" y="0"/>
                </a:lnTo>
                <a:lnTo>
                  <a:pt x="0" y="1580077"/>
                </a:lnTo>
                <a:lnTo>
                  <a:pt x="13601" y="1580077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2358807" y="5174774"/>
            <a:ext cx="1841500" cy="13970"/>
          </a:xfrm>
          <a:custGeom>
            <a:avLst/>
            <a:gdLst/>
            <a:ahLst/>
            <a:cxnLst/>
            <a:rect l="l" t="t" r="r" b="b"/>
            <a:pathLst>
              <a:path w="1841500" h="13970">
                <a:moveTo>
                  <a:pt x="1841378" y="0"/>
                </a:moveTo>
                <a:lnTo>
                  <a:pt x="0" y="0"/>
                </a:lnTo>
                <a:lnTo>
                  <a:pt x="0" y="13737"/>
                </a:lnTo>
                <a:lnTo>
                  <a:pt x="1841378" y="13737"/>
                </a:lnTo>
                <a:lnTo>
                  <a:pt x="1841378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2368399" y="5751845"/>
            <a:ext cx="1841500" cy="13970"/>
          </a:xfrm>
          <a:custGeom>
            <a:avLst/>
            <a:gdLst/>
            <a:ahLst/>
            <a:cxnLst/>
            <a:rect l="l" t="t" r="r" b="b"/>
            <a:pathLst>
              <a:path w="1841500" h="13970">
                <a:moveTo>
                  <a:pt x="1841409" y="0"/>
                </a:moveTo>
                <a:lnTo>
                  <a:pt x="0" y="0"/>
                </a:lnTo>
                <a:lnTo>
                  <a:pt x="0" y="13737"/>
                </a:lnTo>
                <a:lnTo>
                  <a:pt x="1841409" y="13737"/>
                </a:lnTo>
                <a:lnTo>
                  <a:pt x="1841409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1433307" y="9145585"/>
            <a:ext cx="1841500" cy="13970"/>
          </a:xfrm>
          <a:custGeom>
            <a:avLst/>
            <a:gdLst/>
            <a:ahLst/>
            <a:cxnLst/>
            <a:rect l="l" t="t" r="r" b="b"/>
            <a:pathLst>
              <a:path w="1841500" h="13970">
                <a:moveTo>
                  <a:pt x="1841378" y="0"/>
                </a:moveTo>
                <a:lnTo>
                  <a:pt x="0" y="0"/>
                </a:lnTo>
                <a:lnTo>
                  <a:pt x="0" y="13737"/>
                </a:lnTo>
                <a:lnTo>
                  <a:pt x="1841378" y="13737"/>
                </a:lnTo>
                <a:lnTo>
                  <a:pt x="1841378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442898" y="9722656"/>
            <a:ext cx="1841500" cy="13970"/>
          </a:xfrm>
          <a:custGeom>
            <a:avLst/>
            <a:gdLst/>
            <a:ahLst/>
            <a:cxnLst/>
            <a:rect l="l" t="t" r="r" b="b"/>
            <a:pathLst>
              <a:path w="1841500" h="13970">
                <a:moveTo>
                  <a:pt x="1841409" y="0"/>
                </a:moveTo>
                <a:lnTo>
                  <a:pt x="0" y="0"/>
                </a:lnTo>
                <a:lnTo>
                  <a:pt x="0" y="13737"/>
                </a:lnTo>
                <a:lnTo>
                  <a:pt x="1841409" y="13737"/>
                </a:lnTo>
                <a:lnTo>
                  <a:pt x="1841409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2006745" y="4810659"/>
            <a:ext cx="13970" cy="598170"/>
          </a:xfrm>
          <a:custGeom>
            <a:avLst/>
            <a:gdLst/>
            <a:ahLst/>
            <a:cxnLst/>
            <a:rect l="l" t="t" r="r" b="b"/>
            <a:pathLst>
              <a:path w="13969" h="598170">
                <a:moveTo>
                  <a:pt x="13601" y="0"/>
                </a:moveTo>
                <a:lnTo>
                  <a:pt x="0" y="0"/>
                </a:lnTo>
                <a:lnTo>
                  <a:pt x="0" y="597688"/>
                </a:lnTo>
                <a:lnTo>
                  <a:pt x="13601" y="597688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2006745" y="5504534"/>
            <a:ext cx="13970" cy="598170"/>
          </a:xfrm>
          <a:custGeom>
            <a:avLst/>
            <a:gdLst/>
            <a:ahLst/>
            <a:cxnLst/>
            <a:rect l="l" t="t" r="r" b="b"/>
            <a:pathLst>
              <a:path w="13969" h="598170">
                <a:moveTo>
                  <a:pt x="13601" y="0"/>
                </a:moveTo>
                <a:lnTo>
                  <a:pt x="0" y="0"/>
                </a:lnTo>
                <a:lnTo>
                  <a:pt x="0" y="597678"/>
                </a:lnTo>
                <a:lnTo>
                  <a:pt x="13601" y="597678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4280120" y="6802944"/>
            <a:ext cx="13970" cy="598170"/>
          </a:xfrm>
          <a:custGeom>
            <a:avLst/>
            <a:gdLst/>
            <a:ahLst/>
            <a:cxnLst/>
            <a:rect l="l" t="t" r="r" b="b"/>
            <a:pathLst>
              <a:path w="13970" h="598170">
                <a:moveTo>
                  <a:pt x="13601" y="0"/>
                </a:moveTo>
                <a:lnTo>
                  <a:pt x="0" y="0"/>
                </a:lnTo>
                <a:lnTo>
                  <a:pt x="0" y="597678"/>
                </a:lnTo>
                <a:lnTo>
                  <a:pt x="13601" y="597678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4280120" y="7496808"/>
            <a:ext cx="13970" cy="598170"/>
          </a:xfrm>
          <a:custGeom>
            <a:avLst/>
            <a:gdLst/>
            <a:ahLst/>
            <a:cxnLst/>
            <a:rect l="l" t="t" r="r" b="b"/>
            <a:pathLst>
              <a:path w="13970" h="598170">
                <a:moveTo>
                  <a:pt x="13601" y="0"/>
                </a:moveTo>
                <a:lnTo>
                  <a:pt x="0" y="0"/>
                </a:lnTo>
                <a:lnTo>
                  <a:pt x="0" y="597678"/>
                </a:lnTo>
                <a:lnTo>
                  <a:pt x="13601" y="597678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4886751" y="6802944"/>
            <a:ext cx="13970" cy="598170"/>
          </a:xfrm>
          <a:custGeom>
            <a:avLst/>
            <a:gdLst/>
            <a:ahLst/>
            <a:cxnLst/>
            <a:rect l="l" t="t" r="r" b="b"/>
            <a:pathLst>
              <a:path w="13970" h="598170">
                <a:moveTo>
                  <a:pt x="13601" y="0"/>
                </a:moveTo>
                <a:lnTo>
                  <a:pt x="0" y="0"/>
                </a:lnTo>
                <a:lnTo>
                  <a:pt x="0" y="597678"/>
                </a:lnTo>
                <a:lnTo>
                  <a:pt x="13601" y="597678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4823821" y="5545747"/>
            <a:ext cx="13970" cy="508634"/>
          </a:xfrm>
          <a:custGeom>
            <a:avLst/>
            <a:gdLst/>
            <a:ahLst/>
            <a:cxnLst/>
            <a:rect l="l" t="t" r="r" b="b"/>
            <a:pathLst>
              <a:path w="13970" h="508635">
                <a:moveTo>
                  <a:pt x="13601" y="0"/>
                </a:moveTo>
                <a:lnTo>
                  <a:pt x="0" y="0"/>
                </a:lnTo>
                <a:lnTo>
                  <a:pt x="0" y="508371"/>
                </a:lnTo>
                <a:lnTo>
                  <a:pt x="13601" y="508371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4886751" y="7496808"/>
            <a:ext cx="13970" cy="598170"/>
          </a:xfrm>
          <a:custGeom>
            <a:avLst/>
            <a:gdLst/>
            <a:ahLst/>
            <a:cxnLst/>
            <a:rect l="l" t="t" r="r" b="b"/>
            <a:pathLst>
              <a:path w="13970" h="598170">
                <a:moveTo>
                  <a:pt x="13601" y="0"/>
                </a:moveTo>
                <a:lnTo>
                  <a:pt x="0" y="0"/>
                </a:lnTo>
                <a:lnTo>
                  <a:pt x="0" y="597678"/>
                </a:lnTo>
                <a:lnTo>
                  <a:pt x="13601" y="597678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3699594" y="8795218"/>
            <a:ext cx="13970" cy="598170"/>
          </a:xfrm>
          <a:custGeom>
            <a:avLst/>
            <a:gdLst/>
            <a:ahLst/>
            <a:cxnLst/>
            <a:rect l="l" t="t" r="r" b="b"/>
            <a:pathLst>
              <a:path w="13970" h="598170">
                <a:moveTo>
                  <a:pt x="13601" y="0"/>
                </a:moveTo>
                <a:lnTo>
                  <a:pt x="0" y="0"/>
                </a:lnTo>
                <a:lnTo>
                  <a:pt x="0" y="597678"/>
                </a:lnTo>
                <a:lnTo>
                  <a:pt x="13601" y="597678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3699594" y="9489082"/>
            <a:ext cx="13970" cy="598170"/>
          </a:xfrm>
          <a:custGeom>
            <a:avLst/>
            <a:gdLst/>
            <a:ahLst/>
            <a:cxnLst/>
            <a:rect l="l" t="t" r="r" b="b"/>
            <a:pathLst>
              <a:path w="13970" h="598170">
                <a:moveTo>
                  <a:pt x="13601" y="0"/>
                </a:moveTo>
                <a:lnTo>
                  <a:pt x="0" y="0"/>
                </a:lnTo>
                <a:lnTo>
                  <a:pt x="0" y="597678"/>
                </a:lnTo>
                <a:lnTo>
                  <a:pt x="13601" y="597678"/>
                </a:lnTo>
                <a:lnTo>
                  <a:pt x="13601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3383788" y="7043387"/>
            <a:ext cx="381000" cy="13970"/>
          </a:xfrm>
          <a:custGeom>
            <a:avLst/>
            <a:gdLst/>
            <a:ahLst/>
            <a:cxnLst/>
            <a:rect l="l" t="t" r="r" b="b"/>
            <a:pathLst>
              <a:path w="381000" h="13970">
                <a:moveTo>
                  <a:pt x="380987" y="0"/>
                </a:moveTo>
                <a:lnTo>
                  <a:pt x="0" y="0"/>
                </a:lnTo>
                <a:lnTo>
                  <a:pt x="0" y="13741"/>
                </a:lnTo>
                <a:lnTo>
                  <a:pt x="380987" y="13741"/>
                </a:lnTo>
                <a:lnTo>
                  <a:pt x="380987" y="6870"/>
                </a:lnTo>
                <a:lnTo>
                  <a:pt x="380987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3383788" y="7441850"/>
            <a:ext cx="381000" cy="13970"/>
          </a:xfrm>
          <a:custGeom>
            <a:avLst/>
            <a:gdLst/>
            <a:ahLst/>
            <a:cxnLst/>
            <a:rect l="l" t="t" r="r" b="b"/>
            <a:pathLst>
              <a:path w="381000" h="13970">
                <a:moveTo>
                  <a:pt x="380987" y="0"/>
                </a:moveTo>
                <a:lnTo>
                  <a:pt x="0" y="0"/>
                </a:lnTo>
                <a:lnTo>
                  <a:pt x="0" y="13741"/>
                </a:lnTo>
                <a:lnTo>
                  <a:pt x="380987" y="13741"/>
                </a:lnTo>
                <a:lnTo>
                  <a:pt x="380987" y="6870"/>
                </a:lnTo>
                <a:lnTo>
                  <a:pt x="380987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3383788" y="7840300"/>
            <a:ext cx="381000" cy="13970"/>
          </a:xfrm>
          <a:custGeom>
            <a:avLst/>
            <a:gdLst/>
            <a:ahLst/>
            <a:cxnLst/>
            <a:rect l="l" t="t" r="r" b="b"/>
            <a:pathLst>
              <a:path w="381000" h="13970">
                <a:moveTo>
                  <a:pt x="380987" y="0"/>
                </a:moveTo>
                <a:lnTo>
                  <a:pt x="0" y="0"/>
                </a:lnTo>
                <a:lnTo>
                  <a:pt x="0" y="13741"/>
                </a:lnTo>
                <a:lnTo>
                  <a:pt x="380987" y="13741"/>
                </a:lnTo>
                <a:lnTo>
                  <a:pt x="380987" y="6870"/>
                </a:lnTo>
                <a:lnTo>
                  <a:pt x="380987" y="0"/>
                </a:lnTo>
                <a:close/>
              </a:path>
            </a:pathLst>
          </a:custGeom>
          <a:solidFill>
            <a:srgbClr val="FFFFFF">
              <a:alpha val="43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" name="object 5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75956" y="9302784"/>
            <a:ext cx="1310832" cy="186287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1853" y="7659096"/>
            <a:ext cx="2011959" cy="188067"/>
          </a:xfrm>
          <a:prstGeom prst="rect">
            <a:avLst/>
          </a:prstGeom>
        </p:spPr>
      </p:pic>
      <p:grpSp>
        <p:nvGrpSpPr>
          <p:cNvPr id="60" name="object 60" descr=""/>
          <p:cNvGrpSpPr/>
          <p:nvPr/>
        </p:nvGrpSpPr>
        <p:grpSpPr>
          <a:xfrm>
            <a:off x="10226949" y="7454956"/>
            <a:ext cx="3189605" cy="2569210"/>
            <a:chOff x="10226949" y="7454956"/>
            <a:chExt cx="3189605" cy="2569210"/>
          </a:xfrm>
        </p:grpSpPr>
        <p:sp>
          <p:nvSpPr>
            <p:cNvPr id="61" name="object 61" descr=""/>
            <p:cNvSpPr/>
            <p:nvPr/>
          </p:nvSpPr>
          <p:spPr>
            <a:xfrm>
              <a:off x="10228330" y="7486161"/>
              <a:ext cx="1936750" cy="2538095"/>
            </a:xfrm>
            <a:custGeom>
              <a:avLst/>
              <a:gdLst/>
              <a:ahLst/>
              <a:cxnLst/>
              <a:rect l="l" t="t" r="r" b="b"/>
              <a:pathLst>
                <a:path w="1936750" h="2538095">
                  <a:moveTo>
                    <a:pt x="1646494" y="0"/>
                  </a:moveTo>
                  <a:lnTo>
                    <a:pt x="319215" y="0"/>
                  </a:lnTo>
                  <a:lnTo>
                    <a:pt x="319215" y="925699"/>
                  </a:lnTo>
                  <a:lnTo>
                    <a:pt x="321320" y="925699"/>
                  </a:lnTo>
                  <a:lnTo>
                    <a:pt x="0" y="2537838"/>
                  </a:lnTo>
                  <a:lnTo>
                    <a:pt x="1936359" y="2537838"/>
                  </a:lnTo>
                  <a:lnTo>
                    <a:pt x="1646494" y="925699"/>
                  </a:lnTo>
                  <a:lnTo>
                    <a:pt x="1646494" y="0"/>
                  </a:lnTo>
                  <a:close/>
                </a:path>
              </a:pathLst>
            </a:custGeom>
            <a:solidFill>
              <a:srgbClr val="DA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1370833" y="7486138"/>
              <a:ext cx="794385" cy="2538095"/>
            </a:xfrm>
            <a:custGeom>
              <a:avLst/>
              <a:gdLst/>
              <a:ahLst/>
              <a:cxnLst/>
              <a:rect l="l" t="t" r="r" b="b"/>
              <a:pathLst>
                <a:path w="794384" h="2538095">
                  <a:moveTo>
                    <a:pt x="503995" y="0"/>
                  </a:moveTo>
                  <a:lnTo>
                    <a:pt x="0" y="0"/>
                  </a:lnTo>
                  <a:lnTo>
                    <a:pt x="0" y="925689"/>
                  </a:lnTo>
                  <a:lnTo>
                    <a:pt x="289802" y="2537849"/>
                  </a:lnTo>
                  <a:lnTo>
                    <a:pt x="793860" y="2537849"/>
                  </a:lnTo>
                  <a:lnTo>
                    <a:pt x="503995" y="925689"/>
                  </a:lnTo>
                  <a:lnTo>
                    <a:pt x="50399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226949" y="7480931"/>
              <a:ext cx="825500" cy="2538095"/>
            </a:xfrm>
            <a:custGeom>
              <a:avLst/>
              <a:gdLst/>
              <a:ahLst/>
              <a:cxnLst/>
              <a:rect l="l" t="t" r="r" b="b"/>
              <a:pathLst>
                <a:path w="825500" h="2538095">
                  <a:moveTo>
                    <a:pt x="823252" y="0"/>
                  </a:moveTo>
                  <a:lnTo>
                    <a:pt x="319204" y="0"/>
                  </a:lnTo>
                  <a:lnTo>
                    <a:pt x="319204" y="925710"/>
                  </a:lnTo>
                  <a:lnTo>
                    <a:pt x="321320" y="925710"/>
                  </a:lnTo>
                  <a:lnTo>
                    <a:pt x="0" y="2537870"/>
                  </a:lnTo>
                  <a:lnTo>
                    <a:pt x="504026" y="2537870"/>
                  </a:lnTo>
                  <a:lnTo>
                    <a:pt x="825357" y="925710"/>
                  </a:lnTo>
                  <a:lnTo>
                    <a:pt x="823252" y="925710"/>
                  </a:lnTo>
                  <a:lnTo>
                    <a:pt x="823252" y="0"/>
                  </a:lnTo>
                  <a:close/>
                </a:path>
              </a:pathLst>
            </a:custGeom>
            <a:solidFill>
              <a:srgbClr val="C1C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491554" y="7454956"/>
              <a:ext cx="1437005" cy="151130"/>
            </a:xfrm>
            <a:custGeom>
              <a:avLst/>
              <a:gdLst/>
              <a:ahLst/>
              <a:cxnLst/>
              <a:rect l="l" t="t" r="r" b="b"/>
              <a:pathLst>
                <a:path w="1437004" h="151129">
                  <a:moveTo>
                    <a:pt x="1436490" y="0"/>
                  </a:moveTo>
                  <a:lnTo>
                    <a:pt x="0" y="0"/>
                  </a:lnTo>
                  <a:lnTo>
                    <a:pt x="0" y="150801"/>
                  </a:lnTo>
                  <a:lnTo>
                    <a:pt x="1436490" y="150801"/>
                  </a:lnTo>
                  <a:lnTo>
                    <a:pt x="1436490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0546144" y="7600562"/>
              <a:ext cx="1704975" cy="2418715"/>
            </a:xfrm>
            <a:custGeom>
              <a:avLst/>
              <a:gdLst/>
              <a:ahLst/>
              <a:cxnLst/>
              <a:rect l="l" t="t" r="r" b="b"/>
              <a:pathLst>
                <a:path w="1704975" h="2418715">
                  <a:moveTo>
                    <a:pt x="1327277" y="0"/>
                  </a:moveTo>
                  <a:lnTo>
                    <a:pt x="0" y="0"/>
                  </a:lnTo>
                  <a:lnTo>
                    <a:pt x="0" y="161201"/>
                  </a:lnTo>
                  <a:lnTo>
                    <a:pt x="1327277" y="161201"/>
                  </a:lnTo>
                  <a:lnTo>
                    <a:pt x="1327277" y="0"/>
                  </a:lnTo>
                  <a:close/>
                </a:path>
                <a:path w="1704975" h="2418715">
                  <a:moveTo>
                    <a:pt x="1704746" y="2408872"/>
                  </a:moveTo>
                  <a:lnTo>
                    <a:pt x="1328559" y="856284"/>
                  </a:lnTo>
                  <a:lnTo>
                    <a:pt x="1327277" y="161201"/>
                  </a:lnTo>
                  <a:lnTo>
                    <a:pt x="411581" y="2418575"/>
                  </a:lnTo>
                  <a:lnTo>
                    <a:pt x="1704746" y="2408872"/>
                  </a:lnTo>
                  <a:close/>
                </a:path>
              </a:pathLst>
            </a:custGeom>
            <a:solidFill>
              <a:srgbClr val="353535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1662464" y="7725798"/>
              <a:ext cx="1753870" cy="2298700"/>
            </a:xfrm>
            <a:custGeom>
              <a:avLst/>
              <a:gdLst/>
              <a:ahLst/>
              <a:cxnLst/>
              <a:rect l="l" t="t" r="r" b="b"/>
              <a:pathLst>
                <a:path w="1753869" h="2298700">
                  <a:moveTo>
                    <a:pt x="1491043" y="0"/>
                  </a:moveTo>
                  <a:lnTo>
                    <a:pt x="289027" y="0"/>
                  </a:lnTo>
                  <a:lnTo>
                    <a:pt x="289027" y="838320"/>
                  </a:lnTo>
                  <a:lnTo>
                    <a:pt x="290985" y="838320"/>
                  </a:lnTo>
                  <a:lnTo>
                    <a:pt x="0" y="2298202"/>
                  </a:lnTo>
                  <a:lnTo>
                    <a:pt x="1753506" y="2298202"/>
                  </a:lnTo>
                  <a:lnTo>
                    <a:pt x="1491043" y="838320"/>
                  </a:lnTo>
                  <a:lnTo>
                    <a:pt x="1491043" y="0"/>
                  </a:lnTo>
                  <a:close/>
                </a:path>
              </a:pathLst>
            </a:custGeom>
            <a:solidFill>
              <a:srgbClr val="DA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2697068" y="7725770"/>
              <a:ext cx="719455" cy="2298700"/>
            </a:xfrm>
            <a:custGeom>
              <a:avLst/>
              <a:gdLst/>
              <a:ahLst/>
              <a:cxnLst/>
              <a:rect l="l" t="t" r="r" b="b"/>
              <a:pathLst>
                <a:path w="719455" h="2298700">
                  <a:moveTo>
                    <a:pt x="456436" y="0"/>
                  </a:moveTo>
                  <a:lnTo>
                    <a:pt x="0" y="0"/>
                  </a:lnTo>
                  <a:lnTo>
                    <a:pt x="0" y="838309"/>
                  </a:lnTo>
                  <a:lnTo>
                    <a:pt x="262442" y="2298212"/>
                  </a:lnTo>
                  <a:lnTo>
                    <a:pt x="718899" y="2298212"/>
                  </a:lnTo>
                  <a:lnTo>
                    <a:pt x="456436" y="838309"/>
                  </a:lnTo>
                  <a:lnTo>
                    <a:pt x="456436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1661199" y="7721042"/>
              <a:ext cx="747395" cy="2298700"/>
            </a:xfrm>
            <a:custGeom>
              <a:avLst/>
              <a:gdLst/>
              <a:ahLst/>
              <a:cxnLst/>
              <a:rect l="l" t="t" r="r" b="b"/>
              <a:pathLst>
                <a:path w="747395" h="2298700">
                  <a:moveTo>
                    <a:pt x="745527" y="0"/>
                  </a:moveTo>
                  <a:lnTo>
                    <a:pt x="289090" y="0"/>
                  </a:lnTo>
                  <a:lnTo>
                    <a:pt x="289090" y="838309"/>
                  </a:lnTo>
                  <a:lnTo>
                    <a:pt x="290985" y="838309"/>
                  </a:lnTo>
                  <a:lnTo>
                    <a:pt x="0" y="2298254"/>
                  </a:lnTo>
                  <a:lnTo>
                    <a:pt x="456404" y="2298254"/>
                  </a:lnTo>
                  <a:lnTo>
                    <a:pt x="747401" y="838309"/>
                  </a:lnTo>
                  <a:lnTo>
                    <a:pt x="745527" y="838309"/>
                  </a:lnTo>
                  <a:lnTo>
                    <a:pt x="745527" y="0"/>
                  </a:lnTo>
                  <a:close/>
                </a:path>
              </a:pathLst>
            </a:custGeom>
            <a:solidFill>
              <a:srgbClr val="C1C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1900831" y="7697535"/>
              <a:ext cx="1301115" cy="137160"/>
            </a:xfrm>
            <a:custGeom>
              <a:avLst/>
              <a:gdLst/>
              <a:ahLst/>
              <a:cxnLst/>
              <a:rect l="l" t="t" r="r" b="b"/>
              <a:pathLst>
                <a:path w="1301115" h="137159">
                  <a:moveTo>
                    <a:pt x="1300808" y="0"/>
                  </a:moveTo>
                  <a:lnTo>
                    <a:pt x="0" y="0"/>
                  </a:lnTo>
                  <a:lnTo>
                    <a:pt x="0" y="136561"/>
                  </a:lnTo>
                  <a:lnTo>
                    <a:pt x="1300808" y="136561"/>
                  </a:lnTo>
                  <a:lnTo>
                    <a:pt x="1300808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1950264" y="7829416"/>
              <a:ext cx="1202055" cy="146050"/>
            </a:xfrm>
            <a:custGeom>
              <a:avLst/>
              <a:gdLst/>
              <a:ahLst/>
              <a:cxnLst/>
              <a:rect l="l" t="t" r="r" b="b"/>
              <a:pathLst>
                <a:path w="1202055" h="146050">
                  <a:moveTo>
                    <a:pt x="1201994" y="0"/>
                  </a:moveTo>
                  <a:lnTo>
                    <a:pt x="0" y="0"/>
                  </a:lnTo>
                  <a:lnTo>
                    <a:pt x="0" y="145985"/>
                  </a:lnTo>
                  <a:lnTo>
                    <a:pt x="1201994" y="145985"/>
                  </a:lnTo>
                  <a:lnTo>
                    <a:pt x="1201994" y="0"/>
                  </a:lnTo>
                  <a:close/>
                </a:path>
              </a:pathLst>
            </a:custGeom>
            <a:solidFill>
              <a:srgbClr val="353535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71" descr=""/>
          <p:cNvGrpSpPr/>
          <p:nvPr/>
        </p:nvGrpSpPr>
        <p:grpSpPr>
          <a:xfrm>
            <a:off x="8212839" y="7059491"/>
            <a:ext cx="326390" cy="2094864"/>
            <a:chOff x="8212839" y="7059491"/>
            <a:chExt cx="326390" cy="2094864"/>
          </a:xfrm>
        </p:grpSpPr>
        <p:sp>
          <p:nvSpPr>
            <p:cNvPr id="72" name="object 72" descr=""/>
            <p:cNvSpPr/>
            <p:nvPr/>
          </p:nvSpPr>
          <p:spPr>
            <a:xfrm>
              <a:off x="8251434" y="7077009"/>
              <a:ext cx="123189" cy="2077720"/>
            </a:xfrm>
            <a:custGeom>
              <a:avLst/>
              <a:gdLst/>
              <a:ahLst/>
              <a:cxnLst/>
              <a:rect l="l" t="t" r="r" b="b"/>
              <a:pathLst>
                <a:path w="123190" h="2077720">
                  <a:moveTo>
                    <a:pt x="0" y="2077256"/>
                  </a:moveTo>
                  <a:lnTo>
                    <a:pt x="122802" y="2077256"/>
                  </a:lnTo>
                  <a:lnTo>
                    <a:pt x="122802" y="0"/>
                  </a:lnTo>
                  <a:lnTo>
                    <a:pt x="0" y="0"/>
                  </a:lnTo>
                  <a:lnTo>
                    <a:pt x="0" y="2077256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8374237" y="7077009"/>
              <a:ext cx="123189" cy="2077720"/>
            </a:xfrm>
            <a:custGeom>
              <a:avLst/>
              <a:gdLst/>
              <a:ahLst/>
              <a:cxnLst/>
              <a:rect l="l" t="t" r="r" b="b"/>
              <a:pathLst>
                <a:path w="123190" h="2077720">
                  <a:moveTo>
                    <a:pt x="122823" y="0"/>
                  </a:moveTo>
                  <a:lnTo>
                    <a:pt x="0" y="0"/>
                  </a:lnTo>
                  <a:lnTo>
                    <a:pt x="0" y="2077256"/>
                  </a:lnTo>
                  <a:lnTo>
                    <a:pt x="122823" y="2077256"/>
                  </a:lnTo>
                  <a:lnTo>
                    <a:pt x="122823" y="0"/>
                  </a:lnTo>
                  <a:close/>
                </a:path>
              </a:pathLst>
            </a:custGeom>
            <a:solidFill>
              <a:srgbClr val="E8E2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8212836" y="7059491"/>
              <a:ext cx="326390" cy="1852930"/>
            </a:xfrm>
            <a:custGeom>
              <a:avLst/>
              <a:gdLst/>
              <a:ahLst/>
              <a:cxnLst/>
              <a:rect l="l" t="t" r="r" b="b"/>
              <a:pathLst>
                <a:path w="326390" h="1852929">
                  <a:moveTo>
                    <a:pt x="326364" y="1810613"/>
                  </a:moveTo>
                  <a:lnTo>
                    <a:pt x="0" y="1810613"/>
                  </a:lnTo>
                  <a:lnTo>
                    <a:pt x="0" y="1852688"/>
                  </a:lnTo>
                  <a:lnTo>
                    <a:pt x="326364" y="1852688"/>
                  </a:lnTo>
                  <a:lnTo>
                    <a:pt x="326364" y="1810613"/>
                  </a:lnTo>
                  <a:close/>
                </a:path>
                <a:path w="326390" h="1852929">
                  <a:moveTo>
                    <a:pt x="326364" y="1536890"/>
                  </a:moveTo>
                  <a:lnTo>
                    <a:pt x="0" y="1536890"/>
                  </a:lnTo>
                  <a:lnTo>
                    <a:pt x="0" y="1578978"/>
                  </a:lnTo>
                  <a:lnTo>
                    <a:pt x="326364" y="1578978"/>
                  </a:lnTo>
                  <a:lnTo>
                    <a:pt x="326364" y="1536890"/>
                  </a:lnTo>
                  <a:close/>
                </a:path>
                <a:path w="326390" h="1852929">
                  <a:moveTo>
                    <a:pt x="326364" y="1284262"/>
                  </a:moveTo>
                  <a:lnTo>
                    <a:pt x="0" y="1284262"/>
                  </a:lnTo>
                  <a:lnTo>
                    <a:pt x="0" y="1326349"/>
                  </a:lnTo>
                  <a:lnTo>
                    <a:pt x="326364" y="1326349"/>
                  </a:lnTo>
                  <a:lnTo>
                    <a:pt x="326364" y="1284262"/>
                  </a:lnTo>
                  <a:close/>
                </a:path>
                <a:path w="326390" h="1852929">
                  <a:moveTo>
                    <a:pt x="326364" y="1031621"/>
                  </a:moveTo>
                  <a:lnTo>
                    <a:pt x="0" y="1031621"/>
                  </a:lnTo>
                  <a:lnTo>
                    <a:pt x="0" y="1073721"/>
                  </a:lnTo>
                  <a:lnTo>
                    <a:pt x="326364" y="1073721"/>
                  </a:lnTo>
                  <a:lnTo>
                    <a:pt x="326364" y="1031621"/>
                  </a:lnTo>
                  <a:close/>
                </a:path>
                <a:path w="326390" h="1852929">
                  <a:moveTo>
                    <a:pt x="326364" y="778967"/>
                  </a:moveTo>
                  <a:lnTo>
                    <a:pt x="0" y="778967"/>
                  </a:lnTo>
                  <a:lnTo>
                    <a:pt x="0" y="821093"/>
                  </a:lnTo>
                  <a:lnTo>
                    <a:pt x="326364" y="821093"/>
                  </a:lnTo>
                  <a:lnTo>
                    <a:pt x="326364" y="778967"/>
                  </a:lnTo>
                  <a:close/>
                </a:path>
                <a:path w="326390" h="1852929">
                  <a:moveTo>
                    <a:pt x="326364" y="505294"/>
                  </a:moveTo>
                  <a:lnTo>
                    <a:pt x="0" y="505294"/>
                  </a:lnTo>
                  <a:lnTo>
                    <a:pt x="0" y="547408"/>
                  </a:lnTo>
                  <a:lnTo>
                    <a:pt x="326364" y="547408"/>
                  </a:lnTo>
                  <a:lnTo>
                    <a:pt x="326364" y="505294"/>
                  </a:lnTo>
                  <a:close/>
                </a:path>
                <a:path w="326390" h="1852929">
                  <a:moveTo>
                    <a:pt x="326364" y="252615"/>
                  </a:moveTo>
                  <a:lnTo>
                    <a:pt x="0" y="252615"/>
                  </a:lnTo>
                  <a:lnTo>
                    <a:pt x="0" y="294741"/>
                  </a:lnTo>
                  <a:lnTo>
                    <a:pt x="326364" y="294741"/>
                  </a:lnTo>
                  <a:lnTo>
                    <a:pt x="326364" y="252615"/>
                  </a:lnTo>
                  <a:close/>
                </a:path>
                <a:path w="326390" h="1852929">
                  <a:moveTo>
                    <a:pt x="326364" y="0"/>
                  </a:moveTo>
                  <a:lnTo>
                    <a:pt x="0" y="0"/>
                  </a:lnTo>
                  <a:lnTo>
                    <a:pt x="0" y="42125"/>
                  </a:lnTo>
                  <a:lnTo>
                    <a:pt x="326364" y="42125"/>
                  </a:lnTo>
                  <a:lnTo>
                    <a:pt x="326364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8252320" y="7101591"/>
              <a:ext cx="245110" cy="1608455"/>
            </a:xfrm>
            <a:custGeom>
              <a:avLst/>
              <a:gdLst/>
              <a:ahLst/>
              <a:cxnLst/>
              <a:rect l="l" t="t" r="r" b="b"/>
              <a:pathLst>
                <a:path w="245109" h="1608454">
                  <a:moveTo>
                    <a:pt x="244729" y="1536865"/>
                  </a:moveTo>
                  <a:lnTo>
                    <a:pt x="0" y="1536865"/>
                  </a:lnTo>
                  <a:lnTo>
                    <a:pt x="0" y="1607934"/>
                  </a:lnTo>
                  <a:lnTo>
                    <a:pt x="244729" y="1607934"/>
                  </a:lnTo>
                  <a:lnTo>
                    <a:pt x="244729" y="1536865"/>
                  </a:lnTo>
                  <a:close/>
                </a:path>
                <a:path w="245109" h="1608454">
                  <a:moveTo>
                    <a:pt x="244729" y="1284236"/>
                  </a:moveTo>
                  <a:lnTo>
                    <a:pt x="0" y="1284236"/>
                  </a:lnTo>
                  <a:lnTo>
                    <a:pt x="0" y="1355305"/>
                  </a:lnTo>
                  <a:lnTo>
                    <a:pt x="244729" y="1355305"/>
                  </a:lnTo>
                  <a:lnTo>
                    <a:pt x="244729" y="1284236"/>
                  </a:lnTo>
                  <a:close/>
                </a:path>
                <a:path w="245109" h="1608454">
                  <a:moveTo>
                    <a:pt x="244729" y="1031595"/>
                  </a:moveTo>
                  <a:lnTo>
                    <a:pt x="0" y="1031595"/>
                  </a:lnTo>
                  <a:lnTo>
                    <a:pt x="0" y="1102652"/>
                  </a:lnTo>
                  <a:lnTo>
                    <a:pt x="244729" y="1102652"/>
                  </a:lnTo>
                  <a:lnTo>
                    <a:pt x="244729" y="1031595"/>
                  </a:lnTo>
                  <a:close/>
                </a:path>
                <a:path w="245109" h="1608454">
                  <a:moveTo>
                    <a:pt x="244729" y="778967"/>
                  </a:moveTo>
                  <a:lnTo>
                    <a:pt x="0" y="778967"/>
                  </a:lnTo>
                  <a:lnTo>
                    <a:pt x="0" y="850036"/>
                  </a:lnTo>
                  <a:lnTo>
                    <a:pt x="244729" y="850036"/>
                  </a:lnTo>
                  <a:lnTo>
                    <a:pt x="244729" y="778967"/>
                  </a:lnTo>
                  <a:close/>
                </a:path>
                <a:path w="245109" h="1608454">
                  <a:moveTo>
                    <a:pt x="244729" y="505307"/>
                  </a:moveTo>
                  <a:lnTo>
                    <a:pt x="0" y="505307"/>
                  </a:lnTo>
                  <a:lnTo>
                    <a:pt x="0" y="576313"/>
                  </a:lnTo>
                  <a:lnTo>
                    <a:pt x="244729" y="576313"/>
                  </a:lnTo>
                  <a:lnTo>
                    <a:pt x="244729" y="505307"/>
                  </a:lnTo>
                  <a:close/>
                </a:path>
                <a:path w="245109" h="1608454">
                  <a:moveTo>
                    <a:pt x="244729" y="252653"/>
                  </a:moveTo>
                  <a:lnTo>
                    <a:pt x="0" y="252653"/>
                  </a:lnTo>
                  <a:lnTo>
                    <a:pt x="0" y="323723"/>
                  </a:lnTo>
                  <a:lnTo>
                    <a:pt x="244729" y="323723"/>
                  </a:lnTo>
                  <a:lnTo>
                    <a:pt x="244729" y="252653"/>
                  </a:lnTo>
                  <a:close/>
                </a:path>
                <a:path w="245109" h="1608454">
                  <a:moveTo>
                    <a:pt x="244729" y="0"/>
                  </a:moveTo>
                  <a:lnTo>
                    <a:pt x="0" y="0"/>
                  </a:lnTo>
                  <a:lnTo>
                    <a:pt x="0" y="71056"/>
                  </a:lnTo>
                  <a:lnTo>
                    <a:pt x="244729" y="71056"/>
                  </a:lnTo>
                  <a:lnTo>
                    <a:pt x="24472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" name="object 76" descr=""/>
          <p:cNvGrpSpPr/>
          <p:nvPr/>
        </p:nvGrpSpPr>
        <p:grpSpPr>
          <a:xfrm>
            <a:off x="7046313" y="7427754"/>
            <a:ext cx="968375" cy="1701164"/>
            <a:chOff x="7046313" y="7427754"/>
            <a:chExt cx="968375" cy="1701164"/>
          </a:xfrm>
        </p:grpSpPr>
        <p:sp>
          <p:nvSpPr>
            <p:cNvPr id="77" name="object 77" descr=""/>
            <p:cNvSpPr/>
            <p:nvPr/>
          </p:nvSpPr>
          <p:spPr>
            <a:xfrm>
              <a:off x="7046313" y="7749235"/>
              <a:ext cx="760095" cy="1113155"/>
            </a:xfrm>
            <a:custGeom>
              <a:avLst/>
              <a:gdLst/>
              <a:ahLst/>
              <a:cxnLst/>
              <a:rect l="l" t="t" r="r" b="b"/>
              <a:pathLst>
                <a:path w="760095" h="1113154">
                  <a:moveTo>
                    <a:pt x="549386" y="0"/>
                  </a:moveTo>
                  <a:lnTo>
                    <a:pt x="0" y="4753"/>
                  </a:lnTo>
                  <a:lnTo>
                    <a:pt x="167" y="21978"/>
                  </a:lnTo>
                  <a:lnTo>
                    <a:pt x="532004" y="17392"/>
                  </a:lnTo>
                  <a:lnTo>
                    <a:pt x="522717" y="1112562"/>
                  </a:lnTo>
                  <a:lnTo>
                    <a:pt x="759777" y="1112562"/>
                  </a:lnTo>
                  <a:lnTo>
                    <a:pt x="759777" y="1095327"/>
                  </a:lnTo>
                  <a:lnTo>
                    <a:pt x="540098" y="1095327"/>
                  </a:lnTo>
                  <a:lnTo>
                    <a:pt x="549386" y="0"/>
                  </a:lnTo>
                  <a:close/>
                </a:path>
              </a:pathLst>
            </a:custGeom>
            <a:solidFill>
              <a:srgbClr val="6464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069704" y="7427754"/>
              <a:ext cx="945515" cy="1701164"/>
            </a:xfrm>
            <a:custGeom>
              <a:avLst/>
              <a:gdLst/>
              <a:ahLst/>
              <a:cxnLst/>
              <a:rect l="l" t="t" r="r" b="b"/>
              <a:pathLst>
                <a:path w="945515" h="1701165">
                  <a:moveTo>
                    <a:pt x="330230" y="0"/>
                  </a:moveTo>
                  <a:lnTo>
                    <a:pt x="0" y="0"/>
                  </a:lnTo>
                  <a:lnTo>
                    <a:pt x="0" y="17224"/>
                  </a:lnTo>
                  <a:lnTo>
                    <a:pt x="312943" y="17224"/>
                  </a:lnTo>
                  <a:lnTo>
                    <a:pt x="308273" y="1699665"/>
                  </a:lnTo>
                  <a:lnTo>
                    <a:pt x="944913" y="1700838"/>
                  </a:lnTo>
                  <a:lnTo>
                    <a:pt x="944945" y="1683613"/>
                  </a:lnTo>
                  <a:lnTo>
                    <a:pt x="325560" y="1682472"/>
                  </a:lnTo>
                  <a:lnTo>
                    <a:pt x="330230" y="0"/>
                  </a:lnTo>
                  <a:close/>
                </a:path>
              </a:pathLst>
            </a:custGeom>
            <a:solidFill>
              <a:srgbClr val="66666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/>
          <p:nvPr/>
        </p:nvSpPr>
        <p:spPr>
          <a:xfrm>
            <a:off x="9375902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575" y="148267"/>
                </a:lnTo>
                <a:lnTo>
                  <a:pt x="22575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9538421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575" y="148267"/>
                </a:lnTo>
                <a:lnTo>
                  <a:pt x="22575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9700887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543" y="148267"/>
                </a:lnTo>
                <a:lnTo>
                  <a:pt x="22543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9836297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596" y="148267"/>
                </a:lnTo>
                <a:lnTo>
                  <a:pt x="22596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9998816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596" y="148267"/>
                </a:lnTo>
                <a:lnTo>
                  <a:pt x="22596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10161272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606" y="148267"/>
                </a:lnTo>
                <a:lnTo>
                  <a:pt x="22606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10323790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596" y="148267"/>
                </a:lnTo>
                <a:lnTo>
                  <a:pt x="22596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10459189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596" y="148267"/>
                </a:lnTo>
                <a:lnTo>
                  <a:pt x="22596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10621687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575" y="148267"/>
                </a:lnTo>
                <a:lnTo>
                  <a:pt x="22575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10784195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596" y="148267"/>
                </a:lnTo>
                <a:lnTo>
                  <a:pt x="22596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10946661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627" y="148267"/>
                </a:lnTo>
                <a:lnTo>
                  <a:pt x="22627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11082081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627" y="148267"/>
                </a:lnTo>
                <a:lnTo>
                  <a:pt x="22627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11244610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554" y="148267"/>
                </a:lnTo>
                <a:lnTo>
                  <a:pt x="22554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/>
          <p:nvPr/>
        </p:nvSpPr>
        <p:spPr>
          <a:xfrm>
            <a:off x="11416354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721" y="148267"/>
                </a:lnTo>
                <a:lnTo>
                  <a:pt x="22721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11579856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805" y="148267"/>
                </a:lnTo>
                <a:lnTo>
                  <a:pt x="22805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11743474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742" y="148267"/>
                </a:lnTo>
                <a:lnTo>
                  <a:pt x="22742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11907061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763" y="148267"/>
                </a:lnTo>
                <a:lnTo>
                  <a:pt x="22763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12043340" y="8347902"/>
            <a:ext cx="22860" cy="148590"/>
          </a:xfrm>
          <a:custGeom>
            <a:avLst/>
            <a:gdLst/>
            <a:ahLst/>
            <a:cxnLst/>
            <a:rect l="l" t="t" r="r" b="b"/>
            <a:pathLst>
              <a:path w="22859" h="148590">
                <a:moveTo>
                  <a:pt x="0" y="148267"/>
                </a:moveTo>
                <a:lnTo>
                  <a:pt x="22805" y="148267"/>
                </a:lnTo>
                <a:lnTo>
                  <a:pt x="22805" y="0"/>
                </a:lnTo>
                <a:lnTo>
                  <a:pt x="0" y="0"/>
                </a:lnTo>
                <a:lnTo>
                  <a:pt x="0" y="148267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9291549" y="8335194"/>
            <a:ext cx="2945765" cy="161290"/>
          </a:xfrm>
          <a:custGeom>
            <a:avLst/>
            <a:gdLst/>
            <a:ahLst/>
            <a:cxnLst/>
            <a:rect l="l" t="t" r="r" b="b"/>
            <a:pathLst>
              <a:path w="2945765" h="161290">
                <a:moveTo>
                  <a:pt x="2945701" y="0"/>
                </a:moveTo>
                <a:lnTo>
                  <a:pt x="0" y="0"/>
                </a:lnTo>
                <a:lnTo>
                  <a:pt x="0" y="25450"/>
                </a:lnTo>
                <a:lnTo>
                  <a:pt x="2915462" y="25450"/>
                </a:lnTo>
                <a:lnTo>
                  <a:pt x="2915462" y="46850"/>
                </a:lnTo>
                <a:lnTo>
                  <a:pt x="0" y="46850"/>
                </a:lnTo>
                <a:lnTo>
                  <a:pt x="0" y="57988"/>
                </a:lnTo>
                <a:lnTo>
                  <a:pt x="2915462" y="57988"/>
                </a:lnTo>
                <a:lnTo>
                  <a:pt x="2915462" y="97713"/>
                </a:lnTo>
                <a:lnTo>
                  <a:pt x="0" y="97713"/>
                </a:lnTo>
                <a:lnTo>
                  <a:pt x="0" y="108813"/>
                </a:lnTo>
                <a:lnTo>
                  <a:pt x="2915462" y="108813"/>
                </a:lnTo>
                <a:lnTo>
                  <a:pt x="2915462" y="160985"/>
                </a:lnTo>
                <a:lnTo>
                  <a:pt x="2938107" y="160985"/>
                </a:lnTo>
                <a:lnTo>
                  <a:pt x="2938107" y="25450"/>
                </a:lnTo>
                <a:lnTo>
                  <a:pt x="2945701" y="25450"/>
                </a:lnTo>
                <a:lnTo>
                  <a:pt x="2945701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8" name="object 98" descr=""/>
          <p:cNvGrpSpPr/>
          <p:nvPr/>
        </p:nvGrpSpPr>
        <p:grpSpPr>
          <a:xfrm>
            <a:off x="8895519" y="8606293"/>
            <a:ext cx="3409315" cy="1633220"/>
            <a:chOff x="8895519" y="8606293"/>
            <a:chExt cx="3409315" cy="1633220"/>
          </a:xfrm>
        </p:grpSpPr>
        <p:sp>
          <p:nvSpPr>
            <p:cNvPr id="99" name="object 99" descr=""/>
            <p:cNvSpPr/>
            <p:nvPr/>
          </p:nvSpPr>
          <p:spPr>
            <a:xfrm>
              <a:off x="8895512" y="8606301"/>
              <a:ext cx="2388870" cy="1630680"/>
            </a:xfrm>
            <a:custGeom>
              <a:avLst/>
              <a:gdLst/>
              <a:ahLst/>
              <a:cxnLst/>
              <a:rect l="l" t="t" r="r" b="b"/>
              <a:pathLst>
                <a:path w="2388870" h="1630679">
                  <a:moveTo>
                    <a:pt x="2388857" y="0"/>
                  </a:moveTo>
                  <a:lnTo>
                    <a:pt x="0" y="0"/>
                  </a:lnTo>
                  <a:lnTo>
                    <a:pt x="0" y="786180"/>
                  </a:lnTo>
                  <a:lnTo>
                    <a:pt x="0" y="1630641"/>
                  </a:lnTo>
                  <a:lnTo>
                    <a:pt x="2388857" y="1630641"/>
                  </a:lnTo>
                  <a:lnTo>
                    <a:pt x="2388857" y="786180"/>
                  </a:lnTo>
                  <a:lnTo>
                    <a:pt x="2388857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1278494" y="8606293"/>
              <a:ext cx="946785" cy="1630680"/>
            </a:xfrm>
            <a:custGeom>
              <a:avLst/>
              <a:gdLst/>
              <a:ahLst/>
              <a:cxnLst/>
              <a:rect l="l" t="t" r="r" b="b"/>
              <a:pathLst>
                <a:path w="946784" h="1630679">
                  <a:moveTo>
                    <a:pt x="0" y="1630641"/>
                  </a:moveTo>
                  <a:lnTo>
                    <a:pt x="946180" y="1630641"/>
                  </a:lnTo>
                  <a:lnTo>
                    <a:pt x="946180" y="0"/>
                  </a:lnTo>
                  <a:lnTo>
                    <a:pt x="0" y="0"/>
                  </a:lnTo>
                  <a:lnTo>
                    <a:pt x="0" y="1630641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1995383" y="9478141"/>
              <a:ext cx="31115" cy="535305"/>
            </a:xfrm>
            <a:custGeom>
              <a:avLst/>
              <a:gdLst/>
              <a:ahLst/>
              <a:cxnLst/>
              <a:rect l="l" t="t" r="r" b="b"/>
              <a:pathLst>
                <a:path w="31115" h="535304">
                  <a:moveTo>
                    <a:pt x="0" y="535009"/>
                  </a:moveTo>
                  <a:lnTo>
                    <a:pt x="30742" y="535009"/>
                  </a:lnTo>
                  <a:lnTo>
                    <a:pt x="30742" y="0"/>
                  </a:lnTo>
                  <a:lnTo>
                    <a:pt x="0" y="0"/>
                  </a:lnTo>
                  <a:lnTo>
                    <a:pt x="0" y="535009"/>
                  </a:lnTo>
                  <a:close/>
                </a:path>
              </a:pathLst>
            </a:custGeom>
            <a:solidFill>
              <a:srgbClr val="A9CC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1510518" y="9464935"/>
              <a:ext cx="485140" cy="648970"/>
            </a:xfrm>
            <a:custGeom>
              <a:avLst/>
              <a:gdLst/>
              <a:ahLst/>
              <a:cxnLst/>
              <a:rect l="l" t="t" r="r" b="b"/>
              <a:pathLst>
                <a:path w="485140" h="648970">
                  <a:moveTo>
                    <a:pt x="484860" y="13208"/>
                  </a:moveTo>
                  <a:lnTo>
                    <a:pt x="231444" y="13208"/>
                  </a:lnTo>
                  <a:lnTo>
                    <a:pt x="231444" y="0"/>
                  </a:lnTo>
                  <a:lnTo>
                    <a:pt x="0" y="0"/>
                  </a:lnTo>
                  <a:lnTo>
                    <a:pt x="0" y="13208"/>
                  </a:lnTo>
                  <a:lnTo>
                    <a:pt x="0" y="617220"/>
                  </a:lnTo>
                  <a:lnTo>
                    <a:pt x="0" y="617804"/>
                  </a:lnTo>
                  <a:lnTo>
                    <a:pt x="0" y="648944"/>
                  </a:lnTo>
                  <a:lnTo>
                    <a:pt x="254254" y="648944"/>
                  </a:lnTo>
                  <a:lnTo>
                    <a:pt x="254254" y="617804"/>
                  </a:lnTo>
                  <a:lnTo>
                    <a:pt x="254254" y="617220"/>
                  </a:lnTo>
                  <a:lnTo>
                    <a:pt x="484860" y="617220"/>
                  </a:lnTo>
                  <a:lnTo>
                    <a:pt x="484860" y="13208"/>
                  </a:lnTo>
                  <a:close/>
                </a:path>
              </a:pathLst>
            </a:custGeom>
            <a:solidFill>
              <a:srgbClr val="02131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1509781" y="10077278"/>
              <a:ext cx="164465" cy="5715"/>
            </a:xfrm>
            <a:custGeom>
              <a:avLst/>
              <a:gdLst/>
              <a:ahLst/>
              <a:cxnLst/>
              <a:rect l="l" t="t" r="r" b="b"/>
              <a:pathLst>
                <a:path w="164465" h="5715">
                  <a:moveTo>
                    <a:pt x="163944" y="0"/>
                  </a:moveTo>
                  <a:lnTo>
                    <a:pt x="0" y="0"/>
                  </a:lnTo>
                  <a:lnTo>
                    <a:pt x="0" y="4876"/>
                  </a:lnTo>
                  <a:lnTo>
                    <a:pt x="0" y="5448"/>
                  </a:lnTo>
                  <a:lnTo>
                    <a:pt x="163944" y="5448"/>
                  </a:lnTo>
                  <a:lnTo>
                    <a:pt x="163944" y="4876"/>
                  </a:lnTo>
                  <a:lnTo>
                    <a:pt x="16394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1481242" y="9419504"/>
              <a:ext cx="260985" cy="59055"/>
            </a:xfrm>
            <a:custGeom>
              <a:avLst/>
              <a:gdLst/>
              <a:ahLst/>
              <a:cxnLst/>
              <a:rect l="l" t="t" r="r" b="b"/>
              <a:pathLst>
                <a:path w="260984" h="59054">
                  <a:moveTo>
                    <a:pt x="260714" y="0"/>
                  </a:moveTo>
                  <a:lnTo>
                    <a:pt x="0" y="0"/>
                  </a:lnTo>
                  <a:lnTo>
                    <a:pt x="0" y="58636"/>
                  </a:lnTo>
                  <a:lnTo>
                    <a:pt x="260714" y="58636"/>
                  </a:lnTo>
                  <a:lnTo>
                    <a:pt x="260714" y="0"/>
                  </a:lnTo>
                  <a:close/>
                </a:path>
              </a:pathLst>
            </a:custGeom>
            <a:solidFill>
              <a:srgbClr val="BBBA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1741967" y="9419504"/>
              <a:ext cx="562610" cy="59055"/>
            </a:xfrm>
            <a:custGeom>
              <a:avLst/>
              <a:gdLst/>
              <a:ahLst/>
              <a:cxnLst/>
              <a:rect l="l" t="t" r="r" b="b"/>
              <a:pathLst>
                <a:path w="562609" h="59054">
                  <a:moveTo>
                    <a:pt x="562485" y="0"/>
                  </a:moveTo>
                  <a:lnTo>
                    <a:pt x="0" y="0"/>
                  </a:lnTo>
                  <a:lnTo>
                    <a:pt x="0" y="58636"/>
                  </a:lnTo>
                  <a:lnTo>
                    <a:pt x="562485" y="58636"/>
                  </a:lnTo>
                  <a:lnTo>
                    <a:pt x="56248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1506518" y="10013169"/>
              <a:ext cx="259079" cy="148590"/>
            </a:xfrm>
            <a:custGeom>
              <a:avLst/>
              <a:gdLst/>
              <a:ahLst/>
              <a:cxnLst/>
              <a:rect l="l" t="t" r="r" b="b"/>
              <a:pathLst>
                <a:path w="259079" h="148590">
                  <a:moveTo>
                    <a:pt x="258876" y="68986"/>
                  </a:moveTo>
                  <a:lnTo>
                    <a:pt x="168833" y="68986"/>
                  </a:lnTo>
                  <a:lnTo>
                    <a:pt x="168833" y="0"/>
                  </a:lnTo>
                  <a:lnTo>
                    <a:pt x="0" y="0"/>
                  </a:lnTo>
                  <a:lnTo>
                    <a:pt x="0" y="69557"/>
                  </a:lnTo>
                  <a:lnTo>
                    <a:pt x="508" y="69557"/>
                  </a:lnTo>
                  <a:lnTo>
                    <a:pt x="508" y="148488"/>
                  </a:lnTo>
                  <a:lnTo>
                    <a:pt x="258876" y="148488"/>
                  </a:lnTo>
                  <a:lnTo>
                    <a:pt x="258876" y="68986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1673726" y="10013156"/>
              <a:ext cx="553720" cy="226060"/>
            </a:xfrm>
            <a:custGeom>
              <a:avLst/>
              <a:gdLst/>
              <a:ahLst/>
              <a:cxnLst/>
              <a:rect l="l" t="t" r="r" b="b"/>
              <a:pathLst>
                <a:path w="553720" h="226059">
                  <a:moveTo>
                    <a:pt x="553110" y="145008"/>
                  </a:moveTo>
                  <a:lnTo>
                    <a:pt x="463715" y="145008"/>
                  </a:lnTo>
                  <a:lnTo>
                    <a:pt x="463715" y="144640"/>
                  </a:lnTo>
                  <a:lnTo>
                    <a:pt x="463715" y="68846"/>
                  </a:lnTo>
                  <a:lnTo>
                    <a:pt x="374408" y="68846"/>
                  </a:lnTo>
                  <a:lnTo>
                    <a:pt x="374408" y="0"/>
                  </a:lnTo>
                  <a:lnTo>
                    <a:pt x="0" y="0"/>
                  </a:lnTo>
                  <a:lnTo>
                    <a:pt x="0" y="69583"/>
                  </a:lnTo>
                  <a:lnTo>
                    <a:pt x="91046" y="69583"/>
                  </a:lnTo>
                  <a:lnTo>
                    <a:pt x="91046" y="144640"/>
                  </a:lnTo>
                  <a:lnTo>
                    <a:pt x="91046" y="147612"/>
                  </a:lnTo>
                  <a:lnTo>
                    <a:pt x="178727" y="147612"/>
                  </a:lnTo>
                  <a:lnTo>
                    <a:pt x="178727" y="225933"/>
                  </a:lnTo>
                  <a:lnTo>
                    <a:pt x="553110" y="225933"/>
                  </a:lnTo>
                  <a:lnTo>
                    <a:pt x="553110" y="145008"/>
                  </a:lnTo>
                  <a:close/>
                </a:path>
              </a:pathLst>
            </a:custGeom>
            <a:solidFill>
              <a:srgbClr val="4848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1673434" y="10051624"/>
              <a:ext cx="464184" cy="107314"/>
            </a:xfrm>
            <a:custGeom>
              <a:avLst/>
              <a:gdLst/>
              <a:ahLst/>
              <a:cxnLst/>
              <a:rect l="l" t="t" r="r" b="b"/>
              <a:pathLst>
                <a:path w="464184" h="107315">
                  <a:moveTo>
                    <a:pt x="374700" y="0"/>
                  </a:moveTo>
                  <a:lnTo>
                    <a:pt x="0" y="0"/>
                  </a:lnTo>
                  <a:lnTo>
                    <a:pt x="0" y="31115"/>
                  </a:lnTo>
                  <a:lnTo>
                    <a:pt x="374700" y="31115"/>
                  </a:lnTo>
                  <a:lnTo>
                    <a:pt x="374700" y="0"/>
                  </a:lnTo>
                  <a:close/>
                </a:path>
                <a:path w="464184" h="107315">
                  <a:moveTo>
                    <a:pt x="464007" y="84035"/>
                  </a:moveTo>
                  <a:lnTo>
                    <a:pt x="90652" y="84035"/>
                  </a:lnTo>
                  <a:lnTo>
                    <a:pt x="90652" y="106172"/>
                  </a:lnTo>
                  <a:lnTo>
                    <a:pt x="90652" y="106908"/>
                  </a:lnTo>
                  <a:lnTo>
                    <a:pt x="464007" y="106908"/>
                  </a:lnTo>
                  <a:lnTo>
                    <a:pt x="464007" y="106172"/>
                  </a:lnTo>
                  <a:lnTo>
                    <a:pt x="464007" y="84035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1505953" y="10157795"/>
              <a:ext cx="347980" cy="81280"/>
            </a:xfrm>
            <a:custGeom>
              <a:avLst/>
              <a:gdLst/>
              <a:ahLst/>
              <a:cxnLst/>
              <a:rect l="l" t="t" r="r" b="b"/>
              <a:pathLst>
                <a:path w="347979" h="81279">
                  <a:moveTo>
                    <a:pt x="347675" y="0"/>
                  </a:moveTo>
                  <a:lnTo>
                    <a:pt x="0" y="0"/>
                  </a:lnTo>
                  <a:lnTo>
                    <a:pt x="0" y="81138"/>
                  </a:lnTo>
                  <a:lnTo>
                    <a:pt x="347675" y="81138"/>
                  </a:lnTo>
                  <a:lnTo>
                    <a:pt x="347675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1853105" y="10216411"/>
              <a:ext cx="373380" cy="23495"/>
            </a:xfrm>
            <a:custGeom>
              <a:avLst/>
              <a:gdLst/>
              <a:ahLst/>
              <a:cxnLst/>
              <a:rect l="l" t="t" r="r" b="b"/>
              <a:pathLst>
                <a:path w="373379" h="23495">
                  <a:moveTo>
                    <a:pt x="373328" y="0"/>
                  </a:moveTo>
                  <a:lnTo>
                    <a:pt x="0" y="0"/>
                  </a:lnTo>
                  <a:lnTo>
                    <a:pt x="0" y="22910"/>
                  </a:lnTo>
                  <a:lnTo>
                    <a:pt x="373328" y="22910"/>
                  </a:lnTo>
                  <a:lnTo>
                    <a:pt x="373328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" name="object 111" descr=""/>
          <p:cNvGrpSpPr/>
          <p:nvPr/>
        </p:nvGrpSpPr>
        <p:grpSpPr>
          <a:xfrm>
            <a:off x="9291549" y="8496170"/>
            <a:ext cx="2938780" cy="1742439"/>
            <a:chOff x="9291549" y="8496170"/>
            <a:chExt cx="2938780" cy="1742439"/>
          </a:xfrm>
        </p:grpSpPr>
        <p:sp>
          <p:nvSpPr>
            <p:cNvPr id="112" name="object 112" descr=""/>
            <p:cNvSpPr/>
            <p:nvPr/>
          </p:nvSpPr>
          <p:spPr>
            <a:xfrm>
              <a:off x="9291549" y="8496170"/>
              <a:ext cx="1988820" cy="54610"/>
            </a:xfrm>
            <a:custGeom>
              <a:avLst/>
              <a:gdLst/>
              <a:ahLst/>
              <a:cxnLst/>
              <a:rect l="l" t="t" r="r" b="b"/>
              <a:pathLst>
                <a:path w="1988820" h="54609">
                  <a:moveTo>
                    <a:pt x="0" y="54082"/>
                  </a:moveTo>
                  <a:lnTo>
                    <a:pt x="1988389" y="54082"/>
                  </a:lnTo>
                  <a:lnTo>
                    <a:pt x="1988389" y="0"/>
                  </a:lnTo>
                  <a:lnTo>
                    <a:pt x="0" y="0"/>
                  </a:lnTo>
                  <a:lnTo>
                    <a:pt x="0" y="54082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9291549" y="8550252"/>
              <a:ext cx="1988820" cy="56515"/>
            </a:xfrm>
            <a:custGeom>
              <a:avLst/>
              <a:gdLst/>
              <a:ahLst/>
              <a:cxnLst/>
              <a:rect l="l" t="t" r="r" b="b"/>
              <a:pathLst>
                <a:path w="1988820" h="56515">
                  <a:moveTo>
                    <a:pt x="0" y="56040"/>
                  </a:moveTo>
                  <a:lnTo>
                    <a:pt x="1988389" y="56040"/>
                  </a:lnTo>
                  <a:lnTo>
                    <a:pt x="1988389" y="0"/>
                  </a:lnTo>
                  <a:lnTo>
                    <a:pt x="0" y="0"/>
                  </a:lnTo>
                  <a:lnTo>
                    <a:pt x="0" y="56040"/>
                  </a:lnTo>
                  <a:close/>
                </a:path>
              </a:pathLst>
            </a:custGeom>
            <a:solidFill>
              <a:srgbClr val="BBBA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9291549" y="8607339"/>
              <a:ext cx="2935605" cy="100965"/>
            </a:xfrm>
            <a:custGeom>
              <a:avLst/>
              <a:gdLst/>
              <a:ahLst/>
              <a:cxnLst/>
              <a:rect l="l" t="t" r="r" b="b"/>
              <a:pathLst>
                <a:path w="2935604" h="100965">
                  <a:moveTo>
                    <a:pt x="0" y="100583"/>
                  </a:moveTo>
                  <a:lnTo>
                    <a:pt x="2935041" y="100583"/>
                  </a:lnTo>
                  <a:lnTo>
                    <a:pt x="2935041" y="0"/>
                  </a:lnTo>
                  <a:lnTo>
                    <a:pt x="0" y="0"/>
                  </a:lnTo>
                  <a:lnTo>
                    <a:pt x="0" y="100583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1275740" y="8496170"/>
              <a:ext cx="954405" cy="54610"/>
            </a:xfrm>
            <a:custGeom>
              <a:avLst/>
              <a:gdLst/>
              <a:ahLst/>
              <a:cxnLst/>
              <a:rect l="l" t="t" r="r" b="b"/>
              <a:pathLst>
                <a:path w="954404" h="54609">
                  <a:moveTo>
                    <a:pt x="0" y="54082"/>
                  </a:moveTo>
                  <a:lnTo>
                    <a:pt x="954065" y="54082"/>
                  </a:lnTo>
                  <a:lnTo>
                    <a:pt x="954065" y="0"/>
                  </a:lnTo>
                  <a:lnTo>
                    <a:pt x="0" y="0"/>
                  </a:lnTo>
                  <a:lnTo>
                    <a:pt x="0" y="54082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1275740" y="8550252"/>
              <a:ext cx="954405" cy="56515"/>
            </a:xfrm>
            <a:custGeom>
              <a:avLst/>
              <a:gdLst/>
              <a:ahLst/>
              <a:cxnLst/>
              <a:rect l="l" t="t" r="r" b="b"/>
              <a:pathLst>
                <a:path w="954404" h="56515">
                  <a:moveTo>
                    <a:pt x="954065" y="0"/>
                  </a:moveTo>
                  <a:lnTo>
                    <a:pt x="0" y="0"/>
                  </a:lnTo>
                  <a:lnTo>
                    <a:pt x="0" y="56040"/>
                  </a:lnTo>
                  <a:lnTo>
                    <a:pt x="954065" y="56040"/>
                  </a:lnTo>
                  <a:lnTo>
                    <a:pt x="954065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0762869" y="8613463"/>
              <a:ext cx="205104" cy="1622425"/>
            </a:xfrm>
            <a:custGeom>
              <a:avLst/>
              <a:gdLst/>
              <a:ahLst/>
              <a:cxnLst/>
              <a:rect l="l" t="t" r="r" b="b"/>
              <a:pathLst>
                <a:path w="205104" h="1622425">
                  <a:moveTo>
                    <a:pt x="204660" y="0"/>
                  </a:moveTo>
                  <a:lnTo>
                    <a:pt x="177990" y="0"/>
                  </a:lnTo>
                  <a:lnTo>
                    <a:pt x="177990" y="126707"/>
                  </a:lnTo>
                  <a:lnTo>
                    <a:pt x="177990" y="167932"/>
                  </a:lnTo>
                  <a:lnTo>
                    <a:pt x="177990" y="1495552"/>
                  </a:lnTo>
                  <a:lnTo>
                    <a:pt x="26644" y="1495552"/>
                  </a:lnTo>
                  <a:lnTo>
                    <a:pt x="26644" y="1384617"/>
                  </a:lnTo>
                  <a:lnTo>
                    <a:pt x="177990" y="1384617"/>
                  </a:lnTo>
                  <a:lnTo>
                    <a:pt x="177990" y="1343469"/>
                  </a:lnTo>
                  <a:lnTo>
                    <a:pt x="26644" y="1343469"/>
                  </a:lnTo>
                  <a:lnTo>
                    <a:pt x="26644" y="1257909"/>
                  </a:lnTo>
                  <a:lnTo>
                    <a:pt x="177990" y="1257909"/>
                  </a:lnTo>
                  <a:lnTo>
                    <a:pt x="177990" y="1216723"/>
                  </a:lnTo>
                  <a:lnTo>
                    <a:pt x="26644" y="1216723"/>
                  </a:lnTo>
                  <a:lnTo>
                    <a:pt x="26644" y="1105801"/>
                  </a:lnTo>
                  <a:lnTo>
                    <a:pt x="177990" y="1105801"/>
                  </a:lnTo>
                  <a:lnTo>
                    <a:pt x="177990" y="1064628"/>
                  </a:lnTo>
                  <a:lnTo>
                    <a:pt x="26644" y="1064628"/>
                  </a:lnTo>
                  <a:lnTo>
                    <a:pt x="26644" y="979068"/>
                  </a:lnTo>
                  <a:lnTo>
                    <a:pt x="177990" y="979068"/>
                  </a:lnTo>
                  <a:lnTo>
                    <a:pt x="177990" y="937882"/>
                  </a:lnTo>
                  <a:lnTo>
                    <a:pt x="26644" y="937882"/>
                  </a:lnTo>
                  <a:lnTo>
                    <a:pt x="26644" y="852335"/>
                  </a:lnTo>
                  <a:lnTo>
                    <a:pt x="177990" y="852335"/>
                  </a:lnTo>
                  <a:lnTo>
                    <a:pt x="177990" y="811136"/>
                  </a:lnTo>
                  <a:lnTo>
                    <a:pt x="26644" y="811136"/>
                  </a:lnTo>
                  <a:lnTo>
                    <a:pt x="26644" y="725589"/>
                  </a:lnTo>
                  <a:lnTo>
                    <a:pt x="177990" y="725589"/>
                  </a:lnTo>
                  <a:lnTo>
                    <a:pt x="177990" y="684377"/>
                  </a:lnTo>
                  <a:lnTo>
                    <a:pt x="26644" y="684377"/>
                  </a:lnTo>
                  <a:lnTo>
                    <a:pt x="26644" y="573519"/>
                  </a:lnTo>
                  <a:lnTo>
                    <a:pt x="177990" y="573519"/>
                  </a:lnTo>
                  <a:lnTo>
                    <a:pt x="177990" y="532295"/>
                  </a:lnTo>
                  <a:lnTo>
                    <a:pt x="26644" y="532295"/>
                  </a:lnTo>
                  <a:lnTo>
                    <a:pt x="26644" y="446735"/>
                  </a:lnTo>
                  <a:lnTo>
                    <a:pt x="177990" y="446735"/>
                  </a:lnTo>
                  <a:lnTo>
                    <a:pt x="177990" y="405561"/>
                  </a:lnTo>
                  <a:lnTo>
                    <a:pt x="26644" y="405561"/>
                  </a:lnTo>
                  <a:lnTo>
                    <a:pt x="26644" y="320014"/>
                  </a:lnTo>
                  <a:lnTo>
                    <a:pt x="177990" y="320014"/>
                  </a:lnTo>
                  <a:lnTo>
                    <a:pt x="177990" y="278841"/>
                  </a:lnTo>
                  <a:lnTo>
                    <a:pt x="26644" y="278841"/>
                  </a:lnTo>
                  <a:lnTo>
                    <a:pt x="26644" y="167932"/>
                  </a:lnTo>
                  <a:lnTo>
                    <a:pt x="177990" y="167932"/>
                  </a:lnTo>
                  <a:lnTo>
                    <a:pt x="177990" y="126707"/>
                  </a:lnTo>
                  <a:lnTo>
                    <a:pt x="26644" y="126707"/>
                  </a:lnTo>
                  <a:lnTo>
                    <a:pt x="26644" y="0"/>
                  </a:lnTo>
                  <a:lnTo>
                    <a:pt x="0" y="0"/>
                  </a:lnTo>
                  <a:lnTo>
                    <a:pt x="0" y="1622285"/>
                  </a:lnTo>
                  <a:lnTo>
                    <a:pt x="26644" y="1622285"/>
                  </a:lnTo>
                  <a:lnTo>
                    <a:pt x="26644" y="1536738"/>
                  </a:lnTo>
                  <a:lnTo>
                    <a:pt x="177990" y="1536738"/>
                  </a:lnTo>
                  <a:lnTo>
                    <a:pt x="177990" y="1622285"/>
                  </a:lnTo>
                  <a:lnTo>
                    <a:pt x="204660" y="1622285"/>
                  </a:lnTo>
                  <a:lnTo>
                    <a:pt x="204660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0913339" y="8497487"/>
              <a:ext cx="212725" cy="1741170"/>
            </a:xfrm>
            <a:custGeom>
              <a:avLst/>
              <a:gdLst/>
              <a:ahLst/>
              <a:cxnLst/>
              <a:rect l="l" t="t" r="r" b="b"/>
              <a:pathLst>
                <a:path w="212725" h="1741170">
                  <a:moveTo>
                    <a:pt x="27698" y="0"/>
                  </a:moveTo>
                  <a:lnTo>
                    <a:pt x="0" y="0"/>
                  </a:lnTo>
                  <a:lnTo>
                    <a:pt x="0" y="1740801"/>
                  </a:lnTo>
                  <a:lnTo>
                    <a:pt x="27698" y="1740801"/>
                  </a:lnTo>
                  <a:lnTo>
                    <a:pt x="27698" y="0"/>
                  </a:lnTo>
                  <a:close/>
                </a:path>
                <a:path w="212725" h="1741170">
                  <a:moveTo>
                    <a:pt x="212369" y="0"/>
                  </a:moveTo>
                  <a:lnTo>
                    <a:pt x="184658" y="0"/>
                  </a:lnTo>
                  <a:lnTo>
                    <a:pt x="184658" y="1740801"/>
                  </a:lnTo>
                  <a:lnTo>
                    <a:pt x="212369" y="1740801"/>
                  </a:lnTo>
                  <a:lnTo>
                    <a:pt x="212369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0894860" y="8497487"/>
              <a:ext cx="212725" cy="1741170"/>
            </a:xfrm>
            <a:custGeom>
              <a:avLst/>
              <a:gdLst/>
              <a:ahLst/>
              <a:cxnLst/>
              <a:rect l="l" t="t" r="r" b="b"/>
              <a:pathLst>
                <a:path w="212725" h="1741170">
                  <a:moveTo>
                    <a:pt x="212356" y="0"/>
                  </a:moveTo>
                  <a:lnTo>
                    <a:pt x="184683" y="0"/>
                  </a:lnTo>
                  <a:lnTo>
                    <a:pt x="184683" y="135991"/>
                  </a:lnTo>
                  <a:lnTo>
                    <a:pt x="184683" y="180187"/>
                  </a:lnTo>
                  <a:lnTo>
                    <a:pt x="184683" y="1604810"/>
                  </a:lnTo>
                  <a:lnTo>
                    <a:pt x="27686" y="1604810"/>
                  </a:lnTo>
                  <a:lnTo>
                    <a:pt x="27686" y="1485798"/>
                  </a:lnTo>
                  <a:lnTo>
                    <a:pt x="184683" y="1485798"/>
                  </a:lnTo>
                  <a:lnTo>
                    <a:pt x="184683" y="1441615"/>
                  </a:lnTo>
                  <a:lnTo>
                    <a:pt x="27686" y="1441615"/>
                  </a:lnTo>
                  <a:lnTo>
                    <a:pt x="27686" y="1349794"/>
                  </a:lnTo>
                  <a:lnTo>
                    <a:pt x="184683" y="1349794"/>
                  </a:lnTo>
                  <a:lnTo>
                    <a:pt x="184683" y="1305585"/>
                  </a:lnTo>
                  <a:lnTo>
                    <a:pt x="27686" y="1305585"/>
                  </a:lnTo>
                  <a:lnTo>
                    <a:pt x="27686" y="1186586"/>
                  </a:lnTo>
                  <a:lnTo>
                    <a:pt x="184683" y="1186586"/>
                  </a:lnTo>
                  <a:lnTo>
                    <a:pt x="184683" y="1142377"/>
                  </a:lnTo>
                  <a:lnTo>
                    <a:pt x="27686" y="1142377"/>
                  </a:lnTo>
                  <a:lnTo>
                    <a:pt x="27686" y="1050607"/>
                  </a:lnTo>
                  <a:lnTo>
                    <a:pt x="184683" y="1050607"/>
                  </a:lnTo>
                  <a:lnTo>
                    <a:pt x="184683" y="1006424"/>
                  </a:lnTo>
                  <a:lnTo>
                    <a:pt x="27686" y="1006424"/>
                  </a:lnTo>
                  <a:lnTo>
                    <a:pt x="27686" y="914590"/>
                  </a:lnTo>
                  <a:lnTo>
                    <a:pt x="184683" y="914590"/>
                  </a:lnTo>
                  <a:lnTo>
                    <a:pt x="184683" y="870419"/>
                  </a:lnTo>
                  <a:lnTo>
                    <a:pt x="27686" y="870419"/>
                  </a:lnTo>
                  <a:lnTo>
                    <a:pt x="27686" y="778586"/>
                  </a:lnTo>
                  <a:lnTo>
                    <a:pt x="184683" y="778586"/>
                  </a:lnTo>
                  <a:lnTo>
                    <a:pt x="184683" y="734390"/>
                  </a:lnTo>
                  <a:lnTo>
                    <a:pt x="27686" y="734390"/>
                  </a:lnTo>
                  <a:lnTo>
                    <a:pt x="27686" y="615403"/>
                  </a:lnTo>
                  <a:lnTo>
                    <a:pt x="184683" y="615403"/>
                  </a:lnTo>
                  <a:lnTo>
                    <a:pt x="184683" y="571195"/>
                  </a:lnTo>
                  <a:lnTo>
                    <a:pt x="27686" y="571195"/>
                  </a:lnTo>
                  <a:lnTo>
                    <a:pt x="27686" y="479386"/>
                  </a:lnTo>
                  <a:lnTo>
                    <a:pt x="184683" y="479386"/>
                  </a:lnTo>
                  <a:lnTo>
                    <a:pt x="184683" y="435178"/>
                  </a:lnTo>
                  <a:lnTo>
                    <a:pt x="27686" y="435178"/>
                  </a:lnTo>
                  <a:lnTo>
                    <a:pt x="27686" y="343369"/>
                  </a:lnTo>
                  <a:lnTo>
                    <a:pt x="184683" y="343369"/>
                  </a:lnTo>
                  <a:lnTo>
                    <a:pt x="184683" y="299173"/>
                  </a:lnTo>
                  <a:lnTo>
                    <a:pt x="27686" y="299173"/>
                  </a:lnTo>
                  <a:lnTo>
                    <a:pt x="27686" y="180187"/>
                  </a:lnTo>
                  <a:lnTo>
                    <a:pt x="184683" y="180187"/>
                  </a:lnTo>
                  <a:lnTo>
                    <a:pt x="184683" y="135991"/>
                  </a:lnTo>
                  <a:lnTo>
                    <a:pt x="27686" y="135991"/>
                  </a:lnTo>
                  <a:lnTo>
                    <a:pt x="27686" y="0"/>
                  </a:lnTo>
                  <a:lnTo>
                    <a:pt x="0" y="0"/>
                  </a:lnTo>
                  <a:lnTo>
                    <a:pt x="0" y="1740801"/>
                  </a:lnTo>
                  <a:lnTo>
                    <a:pt x="27686" y="1740801"/>
                  </a:lnTo>
                  <a:lnTo>
                    <a:pt x="27686" y="1649018"/>
                  </a:lnTo>
                  <a:lnTo>
                    <a:pt x="184683" y="1649018"/>
                  </a:lnTo>
                  <a:lnTo>
                    <a:pt x="184683" y="1740801"/>
                  </a:lnTo>
                  <a:lnTo>
                    <a:pt x="212356" y="1740801"/>
                  </a:lnTo>
                  <a:lnTo>
                    <a:pt x="212356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0585461" y="9393771"/>
              <a:ext cx="693420" cy="843280"/>
            </a:xfrm>
            <a:custGeom>
              <a:avLst/>
              <a:gdLst/>
              <a:ahLst/>
              <a:cxnLst/>
              <a:rect l="l" t="t" r="r" b="b"/>
              <a:pathLst>
                <a:path w="693420" h="843279">
                  <a:moveTo>
                    <a:pt x="93232" y="0"/>
                  </a:moveTo>
                  <a:lnTo>
                    <a:pt x="4272" y="4575"/>
                  </a:lnTo>
                  <a:lnTo>
                    <a:pt x="0" y="843157"/>
                  </a:lnTo>
                  <a:lnTo>
                    <a:pt x="693036" y="843157"/>
                  </a:lnTo>
                  <a:lnTo>
                    <a:pt x="93232" y="0"/>
                  </a:lnTo>
                  <a:close/>
                </a:path>
              </a:pathLst>
            </a:custGeom>
            <a:solidFill>
              <a:srgbClr val="353535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1" name="object 121" descr=""/>
          <p:cNvGrpSpPr/>
          <p:nvPr/>
        </p:nvGrpSpPr>
        <p:grpSpPr>
          <a:xfrm>
            <a:off x="6441751" y="7304222"/>
            <a:ext cx="4221480" cy="2934970"/>
            <a:chOff x="6441751" y="7304222"/>
            <a:chExt cx="4221480" cy="2934970"/>
          </a:xfrm>
        </p:grpSpPr>
        <p:sp>
          <p:nvSpPr>
            <p:cNvPr id="122" name="object 122" descr=""/>
            <p:cNvSpPr/>
            <p:nvPr/>
          </p:nvSpPr>
          <p:spPr>
            <a:xfrm>
              <a:off x="6633239" y="7331578"/>
              <a:ext cx="596265" cy="2738120"/>
            </a:xfrm>
            <a:custGeom>
              <a:avLst/>
              <a:gdLst/>
              <a:ahLst/>
              <a:cxnLst/>
              <a:rect l="l" t="t" r="r" b="b"/>
              <a:pathLst>
                <a:path w="596265" h="2738120">
                  <a:moveTo>
                    <a:pt x="476142" y="0"/>
                  </a:moveTo>
                  <a:lnTo>
                    <a:pt x="82866" y="3277"/>
                  </a:lnTo>
                  <a:lnTo>
                    <a:pt x="0" y="2737864"/>
                  </a:lnTo>
                  <a:lnTo>
                    <a:pt x="595887" y="2732942"/>
                  </a:lnTo>
                  <a:lnTo>
                    <a:pt x="47614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6629400" y="7550917"/>
              <a:ext cx="591185" cy="1703705"/>
            </a:xfrm>
            <a:custGeom>
              <a:avLst/>
              <a:gdLst/>
              <a:ahLst/>
              <a:cxnLst/>
              <a:rect l="l" t="t" r="r" b="b"/>
              <a:pathLst>
                <a:path w="591184" h="1703704">
                  <a:moveTo>
                    <a:pt x="525424" y="357936"/>
                  </a:moveTo>
                  <a:lnTo>
                    <a:pt x="507974" y="0"/>
                  </a:lnTo>
                  <a:lnTo>
                    <a:pt x="57454" y="0"/>
                  </a:lnTo>
                  <a:lnTo>
                    <a:pt x="45364" y="357936"/>
                  </a:lnTo>
                  <a:lnTo>
                    <a:pt x="525424" y="357936"/>
                  </a:lnTo>
                  <a:close/>
                </a:path>
                <a:path w="591184" h="1703704">
                  <a:moveTo>
                    <a:pt x="558571" y="1037475"/>
                  </a:moveTo>
                  <a:lnTo>
                    <a:pt x="541096" y="679589"/>
                  </a:lnTo>
                  <a:lnTo>
                    <a:pt x="34493" y="679589"/>
                  </a:lnTo>
                  <a:lnTo>
                    <a:pt x="22466" y="1037475"/>
                  </a:lnTo>
                  <a:lnTo>
                    <a:pt x="558571" y="1037475"/>
                  </a:lnTo>
                  <a:close/>
                </a:path>
                <a:path w="591184" h="1703704">
                  <a:moveTo>
                    <a:pt x="590981" y="1703438"/>
                  </a:moveTo>
                  <a:lnTo>
                    <a:pt x="573532" y="1345552"/>
                  </a:lnTo>
                  <a:lnTo>
                    <a:pt x="12052" y="1345552"/>
                  </a:lnTo>
                  <a:lnTo>
                    <a:pt x="0" y="1703438"/>
                  </a:lnTo>
                  <a:lnTo>
                    <a:pt x="590981" y="1703438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6922076" y="7325445"/>
              <a:ext cx="333375" cy="2736215"/>
            </a:xfrm>
            <a:custGeom>
              <a:avLst/>
              <a:gdLst/>
              <a:ahLst/>
              <a:cxnLst/>
              <a:rect l="l" t="t" r="r" b="b"/>
              <a:pathLst>
                <a:path w="333375" h="2736215">
                  <a:moveTo>
                    <a:pt x="197313" y="0"/>
                  </a:moveTo>
                  <a:lnTo>
                    <a:pt x="0" y="1780"/>
                  </a:lnTo>
                  <a:lnTo>
                    <a:pt x="0" y="2735686"/>
                  </a:lnTo>
                  <a:lnTo>
                    <a:pt x="308796" y="2732963"/>
                  </a:lnTo>
                  <a:lnTo>
                    <a:pt x="304639" y="2629522"/>
                  </a:lnTo>
                  <a:lnTo>
                    <a:pt x="332764" y="2629522"/>
                  </a:lnTo>
                  <a:lnTo>
                    <a:pt x="316482" y="2271658"/>
                  </a:lnTo>
                  <a:lnTo>
                    <a:pt x="290012" y="2271658"/>
                  </a:lnTo>
                  <a:lnTo>
                    <a:pt x="275750" y="1922810"/>
                  </a:lnTo>
                  <a:lnTo>
                    <a:pt x="300681" y="1922810"/>
                  </a:lnTo>
                  <a:lnTo>
                    <a:pt x="284441" y="1564894"/>
                  </a:lnTo>
                  <a:lnTo>
                    <a:pt x="261154" y="1564894"/>
                  </a:lnTo>
                  <a:lnTo>
                    <a:pt x="248578" y="1256851"/>
                  </a:lnTo>
                  <a:lnTo>
                    <a:pt x="270442" y="1256851"/>
                  </a:lnTo>
                  <a:lnTo>
                    <a:pt x="254233" y="898925"/>
                  </a:lnTo>
                  <a:lnTo>
                    <a:pt x="233982" y="898925"/>
                  </a:lnTo>
                  <a:lnTo>
                    <a:pt x="220810" y="577280"/>
                  </a:lnTo>
                  <a:lnTo>
                    <a:pt x="239636" y="577280"/>
                  </a:lnTo>
                  <a:lnTo>
                    <a:pt x="223385" y="219385"/>
                  </a:lnTo>
                  <a:lnTo>
                    <a:pt x="206245" y="219385"/>
                  </a:lnTo>
                  <a:lnTo>
                    <a:pt x="197313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6677222" y="7306176"/>
              <a:ext cx="236220" cy="45085"/>
            </a:xfrm>
            <a:custGeom>
              <a:avLst/>
              <a:gdLst/>
              <a:ahLst/>
              <a:cxnLst/>
              <a:rect l="l" t="t" r="r" b="b"/>
              <a:pathLst>
                <a:path w="236220" h="45084">
                  <a:moveTo>
                    <a:pt x="235364" y="0"/>
                  </a:moveTo>
                  <a:lnTo>
                    <a:pt x="0" y="2041"/>
                  </a:lnTo>
                  <a:lnTo>
                    <a:pt x="335" y="44469"/>
                  </a:lnTo>
                  <a:lnTo>
                    <a:pt x="235636" y="42501"/>
                  </a:lnTo>
                  <a:lnTo>
                    <a:pt x="235364" y="0"/>
                  </a:lnTo>
                  <a:close/>
                </a:path>
              </a:pathLst>
            </a:custGeom>
            <a:solidFill>
              <a:srgbClr val="5A57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6912584" y="7304222"/>
              <a:ext cx="236220" cy="45085"/>
            </a:xfrm>
            <a:custGeom>
              <a:avLst/>
              <a:gdLst/>
              <a:ahLst/>
              <a:cxnLst/>
              <a:rect l="l" t="t" r="r" b="b"/>
              <a:pathLst>
                <a:path w="236220" h="45084">
                  <a:moveTo>
                    <a:pt x="235312" y="0"/>
                  </a:moveTo>
                  <a:lnTo>
                    <a:pt x="0" y="1947"/>
                  </a:lnTo>
                  <a:lnTo>
                    <a:pt x="272" y="44459"/>
                  </a:lnTo>
                  <a:lnTo>
                    <a:pt x="235636" y="42490"/>
                  </a:lnTo>
                  <a:lnTo>
                    <a:pt x="235312" y="0"/>
                  </a:lnTo>
                  <a:close/>
                </a:path>
              </a:pathLst>
            </a:custGeom>
            <a:solidFill>
              <a:srgbClr val="7979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6612102" y="7488446"/>
              <a:ext cx="631190" cy="1423670"/>
            </a:xfrm>
            <a:custGeom>
              <a:avLst/>
              <a:gdLst/>
              <a:ahLst/>
              <a:cxnLst/>
              <a:rect l="l" t="t" r="r" b="b"/>
              <a:pathLst>
                <a:path w="631190" h="1423670">
                  <a:moveTo>
                    <a:pt x="587603" y="0"/>
                  </a:moveTo>
                  <a:lnTo>
                    <a:pt x="579996" y="0"/>
                  </a:lnTo>
                  <a:lnTo>
                    <a:pt x="579996" y="6883"/>
                  </a:lnTo>
                  <a:lnTo>
                    <a:pt x="579996" y="12700"/>
                  </a:lnTo>
                  <a:lnTo>
                    <a:pt x="579996" y="15735"/>
                  </a:lnTo>
                  <a:lnTo>
                    <a:pt x="579996" y="26517"/>
                  </a:lnTo>
                  <a:lnTo>
                    <a:pt x="579996" y="29552"/>
                  </a:lnTo>
                  <a:lnTo>
                    <a:pt x="579996" y="57759"/>
                  </a:lnTo>
                  <a:lnTo>
                    <a:pt x="544639" y="57759"/>
                  </a:lnTo>
                  <a:lnTo>
                    <a:pt x="544639" y="29552"/>
                  </a:lnTo>
                  <a:lnTo>
                    <a:pt x="579996" y="29552"/>
                  </a:lnTo>
                  <a:lnTo>
                    <a:pt x="579996" y="26517"/>
                  </a:lnTo>
                  <a:lnTo>
                    <a:pt x="544639" y="26517"/>
                  </a:lnTo>
                  <a:lnTo>
                    <a:pt x="544639" y="15735"/>
                  </a:lnTo>
                  <a:lnTo>
                    <a:pt x="579996" y="15735"/>
                  </a:lnTo>
                  <a:lnTo>
                    <a:pt x="579996" y="12700"/>
                  </a:lnTo>
                  <a:lnTo>
                    <a:pt x="544639" y="12700"/>
                  </a:lnTo>
                  <a:lnTo>
                    <a:pt x="544639" y="6883"/>
                  </a:lnTo>
                  <a:lnTo>
                    <a:pt x="579996" y="6883"/>
                  </a:lnTo>
                  <a:lnTo>
                    <a:pt x="579996" y="0"/>
                  </a:lnTo>
                  <a:lnTo>
                    <a:pt x="538911" y="0"/>
                  </a:lnTo>
                  <a:lnTo>
                    <a:pt x="538911" y="6883"/>
                  </a:lnTo>
                  <a:lnTo>
                    <a:pt x="538911" y="12700"/>
                  </a:lnTo>
                  <a:lnTo>
                    <a:pt x="538911" y="15735"/>
                  </a:lnTo>
                  <a:lnTo>
                    <a:pt x="538911" y="26517"/>
                  </a:lnTo>
                  <a:lnTo>
                    <a:pt x="538911" y="29552"/>
                  </a:lnTo>
                  <a:lnTo>
                    <a:pt x="538911" y="57759"/>
                  </a:lnTo>
                  <a:lnTo>
                    <a:pt x="510362" y="57759"/>
                  </a:lnTo>
                  <a:lnTo>
                    <a:pt x="510362" y="29552"/>
                  </a:lnTo>
                  <a:lnTo>
                    <a:pt x="538911" y="29552"/>
                  </a:lnTo>
                  <a:lnTo>
                    <a:pt x="538911" y="26517"/>
                  </a:lnTo>
                  <a:lnTo>
                    <a:pt x="510362" y="26517"/>
                  </a:lnTo>
                  <a:lnTo>
                    <a:pt x="510362" y="15735"/>
                  </a:lnTo>
                  <a:lnTo>
                    <a:pt x="538911" y="15735"/>
                  </a:lnTo>
                  <a:lnTo>
                    <a:pt x="538911" y="12700"/>
                  </a:lnTo>
                  <a:lnTo>
                    <a:pt x="510362" y="12700"/>
                  </a:lnTo>
                  <a:lnTo>
                    <a:pt x="510362" y="6883"/>
                  </a:lnTo>
                  <a:lnTo>
                    <a:pt x="538911" y="6883"/>
                  </a:lnTo>
                  <a:lnTo>
                    <a:pt x="538911" y="0"/>
                  </a:lnTo>
                  <a:lnTo>
                    <a:pt x="504685" y="0"/>
                  </a:lnTo>
                  <a:lnTo>
                    <a:pt x="504685" y="6883"/>
                  </a:lnTo>
                  <a:lnTo>
                    <a:pt x="504685" y="12700"/>
                  </a:lnTo>
                  <a:lnTo>
                    <a:pt x="504685" y="15735"/>
                  </a:lnTo>
                  <a:lnTo>
                    <a:pt x="504685" y="26517"/>
                  </a:lnTo>
                  <a:lnTo>
                    <a:pt x="504685" y="29552"/>
                  </a:lnTo>
                  <a:lnTo>
                    <a:pt x="504685" y="57759"/>
                  </a:lnTo>
                  <a:lnTo>
                    <a:pt x="469303" y="57759"/>
                  </a:lnTo>
                  <a:lnTo>
                    <a:pt x="469303" y="29552"/>
                  </a:lnTo>
                  <a:lnTo>
                    <a:pt x="504685" y="29552"/>
                  </a:lnTo>
                  <a:lnTo>
                    <a:pt x="504685" y="26517"/>
                  </a:lnTo>
                  <a:lnTo>
                    <a:pt x="469303" y="26517"/>
                  </a:lnTo>
                  <a:lnTo>
                    <a:pt x="469303" y="15735"/>
                  </a:lnTo>
                  <a:lnTo>
                    <a:pt x="504685" y="15735"/>
                  </a:lnTo>
                  <a:lnTo>
                    <a:pt x="504685" y="12700"/>
                  </a:lnTo>
                  <a:lnTo>
                    <a:pt x="469303" y="12700"/>
                  </a:lnTo>
                  <a:lnTo>
                    <a:pt x="469303" y="6883"/>
                  </a:lnTo>
                  <a:lnTo>
                    <a:pt x="504685" y="6883"/>
                  </a:lnTo>
                  <a:lnTo>
                    <a:pt x="504685" y="0"/>
                  </a:lnTo>
                  <a:lnTo>
                    <a:pt x="463588" y="0"/>
                  </a:lnTo>
                  <a:lnTo>
                    <a:pt x="463588" y="6883"/>
                  </a:lnTo>
                  <a:lnTo>
                    <a:pt x="463588" y="12700"/>
                  </a:lnTo>
                  <a:lnTo>
                    <a:pt x="463588" y="15735"/>
                  </a:lnTo>
                  <a:lnTo>
                    <a:pt x="463588" y="26517"/>
                  </a:lnTo>
                  <a:lnTo>
                    <a:pt x="463588" y="29552"/>
                  </a:lnTo>
                  <a:lnTo>
                    <a:pt x="463588" y="57759"/>
                  </a:lnTo>
                  <a:lnTo>
                    <a:pt x="428282" y="57759"/>
                  </a:lnTo>
                  <a:lnTo>
                    <a:pt x="428282" y="29552"/>
                  </a:lnTo>
                  <a:lnTo>
                    <a:pt x="463588" y="29552"/>
                  </a:lnTo>
                  <a:lnTo>
                    <a:pt x="463588" y="26517"/>
                  </a:lnTo>
                  <a:lnTo>
                    <a:pt x="428282" y="26517"/>
                  </a:lnTo>
                  <a:lnTo>
                    <a:pt x="428282" y="15735"/>
                  </a:lnTo>
                  <a:lnTo>
                    <a:pt x="463588" y="15735"/>
                  </a:lnTo>
                  <a:lnTo>
                    <a:pt x="463588" y="12700"/>
                  </a:lnTo>
                  <a:lnTo>
                    <a:pt x="428282" y="12700"/>
                  </a:lnTo>
                  <a:lnTo>
                    <a:pt x="428282" y="6883"/>
                  </a:lnTo>
                  <a:lnTo>
                    <a:pt x="463588" y="6883"/>
                  </a:lnTo>
                  <a:lnTo>
                    <a:pt x="463588" y="0"/>
                  </a:lnTo>
                  <a:lnTo>
                    <a:pt x="422579" y="0"/>
                  </a:lnTo>
                  <a:lnTo>
                    <a:pt x="422579" y="6883"/>
                  </a:lnTo>
                  <a:lnTo>
                    <a:pt x="422579" y="12700"/>
                  </a:lnTo>
                  <a:lnTo>
                    <a:pt x="422579" y="15735"/>
                  </a:lnTo>
                  <a:lnTo>
                    <a:pt x="422579" y="26517"/>
                  </a:lnTo>
                  <a:lnTo>
                    <a:pt x="422579" y="29552"/>
                  </a:lnTo>
                  <a:lnTo>
                    <a:pt x="422579" y="57759"/>
                  </a:lnTo>
                  <a:lnTo>
                    <a:pt x="387210" y="57759"/>
                  </a:lnTo>
                  <a:lnTo>
                    <a:pt x="387210" y="29552"/>
                  </a:lnTo>
                  <a:lnTo>
                    <a:pt x="422579" y="29552"/>
                  </a:lnTo>
                  <a:lnTo>
                    <a:pt x="422579" y="26517"/>
                  </a:lnTo>
                  <a:lnTo>
                    <a:pt x="387210" y="26517"/>
                  </a:lnTo>
                  <a:lnTo>
                    <a:pt x="387210" y="15735"/>
                  </a:lnTo>
                  <a:lnTo>
                    <a:pt x="422579" y="15735"/>
                  </a:lnTo>
                  <a:lnTo>
                    <a:pt x="422579" y="12700"/>
                  </a:lnTo>
                  <a:lnTo>
                    <a:pt x="387210" y="12700"/>
                  </a:lnTo>
                  <a:lnTo>
                    <a:pt x="387210" y="6883"/>
                  </a:lnTo>
                  <a:lnTo>
                    <a:pt x="422579" y="6883"/>
                  </a:lnTo>
                  <a:lnTo>
                    <a:pt x="422579" y="0"/>
                  </a:lnTo>
                  <a:lnTo>
                    <a:pt x="381520" y="0"/>
                  </a:lnTo>
                  <a:lnTo>
                    <a:pt x="381520" y="6883"/>
                  </a:lnTo>
                  <a:lnTo>
                    <a:pt x="381520" y="12700"/>
                  </a:lnTo>
                  <a:lnTo>
                    <a:pt x="381520" y="15735"/>
                  </a:lnTo>
                  <a:lnTo>
                    <a:pt x="381520" y="26517"/>
                  </a:lnTo>
                  <a:lnTo>
                    <a:pt x="381520" y="29552"/>
                  </a:lnTo>
                  <a:lnTo>
                    <a:pt x="381520" y="57759"/>
                  </a:lnTo>
                  <a:lnTo>
                    <a:pt x="344043" y="57759"/>
                  </a:lnTo>
                  <a:lnTo>
                    <a:pt x="344043" y="29552"/>
                  </a:lnTo>
                  <a:lnTo>
                    <a:pt x="381520" y="29552"/>
                  </a:lnTo>
                  <a:lnTo>
                    <a:pt x="381520" y="26517"/>
                  </a:lnTo>
                  <a:lnTo>
                    <a:pt x="344043" y="26517"/>
                  </a:lnTo>
                  <a:lnTo>
                    <a:pt x="344043" y="15735"/>
                  </a:lnTo>
                  <a:lnTo>
                    <a:pt x="381520" y="15735"/>
                  </a:lnTo>
                  <a:lnTo>
                    <a:pt x="381520" y="12700"/>
                  </a:lnTo>
                  <a:lnTo>
                    <a:pt x="344043" y="12700"/>
                  </a:lnTo>
                  <a:lnTo>
                    <a:pt x="344043" y="6883"/>
                  </a:lnTo>
                  <a:lnTo>
                    <a:pt x="381520" y="6883"/>
                  </a:lnTo>
                  <a:lnTo>
                    <a:pt x="381520" y="0"/>
                  </a:lnTo>
                  <a:lnTo>
                    <a:pt x="338366" y="0"/>
                  </a:lnTo>
                  <a:lnTo>
                    <a:pt x="338366" y="6883"/>
                  </a:lnTo>
                  <a:lnTo>
                    <a:pt x="338366" y="12700"/>
                  </a:lnTo>
                  <a:lnTo>
                    <a:pt x="338366" y="15735"/>
                  </a:lnTo>
                  <a:lnTo>
                    <a:pt x="338366" y="26517"/>
                  </a:lnTo>
                  <a:lnTo>
                    <a:pt x="338366" y="29552"/>
                  </a:lnTo>
                  <a:lnTo>
                    <a:pt x="338366" y="57759"/>
                  </a:lnTo>
                  <a:lnTo>
                    <a:pt x="303276" y="57759"/>
                  </a:lnTo>
                  <a:lnTo>
                    <a:pt x="303276" y="29552"/>
                  </a:lnTo>
                  <a:lnTo>
                    <a:pt x="338366" y="29552"/>
                  </a:lnTo>
                  <a:lnTo>
                    <a:pt x="338366" y="26517"/>
                  </a:lnTo>
                  <a:lnTo>
                    <a:pt x="303276" y="26517"/>
                  </a:lnTo>
                  <a:lnTo>
                    <a:pt x="303276" y="15735"/>
                  </a:lnTo>
                  <a:lnTo>
                    <a:pt x="338366" y="15735"/>
                  </a:lnTo>
                  <a:lnTo>
                    <a:pt x="338366" y="12700"/>
                  </a:lnTo>
                  <a:lnTo>
                    <a:pt x="303276" y="12700"/>
                  </a:lnTo>
                  <a:lnTo>
                    <a:pt x="303276" y="6883"/>
                  </a:lnTo>
                  <a:lnTo>
                    <a:pt x="338366" y="6883"/>
                  </a:lnTo>
                  <a:lnTo>
                    <a:pt x="338366" y="0"/>
                  </a:lnTo>
                  <a:lnTo>
                    <a:pt x="297561" y="0"/>
                  </a:lnTo>
                  <a:lnTo>
                    <a:pt x="297561" y="6883"/>
                  </a:lnTo>
                  <a:lnTo>
                    <a:pt x="297561" y="12700"/>
                  </a:lnTo>
                  <a:lnTo>
                    <a:pt x="297561" y="15735"/>
                  </a:lnTo>
                  <a:lnTo>
                    <a:pt x="297561" y="26517"/>
                  </a:lnTo>
                  <a:lnTo>
                    <a:pt x="297561" y="29552"/>
                  </a:lnTo>
                  <a:lnTo>
                    <a:pt x="297561" y="57759"/>
                  </a:lnTo>
                  <a:lnTo>
                    <a:pt x="269303" y="57759"/>
                  </a:lnTo>
                  <a:lnTo>
                    <a:pt x="269303" y="29552"/>
                  </a:lnTo>
                  <a:lnTo>
                    <a:pt x="297561" y="29552"/>
                  </a:lnTo>
                  <a:lnTo>
                    <a:pt x="297561" y="26517"/>
                  </a:lnTo>
                  <a:lnTo>
                    <a:pt x="269303" y="26517"/>
                  </a:lnTo>
                  <a:lnTo>
                    <a:pt x="269303" y="15735"/>
                  </a:lnTo>
                  <a:lnTo>
                    <a:pt x="297561" y="15735"/>
                  </a:lnTo>
                  <a:lnTo>
                    <a:pt x="297561" y="12700"/>
                  </a:lnTo>
                  <a:lnTo>
                    <a:pt x="269303" y="12700"/>
                  </a:lnTo>
                  <a:lnTo>
                    <a:pt x="269303" y="6883"/>
                  </a:lnTo>
                  <a:lnTo>
                    <a:pt x="297561" y="6883"/>
                  </a:lnTo>
                  <a:lnTo>
                    <a:pt x="297561" y="0"/>
                  </a:lnTo>
                  <a:lnTo>
                    <a:pt x="263575" y="0"/>
                  </a:lnTo>
                  <a:lnTo>
                    <a:pt x="263575" y="6883"/>
                  </a:lnTo>
                  <a:lnTo>
                    <a:pt x="263575" y="12700"/>
                  </a:lnTo>
                  <a:lnTo>
                    <a:pt x="263575" y="15735"/>
                  </a:lnTo>
                  <a:lnTo>
                    <a:pt x="263575" y="26517"/>
                  </a:lnTo>
                  <a:lnTo>
                    <a:pt x="263575" y="29552"/>
                  </a:lnTo>
                  <a:lnTo>
                    <a:pt x="263575" y="57759"/>
                  </a:lnTo>
                  <a:lnTo>
                    <a:pt x="228485" y="57759"/>
                  </a:lnTo>
                  <a:lnTo>
                    <a:pt x="228485" y="29552"/>
                  </a:lnTo>
                  <a:lnTo>
                    <a:pt x="263575" y="29552"/>
                  </a:lnTo>
                  <a:lnTo>
                    <a:pt x="263575" y="26517"/>
                  </a:lnTo>
                  <a:lnTo>
                    <a:pt x="228485" y="26517"/>
                  </a:lnTo>
                  <a:lnTo>
                    <a:pt x="228485" y="15735"/>
                  </a:lnTo>
                  <a:lnTo>
                    <a:pt x="263575" y="15735"/>
                  </a:lnTo>
                  <a:lnTo>
                    <a:pt x="263575" y="12700"/>
                  </a:lnTo>
                  <a:lnTo>
                    <a:pt x="228485" y="12700"/>
                  </a:lnTo>
                  <a:lnTo>
                    <a:pt x="228485" y="6883"/>
                  </a:lnTo>
                  <a:lnTo>
                    <a:pt x="263575" y="6883"/>
                  </a:lnTo>
                  <a:lnTo>
                    <a:pt x="263575" y="0"/>
                  </a:lnTo>
                  <a:lnTo>
                    <a:pt x="222821" y="0"/>
                  </a:lnTo>
                  <a:lnTo>
                    <a:pt x="222821" y="6883"/>
                  </a:lnTo>
                  <a:lnTo>
                    <a:pt x="222821" y="12700"/>
                  </a:lnTo>
                  <a:lnTo>
                    <a:pt x="222821" y="15735"/>
                  </a:lnTo>
                  <a:lnTo>
                    <a:pt x="222821" y="26517"/>
                  </a:lnTo>
                  <a:lnTo>
                    <a:pt x="222821" y="29552"/>
                  </a:lnTo>
                  <a:lnTo>
                    <a:pt x="222821" y="57759"/>
                  </a:lnTo>
                  <a:lnTo>
                    <a:pt x="187718" y="57759"/>
                  </a:lnTo>
                  <a:lnTo>
                    <a:pt x="187718" y="29552"/>
                  </a:lnTo>
                  <a:lnTo>
                    <a:pt x="222821" y="29552"/>
                  </a:lnTo>
                  <a:lnTo>
                    <a:pt x="222821" y="26517"/>
                  </a:lnTo>
                  <a:lnTo>
                    <a:pt x="187718" y="26517"/>
                  </a:lnTo>
                  <a:lnTo>
                    <a:pt x="187718" y="15735"/>
                  </a:lnTo>
                  <a:lnTo>
                    <a:pt x="222821" y="15735"/>
                  </a:lnTo>
                  <a:lnTo>
                    <a:pt x="222821" y="12700"/>
                  </a:lnTo>
                  <a:lnTo>
                    <a:pt x="187718" y="12700"/>
                  </a:lnTo>
                  <a:lnTo>
                    <a:pt x="187718" y="6883"/>
                  </a:lnTo>
                  <a:lnTo>
                    <a:pt x="222821" y="6883"/>
                  </a:lnTo>
                  <a:lnTo>
                    <a:pt x="222821" y="0"/>
                  </a:lnTo>
                  <a:lnTo>
                    <a:pt x="182016" y="0"/>
                  </a:lnTo>
                  <a:lnTo>
                    <a:pt x="182016" y="6883"/>
                  </a:lnTo>
                  <a:lnTo>
                    <a:pt x="182016" y="12700"/>
                  </a:lnTo>
                  <a:lnTo>
                    <a:pt x="182016" y="15735"/>
                  </a:lnTo>
                  <a:lnTo>
                    <a:pt x="182016" y="26517"/>
                  </a:lnTo>
                  <a:lnTo>
                    <a:pt x="182016" y="29552"/>
                  </a:lnTo>
                  <a:lnTo>
                    <a:pt x="182016" y="57759"/>
                  </a:lnTo>
                  <a:lnTo>
                    <a:pt x="146888" y="57759"/>
                  </a:lnTo>
                  <a:lnTo>
                    <a:pt x="146888" y="29552"/>
                  </a:lnTo>
                  <a:lnTo>
                    <a:pt x="182016" y="29552"/>
                  </a:lnTo>
                  <a:lnTo>
                    <a:pt x="182016" y="26517"/>
                  </a:lnTo>
                  <a:lnTo>
                    <a:pt x="146888" y="26517"/>
                  </a:lnTo>
                  <a:lnTo>
                    <a:pt x="146888" y="15735"/>
                  </a:lnTo>
                  <a:lnTo>
                    <a:pt x="182016" y="15735"/>
                  </a:lnTo>
                  <a:lnTo>
                    <a:pt x="182016" y="12700"/>
                  </a:lnTo>
                  <a:lnTo>
                    <a:pt x="146888" y="12700"/>
                  </a:lnTo>
                  <a:lnTo>
                    <a:pt x="146888" y="6883"/>
                  </a:lnTo>
                  <a:lnTo>
                    <a:pt x="182016" y="6883"/>
                  </a:lnTo>
                  <a:lnTo>
                    <a:pt x="182016" y="0"/>
                  </a:lnTo>
                  <a:lnTo>
                    <a:pt x="141224" y="0"/>
                  </a:lnTo>
                  <a:lnTo>
                    <a:pt x="141224" y="6883"/>
                  </a:lnTo>
                  <a:lnTo>
                    <a:pt x="141224" y="12700"/>
                  </a:lnTo>
                  <a:lnTo>
                    <a:pt x="141224" y="15735"/>
                  </a:lnTo>
                  <a:lnTo>
                    <a:pt x="141224" y="26517"/>
                  </a:lnTo>
                  <a:lnTo>
                    <a:pt x="141224" y="29552"/>
                  </a:lnTo>
                  <a:lnTo>
                    <a:pt x="141224" y="57759"/>
                  </a:lnTo>
                  <a:lnTo>
                    <a:pt x="112928" y="57759"/>
                  </a:lnTo>
                  <a:lnTo>
                    <a:pt x="112928" y="29552"/>
                  </a:lnTo>
                  <a:lnTo>
                    <a:pt x="141224" y="29552"/>
                  </a:lnTo>
                  <a:lnTo>
                    <a:pt x="141224" y="26517"/>
                  </a:lnTo>
                  <a:lnTo>
                    <a:pt x="112928" y="26517"/>
                  </a:lnTo>
                  <a:lnTo>
                    <a:pt x="112928" y="15735"/>
                  </a:lnTo>
                  <a:lnTo>
                    <a:pt x="141224" y="15735"/>
                  </a:lnTo>
                  <a:lnTo>
                    <a:pt x="141224" y="12700"/>
                  </a:lnTo>
                  <a:lnTo>
                    <a:pt x="112928" y="12700"/>
                  </a:lnTo>
                  <a:lnTo>
                    <a:pt x="112928" y="6883"/>
                  </a:lnTo>
                  <a:lnTo>
                    <a:pt x="141224" y="6883"/>
                  </a:lnTo>
                  <a:lnTo>
                    <a:pt x="141224" y="0"/>
                  </a:lnTo>
                  <a:lnTo>
                    <a:pt x="107251" y="0"/>
                  </a:lnTo>
                  <a:lnTo>
                    <a:pt x="107251" y="6883"/>
                  </a:lnTo>
                  <a:lnTo>
                    <a:pt x="107251" y="12700"/>
                  </a:lnTo>
                  <a:lnTo>
                    <a:pt x="107251" y="15735"/>
                  </a:lnTo>
                  <a:lnTo>
                    <a:pt x="107251" y="26517"/>
                  </a:lnTo>
                  <a:lnTo>
                    <a:pt x="107251" y="29552"/>
                  </a:lnTo>
                  <a:lnTo>
                    <a:pt x="107251" y="57759"/>
                  </a:lnTo>
                  <a:lnTo>
                    <a:pt x="72123" y="57759"/>
                  </a:lnTo>
                  <a:lnTo>
                    <a:pt x="72123" y="29552"/>
                  </a:lnTo>
                  <a:lnTo>
                    <a:pt x="107251" y="29552"/>
                  </a:lnTo>
                  <a:lnTo>
                    <a:pt x="107251" y="26517"/>
                  </a:lnTo>
                  <a:lnTo>
                    <a:pt x="72123" y="26517"/>
                  </a:lnTo>
                  <a:lnTo>
                    <a:pt x="72123" y="15735"/>
                  </a:lnTo>
                  <a:lnTo>
                    <a:pt x="107251" y="15735"/>
                  </a:lnTo>
                  <a:lnTo>
                    <a:pt x="107251" y="12700"/>
                  </a:lnTo>
                  <a:lnTo>
                    <a:pt x="72123" y="12700"/>
                  </a:lnTo>
                  <a:lnTo>
                    <a:pt x="72123" y="6883"/>
                  </a:lnTo>
                  <a:lnTo>
                    <a:pt x="107251" y="6883"/>
                  </a:lnTo>
                  <a:lnTo>
                    <a:pt x="107251" y="0"/>
                  </a:lnTo>
                  <a:lnTo>
                    <a:pt x="66408" y="0"/>
                  </a:lnTo>
                  <a:lnTo>
                    <a:pt x="66408" y="6883"/>
                  </a:lnTo>
                  <a:lnTo>
                    <a:pt x="66408" y="12700"/>
                  </a:lnTo>
                  <a:lnTo>
                    <a:pt x="31457" y="12700"/>
                  </a:lnTo>
                  <a:lnTo>
                    <a:pt x="31457" y="15735"/>
                  </a:lnTo>
                  <a:lnTo>
                    <a:pt x="66408" y="15735"/>
                  </a:lnTo>
                  <a:lnTo>
                    <a:pt x="66408" y="26517"/>
                  </a:lnTo>
                  <a:lnTo>
                    <a:pt x="31457" y="26517"/>
                  </a:lnTo>
                  <a:lnTo>
                    <a:pt x="31457" y="29552"/>
                  </a:lnTo>
                  <a:lnTo>
                    <a:pt x="66408" y="29552"/>
                  </a:lnTo>
                  <a:lnTo>
                    <a:pt x="66408" y="57759"/>
                  </a:lnTo>
                  <a:lnTo>
                    <a:pt x="31330" y="57759"/>
                  </a:lnTo>
                  <a:lnTo>
                    <a:pt x="31330" y="6883"/>
                  </a:lnTo>
                  <a:lnTo>
                    <a:pt x="66408" y="6883"/>
                  </a:lnTo>
                  <a:lnTo>
                    <a:pt x="66408" y="0"/>
                  </a:lnTo>
                  <a:lnTo>
                    <a:pt x="24523" y="0"/>
                  </a:lnTo>
                  <a:lnTo>
                    <a:pt x="24523" y="6883"/>
                  </a:lnTo>
                  <a:lnTo>
                    <a:pt x="25615" y="6883"/>
                  </a:lnTo>
                  <a:lnTo>
                    <a:pt x="25615" y="63271"/>
                  </a:lnTo>
                  <a:lnTo>
                    <a:pt x="26111" y="63271"/>
                  </a:lnTo>
                  <a:lnTo>
                    <a:pt x="26111" y="82245"/>
                  </a:lnTo>
                  <a:lnTo>
                    <a:pt x="586625" y="82245"/>
                  </a:lnTo>
                  <a:lnTo>
                    <a:pt x="586625" y="57759"/>
                  </a:lnTo>
                  <a:lnTo>
                    <a:pt x="585698" y="57759"/>
                  </a:lnTo>
                  <a:lnTo>
                    <a:pt x="585698" y="6883"/>
                  </a:lnTo>
                  <a:lnTo>
                    <a:pt x="587603" y="6883"/>
                  </a:lnTo>
                  <a:lnTo>
                    <a:pt x="587603" y="0"/>
                  </a:lnTo>
                  <a:close/>
                </a:path>
                <a:path w="631190" h="1423670">
                  <a:moveTo>
                    <a:pt x="609282" y="668223"/>
                  </a:moveTo>
                  <a:lnTo>
                    <a:pt x="601091" y="668223"/>
                  </a:lnTo>
                  <a:lnTo>
                    <a:pt x="601091" y="675106"/>
                  </a:lnTo>
                  <a:lnTo>
                    <a:pt x="601091" y="680948"/>
                  </a:lnTo>
                  <a:lnTo>
                    <a:pt x="601091" y="683971"/>
                  </a:lnTo>
                  <a:lnTo>
                    <a:pt x="601091" y="694740"/>
                  </a:lnTo>
                  <a:lnTo>
                    <a:pt x="601091" y="697776"/>
                  </a:lnTo>
                  <a:lnTo>
                    <a:pt x="601091" y="725995"/>
                  </a:lnTo>
                  <a:lnTo>
                    <a:pt x="562813" y="725995"/>
                  </a:lnTo>
                  <a:lnTo>
                    <a:pt x="562813" y="697776"/>
                  </a:lnTo>
                  <a:lnTo>
                    <a:pt x="601091" y="697776"/>
                  </a:lnTo>
                  <a:lnTo>
                    <a:pt x="601091" y="694740"/>
                  </a:lnTo>
                  <a:lnTo>
                    <a:pt x="562813" y="694740"/>
                  </a:lnTo>
                  <a:lnTo>
                    <a:pt x="562813" y="683971"/>
                  </a:lnTo>
                  <a:lnTo>
                    <a:pt x="601091" y="683971"/>
                  </a:lnTo>
                  <a:lnTo>
                    <a:pt x="601091" y="680948"/>
                  </a:lnTo>
                  <a:lnTo>
                    <a:pt x="562813" y="680948"/>
                  </a:lnTo>
                  <a:lnTo>
                    <a:pt x="562813" y="675106"/>
                  </a:lnTo>
                  <a:lnTo>
                    <a:pt x="601091" y="675106"/>
                  </a:lnTo>
                  <a:lnTo>
                    <a:pt x="601091" y="668223"/>
                  </a:lnTo>
                  <a:lnTo>
                    <a:pt x="556641" y="668223"/>
                  </a:lnTo>
                  <a:lnTo>
                    <a:pt x="556641" y="675106"/>
                  </a:lnTo>
                  <a:lnTo>
                    <a:pt x="556641" y="680948"/>
                  </a:lnTo>
                  <a:lnTo>
                    <a:pt x="556641" y="683971"/>
                  </a:lnTo>
                  <a:lnTo>
                    <a:pt x="556641" y="694740"/>
                  </a:lnTo>
                  <a:lnTo>
                    <a:pt x="556641" y="697776"/>
                  </a:lnTo>
                  <a:lnTo>
                    <a:pt x="556641" y="725995"/>
                  </a:lnTo>
                  <a:lnTo>
                    <a:pt x="525805" y="725995"/>
                  </a:lnTo>
                  <a:lnTo>
                    <a:pt x="525805" y="697776"/>
                  </a:lnTo>
                  <a:lnTo>
                    <a:pt x="556641" y="697776"/>
                  </a:lnTo>
                  <a:lnTo>
                    <a:pt x="556641" y="694740"/>
                  </a:lnTo>
                  <a:lnTo>
                    <a:pt x="525805" y="694740"/>
                  </a:lnTo>
                  <a:lnTo>
                    <a:pt x="525805" y="683971"/>
                  </a:lnTo>
                  <a:lnTo>
                    <a:pt x="556641" y="683971"/>
                  </a:lnTo>
                  <a:lnTo>
                    <a:pt x="556641" y="680948"/>
                  </a:lnTo>
                  <a:lnTo>
                    <a:pt x="525805" y="680948"/>
                  </a:lnTo>
                  <a:lnTo>
                    <a:pt x="525805" y="675106"/>
                  </a:lnTo>
                  <a:lnTo>
                    <a:pt x="556641" y="675106"/>
                  </a:lnTo>
                  <a:lnTo>
                    <a:pt x="556641" y="668223"/>
                  </a:lnTo>
                  <a:lnTo>
                    <a:pt x="519544" y="668223"/>
                  </a:lnTo>
                  <a:lnTo>
                    <a:pt x="519544" y="675106"/>
                  </a:lnTo>
                  <a:lnTo>
                    <a:pt x="519544" y="680948"/>
                  </a:lnTo>
                  <a:lnTo>
                    <a:pt x="519544" y="683971"/>
                  </a:lnTo>
                  <a:lnTo>
                    <a:pt x="519544" y="694740"/>
                  </a:lnTo>
                  <a:lnTo>
                    <a:pt x="519544" y="697776"/>
                  </a:lnTo>
                  <a:lnTo>
                    <a:pt x="519544" y="725995"/>
                  </a:lnTo>
                  <a:lnTo>
                    <a:pt x="481330" y="725995"/>
                  </a:lnTo>
                  <a:lnTo>
                    <a:pt x="481330" y="697776"/>
                  </a:lnTo>
                  <a:lnTo>
                    <a:pt x="519544" y="697776"/>
                  </a:lnTo>
                  <a:lnTo>
                    <a:pt x="519544" y="694740"/>
                  </a:lnTo>
                  <a:lnTo>
                    <a:pt x="481330" y="694740"/>
                  </a:lnTo>
                  <a:lnTo>
                    <a:pt x="481330" y="683971"/>
                  </a:lnTo>
                  <a:lnTo>
                    <a:pt x="519544" y="683971"/>
                  </a:lnTo>
                  <a:lnTo>
                    <a:pt x="519544" y="680948"/>
                  </a:lnTo>
                  <a:lnTo>
                    <a:pt x="481330" y="680948"/>
                  </a:lnTo>
                  <a:lnTo>
                    <a:pt x="481330" y="675106"/>
                  </a:lnTo>
                  <a:lnTo>
                    <a:pt x="519544" y="675106"/>
                  </a:lnTo>
                  <a:lnTo>
                    <a:pt x="519544" y="668223"/>
                  </a:lnTo>
                  <a:lnTo>
                    <a:pt x="475157" y="668223"/>
                  </a:lnTo>
                  <a:lnTo>
                    <a:pt x="475157" y="675106"/>
                  </a:lnTo>
                  <a:lnTo>
                    <a:pt x="475157" y="680948"/>
                  </a:lnTo>
                  <a:lnTo>
                    <a:pt x="475157" y="683971"/>
                  </a:lnTo>
                  <a:lnTo>
                    <a:pt x="475157" y="694740"/>
                  </a:lnTo>
                  <a:lnTo>
                    <a:pt x="475157" y="697776"/>
                  </a:lnTo>
                  <a:lnTo>
                    <a:pt x="475157" y="725995"/>
                  </a:lnTo>
                  <a:lnTo>
                    <a:pt x="436905" y="725995"/>
                  </a:lnTo>
                  <a:lnTo>
                    <a:pt x="436905" y="697776"/>
                  </a:lnTo>
                  <a:lnTo>
                    <a:pt x="475157" y="697776"/>
                  </a:lnTo>
                  <a:lnTo>
                    <a:pt x="475157" y="694740"/>
                  </a:lnTo>
                  <a:lnTo>
                    <a:pt x="436905" y="694740"/>
                  </a:lnTo>
                  <a:lnTo>
                    <a:pt x="436905" y="683971"/>
                  </a:lnTo>
                  <a:lnTo>
                    <a:pt x="475157" y="683971"/>
                  </a:lnTo>
                  <a:lnTo>
                    <a:pt x="475157" y="680948"/>
                  </a:lnTo>
                  <a:lnTo>
                    <a:pt x="436905" y="680948"/>
                  </a:lnTo>
                  <a:lnTo>
                    <a:pt x="436905" y="675106"/>
                  </a:lnTo>
                  <a:lnTo>
                    <a:pt x="475157" y="675106"/>
                  </a:lnTo>
                  <a:lnTo>
                    <a:pt x="475157" y="668223"/>
                  </a:lnTo>
                  <a:lnTo>
                    <a:pt x="430720" y="668223"/>
                  </a:lnTo>
                  <a:lnTo>
                    <a:pt x="430720" y="675106"/>
                  </a:lnTo>
                  <a:lnTo>
                    <a:pt x="430720" y="680948"/>
                  </a:lnTo>
                  <a:lnTo>
                    <a:pt x="430720" y="683971"/>
                  </a:lnTo>
                  <a:lnTo>
                    <a:pt x="430720" y="694740"/>
                  </a:lnTo>
                  <a:lnTo>
                    <a:pt x="430720" y="697776"/>
                  </a:lnTo>
                  <a:lnTo>
                    <a:pt x="430720" y="725995"/>
                  </a:lnTo>
                  <a:lnTo>
                    <a:pt x="392455" y="725995"/>
                  </a:lnTo>
                  <a:lnTo>
                    <a:pt x="392455" y="697776"/>
                  </a:lnTo>
                  <a:lnTo>
                    <a:pt x="430720" y="697776"/>
                  </a:lnTo>
                  <a:lnTo>
                    <a:pt x="430720" y="694740"/>
                  </a:lnTo>
                  <a:lnTo>
                    <a:pt x="392455" y="694740"/>
                  </a:lnTo>
                  <a:lnTo>
                    <a:pt x="392455" y="683971"/>
                  </a:lnTo>
                  <a:lnTo>
                    <a:pt x="430720" y="683971"/>
                  </a:lnTo>
                  <a:lnTo>
                    <a:pt x="430720" y="680948"/>
                  </a:lnTo>
                  <a:lnTo>
                    <a:pt x="392455" y="680948"/>
                  </a:lnTo>
                  <a:lnTo>
                    <a:pt x="392455" y="675106"/>
                  </a:lnTo>
                  <a:lnTo>
                    <a:pt x="430720" y="675106"/>
                  </a:lnTo>
                  <a:lnTo>
                    <a:pt x="430720" y="668223"/>
                  </a:lnTo>
                  <a:lnTo>
                    <a:pt x="386283" y="668223"/>
                  </a:lnTo>
                  <a:lnTo>
                    <a:pt x="386283" y="675106"/>
                  </a:lnTo>
                  <a:lnTo>
                    <a:pt x="386283" y="680948"/>
                  </a:lnTo>
                  <a:lnTo>
                    <a:pt x="386283" y="683971"/>
                  </a:lnTo>
                  <a:lnTo>
                    <a:pt x="386283" y="694740"/>
                  </a:lnTo>
                  <a:lnTo>
                    <a:pt x="386283" y="697776"/>
                  </a:lnTo>
                  <a:lnTo>
                    <a:pt x="386283" y="725995"/>
                  </a:lnTo>
                  <a:lnTo>
                    <a:pt x="345770" y="725995"/>
                  </a:lnTo>
                  <a:lnTo>
                    <a:pt x="345770" y="697776"/>
                  </a:lnTo>
                  <a:lnTo>
                    <a:pt x="386283" y="697776"/>
                  </a:lnTo>
                  <a:lnTo>
                    <a:pt x="386283" y="694740"/>
                  </a:lnTo>
                  <a:lnTo>
                    <a:pt x="345770" y="694740"/>
                  </a:lnTo>
                  <a:lnTo>
                    <a:pt x="345770" y="683971"/>
                  </a:lnTo>
                  <a:lnTo>
                    <a:pt x="386283" y="683971"/>
                  </a:lnTo>
                  <a:lnTo>
                    <a:pt x="386283" y="680948"/>
                  </a:lnTo>
                  <a:lnTo>
                    <a:pt x="345770" y="680948"/>
                  </a:lnTo>
                  <a:lnTo>
                    <a:pt x="345770" y="675106"/>
                  </a:lnTo>
                  <a:lnTo>
                    <a:pt x="386283" y="675106"/>
                  </a:lnTo>
                  <a:lnTo>
                    <a:pt x="386283" y="668223"/>
                  </a:lnTo>
                  <a:lnTo>
                    <a:pt x="339661" y="668223"/>
                  </a:lnTo>
                  <a:lnTo>
                    <a:pt x="339661" y="675106"/>
                  </a:lnTo>
                  <a:lnTo>
                    <a:pt x="339661" y="680948"/>
                  </a:lnTo>
                  <a:lnTo>
                    <a:pt x="339661" y="683971"/>
                  </a:lnTo>
                  <a:lnTo>
                    <a:pt x="339661" y="694740"/>
                  </a:lnTo>
                  <a:lnTo>
                    <a:pt x="339661" y="697776"/>
                  </a:lnTo>
                  <a:lnTo>
                    <a:pt x="339661" y="725995"/>
                  </a:lnTo>
                  <a:lnTo>
                    <a:pt x="301650" y="725995"/>
                  </a:lnTo>
                  <a:lnTo>
                    <a:pt x="301650" y="697776"/>
                  </a:lnTo>
                  <a:lnTo>
                    <a:pt x="339661" y="697776"/>
                  </a:lnTo>
                  <a:lnTo>
                    <a:pt x="339661" y="694740"/>
                  </a:lnTo>
                  <a:lnTo>
                    <a:pt x="301650" y="694740"/>
                  </a:lnTo>
                  <a:lnTo>
                    <a:pt x="301650" y="683971"/>
                  </a:lnTo>
                  <a:lnTo>
                    <a:pt x="339661" y="683971"/>
                  </a:lnTo>
                  <a:lnTo>
                    <a:pt x="339661" y="680948"/>
                  </a:lnTo>
                  <a:lnTo>
                    <a:pt x="301650" y="680948"/>
                  </a:lnTo>
                  <a:lnTo>
                    <a:pt x="301650" y="675106"/>
                  </a:lnTo>
                  <a:lnTo>
                    <a:pt x="339661" y="675106"/>
                  </a:lnTo>
                  <a:lnTo>
                    <a:pt x="339661" y="668223"/>
                  </a:lnTo>
                  <a:lnTo>
                    <a:pt x="295478" y="668223"/>
                  </a:lnTo>
                  <a:lnTo>
                    <a:pt x="295478" y="675106"/>
                  </a:lnTo>
                  <a:lnTo>
                    <a:pt x="295478" y="680948"/>
                  </a:lnTo>
                  <a:lnTo>
                    <a:pt x="295478" y="683971"/>
                  </a:lnTo>
                  <a:lnTo>
                    <a:pt x="295478" y="694740"/>
                  </a:lnTo>
                  <a:lnTo>
                    <a:pt x="295478" y="697776"/>
                  </a:lnTo>
                  <a:lnTo>
                    <a:pt x="295478" y="725995"/>
                  </a:lnTo>
                  <a:lnTo>
                    <a:pt x="264858" y="725995"/>
                  </a:lnTo>
                  <a:lnTo>
                    <a:pt x="264858" y="697776"/>
                  </a:lnTo>
                  <a:lnTo>
                    <a:pt x="295478" y="697776"/>
                  </a:lnTo>
                  <a:lnTo>
                    <a:pt x="295478" y="694740"/>
                  </a:lnTo>
                  <a:lnTo>
                    <a:pt x="264858" y="694740"/>
                  </a:lnTo>
                  <a:lnTo>
                    <a:pt x="264858" y="683971"/>
                  </a:lnTo>
                  <a:lnTo>
                    <a:pt x="295478" y="683971"/>
                  </a:lnTo>
                  <a:lnTo>
                    <a:pt x="295478" y="680948"/>
                  </a:lnTo>
                  <a:lnTo>
                    <a:pt x="264858" y="680948"/>
                  </a:lnTo>
                  <a:lnTo>
                    <a:pt x="264858" y="675106"/>
                  </a:lnTo>
                  <a:lnTo>
                    <a:pt x="295478" y="675106"/>
                  </a:lnTo>
                  <a:lnTo>
                    <a:pt x="295478" y="668223"/>
                  </a:lnTo>
                  <a:lnTo>
                    <a:pt x="258724" y="668223"/>
                  </a:lnTo>
                  <a:lnTo>
                    <a:pt x="258724" y="675106"/>
                  </a:lnTo>
                  <a:lnTo>
                    <a:pt x="258724" y="680948"/>
                  </a:lnTo>
                  <a:lnTo>
                    <a:pt x="258724" y="683971"/>
                  </a:lnTo>
                  <a:lnTo>
                    <a:pt x="258724" y="694740"/>
                  </a:lnTo>
                  <a:lnTo>
                    <a:pt x="258724" y="697776"/>
                  </a:lnTo>
                  <a:lnTo>
                    <a:pt x="258724" y="725995"/>
                  </a:lnTo>
                  <a:lnTo>
                    <a:pt x="220713" y="725995"/>
                  </a:lnTo>
                  <a:lnTo>
                    <a:pt x="220713" y="697776"/>
                  </a:lnTo>
                  <a:lnTo>
                    <a:pt x="258724" y="697776"/>
                  </a:lnTo>
                  <a:lnTo>
                    <a:pt x="258724" y="694740"/>
                  </a:lnTo>
                  <a:lnTo>
                    <a:pt x="220713" y="694740"/>
                  </a:lnTo>
                  <a:lnTo>
                    <a:pt x="220713" y="683971"/>
                  </a:lnTo>
                  <a:lnTo>
                    <a:pt x="258724" y="683971"/>
                  </a:lnTo>
                  <a:lnTo>
                    <a:pt x="258724" y="680948"/>
                  </a:lnTo>
                  <a:lnTo>
                    <a:pt x="220713" y="680948"/>
                  </a:lnTo>
                  <a:lnTo>
                    <a:pt x="220713" y="675106"/>
                  </a:lnTo>
                  <a:lnTo>
                    <a:pt x="258724" y="675106"/>
                  </a:lnTo>
                  <a:lnTo>
                    <a:pt x="258724" y="668223"/>
                  </a:lnTo>
                  <a:lnTo>
                    <a:pt x="214591" y="668223"/>
                  </a:lnTo>
                  <a:lnTo>
                    <a:pt x="214591" y="675106"/>
                  </a:lnTo>
                  <a:lnTo>
                    <a:pt x="214591" y="680948"/>
                  </a:lnTo>
                  <a:lnTo>
                    <a:pt x="214591" y="683971"/>
                  </a:lnTo>
                  <a:lnTo>
                    <a:pt x="214591" y="694740"/>
                  </a:lnTo>
                  <a:lnTo>
                    <a:pt x="214591" y="697776"/>
                  </a:lnTo>
                  <a:lnTo>
                    <a:pt x="214591" y="725995"/>
                  </a:lnTo>
                  <a:lnTo>
                    <a:pt x="176606" y="725995"/>
                  </a:lnTo>
                  <a:lnTo>
                    <a:pt x="176606" y="697776"/>
                  </a:lnTo>
                  <a:lnTo>
                    <a:pt x="214591" y="697776"/>
                  </a:lnTo>
                  <a:lnTo>
                    <a:pt x="214591" y="694740"/>
                  </a:lnTo>
                  <a:lnTo>
                    <a:pt x="176606" y="694740"/>
                  </a:lnTo>
                  <a:lnTo>
                    <a:pt x="176606" y="683971"/>
                  </a:lnTo>
                  <a:lnTo>
                    <a:pt x="214591" y="683971"/>
                  </a:lnTo>
                  <a:lnTo>
                    <a:pt x="214591" y="680948"/>
                  </a:lnTo>
                  <a:lnTo>
                    <a:pt x="176606" y="680948"/>
                  </a:lnTo>
                  <a:lnTo>
                    <a:pt x="176606" y="675106"/>
                  </a:lnTo>
                  <a:lnTo>
                    <a:pt x="214591" y="675106"/>
                  </a:lnTo>
                  <a:lnTo>
                    <a:pt x="214591" y="668223"/>
                  </a:lnTo>
                  <a:lnTo>
                    <a:pt x="170421" y="668223"/>
                  </a:lnTo>
                  <a:lnTo>
                    <a:pt x="170421" y="675106"/>
                  </a:lnTo>
                  <a:lnTo>
                    <a:pt x="170421" y="680948"/>
                  </a:lnTo>
                  <a:lnTo>
                    <a:pt x="170421" y="683971"/>
                  </a:lnTo>
                  <a:lnTo>
                    <a:pt x="170421" y="694740"/>
                  </a:lnTo>
                  <a:lnTo>
                    <a:pt x="170421" y="697776"/>
                  </a:lnTo>
                  <a:lnTo>
                    <a:pt x="170421" y="725995"/>
                  </a:lnTo>
                  <a:lnTo>
                    <a:pt x="132422" y="725995"/>
                  </a:lnTo>
                  <a:lnTo>
                    <a:pt x="132422" y="697776"/>
                  </a:lnTo>
                  <a:lnTo>
                    <a:pt x="170421" y="697776"/>
                  </a:lnTo>
                  <a:lnTo>
                    <a:pt x="170421" y="694740"/>
                  </a:lnTo>
                  <a:lnTo>
                    <a:pt x="132422" y="694740"/>
                  </a:lnTo>
                  <a:lnTo>
                    <a:pt x="132422" y="683971"/>
                  </a:lnTo>
                  <a:lnTo>
                    <a:pt x="170421" y="683971"/>
                  </a:lnTo>
                  <a:lnTo>
                    <a:pt x="170421" y="680948"/>
                  </a:lnTo>
                  <a:lnTo>
                    <a:pt x="132422" y="680948"/>
                  </a:lnTo>
                  <a:lnTo>
                    <a:pt x="132422" y="675106"/>
                  </a:lnTo>
                  <a:lnTo>
                    <a:pt x="170421" y="675106"/>
                  </a:lnTo>
                  <a:lnTo>
                    <a:pt x="170421" y="668223"/>
                  </a:lnTo>
                  <a:lnTo>
                    <a:pt x="126301" y="668223"/>
                  </a:lnTo>
                  <a:lnTo>
                    <a:pt x="126301" y="675106"/>
                  </a:lnTo>
                  <a:lnTo>
                    <a:pt x="126301" y="680948"/>
                  </a:lnTo>
                  <a:lnTo>
                    <a:pt x="126301" y="683971"/>
                  </a:lnTo>
                  <a:lnTo>
                    <a:pt x="126301" y="694740"/>
                  </a:lnTo>
                  <a:lnTo>
                    <a:pt x="126301" y="697776"/>
                  </a:lnTo>
                  <a:lnTo>
                    <a:pt x="126301" y="725995"/>
                  </a:lnTo>
                  <a:lnTo>
                    <a:pt x="95656" y="725995"/>
                  </a:lnTo>
                  <a:lnTo>
                    <a:pt x="95656" y="697776"/>
                  </a:lnTo>
                  <a:lnTo>
                    <a:pt x="126301" y="697776"/>
                  </a:lnTo>
                  <a:lnTo>
                    <a:pt x="126301" y="694740"/>
                  </a:lnTo>
                  <a:lnTo>
                    <a:pt x="95656" y="694740"/>
                  </a:lnTo>
                  <a:lnTo>
                    <a:pt x="95656" y="683971"/>
                  </a:lnTo>
                  <a:lnTo>
                    <a:pt x="126301" y="683971"/>
                  </a:lnTo>
                  <a:lnTo>
                    <a:pt x="126301" y="680948"/>
                  </a:lnTo>
                  <a:lnTo>
                    <a:pt x="95656" y="680948"/>
                  </a:lnTo>
                  <a:lnTo>
                    <a:pt x="95656" y="675106"/>
                  </a:lnTo>
                  <a:lnTo>
                    <a:pt x="126301" y="675106"/>
                  </a:lnTo>
                  <a:lnTo>
                    <a:pt x="126301" y="668223"/>
                  </a:lnTo>
                  <a:lnTo>
                    <a:pt x="89496" y="668223"/>
                  </a:lnTo>
                  <a:lnTo>
                    <a:pt x="89496" y="675106"/>
                  </a:lnTo>
                  <a:lnTo>
                    <a:pt x="89496" y="680948"/>
                  </a:lnTo>
                  <a:lnTo>
                    <a:pt x="89496" y="683971"/>
                  </a:lnTo>
                  <a:lnTo>
                    <a:pt x="89496" y="694740"/>
                  </a:lnTo>
                  <a:lnTo>
                    <a:pt x="89496" y="697776"/>
                  </a:lnTo>
                  <a:lnTo>
                    <a:pt x="89496" y="725995"/>
                  </a:lnTo>
                  <a:lnTo>
                    <a:pt x="51498" y="725995"/>
                  </a:lnTo>
                  <a:lnTo>
                    <a:pt x="51498" y="697776"/>
                  </a:lnTo>
                  <a:lnTo>
                    <a:pt x="89496" y="697776"/>
                  </a:lnTo>
                  <a:lnTo>
                    <a:pt x="89496" y="694740"/>
                  </a:lnTo>
                  <a:lnTo>
                    <a:pt x="51498" y="694740"/>
                  </a:lnTo>
                  <a:lnTo>
                    <a:pt x="51498" y="683971"/>
                  </a:lnTo>
                  <a:lnTo>
                    <a:pt x="89496" y="683971"/>
                  </a:lnTo>
                  <a:lnTo>
                    <a:pt x="89496" y="680948"/>
                  </a:lnTo>
                  <a:lnTo>
                    <a:pt x="51498" y="680948"/>
                  </a:lnTo>
                  <a:lnTo>
                    <a:pt x="51498" y="675106"/>
                  </a:lnTo>
                  <a:lnTo>
                    <a:pt x="89496" y="675106"/>
                  </a:lnTo>
                  <a:lnTo>
                    <a:pt x="89496" y="668223"/>
                  </a:lnTo>
                  <a:lnTo>
                    <a:pt x="45389" y="668223"/>
                  </a:lnTo>
                  <a:lnTo>
                    <a:pt x="45389" y="675106"/>
                  </a:lnTo>
                  <a:lnTo>
                    <a:pt x="45389" y="680948"/>
                  </a:lnTo>
                  <a:lnTo>
                    <a:pt x="7556" y="680948"/>
                  </a:lnTo>
                  <a:lnTo>
                    <a:pt x="7556" y="683971"/>
                  </a:lnTo>
                  <a:lnTo>
                    <a:pt x="45389" y="683971"/>
                  </a:lnTo>
                  <a:lnTo>
                    <a:pt x="45389" y="694740"/>
                  </a:lnTo>
                  <a:lnTo>
                    <a:pt x="7556" y="694740"/>
                  </a:lnTo>
                  <a:lnTo>
                    <a:pt x="7556" y="697776"/>
                  </a:lnTo>
                  <a:lnTo>
                    <a:pt x="45389" y="697776"/>
                  </a:lnTo>
                  <a:lnTo>
                    <a:pt x="45389" y="725995"/>
                  </a:lnTo>
                  <a:lnTo>
                    <a:pt x="7404" y="725995"/>
                  </a:lnTo>
                  <a:lnTo>
                    <a:pt x="7404" y="675106"/>
                  </a:lnTo>
                  <a:lnTo>
                    <a:pt x="45389" y="675106"/>
                  </a:lnTo>
                  <a:lnTo>
                    <a:pt x="45389" y="668223"/>
                  </a:lnTo>
                  <a:lnTo>
                    <a:pt x="0" y="668223"/>
                  </a:lnTo>
                  <a:lnTo>
                    <a:pt x="0" y="675106"/>
                  </a:lnTo>
                  <a:lnTo>
                    <a:pt x="1282" y="675106"/>
                  </a:lnTo>
                  <a:lnTo>
                    <a:pt x="1282" y="731481"/>
                  </a:lnTo>
                  <a:lnTo>
                    <a:pt x="1765" y="731481"/>
                  </a:lnTo>
                  <a:lnTo>
                    <a:pt x="1765" y="750481"/>
                  </a:lnTo>
                  <a:lnTo>
                    <a:pt x="608253" y="750481"/>
                  </a:lnTo>
                  <a:lnTo>
                    <a:pt x="608253" y="725995"/>
                  </a:lnTo>
                  <a:lnTo>
                    <a:pt x="607212" y="725995"/>
                  </a:lnTo>
                  <a:lnTo>
                    <a:pt x="607212" y="675106"/>
                  </a:lnTo>
                  <a:lnTo>
                    <a:pt x="609282" y="675106"/>
                  </a:lnTo>
                  <a:lnTo>
                    <a:pt x="609282" y="668223"/>
                  </a:lnTo>
                  <a:close/>
                </a:path>
                <a:path w="631190" h="1423670">
                  <a:moveTo>
                    <a:pt x="630694" y="1340993"/>
                  </a:moveTo>
                  <a:lnTo>
                    <a:pt x="622211" y="1340993"/>
                  </a:lnTo>
                  <a:lnTo>
                    <a:pt x="622211" y="1347876"/>
                  </a:lnTo>
                  <a:lnTo>
                    <a:pt x="622211" y="1353705"/>
                  </a:lnTo>
                  <a:lnTo>
                    <a:pt x="622211" y="1356728"/>
                  </a:lnTo>
                  <a:lnTo>
                    <a:pt x="622211" y="1367510"/>
                  </a:lnTo>
                  <a:lnTo>
                    <a:pt x="622211" y="1370545"/>
                  </a:lnTo>
                  <a:lnTo>
                    <a:pt x="622211" y="1398765"/>
                  </a:lnTo>
                  <a:lnTo>
                    <a:pt x="582574" y="1398765"/>
                  </a:lnTo>
                  <a:lnTo>
                    <a:pt x="582574" y="1370545"/>
                  </a:lnTo>
                  <a:lnTo>
                    <a:pt x="622211" y="1370545"/>
                  </a:lnTo>
                  <a:lnTo>
                    <a:pt x="622211" y="1367510"/>
                  </a:lnTo>
                  <a:lnTo>
                    <a:pt x="582574" y="1367510"/>
                  </a:lnTo>
                  <a:lnTo>
                    <a:pt x="582574" y="1356728"/>
                  </a:lnTo>
                  <a:lnTo>
                    <a:pt x="622211" y="1356728"/>
                  </a:lnTo>
                  <a:lnTo>
                    <a:pt x="622211" y="1353705"/>
                  </a:lnTo>
                  <a:lnTo>
                    <a:pt x="582574" y="1353705"/>
                  </a:lnTo>
                  <a:lnTo>
                    <a:pt x="582574" y="1347876"/>
                  </a:lnTo>
                  <a:lnTo>
                    <a:pt x="622211" y="1347876"/>
                  </a:lnTo>
                  <a:lnTo>
                    <a:pt x="622211" y="1340993"/>
                  </a:lnTo>
                  <a:lnTo>
                    <a:pt x="576211" y="1340993"/>
                  </a:lnTo>
                  <a:lnTo>
                    <a:pt x="576211" y="1347876"/>
                  </a:lnTo>
                  <a:lnTo>
                    <a:pt x="576211" y="1353705"/>
                  </a:lnTo>
                  <a:lnTo>
                    <a:pt x="576211" y="1356728"/>
                  </a:lnTo>
                  <a:lnTo>
                    <a:pt x="576211" y="1367510"/>
                  </a:lnTo>
                  <a:lnTo>
                    <a:pt x="576211" y="1370545"/>
                  </a:lnTo>
                  <a:lnTo>
                    <a:pt x="576211" y="1398765"/>
                  </a:lnTo>
                  <a:lnTo>
                    <a:pt x="544296" y="1398765"/>
                  </a:lnTo>
                  <a:lnTo>
                    <a:pt x="544296" y="1370545"/>
                  </a:lnTo>
                  <a:lnTo>
                    <a:pt x="576211" y="1370545"/>
                  </a:lnTo>
                  <a:lnTo>
                    <a:pt x="576211" y="1367510"/>
                  </a:lnTo>
                  <a:lnTo>
                    <a:pt x="544296" y="1367510"/>
                  </a:lnTo>
                  <a:lnTo>
                    <a:pt x="544296" y="1356728"/>
                  </a:lnTo>
                  <a:lnTo>
                    <a:pt x="576211" y="1356728"/>
                  </a:lnTo>
                  <a:lnTo>
                    <a:pt x="576211" y="1353705"/>
                  </a:lnTo>
                  <a:lnTo>
                    <a:pt x="544296" y="1353705"/>
                  </a:lnTo>
                  <a:lnTo>
                    <a:pt x="544296" y="1347876"/>
                  </a:lnTo>
                  <a:lnTo>
                    <a:pt x="576211" y="1347876"/>
                  </a:lnTo>
                  <a:lnTo>
                    <a:pt x="576211" y="1340993"/>
                  </a:lnTo>
                  <a:lnTo>
                    <a:pt x="537883" y="1340993"/>
                  </a:lnTo>
                  <a:lnTo>
                    <a:pt x="537883" y="1347876"/>
                  </a:lnTo>
                  <a:lnTo>
                    <a:pt x="537883" y="1353705"/>
                  </a:lnTo>
                  <a:lnTo>
                    <a:pt x="537883" y="1356728"/>
                  </a:lnTo>
                  <a:lnTo>
                    <a:pt x="537883" y="1367510"/>
                  </a:lnTo>
                  <a:lnTo>
                    <a:pt x="537883" y="1370545"/>
                  </a:lnTo>
                  <a:lnTo>
                    <a:pt x="537883" y="1398765"/>
                  </a:lnTo>
                  <a:lnTo>
                    <a:pt x="498246" y="1398765"/>
                  </a:lnTo>
                  <a:lnTo>
                    <a:pt x="498246" y="1370545"/>
                  </a:lnTo>
                  <a:lnTo>
                    <a:pt x="537883" y="1370545"/>
                  </a:lnTo>
                  <a:lnTo>
                    <a:pt x="537883" y="1367510"/>
                  </a:lnTo>
                  <a:lnTo>
                    <a:pt x="498246" y="1367510"/>
                  </a:lnTo>
                  <a:lnTo>
                    <a:pt x="498246" y="1356728"/>
                  </a:lnTo>
                  <a:lnTo>
                    <a:pt x="537883" y="1356728"/>
                  </a:lnTo>
                  <a:lnTo>
                    <a:pt x="537883" y="1353705"/>
                  </a:lnTo>
                  <a:lnTo>
                    <a:pt x="498246" y="1353705"/>
                  </a:lnTo>
                  <a:lnTo>
                    <a:pt x="498246" y="1347876"/>
                  </a:lnTo>
                  <a:lnTo>
                    <a:pt x="537883" y="1347876"/>
                  </a:lnTo>
                  <a:lnTo>
                    <a:pt x="537883" y="1340993"/>
                  </a:lnTo>
                  <a:lnTo>
                    <a:pt x="491871" y="1340993"/>
                  </a:lnTo>
                  <a:lnTo>
                    <a:pt x="491871" y="1347876"/>
                  </a:lnTo>
                  <a:lnTo>
                    <a:pt x="491871" y="1353705"/>
                  </a:lnTo>
                  <a:lnTo>
                    <a:pt x="491871" y="1356728"/>
                  </a:lnTo>
                  <a:lnTo>
                    <a:pt x="491871" y="1367510"/>
                  </a:lnTo>
                  <a:lnTo>
                    <a:pt x="491871" y="1370545"/>
                  </a:lnTo>
                  <a:lnTo>
                    <a:pt x="491871" y="1398765"/>
                  </a:lnTo>
                  <a:lnTo>
                    <a:pt x="452247" y="1398765"/>
                  </a:lnTo>
                  <a:lnTo>
                    <a:pt x="452247" y="1370545"/>
                  </a:lnTo>
                  <a:lnTo>
                    <a:pt x="491871" y="1370545"/>
                  </a:lnTo>
                  <a:lnTo>
                    <a:pt x="491871" y="1367510"/>
                  </a:lnTo>
                  <a:lnTo>
                    <a:pt x="452247" y="1367510"/>
                  </a:lnTo>
                  <a:lnTo>
                    <a:pt x="452247" y="1356728"/>
                  </a:lnTo>
                  <a:lnTo>
                    <a:pt x="491871" y="1356728"/>
                  </a:lnTo>
                  <a:lnTo>
                    <a:pt x="491871" y="1353705"/>
                  </a:lnTo>
                  <a:lnTo>
                    <a:pt x="452247" y="1353705"/>
                  </a:lnTo>
                  <a:lnTo>
                    <a:pt x="452247" y="1347876"/>
                  </a:lnTo>
                  <a:lnTo>
                    <a:pt x="491871" y="1347876"/>
                  </a:lnTo>
                  <a:lnTo>
                    <a:pt x="491871" y="1340993"/>
                  </a:lnTo>
                  <a:lnTo>
                    <a:pt x="445808" y="1340993"/>
                  </a:lnTo>
                  <a:lnTo>
                    <a:pt x="445808" y="1347876"/>
                  </a:lnTo>
                  <a:lnTo>
                    <a:pt x="445808" y="1353705"/>
                  </a:lnTo>
                  <a:lnTo>
                    <a:pt x="445808" y="1356728"/>
                  </a:lnTo>
                  <a:lnTo>
                    <a:pt x="445808" y="1367510"/>
                  </a:lnTo>
                  <a:lnTo>
                    <a:pt x="445808" y="1370545"/>
                  </a:lnTo>
                  <a:lnTo>
                    <a:pt x="445808" y="1398765"/>
                  </a:lnTo>
                  <a:lnTo>
                    <a:pt x="406247" y="1398765"/>
                  </a:lnTo>
                  <a:lnTo>
                    <a:pt x="406247" y="1370545"/>
                  </a:lnTo>
                  <a:lnTo>
                    <a:pt x="445808" y="1370545"/>
                  </a:lnTo>
                  <a:lnTo>
                    <a:pt x="445808" y="1367510"/>
                  </a:lnTo>
                  <a:lnTo>
                    <a:pt x="406247" y="1367510"/>
                  </a:lnTo>
                  <a:lnTo>
                    <a:pt x="406247" y="1356728"/>
                  </a:lnTo>
                  <a:lnTo>
                    <a:pt x="445808" y="1356728"/>
                  </a:lnTo>
                  <a:lnTo>
                    <a:pt x="445808" y="1353705"/>
                  </a:lnTo>
                  <a:lnTo>
                    <a:pt x="406247" y="1353705"/>
                  </a:lnTo>
                  <a:lnTo>
                    <a:pt x="406247" y="1347876"/>
                  </a:lnTo>
                  <a:lnTo>
                    <a:pt x="445808" y="1347876"/>
                  </a:lnTo>
                  <a:lnTo>
                    <a:pt x="445808" y="1340993"/>
                  </a:lnTo>
                  <a:lnTo>
                    <a:pt x="399859" y="1340993"/>
                  </a:lnTo>
                  <a:lnTo>
                    <a:pt x="399859" y="1347876"/>
                  </a:lnTo>
                  <a:lnTo>
                    <a:pt x="399859" y="1353705"/>
                  </a:lnTo>
                  <a:lnTo>
                    <a:pt x="399859" y="1356728"/>
                  </a:lnTo>
                  <a:lnTo>
                    <a:pt x="399859" y="1367510"/>
                  </a:lnTo>
                  <a:lnTo>
                    <a:pt x="399859" y="1370545"/>
                  </a:lnTo>
                  <a:lnTo>
                    <a:pt x="399859" y="1398765"/>
                  </a:lnTo>
                  <a:lnTo>
                    <a:pt x="357911" y="1398765"/>
                  </a:lnTo>
                  <a:lnTo>
                    <a:pt x="357911" y="1370545"/>
                  </a:lnTo>
                  <a:lnTo>
                    <a:pt x="399859" y="1370545"/>
                  </a:lnTo>
                  <a:lnTo>
                    <a:pt x="399859" y="1367510"/>
                  </a:lnTo>
                  <a:lnTo>
                    <a:pt x="357911" y="1367510"/>
                  </a:lnTo>
                  <a:lnTo>
                    <a:pt x="357911" y="1356728"/>
                  </a:lnTo>
                  <a:lnTo>
                    <a:pt x="399859" y="1356728"/>
                  </a:lnTo>
                  <a:lnTo>
                    <a:pt x="399859" y="1353705"/>
                  </a:lnTo>
                  <a:lnTo>
                    <a:pt x="357911" y="1353705"/>
                  </a:lnTo>
                  <a:lnTo>
                    <a:pt x="357911" y="1347876"/>
                  </a:lnTo>
                  <a:lnTo>
                    <a:pt x="399859" y="1347876"/>
                  </a:lnTo>
                  <a:lnTo>
                    <a:pt x="399859" y="1340993"/>
                  </a:lnTo>
                  <a:lnTo>
                    <a:pt x="351612" y="1340993"/>
                  </a:lnTo>
                  <a:lnTo>
                    <a:pt x="351612" y="1347876"/>
                  </a:lnTo>
                  <a:lnTo>
                    <a:pt x="351612" y="1353705"/>
                  </a:lnTo>
                  <a:lnTo>
                    <a:pt x="351612" y="1356728"/>
                  </a:lnTo>
                  <a:lnTo>
                    <a:pt x="351612" y="1367510"/>
                  </a:lnTo>
                  <a:lnTo>
                    <a:pt x="351612" y="1370545"/>
                  </a:lnTo>
                  <a:lnTo>
                    <a:pt x="351612" y="1398765"/>
                  </a:lnTo>
                  <a:lnTo>
                    <a:pt x="312267" y="1398765"/>
                  </a:lnTo>
                  <a:lnTo>
                    <a:pt x="312267" y="1370545"/>
                  </a:lnTo>
                  <a:lnTo>
                    <a:pt x="351612" y="1370545"/>
                  </a:lnTo>
                  <a:lnTo>
                    <a:pt x="351612" y="1367510"/>
                  </a:lnTo>
                  <a:lnTo>
                    <a:pt x="312267" y="1367510"/>
                  </a:lnTo>
                  <a:lnTo>
                    <a:pt x="312267" y="1356728"/>
                  </a:lnTo>
                  <a:lnTo>
                    <a:pt x="351612" y="1356728"/>
                  </a:lnTo>
                  <a:lnTo>
                    <a:pt x="351612" y="1353705"/>
                  </a:lnTo>
                  <a:lnTo>
                    <a:pt x="312267" y="1353705"/>
                  </a:lnTo>
                  <a:lnTo>
                    <a:pt x="312267" y="1347876"/>
                  </a:lnTo>
                  <a:lnTo>
                    <a:pt x="351612" y="1347876"/>
                  </a:lnTo>
                  <a:lnTo>
                    <a:pt x="351612" y="1340993"/>
                  </a:lnTo>
                  <a:lnTo>
                    <a:pt x="305879" y="1340993"/>
                  </a:lnTo>
                  <a:lnTo>
                    <a:pt x="305879" y="1347876"/>
                  </a:lnTo>
                  <a:lnTo>
                    <a:pt x="305879" y="1353705"/>
                  </a:lnTo>
                  <a:lnTo>
                    <a:pt x="305879" y="1356728"/>
                  </a:lnTo>
                  <a:lnTo>
                    <a:pt x="305879" y="1367510"/>
                  </a:lnTo>
                  <a:lnTo>
                    <a:pt x="305879" y="1370545"/>
                  </a:lnTo>
                  <a:lnTo>
                    <a:pt x="305879" y="1398765"/>
                  </a:lnTo>
                  <a:lnTo>
                    <a:pt x="274167" y="1398765"/>
                  </a:lnTo>
                  <a:lnTo>
                    <a:pt x="274167" y="1370545"/>
                  </a:lnTo>
                  <a:lnTo>
                    <a:pt x="305879" y="1370545"/>
                  </a:lnTo>
                  <a:lnTo>
                    <a:pt x="305879" y="1367510"/>
                  </a:lnTo>
                  <a:lnTo>
                    <a:pt x="274167" y="1367510"/>
                  </a:lnTo>
                  <a:lnTo>
                    <a:pt x="274167" y="1356728"/>
                  </a:lnTo>
                  <a:lnTo>
                    <a:pt x="305879" y="1356728"/>
                  </a:lnTo>
                  <a:lnTo>
                    <a:pt x="305879" y="1353705"/>
                  </a:lnTo>
                  <a:lnTo>
                    <a:pt x="274167" y="1353705"/>
                  </a:lnTo>
                  <a:lnTo>
                    <a:pt x="274167" y="1347876"/>
                  </a:lnTo>
                  <a:lnTo>
                    <a:pt x="305879" y="1347876"/>
                  </a:lnTo>
                  <a:lnTo>
                    <a:pt x="305879" y="1340993"/>
                  </a:lnTo>
                  <a:lnTo>
                    <a:pt x="267817" y="1340993"/>
                  </a:lnTo>
                  <a:lnTo>
                    <a:pt x="267817" y="1347876"/>
                  </a:lnTo>
                  <a:lnTo>
                    <a:pt x="267817" y="1353705"/>
                  </a:lnTo>
                  <a:lnTo>
                    <a:pt x="267817" y="1356728"/>
                  </a:lnTo>
                  <a:lnTo>
                    <a:pt x="267817" y="1367510"/>
                  </a:lnTo>
                  <a:lnTo>
                    <a:pt x="267817" y="1370545"/>
                  </a:lnTo>
                  <a:lnTo>
                    <a:pt x="267817" y="1398765"/>
                  </a:lnTo>
                  <a:lnTo>
                    <a:pt x="228485" y="1398765"/>
                  </a:lnTo>
                  <a:lnTo>
                    <a:pt x="228485" y="1370545"/>
                  </a:lnTo>
                  <a:lnTo>
                    <a:pt x="267817" y="1370545"/>
                  </a:lnTo>
                  <a:lnTo>
                    <a:pt x="267817" y="1367510"/>
                  </a:lnTo>
                  <a:lnTo>
                    <a:pt x="228485" y="1367510"/>
                  </a:lnTo>
                  <a:lnTo>
                    <a:pt x="228485" y="1356728"/>
                  </a:lnTo>
                  <a:lnTo>
                    <a:pt x="267817" y="1356728"/>
                  </a:lnTo>
                  <a:lnTo>
                    <a:pt x="267817" y="1353705"/>
                  </a:lnTo>
                  <a:lnTo>
                    <a:pt x="228485" y="1353705"/>
                  </a:lnTo>
                  <a:lnTo>
                    <a:pt x="228485" y="1347876"/>
                  </a:lnTo>
                  <a:lnTo>
                    <a:pt x="267817" y="1347876"/>
                  </a:lnTo>
                  <a:lnTo>
                    <a:pt x="267817" y="1340993"/>
                  </a:lnTo>
                  <a:lnTo>
                    <a:pt x="222123" y="1340993"/>
                  </a:lnTo>
                  <a:lnTo>
                    <a:pt x="222123" y="1347876"/>
                  </a:lnTo>
                  <a:lnTo>
                    <a:pt x="222123" y="1353705"/>
                  </a:lnTo>
                  <a:lnTo>
                    <a:pt x="222123" y="1356728"/>
                  </a:lnTo>
                  <a:lnTo>
                    <a:pt x="222123" y="1367510"/>
                  </a:lnTo>
                  <a:lnTo>
                    <a:pt x="222123" y="1370545"/>
                  </a:lnTo>
                  <a:lnTo>
                    <a:pt x="222123" y="1398765"/>
                  </a:lnTo>
                  <a:lnTo>
                    <a:pt x="182791" y="1398765"/>
                  </a:lnTo>
                  <a:lnTo>
                    <a:pt x="182791" y="1370545"/>
                  </a:lnTo>
                  <a:lnTo>
                    <a:pt x="222123" y="1370545"/>
                  </a:lnTo>
                  <a:lnTo>
                    <a:pt x="222123" y="1367510"/>
                  </a:lnTo>
                  <a:lnTo>
                    <a:pt x="182791" y="1367510"/>
                  </a:lnTo>
                  <a:lnTo>
                    <a:pt x="182791" y="1356728"/>
                  </a:lnTo>
                  <a:lnTo>
                    <a:pt x="222123" y="1356728"/>
                  </a:lnTo>
                  <a:lnTo>
                    <a:pt x="222123" y="1353705"/>
                  </a:lnTo>
                  <a:lnTo>
                    <a:pt x="182791" y="1353705"/>
                  </a:lnTo>
                  <a:lnTo>
                    <a:pt x="182791" y="1347876"/>
                  </a:lnTo>
                  <a:lnTo>
                    <a:pt x="222123" y="1347876"/>
                  </a:lnTo>
                  <a:lnTo>
                    <a:pt x="222123" y="1340993"/>
                  </a:lnTo>
                  <a:lnTo>
                    <a:pt x="176428" y="1340993"/>
                  </a:lnTo>
                  <a:lnTo>
                    <a:pt x="176428" y="1347876"/>
                  </a:lnTo>
                  <a:lnTo>
                    <a:pt x="176428" y="1353705"/>
                  </a:lnTo>
                  <a:lnTo>
                    <a:pt x="176428" y="1356728"/>
                  </a:lnTo>
                  <a:lnTo>
                    <a:pt x="176428" y="1367510"/>
                  </a:lnTo>
                  <a:lnTo>
                    <a:pt x="176428" y="1370545"/>
                  </a:lnTo>
                  <a:lnTo>
                    <a:pt x="176428" y="1398765"/>
                  </a:lnTo>
                  <a:lnTo>
                    <a:pt x="137083" y="1398765"/>
                  </a:lnTo>
                  <a:lnTo>
                    <a:pt x="137083" y="1370545"/>
                  </a:lnTo>
                  <a:lnTo>
                    <a:pt x="176428" y="1370545"/>
                  </a:lnTo>
                  <a:lnTo>
                    <a:pt x="176428" y="1367510"/>
                  </a:lnTo>
                  <a:lnTo>
                    <a:pt x="137083" y="1367510"/>
                  </a:lnTo>
                  <a:lnTo>
                    <a:pt x="137083" y="1356728"/>
                  </a:lnTo>
                  <a:lnTo>
                    <a:pt x="176428" y="1356728"/>
                  </a:lnTo>
                  <a:lnTo>
                    <a:pt x="176428" y="1353705"/>
                  </a:lnTo>
                  <a:lnTo>
                    <a:pt x="137083" y="1353705"/>
                  </a:lnTo>
                  <a:lnTo>
                    <a:pt x="137083" y="1347876"/>
                  </a:lnTo>
                  <a:lnTo>
                    <a:pt x="176428" y="1347876"/>
                  </a:lnTo>
                  <a:lnTo>
                    <a:pt x="176428" y="1340993"/>
                  </a:lnTo>
                  <a:lnTo>
                    <a:pt x="130746" y="1340993"/>
                  </a:lnTo>
                  <a:lnTo>
                    <a:pt x="130746" y="1347876"/>
                  </a:lnTo>
                  <a:lnTo>
                    <a:pt x="130746" y="1353705"/>
                  </a:lnTo>
                  <a:lnTo>
                    <a:pt x="130746" y="1356728"/>
                  </a:lnTo>
                  <a:lnTo>
                    <a:pt x="130746" y="1367510"/>
                  </a:lnTo>
                  <a:lnTo>
                    <a:pt x="130746" y="1370545"/>
                  </a:lnTo>
                  <a:lnTo>
                    <a:pt x="130746" y="1398765"/>
                  </a:lnTo>
                  <a:lnTo>
                    <a:pt x="99021" y="1398765"/>
                  </a:lnTo>
                  <a:lnTo>
                    <a:pt x="99021" y="1370545"/>
                  </a:lnTo>
                  <a:lnTo>
                    <a:pt x="130746" y="1370545"/>
                  </a:lnTo>
                  <a:lnTo>
                    <a:pt x="130746" y="1367510"/>
                  </a:lnTo>
                  <a:lnTo>
                    <a:pt x="99021" y="1367510"/>
                  </a:lnTo>
                  <a:lnTo>
                    <a:pt x="99021" y="1356728"/>
                  </a:lnTo>
                  <a:lnTo>
                    <a:pt x="130746" y="1356728"/>
                  </a:lnTo>
                  <a:lnTo>
                    <a:pt x="130746" y="1353705"/>
                  </a:lnTo>
                  <a:lnTo>
                    <a:pt x="99021" y="1353705"/>
                  </a:lnTo>
                  <a:lnTo>
                    <a:pt x="99021" y="1347876"/>
                  </a:lnTo>
                  <a:lnTo>
                    <a:pt x="130746" y="1347876"/>
                  </a:lnTo>
                  <a:lnTo>
                    <a:pt x="130746" y="1340993"/>
                  </a:lnTo>
                  <a:lnTo>
                    <a:pt x="92684" y="1340993"/>
                  </a:lnTo>
                  <a:lnTo>
                    <a:pt x="92684" y="1347876"/>
                  </a:lnTo>
                  <a:lnTo>
                    <a:pt x="92684" y="1353705"/>
                  </a:lnTo>
                  <a:lnTo>
                    <a:pt x="92684" y="1356728"/>
                  </a:lnTo>
                  <a:lnTo>
                    <a:pt x="92684" y="1367510"/>
                  </a:lnTo>
                  <a:lnTo>
                    <a:pt x="92684" y="1370545"/>
                  </a:lnTo>
                  <a:lnTo>
                    <a:pt x="92684" y="1398765"/>
                  </a:lnTo>
                  <a:lnTo>
                    <a:pt x="53390" y="1398765"/>
                  </a:lnTo>
                  <a:lnTo>
                    <a:pt x="53390" y="1370545"/>
                  </a:lnTo>
                  <a:lnTo>
                    <a:pt x="92684" y="1370545"/>
                  </a:lnTo>
                  <a:lnTo>
                    <a:pt x="92684" y="1367510"/>
                  </a:lnTo>
                  <a:lnTo>
                    <a:pt x="53390" y="1367510"/>
                  </a:lnTo>
                  <a:lnTo>
                    <a:pt x="53390" y="1356728"/>
                  </a:lnTo>
                  <a:lnTo>
                    <a:pt x="92684" y="1356728"/>
                  </a:lnTo>
                  <a:lnTo>
                    <a:pt x="92684" y="1353705"/>
                  </a:lnTo>
                  <a:lnTo>
                    <a:pt x="53390" y="1353705"/>
                  </a:lnTo>
                  <a:lnTo>
                    <a:pt x="53390" y="1347876"/>
                  </a:lnTo>
                  <a:lnTo>
                    <a:pt x="92684" y="1347876"/>
                  </a:lnTo>
                  <a:lnTo>
                    <a:pt x="92684" y="1340993"/>
                  </a:lnTo>
                  <a:lnTo>
                    <a:pt x="46990" y="1340993"/>
                  </a:lnTo>
                  <a:lnTo>
                    <a:pt x="46990" y="1347876"/>
                  </a:lnTo>
                  <a:lnTo>
                    <a:pt x="46990" y="1353705"/>
                  </a:lnTo>
                  <a:lnTo>
                    <a:pt x="7810" y="1353705"/>
                  </a:lnTo>
                  <a:lnTo>
                    <a:pt x="7810" y="1356728"/>
                  </a:lnTo>
                  <a:lnTo>
                    <a:pt x="46990" y="1356728"/>
                  </a:lnTo>
                  <a:lnTo>
                    <a:pt x="46990" y="1367510"/>
                  </a:lnTo>
                  <a:lnTo>
                    <a:pt x="7810" y="1367510"/>
                  </a:lnTo>
                  <a:lnTo>
                    <a:pt x="7810" y="1370545"/>
                  </a:lnTo>
                  <a:lnTo>
                    <a:pt x="46990" y="1370545"/>
                  </a:lnTo>
                  <a:lnTo>
                    <a:pt x="46990" y="1398765"/>
                  </a:lnTo>
                  <a:lnTo>
                    <a:pt x="7620" y="1398765"/>
                  </a:lnTo>
                  <a:lnTo>
                    <a:pt x="7620" y="1347876"/>
                  </a:lnTo>
                  <a:lnTo>
                    <a:pt x="46990" y="1347876"/>
                  </a:lnTo>
                  <a:lnTo>
                    <a:pt x="46990" y="1340993"/>
                  </a:lnTo>
                  <a:lnTo>
                    <a:pt x="0" y="1340993"/>
                  </a:lnTo>
                  <a:lnTo>
                    <a:pt x="0" y="1347876"/>
                  </a:lnTo>
                  <a:lnTo>
                    <a:pt x="1308" y="1347876"/>
                  </a:lnTo>
                  <a:lnTo>
                    <a:pt x="1308" y="1404277"/>
                  </a:lnTo>
                  <a:lnTo>
                    <a:pt x="1778" y="1404277"/>
                  </a:lnTo>
                  <a:lnTo>
                    <a:pt x="1778" y="1423250"/>
                  </a:lnTo>
                  <a:lnTo>
                    <a:pt x="629602" y="1423250"/>
                  </a:lnTo>
                  <a:lnTo>
                    <a:pt x="629602" y="1398765"/>
                  </a:lnTo>
                  <a:lnTo>
                    <a:pt x="628599" y="1398765"/>
                  </a:lnTo>
                  <a:lnTo>
                    <a:pt x="628599" y="1347876"/>
                  </a:lnTo>
                  <a:lnTo>
                    <a:pt x="630694" y="1347876"/>
                  </a:lnTo>
                  <a:lnTo>
                    <a:pt x="630694" y="1340993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6494398" y="9474182"/>
              <a:ext cx="3505835" cy="763905"/>
            </a:xfrm>
            <a:custGeom>
              <a:avLst/>
              <a:gdLst/>
              <a:ahLst/>
              <a:cxnLst/>
              <a:rect l="l" t="t" r="r" b="b"/>
              <a:pathLst>
                <a:path w="3505834" h="763904">
                  <a:moveTo>
                    <a:pt x="0" y="763840"/>
                  </a:moveTo>
                  <a:lnTo>
                    <a:pt x="3505296" y="763840"/>
                  </a:lnTo>
                  <a:lnTo>
                    <a:pt x="3505296" y="0"/>
                  </a:lnTo>
                  <a:lnTo>
                    <a:pt x="0" y="0"/>
                  </a:lnTo>
                  <a:lnTo>
                    <a:pt x="0" y="763840"/>
                  </a:lnTo>
                  <a:close/>
                </a:path>
              </a:pathLst>
            </a:custGeom>
            <a:solidFill>
              <a:srgbClr val="DA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9999695" y="9474182"/>
              <a:ext cx="589915" cy="763905"/>
            </a:xfrm>
            <a:custGeom>
              <a:avLst/>
              <a:gdLst/>
              <a:ahLst/>
              <a:cxnLst/>
              <a:rect l="l" t="t" r="r" b="b"/>
              <a:pathLst>
                <a:path w="589915" h="763904">
                  <a:moveTo>
                    <a:pt x="0" y="763840"/>
                  </a:moveTo>
                  <a:lnTo>
                    <a:pt x="589531" y="763840"/>
                  </a:lnTo>
                  <a:lnTo>
                    <a:pt x="589531" y="0"/>
                  </a:lnTo>
                  <a:lnTo>
                    <a:pt x="0" y="0"/>
                  </a:lnTo>
                  <a:lnTo>
                    <a:pt x="0" y="76384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0002344" y="9391284"/>
              <a:ext cx="661035" cy="83185"/>
            </a:xfrm>
            <a:custGeom>
              <a:avLst/>
              <a:gdLst/>
              <a:ahLst/>
              <a:cxnLst/>
              <a:rect l="l" t="t" r="r" b="b"/>
              <a:pathLst>
                <a:path w="661034" h="83184">
                  <a:moveTo>
                    <a:pt x="0" y="82897"/>
                  </a:moveTo>
                  <a:lnTo>
                    <a:pt x="660545" y="82897"/>
                  </a:lnTo>
                  <a:lnTo>
                    <a:pt x="660545" y="0"/>
                  </a:lnTo>
                  <a:lnTo>
                    <a:pt x="0" y="0"/>
                  </a:lnTo>
                  <a:lnTo>
                    <a:pt x="0" y="82897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8052288" y="9469585"/>
              <a:ext cx="42545" cy="769620"/>
            </a:xfrm>
            <a:custGeom>
              <a:avLst/>
              <a:gdLst/>
              <a:ahLst/>
              <a:cxnLst/>
              <a:rect l="l" t="t" r="r" b="b"/>
              <a:pathLst>
                <a:path w="42545" h="769620">
                  <a:moveTo>
                    <a:pt x="0" y="769170"/>
                  </a:moveTo>
                  <a:lnTo>
                    <a:pt x="42051" y="769170"/>
                  </a:lnTo>
                  <a:lnTo>
                    <a:pt x="42051" y="0"/>
                  </a:lnTo>
                  <a:lnTo>
                    <a:pt x="0" y="0"/>
                  </a:lnTo>
                  <a:lnTo>
                    <a:pt x="0" y="76917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8094339" y="9469585"/>
              <a:ext cx="452755" cy="769620"/>
            </a:xfrm>
            <a:custGeom>
              <a:avLst/>
              <a:gdLst/>
              <a:ahLst/>
              <a:cxnLst/>
              <a:rect l="l" t="t" r="r" b="b"/>
              <a:pathLst>
                <a:path w="452754" h="769620">
                  <a:moveTo>
                    <a:pt x="452666" y="0"/>
                  </a:moveTo>
                  <a:lnTo>
                    <a:pt x="0" y="0"/>
                  </a:lnTo>
                  <a:lnTo>
                    <a:pt x="0" y="769170"/>
                  </a:lnTo>
                  <a:lnTo>
                    <a:pt x="452666" y="769170"/>
                  </a:lnTo>
                  <a:lnTo>
                    <a:pt x="452666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6441744" y="9391287"/>
              <a:ext cx="3561079" cy="83185"/>
            </a:xfrm>
            <a:custGeom>
              <a:avLst/>
              <a:gdLst/>
              <a:ahLst/>
              <a:cxnLst/>
              <a:rect l="l" t="t" r="r" b="b"/>
              <a:pathLst>
                <a:path w="3561079" h="83184">
                  <a:moveTo>
                    <a:pt x="3560597" y="0"/>
                  </a:moveTo>
                  <a:lnTo>
                    <a:pt x="2849803" y="0"/>
                  </a:lnTo>
                  <a:lnTo>
                    <a:pt x="2849803" y="1193"/>
                  </a:lnTo>
                  <a:lnTo>
                    <a:pt x="2326919" y="1193"/>
                  </a:lnTo>
                  <a:lnTo>
                    <a:pt x="2326919" y="0"/>
                  </a:lnTo>
                  <a:lnTo>
                    <a:pt x="0" y="0"/>
                  </a:lnTo>
                  <a:lnTo>
                    <a:pt x="0" y="1193"/>
                  </a:lnTo>
                  <a:lnTo>
                    <a:pt x="0" y="82905"/>
                  </a:lnTo>
                  <a:lnTo>
                    <a:pt x="3560597" y="82905"/>
                  </a:lnTo>
                  <a:lnTo>
                    <a:pt x="3560597" y="1193"/>
                  </a:lnTo>
                  <a:lnTo>
                    <a:pt x="3560597" y="0"/>
                  </a:lnTo>
                  <a:close/>
                </a:path>
              </a:pathLst>
            </a:custGeom>
            <a:solidFill>
              <a:srgbClr val="277E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6491676" y="9473983"/>
              <a:ext cx="4094479" cy="59690"/>
            </a:xfrm>
            <a:custGeom>
              <a:avLst/>
              <a:gdLst/>
              <a:ahLst/>
              <a:cxnLst/>
              <a:rect l="l" t="t" r="r" b="b"/>
              <a:pathLst>
                <a:path w="4094479" h="59690">
                  <a:moveTo>
                    <a:pt x="4093969" y="0"/>
                  </a:moveTo>
                  <a:lnTo>
                    <a:pt x="0" y="0"/>
                  </a:lnTo>
                  <a:lnTo>
                    <a:pt x="0" y="59411"/>
                  </a:lnTo>
                  <a:lnTo>
                    <a:pt x="4093969" y="59411"/>
                  </a:lnTo>
                  <a:lnTo>
                    <a:pt x="409396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6658676" y="9664323"/>
              <a:ext cx="243204" cy="287020"/>
            </a:xfrm>
            <a:custGeom>
              <a:avLst/>
              <a:gdLst/>
              <a:ahLst/>
              <a:cxnLst/>
              <a:rect l="l" t="t" r="r" b="b"/>
              <a:pathLst>
                <a:path w="243204" h="287020">
                  <a:moveTo>
                    <a:pt x="242840" y="0"/>
                  </a:moveTo>
                  <a:lnTo>
                    <a:pt x="0" y="0"/>
                  </a:lnTo>
                  <a:lnTo>
                    <a:pt x="0" y="286849"/>
                  </a:lnTo>
                  <a:lnTo>
                    <a:pt x="242840" y="286849"/>
                  </a:lnTo>
                  <a:lnTo>
                    <a:pt x="242840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6683534" y="9683453"/>
              <a:ext cx="193675" cy="248920"/>
            </a:xfrm>
            <a:custGeom>
              <a:avLst/>
              <a:gdLst/>
              <a:ahLst/>
              <a:cxnLst/>
              <a:rect l="l" t="t" r="r" b="b"/>
              <a:pathLst>
                <a:path w="193675" h="248920">
                  <a:moveTo>
                    <a:pt x="193083" y="0"/>
                  </a:moveTo>
                  <a:lnTo>
                    <a:pt x="0" y="0"/>
                  </a:lnTo>
                  <a:lnTo>
                    <a:pt x="0" y="248599"/>
                  </a:lnTo>
                  <a:lnTo>
                    <a:pt x="193083" y="248599"/>
                  </a:lnTo>
                  <a:lnTo>
                    <a:pt x="193083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6711188" y="9704458"/>
              <a:ext cx="165735" cy="227965"/>
            </a:xfrm>
            <a:custGeom>
              <a:avLst/>
              <a:gdLst/>
              <a:ahLst/>
              <a:cxnLst/>
              <a:rect l="l" t="t" r="r" b="b"/>
              <a:pathLst>
                <a:path w="165734" h="227965">
                  <a:moveTo>
                    <a:pt x="165429" y="0"/>
                  </a:moveTo>
                  <a:lnTo>
                    <a:pt x="0" y="0"/>
                  </a:lnTo>
                  <a:lnTo>
                    <a:pt x="0" y="227595"/>
                  </a:lnTo>
                  <a:lnTo>
                    <a:pt x="165429" y="227595"/>
                  </a:lnTo>
                  <a:lnTo>
                    <a:pt x="165429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6768566" y="9664325"/>
              <a:ext cx="480695" cy="287020"/>
            </a:xfrm>
            <a:custGeom>
              <a:avLst/>
              <a:gdLst/>
              <a:ahLst/>
              <a:cxnLst/>
              <a:rect l="l" t="t" r="r" b="b"/>
              <a:pathLst>
                <a:path w="480695" h="287020">
                  <a:moveTo>
                    <a:pt x="16116" y="3378"/>
                  </a:moveTo>
                  <a:lnTo>
                    <a:pt x="0" y="3378"/>
                  </a:lnTo>
                  <a:lnTo>
                    <a:pt x="0" y="278231"/>
                  </a:lnTo>
                  <a:lnTo>
                    <a:pt x="16116" y="278231"/>
                  </a:lnTo>
                  <a:lnTo>
                    <a:pt x="16116" y="3378"/>
                  </a:lnTo>
                  <a:close/>
                </a:path>
                <a:path w="480695" h="287020">
                  <a:moveTo>
                    <a:pt x="480301" y="0"/>
                  </a:moveTo>
                  <a:lnTo>
                    <a:pt x="237502" y="0"/>
                  </a:lnTo>
                  <a:lnTo>
                    <a:pt x="237502" y="286854"/>
                  </a:lnTo>
                  <a:lnTo>
                    <a:pt x="480301" y="286854"/>
                  </a:lnTo>
                  <a:lnTo>
                    <a:pt x="480301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7030948" y="9683453"/>
              <a:ext cx="193675" cy="248920"/>
            </a:xfrm>
            <a:custGeom>
              <a:avLst/>
              <a:gdLst/>
              <a:ahLst/>
              <a:cxnLst/>
              <a:rect l="l" t="t" r="r" b="b"/>
              <a:pathLst>
                <a:path w="193675" h="248920">
                  <a:moveTo>
                    <a:pt x="193051" y="0"/>
                  </a:moveTo>
                  <a:lnTo>
                    <a:pt x="0" y="0"/>
                  </a:lnTo>
                  <a:lnTo>
                    <a:pt x="0" y="248599"/>
                  </a:lnTo>
                  <a:lnTo>
                    <a:pt x="193051" y="248599"/>
                  </a:lnTo>
                  <a:lnTo>
                    <a:pt x="193051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7058580" y="9704458"/>
              <a:ext cx="165735" cy="227965"/>
            </a:xfrm>
            <a:custGeom>
              <a:avLst/>
              <a:gdLst/>
              <a:ahLst/>
              <a:cxnLst/>
              <a:rect l="l" t="t" r="r" b="b"/>
              <a:pathLst>
                <a:path w="165734" h="227965">
                  <a:moveTo>
                    <a:pt x="165419" y="0"/>
                  </a:moveTo>
                  <a:lnTo>
                    <a:pt x="0" y="0"/>
                  </a:lnTo>
                  <a:lnTo>
                    <a:pt x="0" y="227595"/>
                  </a:lnTo>
                  <a:lnTo>
                    <a:pt x="165419" y="227595"/>
                  </a:lnTo>
                  <a:lnTo>
                    <a:pt x="165419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7115988" y="9660400"/>
              <a:ext cx="482600" cy="287020"/>
            </a:xfrm>
            <a:custGeom>
              <a:avLst/>
              <a:gdLst/>
              <a:ahLst/>
              <a:cxnLst/>
              <a:rect l="l" t="t" r="r" b="b"/>
              <a:pathLst>
                <a:path w="482600" h="287020">
                  <a:moveTo>
                    <a:pt x="16040" y="7302"/>
                  </a:moveTo>
                  <a:lnTo>
                    <a:pt x="0" y="7302"/>
                  </a:lnTo>
                  <a:lnTo>
                    <a:pt x="0" y="282155"/>
                  </a:lnTo>
                  <a:lnTo>
                    <a:pt x="16040" y="282155"/>
                  </a:lnTo>
                  <a:lnTo>
                    <a:pt x="16040" y="7302"/>
                  </a:lnTo>
                  <a:close/>
                </a:path>
                <a:path w="482600" h="287020">
                  <a:moveTo>
                    <a:pt x="482231" y="0"/>
                  </a:moveTo>
                  <a:lnTo>
                    <a:pt x="239395" y="0"/>
                  </a:lnTo>
                  <a:lnTo>
                    <a:pt x="239395" y="286842"/>
                  </a:lnTo>
                  <a:lnTo>
                    <a:pt x="482231" y="286842"/>
                  </a:lnTo>
                  <a:lnTo>
                    <a:pt x="482231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7380298" y="9679506"/>
              <a:ext cx="193040" cy="248920"/>
            </a:xfrm>
            <a:custGeom>
              <a:avLst/>
              <a:gdLst/>
              <a:ahLst/>
              <a:cxnLst/>
              <a:rect l="l" t="t" r="r" b="b"/>
              <a:pathLst>
                <a:path w="193040" h="248920">
                  <a:moveTo>
                    <a:pt x="193009" y="0"/>
                  </a:moveTo>
                  <a:lnTo>
                    <a:pt x="0" y="0"/>
                  </a:lnTo>
                  <a:lnTo>
                    <a:pt x="0" y="248620"/>
                  </a:lnTo>
                  <a:lnTo>
                    <a:pt x="193009" y="248620"/>
                  </a:lnTo>
                  <a:lnTo>
                    <a:pt x="193009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7407899" y="9700489"/>
              <a:ext cx="165735" cy="227965"/>
            </a:xfrm>
            <a:custGeom>
              <a:avLst/>
              <a:gdLst/>
              <a:ahLst/>
              <a:cxnLst/>
              <a:rect l="l" t="t" r="r" b="b"/>
              <a:pathLst>
                <a:path w="165734" h="227965">
                  <a:moveTo>
                    <a:pt x="165408" y="0"/>
                  </a:moveTo>
                  <a:lnTo>
                    <a:pt x="0" y="0"/>
                  </a:lnTo>
                  <a:lnTo>
                    <a:pt x="0" y="227637"/>
                  </a:lnTo>
                  <a:lnTo>
                    <a:pt x="165408" y="227637"/>
                  </a:lnTo>
                  <a:lnTo>
                    <a:pt x="165408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7465276" y="9660400"/>
              <a:ext cx="480695" cy="287020"/>
            </a:xfrm>
            <a:custGeom>
              <a:avLst/>
              <a:gdLst/>
              <a:ahLst/>
              <a:cxnLst/>
              <a:rect l="l" t="t" r="r" b="b"/>
              <a:pathLst>
                <a:path w="480695" h="287020">
                  <a:moveTo>
                    <a:pt x="16065" y="3365"/>
                  </a:moveTo>
                  <a:lnTo>
                    <a:pt x="0" y="3365"/>
                  </a:lnTo>
                  <a:lnTo>
                    <a:pt x="0" y="278231"/>
                  </a:lnTo>
                  <a:lnTo>
                    <a:pt x="16065" y="278231"/>
                  </a:lnTo>
                  <a:lnTo>
                    <a:pt x="16065" y="3365"/>
                  </a:lnTo>
                  <a:close/>
                </a:path>
                <a:path w="480695" h="287020">
                  <a:moveTo>
                    <a:pt x="480314" y="0"/>
                  </a:moveTo>
                  <a:lnTo>
                    <a:pt x="237464" y="0"/>
                  </a:lnTo>
                  <a:lnTo>
                    <a:pt x="237464" y="286842"/>
                  </a:lnTo>
                  <a:lnTo>
                    <a:pt x="480314" y="286842"/>
                  </a:lnTo>
                  <a:lnTo>
                    <a:pt x="480314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7727670" y="9679506"/>
              <a:ext cx="193040" cy="248920"/>
            </a:xfrm>
            <a:custGeom>
              <a:avLst/>
              <a:gdLst/>
              <a:ahLst/>
              <a:cxnLst/>
              <a:rect l="l" t="t" r="r" b="b"/>
              <a:pathLst>
                <a:path w="193040" h="248920">
                  <a:moveTo>
                    <a:pt x="192999" y="0"/>
                  </a:moveTo>
                  <a:lnTo>
                    <a:pt x="0" y="0"/>
                  </a:lnTo>
                  <a:lnTo>
                    <a:pt x="0" y="248620"/>
                  </a:lnTo>
                  <a:lnTo>
                    <a:pt x="192999" y="248620"/>
                  </a:lnTo>
                  <a:lnTo>
                    <a:pt x="192999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7755323" y="9700489"/>
              <a:ext cx="165735" cy="227965"/>
            </a:xfrm>
            <a:custGeom>
              <a:avLst/>
              <a:gdLst/>
              <a:ahLst/>
              <a:cxnLst/>
              <a:rect l="l" t="t" r="r" b="b"/>
              <a:pathLst>
                <a:path w="165734" h="227965">
                  <a:moveTo>
                    <a:pt x="165345" y="0"/>
                  </a:moveTo>
                  <a:lnTo>
                    <a:pt x="0" y="0"/>
                  </a:lnTo>
                  <a:lnTo>
                    <a:pt x="0" y="227637"/>
                  </a:lnTo>
                  <a:lnTo>
                    <a:pt x="165345" y="227637"/>
                  </a:lnTo>
                  <a:lnTo>
                    <a:pt x="165345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812671" y="9663766"/>
              <a:ext cx="1069975" cy="294005"/>
            </a:xfrm>
            <a:custGeom>
              <a:avLst/>
              <a:gdLst/>
              <a:ahLst/>
              <a:cxnLst/>
              <a:rect l="l" t="t" r="r" b="b"/>
              <a:pathLst>
                <a:path w="1069975" h="294004">
                  <a:moveTo>
                    <a:pt x="16052" y="0"/>
                  </a:moveTo>
                  <a:lnTo>
                    <a:pt x="0" y="0"/>
                  </a:lnTo>
                  <a:lnTo>
                    <a:pt x="0" y="274866"/>
                  </a:lnTo>
                  <a:lnTo>
                    <a:pt x="16052" y="274866"/>
                  </a:lnTo>
                  <a:lnTo>
                    <a:pt x="16052" y="0"/>
                  </a:lnTo>
                  <a:close/>
                </a:path>
                <a:path w="1069975" h="294004">
                  <a:moveTo>
                    <a:pt x="1069784" y="7150"/>
                  </a:moveTo>
                  <a:lnTo>
                    <a:pt x="826985" y="7150"/>
                  </a:lnTo>
                  <a:lnTo>
                    <a:pt x="826985" y="293992"/>
                  </a:lnTo>
                  <a:lnTo>
                    <a:pt x="1069784" y="293992"/>
                  </a:lnTo>
                  <a:lnTo>
                    <a:pt x="1069784" y="715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8664563" y="9690029"/>
              <a:ext cx="193040" cy="248920"/>
            </a:xfrm>
            <a:custGeom>
              <a:avLst/>
              <a:gdLst/>
              <a:ahLst/>
              <a:cxnLst/>
              <a:rect l="l" t="t" r="r" b="b"/>
              <a:pathLst>
                <a:path w="193040" h="248920">
                  <a:moveTo>
                    <a:pt x="192957" y="0"/>
                  </a:moveTo>
                  <a:lnTo>
                    <a:pt x="0" y="0"/>
                  </a:lnTo>
                  <a:lnTo>
                    <a:pt x="0" y="248620"/>
                  </a:lnTo>
                  <a:lnTo>
                    <a:pt x="192957" y="248620"/>
                  </a:lnTo>
                  <a:lnTo>
                    <a:pt x="192957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8692154" y="9711033"/>
              <a:ext cx="165735" cy="227965"/>
            </a:xfrm>
            <a:custGeom>
              <a:avLst/>
              <a:gdLst/>
              <a:ahLst/>
              <a:cxnLst/>
              <a:rect l="l" t="t" r="r" b="b"/>
              <a:pathLst>
                <a:path w="165734" h="227965">
                  <a:moveTo>
                    <a:pt x="165366" y="0"/>
                  </a:moveTo>
                  <a:lnTo>
                    <a:pt x="0" y="0"/>
                  </a:lnTo>
                  <a:lnTo>
                    <a:pt x="0" y="227616"/>
                  </a:lnTo>
                  <a:lnTo>
                    <a:pt x="165366" y="227616"/>
                  </a:lnTo>
                  <a:lnTo>
                    <a:pt x="165366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8749563" y="9670916"/>
              <a:ext cx="480695" cy="287020"/>
            </a:xfrm>
            <a:custGeom>
              <a:avLst/>
              <a:gdLst/>
              <a:ahLst/>
              <a:cxnLst/>
              <a:rect l="l" t="t" r="r" b="b"/>
              <a:pathLst>
                <a:path w="480695" h="287020">
                  <a:moveTo>
                    <a:pt x="16065" y="3378"/>
                  </a:moveTo>
                  <a:lnTo>
                    <a:pt x="0" y="3378"/>
                  </a:lnTo>
                  <a:lnTo>
                    <a:pt x="0" y="278244"/>
                  </a:lnTo>
                  <a:lnTo>
                    <a:pt x="16065" y="278244"/>
                  </a:lnTo>
                  <a:lnTo>
                    <a:pt x="16065" y="3378"/>
                  </a:lnTo>
                  <a:close/>
                </a:path>
                <a:path w="480695" h="287020">
                  <a:moveTo>
                    <a:pt x="480237" y="0"/>
                  </a:moveTo>
                  <a:lnTo>
                    <a:pt x="237439" y="0"/>
                  </a:lnTo>
                  <a:lnTo>
                    <a:pt x="237439" y="286842"/>
                  </a:lnTo>
                  <a:lnTo>
                    <a:pt x="480237" y="286842"/>
                  </a:lnTo>
                  <a:lnTo>
                    <a:pt x="480237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9011955" y="9690029"/>
              <a:ext cx="193040" cy="248920"/>
            </a:xfrm>
            <a:custGeom>
              <a:avLst/>
              <a:gdLst/>
              <a:ahLst/>
              <a:cxnLst/>
              <a:rect l="l" t="t" r="r" b="b"/>
              <a:pathLst>
                <a:path w="193040" h="248920">
                  <a:moveTo>
                    <a:pt x="192978" y="0"/>
                  </a:moveTo>
                  <a:lnTo>
                    <a:pt x="0" y="0"/>
                  </a:lnTo>
                  <a:lnTo>
                    <a:pt x="0" y="248620"/>
                  </a:lnTo>
                  <a:lnTo>
                    <a:pt x="192978" y="248620"/>
                  </a:lnTo>
                  <a:lnTo>
                    <a:pt x="192978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9039536" y="9711033"/>
              <a:ext cx="165735" cy="227965"/>
            </a:xfrm>
            <a:custGeom>
              <a:avLst/>
              <a:gdLst/>
              <a:ahLst/>
              <a:cxnLst/>
              <a:rect l="l" t="t" r="r" b="b"/>
              <a:pathLst>
                <a:path w="165734" h="227965">
                  <a:moveTo>
                    <a:pt x="165398" y="0"/>
                  </a:moveTo>
                  <a:lnTo>
                    <a:pt x="0" y="0"/>
                  </a:lnTo>
                  <a:lnTo>
                    <a:pt x="0" y="227616"/>
                  </a:lnTo>
                  <a:lnTo>
                    <a:pt x="165398" y="227616"/>
                  </a:lnTo>
                  <a:lnTo>
                    <a:pt x="165398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9096934" y="9666966"/>
              <a:ext cx="482600" cy="287020"/>
            </a:xfrm>
            <a:custGeom>
              <a:avLst/>
              <a:gdLst/>
              <a:ahLst/>
              <a:cxnLst/>
              <a:rect l="l" t="t" r="r" b="b"/>
              <a:pathLst>
                <a:path w="482600" h="287020">
                  <a:moveTo>
                    <a:pt x="16065" y="7327"/>
                  </a:moveTo>
                  <a:lnTo>
                    <a:pt x="0" y="7327"/>
                  </a:lnTo>
                  <a:lnTo>
                    <a:pt x="0" y="282194"/>
                  </a:lnTo>
                  <a:lnTo>
                    <a:pt x="16065" y="282194"/>
                  </a:lnTo>
                  <a:lnTo>
                    <a:pt x="16065" y="7327"/>
                  </a:lnTo>
                  <a:close/>
                </a:path>
                <a:path w="482600" h="287020">
                  <a:moveTo>
                    <a:pt x="482282" y="0"/>
                  </a:moveTo>
                  <a:lnTo>
                    <a:pt x="239356" y="0"/>
                  </a:lnTo>
                  <a:lnTo>
                    <a:pt x="239356" y="286842"/>
                  </a:lnTo>
                  <a:lnTo>
                    <a:pt x="482282" y="286842"/>
                  </a:lnTo>
                  <a:lnTo>
                    <a:pt x="482282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9361254" y="9686060"/>
              <a:ext cx="193040" cy="248920"/>
            </a:xfrm>
            <a:custGeom>
              <a:avLst/>
              <a:gdLst/>
              <a:ahLst/>
              <a:cxnLst/>
              <a:rect l="l" t="t" r="r" b="b"/>
              <a:pathLst>
                <a:path w="193040" h="248920">
                  <a:moveTo>
                    <a:pt x="192978" y="0"/>
                  </a:moveTo>
                  <a:lnTo>
                    <a:pt x="0" y="0"/>
                  </a:lnTo>
                  <a:lnTo>
                    <a:pt x="0" y="248620"/>
                  </a:lnTo>
                  <a:lnTo>
                    <a:pt x="192978" y="248620"/>
                  </a:lnTo>
                  <a:lnTo>
                    <a:pt x="192978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9388824" y="9707086"/>
              <a:ext cx="165735" cy="227965"/>
            </a:xfrm>
            <a:custGeom>
              <a:avLst/>
              <a:gdLst/>
              <a:ahLst/>
              <a:cxnLst/>
              <a:rect l="l" t="t" r="r" b="b"/>
              <a:pathLst>
                <a:path w="165734" h="227965">
                  <a:moveTo>
                    <a:pt x="165408" y="0"/>
                  </a:moveTo>
                  <a:lnTo>
                    <a:pt x="0" y="0"/>
                  </a:lnTo>
                  <a:lnTo>
                    <a:pt x="0" y="227595"/>
                  </a:lnTo>
                  <a:lnTo>
                    <a:pt x="165408" y="227595"/>
                  </a:lnTo>
                  <a:lnTo>
                    <a:pt x="165408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9446209" y="9666966"/>
              <a:ext cx="480695" cy="287020"/>
            </a:xfrm>
            <a:custGeom>
              <a:avLst/>
              <a:gdLst/>
              <a:ahLst/>
              <a:cxnLst/>
              <a:rect l="l" t="t" r="r" b="b"/>
              <a:pathLst>
                <a:path w="480695" h="287020">
                  <a:moveTo>
                    <a:pt x="16154" y="3352"/>
                  </a:moveTo>
                  <a:lnTo>
                    <a:pt x="0" y="3352"/>
                  </a:lnTo>
                  <a:lnTo>
                    <a:pt x="0" y="278257"/>
                  </a:lnTo>
                  <a:lnTo>
                    <a:pt x="16154" y="278257"/>
                  </a:lnTo>
                  <a:lnTo>
                    <a:pt x="16154" y="3352"/>
                  </a:lnTo>
                  <a:close/>
                </a:path>
                <a:path w="480695" h="287020">
                  <a:moveTo>
                    <a:pt x="480377" y="0"/>
                  </a:moveTo>
                  <a:lnTo>
                    <a:pt x="237502" y="0"/>
                  </a:lnTo>
                  <a:lnTo>
                    <a:pt x="237502" y="286842"/>
                  </a:lnTo>
                  <a:lnTo>
                    <a:pt x="480377" y="286842"/>
                  </a:lnTo>
                  <a:lnTo>
                    <a:pt x="480377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9708646" y="9686060"/>
              <a:ext cx="193040" cy="248920"/>
            </a:xfrm>
            <a:custGeom>
              <a:avLst/>
              <a:gdLst/>
              <a:ahLst/>
              <a:cxnLst/>
              <a:rect l="l" t="t" r="r" b="b"/>
              <a:pathLst>
                <a:path w="193040" h="248920">
                  <a:moveTo>
                    <a:pt x="192978" y="0"/>
                  </a:moveTo>
                  <a:lnTo>
                    <a:pt x="0" y="0"/>
                  </a:lnTo>
                  <a:lnTo>
                    <a:pt x="0" y="248620"/>
                  </a:lnTo>
                  <a:lnTo>
                    <a:pt x="192978" y="248620"/>
                  </a:lnTo>
                  <a:lnTo>
                    <a:pt x="192978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9736195" y="9707086"/>
              <a:ext cx="165735" cy="227965"/>
            </a:xfrm>
            <a:custGeom>
              <a:avLst/>
              <a:gdLst/>
              <a:ahLst/>
              <a:cxnLst/>
              <a:rect l="l" t="t" r="r" b="b"/>
              <a:pathLst>
                <a:path w="165734" h="227965">
                  <a:moveTo>
                    <a:pt x="165429" y="0"/>
                  </a:moveTo>
                  <a:lnTo>
                    <a:pt x="0" y="0"/>
                  </a:lnTo>
                  <a:lnTo>
                    <a:pt x="0" y="227595"/>
                  </a:lnTo>
                  <a:lnTo>
                    <a:pt x="165429" y="227595"/>
                  </a:lnTo>
                  <a:lnTo>
                    <a:pt x="165429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9793617" y="9670312"/>
              <a:ext cx="16510" cy="274955"/>
            </a:xfrm>
            <a:custGeom>
              <a:avLst/>
              <a:gdLst/>
              <a:ahLst/>
              <a:cxnLst/>
              <a:rect l="l" t="t" r="r" b="b"/>
              <a:pathLst>
                <a:path w="16509" h="274954">
                  <a:moveTo>
                    <a:pt x="16114" y="0"/>
                  </a:moveTo>
                  <a:lnTo>
                    <a:pt x="0" y="0"/>
                  </a:lnTo>
                  <a:lnTo>
                    <a:pt x="0" y="274902"/>
                  </a:lnTo>
                  <a:lnTo>
                    <a:pt x="16114" y="274902"/>
                  </a:lnTo>
                  <a:lnTo>
                    <a:pt x="16114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8245225" y="9660197"/>
              <a:ext cx="116205" cy="149860"/>
            </a:xfrm>
            <a:custGeom>
              <a:avLst/>
              <a:gdLst/>
              <a:ahLst/>
              <a:cxnLst/>
              <a:rect l="l" t="t" r="r" b="b"/>
              <a:pathLst>
                <a:path w="116204" h="149859">
                  <a:moveTo>
                    <a:pt x="115860" y="0"/>
                  </a:moveTo>
                  <a:lnTo>
                    <a:pt x="0" y="0"/>
                  </a:lnTo>
                  <a:lnTo>
                    <a:pt x="0" y="149241"/>
                  </a:lnTo>
                  <a:lnTo>
                    <a:pt x="115860" y="149241"/>
                  </a:lnTo>
                  <a:lnTo>
                    <a:pt x="11586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8261748" y="9672804"/>
              <a:ext cx="99695" cy="137160"/>
            </a:xfrm>
            <a:custGeom>
              <a:avLst/>
              <a:gdLst/>
              <a:ahLst/>
              <a:cxnLst/>
              <a:rect l="l" t="t" r="r" b="b"/>
              <a:pathLst>
                <a:path w="99695" h="137159">
                  <a:moveTo>
                    <a:pt x="99337" y="0"/>
                  </a:moveTo>
                  <a:lnTo>
                    <a:pt x="0" y="0"/>
                  </a:lnTo>
                  <a:lnTo>
                    <a:pt x="0" y="136634"/>
                  </a:lnTo>
                  <a:lnTo>
                    <a:pt x="99337" y="136634"/>
                  </a:lnTo>
                  <a:lnTo>
                    <a:pt x="99337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8296249" y="9650700"/>
              <a:ext cx="10160" cy="165100"/>
            </a:xfrm>
            <a:custGeom>
              <a:avLst/>
              <a:gdLst/>
              <a:ahLst/>
              <a:cxnLst/>
              <a:rect l="l" t="t" r="r" b="b"/>
              <a:pathLst>
                <a:path w="10159" h="165100">
                  <a:moveTo>
                    <a:pt x="9643" y="0"/>
                  </a:moveTo>
                  <a:lnTo>
                    <a:pt x="0" y="0"/>
                  </a:lnTo>
                  <a:lnTo>
                    <a:pt x="0" y="165042"/>
                  </a:lnTo>
                  <a:lnTo>
                    <a:pt x="9643" y="165042"/>
                  </a:lnTo>
                  <a:lnTo>
                    <a:pt x="9643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8245225" y="9891740"/>
              <a:ext cx="116205" cy="149860"/>
            </a:xfrm>
            <a:custGeom>
              <a:avLst/>
              <a:gdLst/>
              <a:ahLst/>
              <a:cxnLst/>
              <a:rect l="l" t="t" r="r" b="b"/>
              <a:pathLst>
                <a:path w="116204" h="149859">
                  <a:moveTo>
                    <a:pt x="115860" y="0"/>
                  </a:moveTo>
                  <a:lnTo>
                    <a:pt x="0" y="0"/>
                  </a:lnTo>
                  <a:lnTo>
                    <a:pt x="0" y="149262"/>
                  </a:lnTo>
                  <a:lnTo>
                    <a:pt x="115860" y="149262"/>
                  </a:lnTo>
                  <a:lnTo>
                    <a:pt x="11586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8261748" y="9904357"/>
              <a:ext cx="99695" cy="137160"/>
            </a:xfrm>
            <a:custGeom>
              <a:avLst/>
              <a:gdLst/>
              <a:ahLst/>
              <a:cxnLst/>
              <a:rect l="l" t="t" r="r" b="b"/>
              <a:pathLst>
                <a:path w="99695" h="137159">
                  <a:moveTo>
                    <a:pt x="99337" y="0"/>
                  </a:moveTo>
                  <a:lnTo>
                    <a:pt x="0" y="0"/>
                  </a:lnTo>
                  <a:lnTo>
                    <a:pt x="0" y="136645"/>
                  </a:lnTo>
                  <a:lnTo>
                    <a:pt x="99337" y="136645"/>
                  </a:lnTo>
                  <a:lnTo>
                    <a:pt x="99337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8296249" y="9882285"/>
              <a:ext cx="10160" cy="165100"/>
            </a:xfrm>
            <a:custGeom>
              <a:avLst/>
              <a:gdLst/>
              <a:ahLst/>
              <a:cxnLst/>
              <a:rect l="l" t="t" r="r" b="b"/>
              <a:pathLst>
                <a:path w="10159" h="165100">
                  <a:moveTo>
                    <a:pt x="9643" y="0"/>
                  </a:moveTo>
                  <a:lnTo>
                    <a:pt x="0" y="0"/>
                  </a:lnTo>
                  <a:lnTo>
                    <a:pt x="0" y="165042"/>
                  </a:lnTo>
                  <a:lnTo>
                    <a:pt x="9643" y="165042"/>
                  </a:lnTo>
                  <a:lnTo>
                    <a:pt x="9643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6494775" y="10162611"/>
              <a:ext cx="4093845" cy="75565"/>
            </a:xfrm>
            <a:custGeom>
              <a:avLst/>
              <a:gdLst/>
              <a:ahLst/>
              <a:cxnLst/>
              <a:rect l="l" t="t" r="r" b="b"/>
              <a:pathLst>
                <a:path w="4093845" h="75565">
                  <a:moveTo>
                    <a:pt x="4093309" y="0"/>
                  </a:moveTo>
                  <a:lnTo>
                    <a:pt x="0" y="0"/>
                  </a:lnTo>
                  <a:lnTo>
                    <a:pt x="0" y="75411"/>
                  </a:lnTo>
                  <a:lnTo>
                    <a:pt x="4093309" y="75411"/>
                  </a:lnTo>
                  <a:lnTo>
                    <a:pt x="409330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7810034" y="8164337"/>
              <a:ext cx="958850" cy="1228725"/>
            </a:xfrm>
            <a:custGeom>
              <a:avLst/>
              <a:gdLst/>
              <a:ahLst/>
              <a:cxnLst/>
              <a:rect l="l" t="t" r="r" b="b"/>
              <a:pathLst>
                <a:path w="958850" h="1228725">
                  <a:moveTo>
                    <a:pt x="0" y="1228140"/>
                  </a:moveTo>
                  <a:lnTo>
                    <a:pt x="958630" y="1228140"/>
                  </a:lnTo>
                  <a:lnTo>
                    <a:pt x="958630" y="0"/>
                  </a:lnTo>
                  <a:lnTo>
                    <a:pt x="0" y="0"/>
                  </a:lnTo>
                  <a:lnTo>
                    <a:pt x="0" y="1228140"/>
                  </a:lnTo>
                  <a:close/>
                </a:path>
              </a:pathLst>
            </a:custGeom>
            <a:solidFill>
              <a:srgbClr val="C1C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8768664" y="8164337"/>
              <a:ext cx="523240" cy="1228725"/>
            </a:xfrm>
            <a:custGeom>
              <a:avLst/>
              <a:gdLst/>
              <a:ahLst/>
              <a:cxnLst/>
              <a:rect l="l" t="t" r="r" b="b"/>
              <a:pathLst>
                <a:path w="523240" h="1228725">
                  <a:moveTo>
                    <a:pt x="0" y="1228140"/>
                  </a:moveTo>
                  <a:lnTo>
                    <a:pt x="522884" y="1228140"/>
                  </a:lnTo>
                  <a:lnTo>
                    <a:pt x="522884" y="0"/>
                  </a:lnTo>
                  <a:lnTo>
                    <a:pt x="0" y="0"/>
                  </a:lnTo>
                  <a:lnTo>
                    <a:pt x="0" y="122814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8046875" y="8162578"/>
              <a:ext cx="45085" cy="1229360"/>
            </a:xfrm>
            <a:custGeom>
              <a:avLst/>
              <a:gdLst/>
              <a:ahLst/>
              <a:cxnLst/>
              <a:rect l="l" t="t" r="r" b="b"/>
              <a:pathLst>
                <a:path w="45084" h="1229359">
                  <a:moveTo>
                    <a:pt x="0" y="1228988"/>
                  </a:moveTo>
                  <a:lnTo>
                    <a:pt x="44742" y="1228988"/>
                  </a:lnTo>
                  <a:lnTo>
                    <a:pt x="44742" y="0"/>
                  </a:lnTo>
                  <a:lnTo>
                    <a:pt x="0" y="0"/>
                  </a:lnTo>
                  <a:lnTo>
                    <a:pt x="0" y="1228988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8091617" y="8162578"/>
              <a:ext cx="455295" cy="1229360"/>
            </a:xfrm>
            <a:custGeom>
              <a:avLst/>
              <a:gdLst/>
              <a:ahLst/>
              <a:cxnLst/>
              <a:rect l="l" t="t" r="r" b="b"/>
              <a:pathLst>
                <a:path w="455295" h="1229359">
                  <a:moveTo>
                    <a:pt x="455284" y="0"/>
                  </a:moveTo>
                  <a:lnTo>
                    <a:pt x="0" y="0"/>
                  </a:lnTo>
                  <a:lnTo>
                    <a:pt x="0" y="1228988"/>
                  </a:lnTo>
                  <a:lnTo>
                    <a:pt x="455284" y="1228988"/>
                  </a:lnTo>
                  <a:lnTo>
                    <a:pt x="45528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7814411" y="8164337"/>
              <a:ext cx="1473200" cy="105410"/>
            </a:xfrm>
            <a:custGeom>
              <a:avLst/>
              <a:gdLst/>
              <a:ahLst/>
              <a:cxnLst/>
              <a:rect l="l" t="t" r="r" b="b"/>
              <a:pathLst>
                <a:path w="1473200" h="105409">
                  <a:moveTo>
                    <a:pt x="1472866" y="0"/>
                  </a:moveTo>
                  <a:lnTo>
                    <a:pt x="0" y="0"/>
                  </a:lnTo>
                  <a:lnTo>
                    <a:pt x="0" y="105284"/>
                  </a:lnTo>
                  <a:lnTo>
                    <a:pt x="1472866" y="105284"/>
                  </a:lnTo>
                  <a:lnTo>
                    <a:pt x="1472866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7751229" y="8073094"/>
              <a:ext cx="1013460" cy="91440"/>
            </a:xfrm>
            <a:custGeom>
              <a:avLst/>
              <a:gdLst/>
              <a:ahLst/>
              <a:cxnLst/>
              <a:rect l="l" t="t" r="r" b="b"/>
              <a:pathLst>
                <a:path w="1013459" h="91440">
                  <a:moveTo>
                    <a:pt x="0" y="91243"/>
                  </a:moveTo>
                  <a:lnTo>
                    <a:pt x="1013194" y="91243"/>
                  </a:lnTo>
                  <a:lnTo>
                    <a:pt x="1013194" y="0"/>
                  </a:lnTo>
                  <a:lnTo>
                    <a:pt x="0" y="0"/>
                  </a:lnTo>
                  <a:lnTo>
                    <a:pt x="0" y="91243"/>
                  </a:lnTo>
                  <a:close/>
                </a:path>
              </a:pathLst>
            </a:custGeom>
            <a:solidFill>
              <a:srgbClr val="277E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8764424" y="8073094"/>
              <a:ext cx="586105" cy="91440"/>
            </a:xfrm>
            <a:custGeom>
              <a:avLst/>
              <a:gdLst/>
              <a:ahLst/>
              <a:cxnLst/>
              <a:rect l="l" t="t" r="r" b="b"/>
              <a:pathLst>
                <a:path w="586104" h="91440">
                  <a:moveTo>
                    <a:pt x="585961" y="0"/>
                  </a:moveTo>
                  <a:lnTo>
                    <a:pt x="0" y="0"/>
                  </a:lnTo>
                  <a:lnTo>
                    <a:pt x="0" y="91243"/>
                  </a:lnTo>
                  <a:lnTo>
                    <a:pt x="585961" y="91243"/>
                  </a:lnTo>
                  <a:lnTo>
                    <a:pt x="585961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8230304" y="8890776"/>
              <a:ext cx="146050" cy="172720"/>
            </a:xfrm>
            <a:custGeom>
              <a:avLst/>
              <a:gdLst/>
              <a:ahLst/>
              <a:cxnLst/>
              <a:rect l="l" t="t" r="r" b="b"/>
              <a:pathLst>
                <a:path w="146050" h="172720">
                  <a:moveTo>
                    <a:pt x="145733" y="0"/>
                  </a:moveTo>
                  <a:lnTo>
                    <a:pt x="0" y="0"/>
                  </a:lnTo>
                  <a:lnTo>
                    <a:pt x="0" y="172214"/>
                  </a:lnTo>
                  <a:lnTo>
                    <a:pt x="145733" y="172214"/>
                  </a:lnTo>
                  <a:lnTo>
                    <a:pt x="145733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8245225" y="8902262"/>
              <a:ext cx="116205" cy="149860"/>
            </a:xfrm>
            <a:custGeom>
              <a:avLst/>
              <a:gdLst/>
              <a:ahLst/>
              <a:cxnLst/>
              <a:rect l="l" t="t" r="r" b="b"/>
              <a:pathLst>
                <a:path w="116204" h="149859">
                  <a:moveTo>
                    <a:pt x="115860" y="0"/>
                  </a:moveTo>
                  <a:lnTo>
                    <a:pt x="0" y="0"/>
                  </a:lnTo>
                  <a:lnTo>
                    <a:pt x="0" y="149262"/>
                  </a:lnTo>
                  <a:lnTo>
                    <a:pt x="115860" y="149262"/>
                  </a:lnTo>
                  <a:lnTo>
                    <a:pt x="11586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8261748" y="8914869"/>
              <a:ext cx="99695" cy="137160"/>
            </a:xfrm>
            <a:custGeom>
              <a:avLst/>
              <a:gdLst/>
              <a:ahLst/>
              <a:cxnLst/>
              <a:rect l="l" t="t" r="r" b="b"/>
              <a:pathLst>
                <a:path w="99695" h="137159">
                  <a:moveTo>
                    <a:pt x="99337" y="0"/>
                  </a:moveTo>
                  <a:lnTo>
                    <a:pt x="0" y="0"/>
                  </a:lnTo>
                  <a:lnTo>
                    <a:pt x="0" y="136655"/>
                  </a:lnTo>
                  <a:lnTo>
                    <a:pt x="99337" y="136655"/>
                  </a:lnTo>
                  <a:lnTo>
                    <a:pt x="99337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8230298" y="8892812"/>
              <a:ext cx="146050" cy="401955"/>
            </a:xfrm>
            <a:custGeom>
              <a:avLst/>
              <a:gdLst/>
              <a:ahLst/>
              <a:cxnLst/>
              <a:rect l="l" t="t" r="r" b="b"/>
              <a:pathLst>
                <a:path w="146050" h="401954">
                  <a:moveTo>
                    <a:pt x="75590" y="0"/>
                  </a:moveTo>
                  <a:lnTo>
                    <a:pt x="65951" y="0"/>
                  </a:lnTo>
                  <a:lnTo>
                    <a:pt x="65951" y="165011"/>
                  </a:lnTo>
                  <a:lnTo>
                    <a:pt x="75590" y="165011"/>
                  </a:lnTo>
                  <a:lnTo>
                    <a:pt x="75590" y="0"/>
                  </a:lnTo>
                  <a:close/>
                </a:path>
                <a:path w="146050" h="401954">
                  <a:moveTo>
                    <a:pt x="145732" y="229565"/>
                  </a:moveTo>
                  <a:lnTo>
                    <a:pt x="0" y="229565"/>
                  </a:lnTo>
                  <a:lnTo>
                    <a:pt x="0" y="401764"/>
                  </a:lnTo>
                  <a:lnTo>
                    <a:pt x="145732" y="401764"/>
                  </a:lnTo>
                  <a:lnTo>
                    <a:pt x="145732" y="229565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8245225" y="9133847"/>
              <a:ext cx="116205" cy="149860"/>
            </a:xfrm>
            <a:custGeom>
              <a:avLst/>
              <a:gdLst/>
              <a:ahLst/>
              <a:cxnLst/>
              <a:rect l="l" t="t" r="r" b="b"/>
              <a:pathLst>
                <a:path w="116204" h="149859">
                  <a:moveTo>
                    <a:pt x="115860" y="0"/>
                  </a:moveTo>
                  <a:lnTo>
                    <a:pt x="0" y="0"/>
                  </a:lnTo>
                  <a:lnTo>
                    <a:pt x="0" y="149262"/>
                  </a:lnTo>
                  <a:lnTo>
                    <a:pt x="115860" y="149262"/>
                  </a:lnTo>
                  <a:lnTo>
                    <a:pt x="11586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8261748" y="9146464"/>
              <a:ext cx="99695" cy="137160"/>
            </a:xfrm>
            <a:custGeom>
              <a:avLst/>
              <a:gdLst/>
              <a:ahLst/>
              <a:cxnLst/>
              <a:rect l="l" t="t" r="r" b="b"/>
              <a:pathLst>
                <a:path w="99695" h="137159">
                  <a:moveTo>
                    <a:pt x="99337" y="0"/>
                  </a:moveTo>
                  <a:lnTo>
                    <a:pt x="0" y="0"/>
                  </a:lnTo>
                  <a:lnTo>
                    <a:pt x="0" y="136645"/>
                  </a:lnTo>
                  <a:lnTo>
                    <a:pt x="99337" y="136645"/>
                  </a:lnTo>
                  <a:lnTo>
                    <a:pt x="99337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8230298" y="8322354"/>
              <a:ext cx="146050" cy="967105"/>
            </a:xfrm>
            <a:custGeom>
              <a:avLst/>
              <a:gdLst/>
              <a:ahLst/>
              <a:cxnLst/>
              <a:rect l="l" t="t" r="r" b="b"/>
              <a:pathLst>
                <a:path w="146050" h="967104">
                  <a:moveTo>
                    <a:pt x="75590" y="802043"/>
                  </a:moveTo>
                  <a:lnTo>
                    <a:pt x="65951" y="802043"/>
                  </a:lnTo>
                  <a:lnTo>
                    <a:pt x="65951" y="967041"/>
                  </a:lnTo>
                  <a:lnTo>
                    <a:pt x="75590" y="967041"/>
                  </a:lnTo>
                  <a:lnTo>
                    <a:pt x="75590" y="802043"/>
                  </a:lnTo>
                  <a:close/>
                </a:path>
                <a:path w="146050" h="967104">
                  <a:moveTo>
                    <a:pt x="145732" y="0"/>
                  </a:moveTo>
                  <a:lnTo>
                    <a:pt x="0" y="0"/>
                  </a:lnTo>
                  <a:lnTo>
                    <a:pt x="0" y="172224"/>
                  </a:lnTo>
                  <a:lnTo>
                    <a:pt x="145732" y="172224"/>
                  </a:lnTo>
                  <a:lnTo>
                    <a:pt x="145732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8245225" y="8333840"/>
              <a:ext cx="116205" cy="149860"/>
            </a:xfrm>
            <a:custGeom>
              <a:avLst/>
              <a:gdLst/>
              <a:ahLst/>
              <a:cxnLst/>
              <a:rect l="l" t="t" r="r" b="b"/>
              <a:pathLst>
                <a:path w="116204" h="149859">
                  <a:moveTo>
                    <a:pt x="115860" y="0"/>
                  </a:moveTo>
                  <a:lnTo>
                    <a:pt x="0" y="0"/>
                  </a:lnTo>
                  <a:lnTo>
                    <a:pt x="0" y="149272"/>
                  </a:lnTo>
                  <a:lnTo>
                    <a:pt x="115860" y="149272"/>
                  </a:lnTo>
                  <a:lnTo>
                    <a:pt x="11586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8261748" y="8346436"/>
              <a:ext cx="99695" cy="137160"/>
            </a:xfrm>
            <a:custGeom>
              <a:avLst/>
              <a:gdLst/>
              <a:ahLst/>
              <a:cxnLst/>
              <a:rect l="l" t="t" r="r" b="b"/>
              <a:pathLst>
                <a:path w="99695" h="137159">
                  <a:moveTo>
                    <a:pt x="99337" y="0"/>
                  </a:moveTo>
                  <a:lnTo>
                    <a:pt x="0" y="0"/>
                  </a:lnTo>
                  <a:lnTo>
                    <a:pt x="0" y="136676"/>
                  </a:lnTo>
                  <a:lnTo>
                    <a:pt x="99337" y="136676"/>
                  </a:lnTo>
                  <a:lnTo>
                    <a:pt x="99337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8230298" y="8324360"/>
              <a:ext cx="146050" cy="401955"/>
            </a:xfrm>
            <a:custGeom>
              <a:avLst/>
              <a:gdLst/>
              <a:ahLst/>
              <a:cxnLst/>
              <a:rect l="l" t="t" r="r" b="b"/>
              <a:pathLst>
                <a:path w="146050" h="401954">
                  <a:moveTo>
                    <a:pt x="75590" y="0"/>
                  </a:moveTo>
                  <a:lnTo>
                    <a:pt x="65951" y="0"/>
                  </a:lnTo>
                  <a:lnTo>
                    <a:pt x="65951" y="165049"/>
                  </a:lnTo>
                  <a:lnTo>
                    <a:pt x="75590" y="165049"/>
                  </a:lnTo>
                  <a:lnTo>
                    <a:pt x="75590" y="0"/>
                  </a:lnTo>
                  <a:close/>
                </a:path>
                <a:path w="146050" h="401954">
                  <a:moveTo>
                    <a:pt x="145732" y="229577"/>
                  </a:moveTo>
                  <a:lnTo>
                    <a:pt x="0" y="229577"/>
                  </a:lnTo>
                  <a:lnTo>
                    <a:pt x="0" y="401815"/>
                  </a:lnTo>
                  <a:lnTo>
                    <a:pt x="145732" y="401815"/>
                  </a:lnTo>
                  <a:lnTo>
                    <a:pt x="145732" y="229577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8245225" y="8565435"/>
              <a:ext cx="116205" cy="149860"/>
            </a:xfrm>
            <a:custGeom>
              <a:avLst/>
              <a:gdLst/>
              <a:ahLst/>
              <a:cxnLst/>
              <a:rect l="l" t="t" r="r" b="b"/>
              <a:pathLst>
                <a:path w="116204" h="149859">
                  <a:moveTo>
                    <a:pt x="115860" y="0"/>
                  </a:moveTo>
                  <a:lnTo>
                    <a:pt x="0" y="0"/>
                  </a:lnTo>
                  <a:lnTo>
                    <a:pt x="0" y="149241"/>
                  </a:lnTo>
                  <a:lnTo>
                    <a:pt x="115860" y="149241"/>
                  </a:lnTo>
                  <a:lnTo>
                    <a:pt x="11586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8261748" y="8578031"/>
              <a:ext cx="99695" cy="137160"/>
            </a:xfrm>
            <a:custGeom>
              <a:avLst/>
              <a:gdLst/>
              <a:ahLst/>
              <a:cxnLst/>
              <a:rect l="l" t="t" r="r" b="b"/>
              <a:pathLst>
                <a:path w="99695" h="137159">
                  <a:moveTo>
                    <a:pt x="99337" y="0"/>
                  </a:moveTo>
                  <a:lnTo>
                    <a:pt x="0" y="0"/>
                  </a:lnTo>
                  <a:lnTo>
                    <a:pt x="0" y="136645"/>
                  </a:lnTo>
                  <a:lnTo>
                    <a:pt x="99337" y="136645"/>
                  </a:lnTo>
                  <a:lnTo>
                    <a:pt x="99337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8296249" y="8555938"/>
              <a:ext cx="10160" cy="165100"/>
            </a:xfrm>
            <a:custGeom>
              <a:avLst/>
              <a:gdLst/>
              <a:ahLst/>
              <a:cxnLst/>
              <a:rect l="l" t="t" r="r" b="b"/>
              <a:pathLst>
                <a:path w="10159" h="165100">
                  <a:moveTo>
                    <a:pt x="9643" y="0"/>
                  </a:moveTo>
                  <a:lnTo>
                    <a:pt x="0" y="0"/>
                  </a:lnTo>
                  <a:lnTo>
                    <a:pt x="0" y="165031"/>
                  </a:lnTo>
                  <a:lnTo>
                    <a:pt x="9643" y="165031"/>
                  </a:lnTo>
                  <a:lnTo>
                    <a:pt x="9643" y="0"/>
                  </a:lnTo>
                  <a:close/>
                </a:path>
              </a:pathLst>
            </a:custGeom>
            <a:solidFill>
              <a:srgbClr val="C5C4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6638899" y="7570463"/>
              <a:ext cx="568960" cy="1405890"/>
            </a:xfrm>
            <a:custGeom>
              <a:avLst/>
              <a:gdLst/>
              <a:ahLst/>
              <a:cxnLst/>
              <a:rect l="l" t="t" r="r" b="b"/>
              <a:pathLst>
                <a:path w="568959" h="1405890">
                  <a:moveTo>
                    <a:pt x="503986" y="64465"/>
                  </a:moveTo>
                  <a:lnTo>
                    <a:pt x="500024" y="0"/>
                  </a:lnTo>
                  <a:lnTo>
                    <a:pt x="46050" y="0"/>
                  </a:lnTo>
                  <a:lnTo>
                    <a:pt x="46050" y="65811"/>
                  </a:lnTo>
                  <a:lnTo>
                    <a:pt x="503986" y="64465"/>
                  </a:lnTo>
                  <a:close/>
                </a:path>
                <a:path w="568959" h="1405890">
                  <a:moveTo>
                    <a:pt x="536892" y="736879"/>
                  </a:moveTo>
                  <a:lnTo>
                    <a:pt x="531596" y="668439"/>
                  </a:lnTo>
                  <a:lnTo>
                    <a:pt x="23685" y="668439"/>
                  </a:lnTo>
                  <a:lnTo>
                    <a:pt x="19761" y="739482"/>
                  </a:lnTo>
                  <a:lnTo>
                    <a:pt x="536892" y="736879"/>
                  </a:lnTo>
                  <a:close/>
                </a:path>
                <a:path w="568959" h="1405890">
                  <a:moveTo>
                    <a:pt x="568477" y="1405318"/>
                  </a:moveTo>
                  <a:lnTo>
                    <a:pt x="563194" y="1340827"/>
                  </a:lnTo>
                  <a:lnTo>
                    <a:pt x="0" y="1340827"/>
                  </a:lnTo>
                  <a:lnTo>
                    <a:pt x="0" y="1403997"/>
                  </a:lnTo>
                  <a:lnTo>
                    <a:pt x="568477" y="1405318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9291549" y="8494317"/>
              <a:ext cx="711200" cy="898525"/>
            </a:xfrm>
            <a:custGeom>
              <a:avLst/>
              <a:gdLst/>
              <a:ahLst/>
              <a:cxnLst/>
              <a:rect l="l" t="t" r="r" b="b"/>
              <a:pathLst>
                <a:path w="711200" h="898525">
                  <a:moveTo>
                    <a:pt x="5936" y="0"/>
                  </a:moveTo>
                  <a:lnTo>
                    <a:pt x="0" y="898161"/>
                  </a:lnTo>
                  <a:lnTo>
                    <a:pt x="710784" y="896967"/>
                  </a:lnTo>
                  <a:lnTo>
                    <a:pt x="5936" y="0"/>
                  </a:lnTo>
                  <a:close/>
                </a:path>
              </a:pathLst>
            </a:custGeom>
            <a:solidFill>
              <a:srgbClr val="353535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8729437" y="8580068"/>
              <a:ext cx="685800" cy="639445"/>
            </a:xfrm>
            <a:custGeom>
              <a:avLst/>
              <a:gdLst/>
              <a:ahLst/>
              <a:cxnLst/>
              <a:rect l="l" t="t" r="r" b="b"/>
              <a:pathLst>
                <a:path w="685800" h="639445">
                  <a:moveTo>
                    <a:pt x="562694" y="0"/>
                  </a:moveTo>
                  <a:lnTo>
                    <a:pt x="0" y="5936"/>
                  </a:lnTo>
                  <a:lnTo>
                    <a:pt x="7256" y="576652"/>
                  </a:lnTo>
                  <a:lnTo>
                    <a:pt x="666251" y="566160"/>
                  </a:lnTo>
                  <a:lnTo>
                    <a:pt x="667550" y="618986"/>
                  </a:lnTo>
                  <a:lnTo>
                    <a:pt x="564265" y="622180"/>
                  </a:lnTo>
                  <a:lnTo>
                    <a:pt x="564799" y="639415"/>
                  </a:lnTo>
                  <a:lnTo>
                    <a:pt x="685193" y="635676"/>
                  </a:lnTo>
                  <a:lnTo>
                    <a:pt x="683047" y="548663"/>
                  </a:lnTo>
                  <a:lnTo>
                    <a:pt x="24261" y="559166"/>
                  </a:lnTo>
                  <a:lnTo>
                    <a:pt x="17423" y="22962"/>
                  </a:lnTo>
                  <a:lnTo>
                    <a:pt x="562883" y="17245"/>
                  </a:lnTo>
                  <a:lnTo>
                    <a:pt x="562694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8682261" y="8401679"/>
              <a:ext cx="610235" cy="826135"/>
            </a:xfrm>
            <a:custGeom>
              <a:avLst/>
              <a:gdLst/>
              <a:ahLst/>
              <a:cxnLst/>
              <a:rect l="l" t="t" r="r" b="b"/>
              <a:pathLst>
                <a:path w="610234" h="826134">
                  <a:moveTo>
                    <a:pt x="608138" y="0"/>
                  </a:moveTo>
                  <a:lnTo>
                    <a:pt x="123545" y="1853"/>
                  </a:lnTo>
                  <a:lnTo>
                    <a:pt x="123545" y="218265"/>
                  </a:lnTo>
                  <a:lnTo>
                    <a:pt x="0" y="218642"/>
                  </a:lnTo>
                  <a:lnTo>
                    <a:pt x="0" y="825587"/>
                  </a:lnTo>
                  <a:lnTo>
                    <a:pt x="610086" y="821137"/>
                  </a:lnTo>
                  <a:lnTo>
                    <a:pt x="609876" y="793180"/>
                  </a:lnTo>
                  <a:lnTo>
                    <a:pt x="27967" y="797431"/>
                  </a:lnTo>
                  <a:lnTo>
                    <a:pt x="27967" y="246495"/>
                  </a:lnTo>
                  <a:lnTo>
                    <a:pt x="123545" y="246212"/>
                  </a:lnTo>
                  <a:lnTo>
                    <a:pt x="123545" y="583270"/>
                  </a:lnTo>
                  <a:lnTo>
                    <a:pt x="610117" y="579008"/>
                  </a:lnTo>
                  <a:lnTo>
                    <a:pt x="609876" y="551009"/>
                  </a:lnTo>
                  <a:lnTo>
                    <a:pt x="151471" y="555072"/>
                  </a:lnTo>
                  <a:lnTo>
                    <a:pt x="151471" y="246128"/>
                  </a:lnTo>
                  <a:lnTo>
                    <a:pt x="607730" y="244683"/>
                  </a:lnTo>
                  <a:lnTo>
                    <a:pt x="607625" y="216715"/>
                  </a:lnTo>
                  <a:lnTo>
                    <a:pt x="151471" y="218171"/>
                  </a:lnTo>
                  <a:lnTo>
                    <a:pt x="151471" y="29716"/>
                  </a:lnTo>
                  <a:lnTo>
                    <a:pt x="608201" y="27957"/>
                  </a:lnTo>
                  <a:lnTo>
                    <a:pt x="608138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8860099" y="8372113"/>
              <a:ext cx="539750" cy="555625"/>
            </a:xfrm>
            <a:custGeom>
              <a:avLst/>
              <a:gdLst/>
              <a:ahLst/>
              <a:cxnLst/>
              <a:rect l="l" t="t" r="r" b="b"/>
              <a:pathLst>
                <a:path w="539750" h="555625">
                  <a:moveTo>
                    <a:pt x="428604" y="0"/>
                  </a:moveTo>
                  <a:lnTo>
                    <a:pt x="0" y="1759"/>
                  </a:lnTo>
                  <a:lnTo>
                    <a:pt x="0" y="554998"/>
                  </a:lnTo>
                  <a:lnTo>
                    <a:pt x="539229" y="550150"/>
                  </a:lnTo>
                  <a:lnTo>
                    <a:pt x="539229" y="416406"/>
                  </a:lnTo>
                  <a:lnTo>
                    <a:pt x="430280" y="417683"/>
                  </a:lnTo>
                  <a:lnTo>
                    <a:pt x="430479" y="434918"/>
                  </a:lnTo>
                  <a:lnTo>
                    <a:pt x="521994" y="433829"/>
                  </a:lnTo>
                  <a:lnTo>
                    <a:pt x="521994" y="533104"/>
                  </a:lnTo>
                  <a:lnTo>
                    <a:pt x="17224" y="537617"/>
                  </a:lnTo>
                  <a:lnTo>
                    <a:pt x="17224" y="18931"/>
                  </a:lnTo>
                  <a:lnTo>
                    <a:pt x="428667" y="17214"/>
                  </a:lnTo>
                  <a:lnTo>
                    <a:pt x="428604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2" name="object 192" descr=""/>
          <p:cNvSpPr/>
          <p:nvPr/>
        </p:nvSpPr>
        <p:spPr>
          <a:xfrm>
            <a:off x="11509513" y="9477764"/>
            <a:ext cx="712470" cy="45720"/>
          </a:xfrm>
          <a:custGeom>
            <a:avLst/>
            <a:gdLst/>
            <a:ahLst/>
            <a:cxnLst/>
            <a:rect l="l" t="t" r="r" b="b"/>
            <a:pathLst>
              <a:path w="712470" h="45720">
                <a:moveTo>
                  <a:pt x="712439" y="0"/>
                </a:moveTo>
                <a:lnTo>
                  <a:pt x="0" y="0"/>
                </a:lnTo>
                <a:lnTo>
                  <a:pt x="0" y="45621"/>
                </a:lnTo>
                <a:lnTo>
                  <a:pt x="712439" y="45621"/>
                </a:lnTo>
                <a:lnTo>
                  <a:pt x="712439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3" name="object 193" descr=""/>
          <p:cNvGrpSpPr/>
          <p:nvPr/>
        </p:nvGrpSpPr>
        <p:grpSpPr>
          <a:xfrm>
            <a:off x="11378763" y="8810182"/>
            <a:ext cx="180340" cy="186055"/>
            <a:chOff x="11378763" y="8810182"/>
            <a:chExt cx="180340" cy="186055"/>
          </a:xfrm>
        </p:grpSpPr>
        <p:sp>
          <p:nvSpPr>
            <p:cNvPr id="194" name="object 194" descr=""/>
            <p:cNvSpPr/>
            <p:nvPr/>
          </p:nvSpPr>
          <p:spPr>
            <a:xfrm>
              <a:off x="11378763" y="8810182"/>
              <a:ext cx="180340" cy="186055"/>
            </a:xfrm>
            <a:custGeom>
              <a:avLst/>
              <a:gdLst/>
              <a:ahLst/>
              <a:cxnLst/>
              <a:rect l="l" t="t" r="r" b="b"/>
              <a:pathLst>
                <a:path w="180340" h="186054">
                  <a:moveTo>
                    <a:pt x="179785" y="0"/>
                  </a:moveTo>
                  <a:lnTo>
                    <a:pt x="0" y="0"/>
                  </a:lnTo>
                  <a:lnTo>
                    <a:pt x="0" y="185743"/>
                  </a:lnTo>
                  <a:lnTo>
                    <a:pt x="179785" y="185743"/>
                  </a:lnTo>
                  <a:lnTo>
                    <a:pt x="179785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11378763" y="8832160"/>
              <a:ext cx="158750" cy="163830"/>
            </a:xfrm>
            <a:custGeom>
              <a:avLst/>
              <a:gdLst/>
              <a:ahLst/>
              <a:cxnLst/>
              <a:rect l="l" t="t" r="r" b="b"/>
              <a:pathLst>
                <a:path w="158750" h="163829">
                  <a:moveTo>
                    <a:pt x="158497" y="0"/>
                  </a:moveTo>
                  <a:lnTo>
                    <a:pt x="0" y="0"/>
                  </a:lnTo>
                  <a:lnTo>
                    <a:pt x="0" y="163764"/>
                  </a:lnTo>
                  <a:lnTo>
                    <a:pt x="158497" y="163764"/>
                  </a:lnTo>
                  <a:lnTo>
                    <a:pt x="158497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1459672" y="8810182"/>
              <a:ext cx="18415" cy="186055"/>
            </a:xfrm>
            <a:custGeom>
              <a:avLst/>
              <a:gdLst/>
              <a:ahLst/>
              <a:cxnLst/>
              <a:rect l="l" t="t" r="r" b="b"/>
              <a:pathLst>
                <a:path w="18415" h="186054">
                  <a:moveTo>
                    <a:pt x="18009" y="0"/>
                  </a:moveTo>
                  <a:lnTo>
                    <a:pt x="0" y="0"/>
                  </a:lnTo>
                  <a:lnTo>
                    <a:pt x="0" y="185743"/>
                  </a:lnTo>
                  <a:lnTo>
                    <a:pt x="18009" y="185743"/>
                  </a:lnTo>
                  <a:lnTo>
                    <a:pt x="18009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7" name="object 197" descr=""/>
          <p:cNvGrpSpPr/>
          <p:nvPr/>
        </p:nvGrpSpPr>
        <p:grpSpPr>
          <a:xfrm>
            <a:off x="11669121" y="8810182"/>
            <a:ext cx="180340" cy="186055"/>
            <a:chOff x="11669121" y="8810182"/>
            <a:chExt cx="180340" cy="186055"/>
          </a:xfrm>
        </p:grpSpPr>
        <p:sp>
          <p:nvSpPr>
            <p:cNvPr id="198" name="object 198" descr=""/>
            <p:cNvSpPr/>
            <p:nvPr/>
          </p:nvSpPr>
          <p:spPr>
            <a:xfrm>
              <a:off x="11669121" y="8810182"/>
              <a:ext cx="180340" cy="186055"/>
            </a:xfrm>
            <a:custGeom>
              <a:avLst/>
              <a:gdLst/>
              <a:ahLst/>
              <a:cxnLst/>
              <a:rect l="l" t="t" r="r" b="b"/>
              <a:pathLst>
                <a:path w="180340" h="186054">
                  <a:moveTo>
                    <a:pt x="179785" y="0"/>
                  </a:moveTo>
                  <a:lnTo>
                    <a:pt x="0" y="0"/>
                  </a:lnTo>
                  <a:lnTo>
                    <a:pt x="0" y="185743"/>
                  </a:lnTo>
                  <a:lnTo>
                    <a:pt x="179785" y="185743"/>
                  </a:lnTo>
                  <a:lnTo>
                    <a:pt x="179785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1669121" y="8832160"/>
              <a:ext cx="158750" cy="163830"/>
            </a:xfrm>
            <a:custGeom>
              <a:avLst/>
              <a:gdLst/>
              <a:ahLst/>
              <a:cxnLst/>
              <a:rect l="l" t="t" r="r" b="b"/>
              <a:pathLst>
                <a:path w="158750" h="163829">
                  <a:moveTo>
                    <a:pt x="158508" y="0"/>
                  </a:moveTo>
                  <a:lnTo>
                    <a:pt x="0" y="0"/>
                  </a:lnTo>
                  <a:lnTo>
                    <a:pt x="0" y="163764"/>
                  </a:lnTo>
                  <a:lnTo>
                    <a:pt x="158508" y="163764"/>
                  </a:lnTo>
                  <a:lnTo>
                    <a:pt x="158508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1750050" y="8810182"/>
              <a:ext cx="18415" cy="186055"/>
            </a:xfrm>
            <a:custGeom>
              <a:avLst/>
              <a:gdLst/>
              <a:ahLst/>
              <a:cxnLst/>
              <a:rect l="l" t="t" r="r" b="b"/>
              <a:pathLst>
                <a:path w="18415" h="186054">
                  <a:moveTo>
                    <a:pt x="17988" y="0"/>
                  </a:moveTo>
                  <a:lnTo>
                    <a:pt x="0" y="0"/>
                  </a:lnTo>
                  <a:lnTo>
                    <a:pt x="0" y="185743"/>
                  </a:lnTo>
                  <a:lnTo>
                    <a:pt x="17988" y="185743"/>
                  </a:lnTo>
                  <a:lnTo>
                    <a:pt x="17988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1" name="object 201" descr=""/>
          <p:cNvGrpSpPr/>
          <p:nvPr/>
        </p:nvGrpSpPr>
        <p:grpSpPr>
          <a:xfrm>
            <a:off x="11959499" y="8810182"/>
            <a:ext cx="180340" cy="186055"/>
            <a:chOff x="11959499" y="8810182"/>
            <a:chExt cx="180340" cy="186055"/>
          </a:xfrm>
        </p:grpSpPr>
        <p:sp>
          <p:nvSpPr>
            <p:cNvPr id="202" name="object 202" descr=""/>
            <p:cNvSpPr/>
            <p:nvPr/>
          </p:nvSpPr>
          <p:spPr>
            <a:xfrm>
              <a:off x="11959509" y="8810182"/>
              <a:ext cx="180340" cy="186055"/>
            </a:xfrm>
            <a:custGeom>
              <a:avLst/>
              <a:gdLst/>
              <a:ahLst/>
              <a:cxnLst/>
              <a:rect l="l" t="t" r="r" b="b"/>
              <a:pathLst>
                <a:path w="180340" h="186054">
                  <a:moveTo>
                    <a:pt x="179795" y="0"/>
                  </a:moveTo>
                  <a:lnTo>
                    <a:pt x="0" y="0"/>
                  </a:lnTo>
                  <a:lnTo>
                    <a:pt x="0" y="185743"/>
                  </a:lnTo>
                  <a:lnTo>
                    <a:pt x="179795" y="185743"/>
                  </a:lnTo>
                  <a:lnTo>
                    <a:pt x="179795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1959499" y="8832160"/>
              <a:ext cx="158750" cy="163830"/>
            </a:xfrm>
            <a:custGeom>
              <a:avLst/>
              <a:gdLst/>
              <a:ahLst/>
              <a:cxnLst/>
              <a:rect l="l" t="t" r="r" b="b"/>
              <a:pathLst>
                <a:path w="158750" h="163829">
                  <a:moveTo>
                    <a:pt x="158529" y="0"/>
                  </a:moveTo>
                  <a:lnTo>
                    <a:pt x="0" y="0"/>
                  </a:lnTo>
                  <a:lnTo>
                    <a:pt x="0" y="163764"/>
                  </a:lnTo>
                  <a:lnTo>
                    <a:pt x="158529" y="163764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2040407" y="8810182"/>
              <a:ext cx="18415" cy="186055"/>
            </a:xfrm>
            <a:custGeom>
              <a:avLst/>
              <a:gdLst/>
              <a:ahLst/>
              <a:cxnLst/>
              <a:rect l="l" t="t" r="r" b="b"/>
              <a:pathLst>
                <a:path w="18415" h="186054">
                  <a:moveTo>
                    <a:pt x="17999" y="0"/>
                  </a:moveTo>
                  <a:lnTo>
                    <a:pt x="0" y="0"/>
                  </a:lnTo>
                  <a:lnTo>
                    <a:pt x="0" y="185743"/>
                  </a:lnTo>
                  <a:lnTo>
                    <a:pt x="17999" y="185743"/>
                  </a:lnTo>
                  <a:lnTo>
                    <a:pt x="17999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5" name="object 205" descr=""/>
          <p:cNvGrpSpPr/>
          <p:nvPr/>
        </p:nvGrpSpPr>
        <p:grpSpPr>
          <a:xfrm>
            <a:off x="11378763" y="9079786"/>
            <a:ext cx="180340" cy="186055"/>
            <a:chOff x="11378763" y="9079786"/>
            <a:chExt cx="180340" cy="186055"/>
          </a:xfrm>
        </p:grpSpPr>
        <p:sp>
          <p:nvSpPr>
            <p:cNvPr id="206" name="object 206" descr=""/>
            <p:cNvSpPr/>
            <p:nvPr/>
          </p:nvSpPr>
          <p:spPr>
            <a:xfrm>
              <a:off x="11378763" y="9079786"/>
              <a:ext cx="180340" cy="186055"/>
            </a:xfrm>
            <a:custGeom>
              <a:avLst/>
              <a:gdLst/>
              <a:ahLst/>
              <a:cxnLst/>
              <a:rect l="l" t="t" r="r" b="b"/>
              <a:pathLst>
                <a:path w="180340" h="186054">
                  <a:moveTo>
                    <a:pt x="179785" y="0"/>
                  </a:moveTo>
                  <a:lnTo>
                    <a:pt x="0" y="0"/>
                  </a:lnTo>
                  <a:lnTo>
                    <a:pt x="0" y="185753"/>
                  </a:lnTo>
                  <a:lnTo>
                    <a:pt x="179785" y="185753"/>
                  </a:lnTo>
                  <a:lnTo>
                    <a:pt x="179785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1378763" y="9101806"/>
              <a:ext cx="158750" cy="163830"/>
            </a:xfrm>
            <a:custGeom>
              <a:avLst/>
              <a:gdLst/>
              <a:ahLst/>
              <a:cxnLst/>
              <a:rect l="l" t="t" r="r" b="b"/>
              <a:pathLst>
                <a:path w="158750" h="163829">
                  <a:moveTo>
                    <a:pt x="158497" y="0"/>
                  </a:moveTo>
                  <a:lnTo>
                    <a:pt x="0" y="0"/>
                  </a:lnTo>
                  <a:lnTo>
                    <a:pt x="0" y="163733"/>
                  </a:lnTo>
                  <a:lnTo>
                    <a:pt x="158497" y="163733"/>
                  </a:lnTo>
                  <a:lnTo>
                    <a:pt x="158497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1459672" y="9079786"/>
              <a:ext cx="18415" cy="186055"/>
            </a:xfrm>
            <a:custGeom>
              <a:avLst/>
              <a:gdLst/>
              <a:ahLst/>
              <a:cxnLst/>
              <a:rect l="l" t="t" r="r" b="b"/>
              <a:pathLst>
                <a:path w="18415" h="186054">
                  <a:moveTo>
                    <a:pt x="18009" y="0"/>
                  </a:moveTo>
                  <a:lnTo>
                    <a:pt x="0" y="0"/>
                  </a:lnTo>
                  <a:lnTo>
                    <a:pt x="0" y="185753"/>
                  </a:lnTo>
                  <a:lnTo>
                    <a:pt x="18009" y="185753"/>
                  </a:lnTo>
                  <a:lnTo>
                    <a:pt x="18009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9" name="object 209" descr=""/>
          <p:cNvGrpSpPr/>
          <p:nvPr/>
        </p:nvGrpSpPr>
        <p:grpSpPr>
          <a:xfrm>
            <a:off x="11669121" y="9079786"/>
            <a:ext cx="180340" cy="186055"/>
            <a:chOff x="11669121" y="9079786"/>
            <a:chExt cx="180340" cy="186055"/>
          </a:xfrm>
        </p:grpSpPr>
        <p:sp>
          <p:nvSpPr>
            <p:cNvPr id="210" name="object 210" descr=""/>
            <p:cNvSpPr/>
            <p:nvPr/>
          </p:nvSpPr>
          <p:spPr>
            <a:xfrm>
              <a:off x="11669121" y="9079786"/>
              <a:ext cx="180340" cy="186055"/>
            </a:xfrm>
            <a:custGeom>
              <a:avLst/>
              <a:gdLst/>
              <a:ahLst/>
              <a:cxnLst/>
              <a:rect l="l" t="t" r="r" b="b"/>
              <a:pathLst>
                <a:path w="180340" h="186054">
                  <a:moveTo>
                    <a:pt x="179785" y="0"/>
                  </a:moveTo>
                  <a:lnTo>
                    <a:pt x="0" y="0"/>
                  </a:lnTo>
                  <a:lnTo>
                    <a:pt x="0" y="185753"/>
                  </a:lnTo>
                  <a:lnTo>
                    <a:pt x="179785" y="185753"/>
                  </a:lnTo>
                  <a:lnTo>
                    <a:pt x="179785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1669121" y="9101806"/>
              <a:ext cx="158750" cy="163830"/>
            </a:xfrm>
            <a:custGeom>
              <a:avLst/>
              <a:gdLst/>
              <a:ahLst/>
              <a:cxnLst/>
              <a:rect l="l" t="t" r="r" b="b"/>
              <a:pathLst>
                <a:path w="158750" h="163829">
                  <a:moveTo>
                    <a:pt x="158508" y="0"/>
                  </a:moveTo>
                  <a:lnTo>
                    <a:pt x="0" y="0"/>
                  </a:lnTo>
                  <a:lnTo>
                    <a:pt x="0" y="163733"/>
                  </a:lnTo>
                  <a:lnTo>
                    <a:pt x="158508" y="163733"/>
                  </a:lnTo>
                  <a:lnTo>
                    <a:pt x="158508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1750050" y="9079786"/>
              <a:ext cx="18415" cy="186055"/>
            </a:xfrm>
            <a:custGeom>
              <a:avLst/>
              <a:gdLst/>
              <a:ahLst/>
              <a:cxnLst/>
              <a:rect l="l" t="t" r="r" b="b"/>
              <a:pathLst>
                <a:path w="18415" h="186054">
                  <a:moveTo>
                    <a:pt x="17988" y="0"/>
                  </a:moveTo>
                  <a:lnTo>
                    <a:pt x="0" y="0"/>
                  </a:lnTo>
                  <a:lnTo>
                    <a:pt x="0" y="185753"/>
                  </a:lnTo>
                  <a:lnTo>
                    <a:pt x="17988" y="185753"/>
                  </a:lnTo>
                  <a:lnTo>
                    <a:pt x="17988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3" name="object 213" descr=""/>
          <p:cNvGrpSpPr/>
          <p:nvPr/>
        </p:nvGrpSpPr>
        <p:grpSpPr>
          <a:xfrm>
            <a:off x="11959499" y="9079786"/>
            <a:ext cx="180340" cy="186055"/>
            <a:chOff x="11959499" y="9079786"/>
            <a:chExt cx="180340" cy="186055"/>
          </a:xfrm>
        </p:grpSpPr>
        <p:sp>
          <p:nvSpPr>
            <p:cNvPr id="214" name="object 214" descr=""/>
            <p:cNvSpPr/>
            <p:nvPr/>
          </p:nvSpPr>
          <p:spPr>
            <a:xfrm>
              <a:off x="11959509" y="9079786"/>
              <a:ext cx="180340" cy="186055"/>
            </a:xfrm>
            <a:custGeom>
              <a:avLst/>
              <a:gdLst/>
              <a:ahLst/>
              <a:cxnLst/>
              <a:rect l="l" t="t" r="r" b="b"/>
              <a:pathLst>
                <a:path w="180340" h="186054">
                  <a:moveTo>
                    <a:pt x="179795" y="0"/>
                  </a:moveTo>
                  <a:lnTo>
                    <a:pt x="0" y="0"/>
                  </a:lnTo>
                  <a:lnTo>
                    <a:pt x="0" y="185753"/>
                  </a:lnTo>
                  <a:lnTo>
                    <a:pt x="179795" y="185753"/>
                  </a:lnTo>
                  <a:lnTo>
                    <a:pt x="179795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1959499" y="9101806"/>
              <a:ext cx="158750" cy="163830"/>
            </a:xfrm>
            <a:custGeom>
              <a:avLst/>
              <a:gdLst/>
              <a:ahLst/>
              <a:cxnLst/>
              <a:rect l="l" t="t" r="r" b="b"/>
              <a:pathLst>
                <a:path w="158750" h="163829">
                  <a:moveTo>
                    <a:pt x="158529" y="0"/>
                  </a:moveTo>
                  <a:lnTo>
                    <a:pt x="0" y="0"/>
                  </a:lnTo>
                  <a:lnTo>
                    <a:pt x="0" y="163733"/>
                  </a:lnTo>
                  <a:lnTo>
                    <a:pt x="158529" y="163733"/>
                  </a:lnTo>
                  <a:lnTo>
                    <a:pt x="158529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2040407" y="9079786"/>
              <a:ext cx="18415" cy="186055"/>
            </a:xfrm>
            <a:custGeom>
              <a:avLst/>
              <a:gdLst/>
              <a:ahLst/>
              <a:cxnLst/>
              <a:rect l="l" t="t" r="r" b="b"/>
              <a:pathLst>
                <a:path w="18415" h="186054">
                  <a:moveTo>
                    <a:pt x="17999" y="0"/>
                  </a:moveTo>
                  <a:lnTo>
                    <a:pt x="0" y="0"/>
                  </a:lnTo>
                  <a:lnTo>
                    <a:pt x="0" y="185753"/>
                  </a:lnTo>
                  <a:lnTo>
                    <a:pt x="17999" y="185753"/>
                  </a:lnTo>
                  <a:lnTo>
                    <a:pt x="17999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7" name="object 217" descr=""/>
          <p:cNvSpPr/>
          <p:nvPr/>
        </p:nvSpPr>
        <p:spPr>
          <a:xfrm>
            <a:off x="15729063" y="7139744"/>
            <a:ext cx="951865" cy="640715"/>
          </a:xfrm>
          <a:custGeom>
            <a:avLst/>
            <a:gdLst/>
            <a:ahLst/>
            <a:cxnLst/>
            <a:rect l="l" t="t" r="r" b="b"/>
            <a:pathLst>
              <a:path w="951865" h="640715">
                <a:moveTo>
                  <a:pt x="878988" y="0"/>
                </a:moveTo>
                <a:lnTo>
                  <a:pt x="850670" y="4744"/>
                </a:lnTo>
                <a:lnTo>
                  <a:pt x="827523" y="17686"/>
                </a:lnTo>
                <a:lnTo>
                  <a:pt x="811904" y="36889"/>
                </a:lnTo>
                <a:lnTo>
                  <a:pt x="806174" y="60846"/>
                </a:lnTo>
                <a:lnTo>
                  <a:pt x="806247" y="61642"/>
                </a:lnTo>
                <a:lnTo>
                  <a:pt x="795979" y="51224"/>
                </a:lnTo>
                <a:lnTo>
                  <a:pt x="783177" y="43231"/>
                </a:lnTo>
                <a:lnTo>
                  <a:pt x="768393" y="38109"/>
                </a:lnTo>
                <a:lnTo>
                  <a:pt x="752176" y="36302"/>
                </a:lnTo>
                <a:lnTo>
                  <a:pt x="727066" y="40700"/>
                </a:lnTo>
                <a:lnTo>
                  <a:pt x="706481" y="52732"/>
                </a:lnTo>
                <a:lnTo>
                  <a:pt x="692358" y="70656"/>
                </a:lnTo>
                <a:lnTo>
                  <a:pt x="686638" y="92730"/>
                </a:lnTo>
                <a:lnTo>
                  <a:pt x="673614" y="87568"/>
                </a:lnTo>
                <a:lnTo>
                  <a:pt x="659744" y="83767"/>
                </a:lnTo>
                <a:lnTo>
                  <a:pt x="645159" y="81418"/>
                </a:lnTo>
                <a:lnTo>
                  <a:pt x="629991" y="80615"/>
                </a:lnTo>
                <a:lnTo>
                  <a:pt x="584299" y="88323"/>
                </a:lnTo>
                <a:lnTo>
                  <a:pt x="546951" y="109339"/>
                </a:lnTo>
                <a:lnTo>
                  <a:pt x="521753" y="140497"/>
                </a:lnTo>
                <a:lnTo>
                  <a:pt x="512507" y="178633"/>
                </a:lnTo>
                <a:lnTo>
                  <a:pt x="512507" y="183743"/>
                </a:lnTo>
                <a:lnTo>
                  <a:pt x="512989" y="188674"/>
                </a:lnTo>
                <a:lnTo>
                  <a:pt x="513931" y="193481"/>
                </a:lnTo>
                <a:lnTo>
                  <a:pt x="506298" y="190873"/>
                </a:lnTo>
                <a:lnTo>
                  <a:pt x="498079" y="189104"/>
                </a:lnTo>
                <a:lnTo>
                  <a:pt x="489440" y="188172"/>
                </a:lnTo>
                <a:lnTo>
                  <a:pt x="489440" y="187847"/>
                </a:lnTo>
                <a:lnTo>
                  <a:pt x="480292" y="145816"/>
                </a:lnTo>
                <a:lnTo>
                  <a:pt x="454784" y="111894"/>
                </a:lnTo>
                <a:lnTo>
                  <a:pt x="416974" y="89010"/>
                </a:lnTo>
                <a:lnTo>
                  <a:pt x="370711" y="80615"/>
                </a:lnTo>
                <a:lnTo>
                  <a:pt x="331095" y="86655"/>
                </a:lnTo>
                <a:lnTo>
                  <a:pt x="297206" y="103392"/>
                </a:lnTo>
                <a:lnTo>
                  <a:pt x="271268" y="128747"/>
                </a:lnTo>
                <a:lnTo>
                  <a:pt x="255500" y="160644"/>
                </a:lnTo>
                <a:lnTo>
                  <a:pt x="241394" y="157384"/>
                </a:lnTo>
                <a:lnTo>
                  <a:pt x="226817" y="155001"/>
                </a:lnTo>
                <a:lnTo>
                  <a:pt x="211844" y="153539"/>
                </a:lnTo>
                <a:lnTo>
                  <a:pt x="196548" y="153042"/>
                </a:lnTo>
                <a:lnTo>
                  <a:pt x="144323" y="159080"/>
                </a:lnTo>
                <a:lnTo>
                  <a:pt x="97379" y="176126"/>
                </a:lnTo>
                <a:lnTo>
                  <a:pt x="57595" y="202572"/>
                </a:lnTo>
                <a:lnTo>
                  <a:pt x="26850" y="236814"/>
                </a:lnTo>
                <a:lnTo>
                  <a:pt x="7025" y="277246"/>
                </a:lnTo>
                <a:lnTo>
                  <a:pt x="0" y="322262"/>
                </a:lnTo>
                <a:lnTo>
                  <a:pt x="8480" y="371493"/>
                </a:lnTo>
                <a:lnTo>
                  <a:pt x="32250" y="414989"/>
                </a:lnTo>
                <a:lnTo>
                  <a:pt x="68805" y="450629"/>
                </a:lnTo>
                <a:lnTo>
                  <a:pt x="115640" y="476289"/>
                </a:lnTo>
                <a:lnTo>
                  <a:pt x="103559" y="490113"/>
                </a:lnTo>
                <a:lnTo>
                  <a:pt x="94511" y="505449"/>
                </a:lnTo>
                <a:lnTo>
                  <a:pt x="88834" y="522054"/>
                </a:lnTo>
                <a:lnTo>
                  <a:pt x="86866" y="539690"/>
                </a:lnTo>
                <a:lnTo>
                  <a:pt x="96932" y="578945"/>
                </a:lnTo>
                <a:lnTo>
                  <a:pt x="124379" y="610973"/>
                </a:lnTo>
                <a:lnTo>
                  <a:pt x="165085" y="632553"/>
                </a:lnTo>
                <a:lnTo>
                  <a:pt x="214925" y="640462"/>
                </a:lnTo>
                <a:lnTo>
                  <a:pt x="264311" y="632737"/>
                </a:lnTo>
                <a:lnTo>
                  <a:pt x="304749" y="611644"/>
                </a:lnTo>
                <a:lnTo>
                  <a:pt x="332316" y="580310"/>
                </a:lnTo>
                <a:lnTo>
                  <a:pt x="343089" y="541857"/>
                </a:lnTo>
                <a:lnTo>
                  <a:pt x="348994" y="538988"/>
                </a:lnTo>
                <a:lnTo>
                  <a:pt x="354313" y="536004"/>
                </a:lnTo>
                <a:lnTo>
                  <a:pt x="358994" y="532580"/>
                </a:lnTo>
                <a:lnTo>
                  <a:pt x="366554" y="534601"/>
                </a:lnTo>
                <a:lnTo>
                  <a:pt x="374030" y="535753"/>
                </a:lnTo>
                <a:lnTo>
                  <a:pt x="382082" y="535753"/>
                </a:lnTo>
                <a:lnTo>
                  <a:pt x="411293" y="530768"/>
                </a:lnTo>
                <a:lnTo>
                  <a:pt x="436702" y="516878"/>
                </a:lnTo>
                <a:lnTo>
                  <a:pt x="456879" y="495683"/>
                </a:lnTo>
                <a:lnTo>
                  <a:pt x="470394" y="468781"/>
                </a:lnTo>
                <a:lnTo>
                  <a:pt x="501794" y="457244"/>
                </a:lnTo>
                <a:lnTo>
                  <a:pt x="526732" y="437879"/>
                </a:lnTo>
                <a:lnTo>
                  <a:pt x="543181" y="412447"/>
                </a:lnTo>
                <a:lnTo>
                  <a:pt x="549114" y="382710"/>
                </a:lnTo>
                <a:lnTo>
                  <a:pt x="548549" y="373430"/>
                </a:lnTo>
                <a:lnTo>
                  <a:pt x="546900" y="364465"/>
                </a:lnTo>
                <a:lnTo>
                  <a:pt x="544232" y="355838"/>
                </a:lnTo>
                <a:lnTo>
                  <a:pt x="540611" y="347570"/>
                </a:lnTo>
                <a:lnTo>
                  <a:pt x="543899" y="345424"/>
                </a:lnTo>
                <a:lnTo>
                  <a:pt x="546768" y="343204"/>
                </a:lnTo>
                <a:lnTo>
                  <a:pt x="549679" y="340649"/>
                </a:lnTo>
                <a:lnTo>
                  <a:pt x="549114" y="347099"/>
                </a:lnTo>
                <a:lnTo>
                  <a:pt x="549114" y="350450"/>
                </a:lnTo>
                <a:lnTo>
                  <a:pt x="556909" y="384944"/>
                </a:lnTo>
                <a:lnTo>
                  <a:pt x="578168" y="413115"/>
                </a:lnTo>
                <a:lnTo>
                  <a:pt x="609703" y="432110"/>
                </a:lnTo>
                <a:lnTo>
                  <a:pt x="648325" y="439075"/>
                </a:lnTo>
                <a:lnTo>
                  <a:pt x="686980" y="432110"/>
                </a:lnTo>
                <a:lnTo>
                  <a:pt x="718564" y="413115"/>
                </a:lnTo>
                <a:lnTo>
                  <a:pt x="739869" y="384944"/>
                </a:lnTo>
                <a:lnTo>
                  <a:pt x="747684" y="350450"/>
                </a:lnTo>
                <a:lnTo>
                  <a:pt x="747684" y="343434"/>
                </a:lnTo>
                <a:lnTo>
                  <a:pt x="746553" y="336628"/>
                </a:lnTo>
                <a:lnTo>
                  <a:pt x="744888" y="330073"/>
                </a:lnTo>
                <a:lnTo>
                  <a:pt x="774265" y="319558"/>
                </a:lnTo>
                <a:lnTo>
                  <a:pt x="797363" y="303745"/>
                </a:lnTo>
                <a:lnTo>
                  <a:pt x="812474" y="283804"/>
                </a:lnTo>
                <a:lnTo>
                  <a:pt x="817891" y="260903"/>
                </a:lnTo>
                <a:lnTo>
                  <a:pt x="817891" y="252432"/>
                </a:lnTo>
                <a:lnTo>
                  <a:pt x="815870" y="244400"/>
                </a:lnTo>
                <a:lnTo>
                  <a:pt x="811964" y="237018"/>
                </a:lnTo>
                <a:lnTo>
                  <a:pt x="825918" y="233411"/>
                </a:lnTo>
                <a:lnTo>
                  <a:pt x="838106" y="226240"/>
                </a:lnTo>
                <a:lnTo>
                  <a:pt x="848050" y="216031"/>
                </a:lnTo>
                <a:lnTo>
                  <a:pt x="855272" y="203313"/>
                </a:lnTo>
                <a:lnTo>
                  <a:pt x="862205" y="205883"/>
                </a:lnTo>
                <a:lnTo>
                  <a:pt x="869453" y="207802"/>
                </a:lnTo>
                <a:lnTo>
                  <a:pt x="876998" y="209002"/>
                </a:lnTo>
                <a:lnTo>
                  <a:pt x="884821" y="209417"/>
                </a:lnTo>
                <a:lnTo>
                  <a:pt x="910867" y="204910"/>
                </a:lnTo>
                <a:lnTo>
                  <a:pt x="932119" y="192614"/>
                </a:lnTo>
                <a:lnTo>
                  <a:pt x="946439" y="174370"/>
                </a:lnTo>
                <a:lnTo>
                  <a:pt x="951688" y="152016"/>
                </a:lnTo>
                <a:lnTo>
                  <a:pt x="949817" y="138562"/>
                </a:lnTo>
                <a:lnTo>
                  <a:pt x="944505" y="126288"/>
                </a:lnTo>
                <a:lnTo>
                  <a:pt x="936200" y="115527"/>
                </a:lnTo>
                <a:lnTo>
                  <a:pt x="925354" y="106614"/>
                </a:lnTo>
                <a:lnTo>
                  <a:pt x="936236" y="97377"/>
                </a:lnTo>
                <a:lnTo>
                  <a:pt x="944536" y="86378"/>
                </a:lnTo>
                <a:lnTo>
                  <a:pt x="949829" y="73947"/>
                </a:lnTo>
                <a:lnTo>
                  <a:pt x="951688" y="60417"/>
                </a:lnTo>
                <a:lnTo>
                  <a:pt x="945987" y="36889"/>
                </a:lnTo>
                <a:lnTo>
                  <a:pt x="930428" y="17686"/>
                </a:lnTo>
                <a:lnTo>
                  <a:pt x="907324" y="4744"/>
                </a:lnTo>
                <a:lnTo>
                  <a:pt x="878988" y="0"/>
                </a:lnTo>
                <a:close/>
              </a:path>
            </a:pathLst>
          </a:custGeom>
          <a:solidFill>
            <a:srgbClr val="DFF4F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8" name="object 21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26650" y="7176043"/>
            <a:ext cx="141870" cy="116739"/>
          </a:xfrm>
          <a:prstGeom prst="rect">
            <a:avLst/>
          </a:prstGeom>
        </p:spPr>
      </p:pic>
      <p:pic>
        <p:nvPicPr>
          <p:cNvPr id="219" name="object 21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635006" y="7022969"/>
            <a:ext cx="128205" cy="92688"/>
          </a:xfrm>
          <a:prstGeom prst="rect">
            <a:avLst/>
          </a:prstGeom>
        </p:spPr>
      </p:pic>
      <p:grpSp>
        <p:nvGrpSpPr>
          <p:cNvPr id="220" name="object 220" descr=""/>
          <p:cNvGrpSpPr/>
          <p:nvPr/>
        </p:nvGrpSpPr>
        <p:grpSpPr>
          <a:xfrm>
            <a:off x="16914265" y="7349159"/>
            <a:ext cx="1097280" cy="735965"/>
            <a:chOff x="16914265" y="7349159"/>
            <a:chExt cx="1097280" cy="735965"/>
          </a:xfrm>
        </p:grpSpPr>
        <p:pic>
          <p:nvPicPr>
            <p:cNvPr id="221" name="object 2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914265" y="7349159"/>
              <a:ext cx="107232" cy="84625"/>
            </a:xfrm>
            <a:prstGeom prst="rect">
              <a:avLst/>
            </a:prstGeom>
          </p:spPr>
        </p:pic>
        <p:sp>
          <p:nvSpPr>
            <p:cNvPr id="222" name="object 222" descr=""/>
            <p:cNvSpPr/>
            <p:nvPr/>
          </p:nvSpPr>
          <p:spPr>
            <a:xfrm>
              <a:off x="17036158" y="7428587"/>
              <a:ext cx="975360" cy="656590"/>
            </a:xfrm>
            <a:custGeom>
              <a:avLst/>
              <a:gdLst/>
              <a:ahLst/>
              <a:cxnLst/>
              <a:rect l="l" t="t" r="r" b="b"/>
              <a:pathLst>
                <a:path w="975359" h="656590">
                  <a:moveTo>
                    <a:pt x="900632" y="0"/>
                  </a:moveTo>
                  <a:lnTo>
                    <a:pt x="871622" y="4855"/>
                  </a:lnTo>
                  <a:lnTo>
                    <a:pt x="847912" y="18105"/>
                  </a:lnTo>
                  <a:lnTo>
                    <a:pt x="831916" y="37773"/>
                  </a:lnTo>
                  <a:lnTo>
                    <a:pt x="826048" y="62312"/>
                  </a:lnTo>
                  <a:lnTo>
                    <a:pt x="826100" y="63128"/>
                  </a:lnTo>
                  <a:lnTo>
                    <a:pt x="815583" y="52455"/>
                  </a:lnTo>
                  <a:lnTo>
                    <a:pt x="802470" y="44268"/>
                  </a:lnTo>
                  <a:lnTo>
                    <a:pt x="787327" y="39021"/>
                  </a:lnTo>
                  <a:lnTo>
                    <a:pt x="770719" y="37171"/>
                  </a:lnTo>
                  <a:lnTo>
                    <a:pt x="744993" y="41673"/>
                  </a:lnTo>
                  <a:lnTo>
                    <a:pt x="723894" y="53993"/>
                  </a:lnTo>
                  <a:lnTo>
                    <a:pt x="709415" y="72351"/>
                  </a:lnTo>
                  <a:lnTo>
                    <a:pt x="703549" y="94970"/>
                  </a:lnTo>
                  <a:lnTo>
                    <a:pt x="690207" y="89700"/>
                  </a:lnTo>
                  <a:lnTo>
                    <a:pt x="676000" y="85812"/>
                  </a:lnTo>
                  <a:lnTo>
                    <a:pt x="661062" y="83407"/>
                  </a:lnTo>
                  <a:lnTo>
                    <a:pt x="645530" y="82583"/>
                  </a:lnTo>
                  <a:lnTo>
                    <a:pt x="598707" y="90481"/>
                  </a:lnTo>
                  <a:lnTo>
                    <a:pt x="560434" y="112013"/>
                  </a:lnTo>
                  <a:lnTo>
                    <a:pt x="534610" y="143937"/>
                  </a:lnTo>
                  <a:lnTo>
                    <a:pt x="525135" y="183010"/>
                  </a:lnTo>
                  <a:lnTo>
                    <a:pt x="525135" y="188266"/>
                  </a:lnTo>
                  <a:lnTo>
                    <a:pt x="525648" y="193313"/>
                  </a:lnTo>
                  <a:lnTo>
                    <a:pt x="526601" y="198192"/>
                  </a:lnTo>
                  <a:lnTo>
                    <a:pt x="520630" y="196370"/>
                  </a:lnTo>
                  <a:lnTo>
                    <a:pt x="514443" y="194861"/>
                  </a:lnTo>
                  <a:lnTo>
                    <a:pt x="508058" y="193665"/>
                  </a:lnTo>
                  <a:lnTo>
                    <a:pt x="501492" y="192779"/>
                  </a:lnTo>
                  <a:lnTo>
                    <a:pt x="501492" y="192454"/>
                  </a:lnTo>
                  <a:lnTo>
                    <a:pt x="492135" y="149392"/>
                  </a:lnTo>
                  <a:lnTo>
                    <a:pt x="466001" y="114632"/>
                  </a:lnTo>
                  <a:lnTo>
                    <a:pt x="427263" y="91185"/>
                  </a:lnTo>
                  <a:lnTo>
                    <a:pt x="379862" y="82583"/>
                  </a:lnTo>
                  <a:lnTo>
                    <a:pt x="339263" y="88769"/>
                  </a:lnTo>
                  <a:lnTo>
                    <a:pt x="304527" y="105913"/>
                  </a:lnTo>
                  <a:lnTo>
                    <a:pt x="277938" y="131890"/>
                  </a:lnTo>
                  <a:lnTo>
                    <a:pt x="261782" y="164581"/>
                  </a:lnTo>
                  <a:lnTo>
                    <a:pt x="247339" y="161249"/>
                  </a:lnTo>
                  <a:lnTo>
                    <a:pt x="232413" y="158810"/>
                  </a:lnTo>
                  <a:lnTo>
                    <a:pt x="217079" y="157311"/>
                  </a:lnTo>
                  <a:lnTo>
                    <a:pt x="201417" y="156801"/>
                  </a:lnTo>
                  <a:lnTo>
                    <a:pt x="147893" y="162987"/>
                  </a:lnTo>
                  <a:lnTo>
                    <a:pt x="99785" y="180449"/>
                  </a:lnTo>
                  <a:lnTo>
                    <a:pt x="59016" y="207543"/>
                  </a:lnTo>
                  <a:lnTo>
                    <a:pt x="27512" y="242627"/>
                  </a:lnTo>
                  <a:lnTo>
                    <a:pt x="7199" y="284056"/>
                  </a:lnTo>
                  <a:lnTo>
                    <a:pt x="0" y="330188"/>
                  </a:lnTo>
                  <a:lnTo>
                    <a:pt x="8692" y="380623"/>
                  </a:lnTo>
                  <a:lnTo>
                    <a:pt x="33056" y="425191"/>
                  </a:lnTo>
                  <a:lnTo>
                    <a:pt x="70519" y="461709"/>
                  </a:lnTo>
                  <a:lnTo>
                    <a:pt x="118509" y="487995"/>
                  </a:lnTo>
                  <a:lnTo>
                    <a:pt x="106118" y="502161"/>
                  </a:lnTo>
                  <a:lnTo>
                    <a:pt x="96836" y="517874"/>
                  </a:lnTo>
                  <a:lnTo>
                    <a:pt x="91011" y="534890"/>
                  </a:lnTo>
                  <a:lnTo>
                    <a:pt x="88992" y="552967"/>
                  </a:lnTo>
                  <a:lnTo>
                    <a:pt x="99305" y="593188"/>
                  </a:lnTo>
                  <a:lnTo>
                    <a:pt x="127430" y="626005"/>
                  </a:lnTo>
                  <a:lnTo>
                    <a:pt x="169141" y="648116"/>
                  </a:lnTo>
                  <a:lnTo>
                    <a:pt x="220213" y="656220"/>
                  </a:lnTo>
                  <a:lnTo>
                    <a:pt x="270812" y="648303"/>
                  </a:lnTo>
                  <a:lnTo>
                    <a:pt x="312248" y="626689"/>
                  </a:lnTo>
                  <a:lnTo>
                    <a:pt x="340500" y="594584"/>
                  </a:lnTo>
                  <a:lnTo>
                    <a:pt x="351549" y="555197"/>
                  </a:lnTo>
                  <a:lnTo>
                    <a:pt x="357580" y="552244"/>
                  </a:lnTo>
                  <a:lnTo>
                    <a:pt x="363057" y="549176"/>
                  </a:lnTo>
                  <a:lnTo>
                    <a:pt x="367842" y="545690"/>
                  </a:lnTo>
                  <a:lnTo>
                    <a:pt x="375580" y="547742"/>
                  </a:lnTo>
                  <a:lnTo>
                    <a:pt x="383276" y="548957"/>
                  </a:lnTo>
                  <a:lnTo>
                    <a:pt x="391506" y="548957"/>
                  </a:lnTo>
                  <a:lnTo>
                    <a:pt x="421422" y="543845"/>
                  </a:lnTo>
                  <a:lnTo>
                    <a:pt x="447456" y="529606"/>
                  </a:lnTo>
                  <a:lnTo>
                    <a:pt x="468132" y="507884"/>
                  </a:lnTo>
                  <a:lnTo>
                    <a:pt x="481974" y="480320"/>
                  </a:lnTo>
                  <a:lnTo>
                    <a:pt x="514163" y="468493"/>
                  </a:lnTo>
                  <a:lnTo>
                    <a:pt x="539720" y="448649"/>
                  </a:lnTo>
                  <a:lnTo>
                    <a:pt x="556574" y="422592"/>
                  </a:lnTo>
                  <a:lnTo>
                    <a:pt x="562653" y="392124"/>
                  </a:lnTo>
                  <a:lnTo>
                    <a:pt x="562074" y="382602"/>
                  </a:lnTo>
                  <a:lnTo>
                    <a:pt x="560384" y="373414"/>
                  </a:lnTo>
                  <a:lnTo>
                    <a:pt x="557648" y="364572"/>
                  </a:lnTo>
                  <a:lnTo>
                    <a:pt x="553930" y="356093"/>
                  </a:lnTo>
                  <a:lnTo>
                    <a:pt x="557291" y="353905"/>
                  </a:lnTo>
                  <a:lnTo>
                    <a:pt x="560255" y="351633"/>
                  </a:lnTo>
                  <a:lnTo>
                    <a:pt x="563197" y="349036"/>
                  </a:lnTo>
                  <a:lnTo>
                    <a:pt x="562653" y="355622"/>
                  </a:lnTo>
                  <a:lnTo>
                    <a:pt x="562653" y="359057"/>
                  </a:lnTo>
                  <a:lnTo>
                    <a:pt x="570640" y="394398"/>
                  </a:lnTo>
                  <a:lnTo>
                    <a:pt x="592424" y="423258"/>
                  </a:lnTo>
                  <a:lnTo>
                    <a:pt x="624735" y="442715"/>
                  </a:lnTo>
                  <a:lnTo>
                    <a:pt x="664304" y="449850"/>
                  </a:lnTo>
                  <a:lnTo>
                    <a:pt x="703911" y="442715"/>
                  </a:lnTo>
                  <a:lnTo>
                    <a:pt x="736274" y="423258"/>
                  </a:lnTo>
                  <a:lnTo>
                    <a:pt x="758105" y="394398"/>
                  </a:lnTo>
                  <a:lnTo>
                    <a:pt x="766112" y="359057"/>
                  </a:lnTo>
                  <a:lnTo>
                    <a:pt x="766112" y="351863"/>
                  </a:lnTo>
                  <a:lnTo>
                    <a:pt x="764940" y="344879"/>
                  </a:lnTo>
                  <a:lnTo>
                    <a:pt x="763264" y="338178"/>
                  </a:lnTo>
                  <a:lnTo>
                    <a:pt x="793361" y="327410"/>
                  </a:lnTo>
                  <a:lnTo>
                    <a:pt x="817022" y="311206"/>
                  </a:lnTo>
                  <a:lnTo>
                    <a:pt x="832500" y="290772"/>
                  </a:lnTo>
                  <a:lnTo>
                    <a:pt x="838047" y="267311"/>
                  </a:lnTo>
                  <a:lnTo>
                    <a:pt x="838047" y="258651"/>
                  </a:lnTo>
                  <a:lnTo>
                    <a:pt x="835953" y="250411"/>
                  </a:lnTo>
                  <a:lnTo>
                    <a:pt x="831943" y="242851"/>
                  </a:lnTo>
                  <a:lnTo>
                    <a:pt x="846261" y="239146"/>
                  </a:lnTo>
                  <a:lnTo>
                    <a:pt x="858760" y="231796"/>
                  </a:lnTo>
                  <a:lnTo>
                    <a:pt x="868944" y="221332"/>
                  </a:lnTo>
                  <a:lnTo>
                    <a:pt x="876318" y="208286"/>
                  </a:lnTo>
                  <a:lnTo>
                    <a:pt x="883434" y="210923"/>
                  </a:lnTo>
                  <a:lnTo>
                    <a:pt x="890864" y="212895"/>
                  </a:lnTo>
                  <a:lnTo>
                    <a:pt x="898601" y="214131"/>
                  </a:lnTo>
                  <a:lnTo>
                    <a:pt x="906642" y="214558"/>
                  </a:lnTo>
                  <a:lnTo>
                    <a:pt x="933320" y="209942"/>
                  </a:lnTo>
                  <a:lnTo>
                    <a:pt x="955096" y="197346"/>
                  </a:lnTo>
                  <a:lnTo>
                    <a:pt x="969773" y="178649"/>
                  </a:lnTo>
                  <a:lnTo>
                    <a:pt x="975153" y="155733"/>
                  </a:lnTo>
                  <a:lnTo>
                    <a:pt x="973231" y="141938"/>
                  </a:lnTo>
                  <a:lnTo>
                    <a:pt x="967779" y="129362"/>
                  </a:lnTo>
                  <a:lnTo>
                    <a:pt x="959268" y="118341"/>
                  </a:lnTo>
                  <a:lnTo>
                    <a:pt x="948170" y="109211"/>
                  </a:lnTo>
                  <a:lnTo>
                    <a:pt x="959312" y="99753"/>
                  </a:lnTo>
                  <a:lnTo>
                    <a:pt x="967818" y="88488"/>
                  </a:lnTo>
                  <a:lnTo>
                    <a:pt x="973246" y="75752"/>
                  </a:lnTo>
                  <a:lnTo>
                    <a:pt x="975153" y="61882"/>
                  </a:lnTo>
                  <a:lnTo>
                    <a:pt x="969308" y="37773"/>
                  </a:lnTo>
                  <a:lnTo>
                    <a:pt x="953355" y="18105"/>
                  </a:lnTo>
                  <a:lnTo>
                    <a:pt x="929671" y="4855"/>
                  </a:lnTo>
                  <a:lnTo>
                    <a:pt x="900632" y="0"/>
                  </a:lnTo>
                  <a:close/>
                </a:path>
              </a:pathLst>
            </a:custGeom>
            <a:solidFill>
              <a:srgbClr val="DFF4F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3" name="object 22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058333" y="7465758"/>
            <a:ext cx="145356" cy="119629"/>
          </a:xfrm>
          <a:prstGeom prst="rect">
            <a:avLst/>
          </a:prstGeom>
        </p:spPr>
      </p:pic>
      <p:pic>
        <p:nvPicPr>
          <p:cNvPr id="224" name="object 22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964416" y="7308904"/>
            <a:ext cx="131378" cy="94970"/>
          </a:xfrm>
          <a:prstGeom prst="rect">
            <a:avLst/>
          </a:prstGeom>
        </p:spPr>
      </p:pic>
      <p:grpSp>
        <p:nvGrpSpPr>
          <p:cNvPr id="225" name="object 225" descr=""/>
          <p:cNvGrpSpPr/>
          <p:nvPr/>
        </p:nvGrpSpPr>
        <p:grpSpPr>
          <a:xfrm>
            <a:off x="14747059" y="7969146"/>
            <a:ext cx="1041400" cy="2092960"/>
            <a:chOff x="14747059" y="7969146"/>
            <a:chExt cx="1041400" cy="2092960"/>
          </a:xfrm>
        </p:grpSpPr>
        <p:sp>
          <p:nvSpPr>
            <p:cNvPr id="226" name="object 226" descr=""/>
            <p:cNvSpPr/>
            <p:nvPr/>
          </p:nvSpPr>
          <p:spPr>
            <a:xfrm>
              <a:off x="15069378" y="8298960"/>
              <a:ext cx="564515" cy="827405"/>
            </a:xfrm>
            <a:custGeom>
              <a:avLst/>
              <a:gdLst/>
              <a:ahLst/>
              <a:cxnLst/>
              <a:rect l="l" t="t" r="r" b="b"/>
              <a:pathLst>
                <a:path w="564515" h="827404">
                  <a:moveTo>
                    <a:pt x="408395" y="0"/>
                  </a:moveTo>
                  <a:lnTo>
                    <a:pt x="0" y="3518"/>
                  </a:lnTo>
                  <a:lnTo>
                    <a:pt x="104" y="17413"/>
                  </a:lnTo>
                  <a:lnTo>
                    <a:pt x="394375" y="13999"/>
                  </a:lnTo>
                  <a:lnTo>
                    <a:pt x="387464" y="827000"/>
                  </a:lnTo>
                  <a:lnTo>
                    <a:pt x="564024" y="827000"/>
                  </a:lnTo>
                  <a:lnTo>
                    <a:pt x="564024" y="813064"/>
                  </a:lnTo>
                  <a:lnTo>
                    <a:pt x="401453" y="813064"/>
                  </a:lnTo>
                  <a:lnTo>
                    <a:pt x="408395" y="0"/>
                  </a:lnTo>
                  <a:close/>
                </a:path>
              </a:pathLst>
            </a:custGeom>
            <a:solidFill>
              <a:srgbClr val="6464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5086743" y="8060251"/>
              <a:ext cx="701675" cy="1264285"/>
            </a:xfrm>
            <a:custGeom>
              <a:avLst/>
              <a:gdLst/>
              <a:ahLst/>
              <a:cxnLst/>
              <a:rect l="l" t="t" r="r" b="b"/>
              <a:pathLst>
                <a:path w="701675" h="1264284">
                  <a:moveTo>
                    <a:pt x="245667" y="0"/>
                  </a:moveTo>
                  <a:lnTo>
                    <a:pt x="0" y="0"/>
                  </a:lnTo>
                  <a:lnTo>
                    <a:pt x="0" y="13905"/>
                  </a:lnTo>
                  <a:lnTo>
                    <a:pt x="231741" y="13905"/>
                  </a:lnTo>
                  <a:lnTo>
                    <a:pt x="228244" y="1262924"/>
                  </a:lnTo>
                  <a:lnTo>
                    <a:pt x="701455" y="1263793"/>
                  </a:lnTo>
                  <a:lnTo>
                    <a:pt x="701476" y="1249878"/>
                  </a:lnTo>
                  <a:lnTo>
                    <a:pt x="242202" y="1249030"/>
                  </a:lnTo>
                  <a:lnTo>
                    <a:pt x="245667" y="0"/>
                  </a:lnTo>
                  <a:close/>
                </a:path>
              </a:pathLst>
            </a:custGeom>
            <a:solidFill>
              <a:srgbClr val="6666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4762692" y="7989438"/>
              <a:ext cx="442595" cy="2032635"/>
            </a:xfrm>
            <a:custGeom>
              <a:avLst/>
              <a:gdLst/>
              <a:ahLst/>
              <a:cxnLst/>
              <a:rect l="l" t="t" r="r" b="b"/>
              <a:pathLst>
                <a:path w="442594" h="2032634">
                  <a:moveTo>
                    <a:pt x="353455" y="0"/>
                  </a:moveTo>
                  <a:lnTo>
                    <a:pt x="61537" y="2460"/>
                  </a:lnTo>
                  <a:lnTo>
                    <a:pt x="0" y="2032451"/>
                  </a:lnTo>
                  <a:lnTo>
                    <a:pt x="442342" y="2028828"/>
                  </a:lnTo>
                  <a:lnTo>
                    <a:pt x="353455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4759865" y="8152288"/>
              <a:ext cx="438784" cy="1264920"/>
            </a:xfrm>
            <a:custGeom>
              <a:avLst/>
              <a:gdLst/>
              <a:ahLst/>
              <a:cxnLst/>
              <a:rect l="l" t="t" r="r" b="b"/>
              <a:pathLst>
                <a:path w="438784" h="1264920">
                  <a:moveTo>
                    <a:pt x="390029" y="265671"/>
                  </a:moveTo>
                  <a:lnTo>
                    <a:pt x="377088" y="0"/>
                  </a:lnTo>
                  <a:lnTo>
                    <a:pt x="42633" y="0"/>
                  </a:lnTo>
                  <a:lnTo>
                    <a:pt x="33629" y="265671"/>
                  </a:lnTo>
                  <a:lnTo>
                    <a:pt x="390029" y="265671"/>
                  </a:lnTo>
                  <a:close/>
                </a:path>
                <a:path w="438784" h="1264920">
                  <a:moveTo>
                    <a:pt x="414629" y="770153"/>
                  </a:moveTo>
                  <a:lnTo>
                    <a:pt x="401637" y="504456"/>
                  </a:lnTo>
                  <a:lnTo>
                    <a:pt x="25615" y="504456"/>
                  </a:lnTo>
                  <a:lnTo>
                    <a:pt x="16637" y="770153"/>
                  </a:lnTo>
                  <a:lnTo>
                    <a:pt x="414629" y="770153"/>
                  </a:lnTo>
                  <a:close/>
                </a:path>
                <a:path w="438784" h="1264920">
                  <a:moveTo>
                    <a:pt x="438708" y="1264551"/>
                  </a:moveTo>
                  <a:lnTo>
                    <a:pt x="425742" y="998829"/>
                  </a:lnTo>
                  <a:lnTo>
                    <a:pt x="8953" y="998829"/>
                  </a:lnTo>
                  <a:lnTo>
                    <a:pt x="0" y="1264551"/>
                  </a:lnTo>
                  <a:lnTo>
                    <a:pt x="438708" y="1264551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4977100" y="7984867"/>
              <a:ext cx="247650" cy="2031364"/>
            </a:xfrm>
            <a:custGeom>
              <a:avLst/>
              <a:gdLst/>
              <a:ahLst/>
              <a:cxnLst/>
              <a:rect l="l" t="t" r="r" b="b"/>
              <a:pathLst>
                <a:path w="247650" h="2031365">
                  <a:moveTo>
                    <a:pt x="146498" y="0"/>
                  </a:moveTo>
                  <a:lnTo>
                    <a:pt x="0" y="1361"/>
                  </a:lnTo>
                  <a:lnTo>
                    <a:pt x="0" y="2030849"/>
                  </a:lnTo>
                  <a:lnTo>
                    <a:pt x="229270" y="2028828"/>
                  </a:lnTo>
                  <a:lnTo>
                    <a:pt x="226181" y="1952066"/>
                  </a:lnTo>
                  <a:lnTo>
                    <a:pt x="247029" y="1952066"/>
                  </a:lnTo>
                  <a:lnTo>
                    <a:pt x="234998" y="1686388"/>
                  </a:lnTo>
                  <a:lnTo>
                    <a:pt x="215312" y="1686388"/>
                  </a:lnTo>
                  <a:lnTo>
                    <a:pt x="204737" y="1427412"/>
                  </a:lnTo>
                  <a:lnTo>
                    <a:pt x="223260" y="1427412"/>
                  </a:lnTo>
                  <a:lnTo>
                    <a:pt x="211187" y="1161723"/>
                  </a:lnTo>
                  <a:lnTo>
                    <a:pt x="193889" y="1161723"/>
                  </a:lnTo>
                  <a:lnTo>
                    <a:pt x="184591" y="933029"/>
                  </a:lnTo>
                  <a:lnTo>
                    <a:pt x="200800" y="933029"/>
                  </a:lnTo>
                  <a:lnTo>
                    <a:pt x="188758" y="667340"/>
                  </a:lnTo>
                  <a:lnTo>
                    <a:pt x="173743" y="667340"/>
                  </a:lnTo>
                  <a:lnTo>
                    <a:pt x="163942" y="428552"/>
                  </a:lnTo>
                  <a:lnTo>
                    <a:pt x="177910" y="428552"/>
                  </a:lnTo>
                  <a:lnTo>
                    <a:pt x="165816" y="162885"/>
                  </a:lnTo>
                  <a:lnTo>
                    <a:pt x="153168" y="162885"/>
                  </a:lnTo>
                  <a:lnTo>
                    <a:pt x="14649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4795350" y="7970607"/>
              <a:ext cx="175260" cy="33020"/>
            </a:xfrm>
            <a:custGeom>
              <a:avLst/>
              <a:gdLst/>
              <a:ahLst/>
              <a:cxnLst/>
              <a:rect l="l" t="t" r="r" b="b"/>
              <a:pathLst>
                <a:path w="175259" h="33020">
                  <a:moveTo>
                    <a:pt x="174759" y="0"/>
                  </a:moveTo>
                  <a:lnTo>
                    <a:pt x="0" y="1465"/>
                  </a:lnTo>
                  <a:lnTo>
                    <a:pt x="230" y="32962"/>
                  </a:lnTo>
                  <a:lnTo>
                    <a:pt x="174958" y="31485"/>
                  </a:lnTo>
                  <a:lnTo>
                    <a:pt x="174759" y="0"/>
                  </a:lnTo>
                  <a:close/>
                </a:path>
              </a:pathLst>
            </a:custGeom>
            <a:solidFill>
              <a:srgbClr val="5A57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4970106" y="7969146"/>
              <a:ext cx="175260" cy="33020"/>
            </a:xfrm>
            <a:custGeom>
              <a:avLst/>
              <a:gdLst/>
              <a:ahLst/>
              <a:cxnLst/>
              <a:rect l="l" t="t" r="r" b="b"/>
              <a:pathLst>
                <a:path w="175259" h="33020">
                  <a:moveTo>
                    <a:pt x="174622" y="0"/>
                  </a:moveTo>
                  <a:lnTo>
                    <a:pt x="0" y="1465"/>
                  </a:lnTo>
                  <a:lnTo>
                    <a:pt x="198" y="32951"/>
                  </a:lnTo>
                  <a:lnTo>
                    <a:pt x="174905" y="31538"/>
                  </a:lnTo>
                  <a:lnTo>
                    <a:pt x="174622" y="0"/>
                  </a:lnTo>
                  <a:close/>
                </a:path>
              </a:pathLst>
            </a:custGeom>
            <a:solidFill>
              <a:srgbClr val="7979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4747050" y="8105870"/>
              <a:ext cx="468630" cy="1056640"/>
            </a:xfrm>
            <a:custGeom>
              <a:avLst/>
              <a:gdLst/>
              <a:ahLst/>
              <a:cxnLst/>
              <a:rect l="l" t="t" r="r" b="b"/>
              <a:pathLst>
                <a:path w="468630" h="1056640">
                  <a:moveTo>
                    <a:pt x="436168" y="0"/>
                  </a:moveTo>
                  <a:lnTo>
                    <a:pt x="430530" y="0"/>
                  </a:lnTo>
                  <a:lnTo>
                    <a:pt x="430530" y="5118"/>
                  </a:lnTo>
                  <a:lnTo>
                    <a:pt x="430530" y="9461"/>
                  </a:lnTo>
                  <a:lnTo>
                    <a:pt x="430530" y="11722"/>
                  </a:lnTo>
                  <a:lnTo>
                    <a:pt x="430530" y="19685"/>
                  </a:lnTo>
                  <a:lnTo>
                    <a:pt x="430530" y="21958"/>
                  </a:lnTo>
                  <a:lnTo>
                    <a:pt x="430530" y="42938"/>
                  </a:lnTo>
                  <a:lnTo>
                    <a:pt x="404253" y="42938"/>
                  </a:lnTo>
                  <a:lnTo>
                    <a:pt x="404253" y="21958"/>
                  </a:lnTo>
                  <a:lnTo>
                    <a:pt x="430530" y="21958"/>
                  </a:lnTo>
                  <a:lnTo>
                    <a:pt x="430530" y="19685"/>
                  </a:lnTo>
                  <a:lnTo>
                    <a:pt x="404253" y="19685"/>
                  </a:lnTo>
                  <a:lnTo>
                    <a:pt x="404253" y="11722"/>
                  </a:lnTo>
                  <a:lnTo>
                    <a:pt x="430530" y="11722"/>
                  </a:lnTo>
                  <a:lnTo>
                    <a:pt x="430530" y="9461"/>
                  </a:lnTo>
                  <a:lnTo>
                    <a:pt x="404253" y="9461"/>
                  </a:lnTo>
                  <a:lnTo>
                    <a:pt x="404253" y="5118"/>
                  </a:lnTo>
                  <a:lnTo>
                    <a:pt x="430530" y="5118"/>
                  </a:lnTo>
                  <a:lnTo>
                    <a:pt x="430530" y="0"/>
                  </a:lnTo>
                  <a:lnTo>
                    <a:pt x="400011" y="0"/>
                  </a:lnTo>
                  <a:lnTo>
                    <a:pt x="400011" y="5118"/>
                  </a:lnTo>
                  <a:lnTo>
                    <a:pt x="400011" y="9461"/>
                  </a:lnTo>
                  <a:lnTo>
                    <a:pt x="400011" y="11722"/>
                  </a:lnTo>
                  <a:lnTo>
                    <a:pt x="400011" y="19685"/>
                  </a:lnTo>
                  <a:lnTo>
                    <a:pt x="400011" y="21958"/>
                  </a:lnTo>
                  <a:lnTo>
                    <a:pt x="400011" y="42938"/>
                  </a:lnTo>
                  <a:lnTo>
                    <a:pt x="378866" y="42938"/>
                  </a:lnTo>
                  <a:lnTo>
                    <a:pt x="378866" y="21958"/>
                  </a:lnTo>
                  <a:lnTo>
                    <a:pt x="400011" y="21958"/>
                  </a:lnTo>
                  <a:lnTo>
                    <a:pt x="400011" y="19685"/>
                  </a:lnTo>
                  <a:lnTo>
                    <a:pt x="378866" y="19685"/>
                  </a:lnTo>
                  <a:lnTo>
                    <a:pt x="378866" y="11722"/>
                  </a:lnTo>
                  <a:lnTo>
                    <a:pt x="400011" y="11722"/>
                  </a:lnTo>
                  <a:lnTo>
                    <a:pt x="400011" y="9461"/>
                  </a:lnTo>
                  <a:lnTo>
                    <a:pt x="378866" y="9461"/>
                  </a:lnTo>
                  <a:lnTo>
                    <a:pt x="378866" y="5118"/>
                  </a:lnTo>
                  <a:lnTo>
                    <a:pt x="400011" y="5118"/>
                  </a:lnTo>
                  <a:lnTo>
                    <a:pt x="400011" y="0"/>
                  </a:lnTo>
                  <a:lnTo>
                    <a:pt x="374624" y="0"/>
                  </a:lnTo>
                  <a:lnTo>
                    <a:pt x="374624" y="5118"/>
                  </a:lnTo>
                  <a:lnTo>
                    <a:pt x="374624" y="9461"/>
                  </a:lnTo>
                  <a:lnTo>
                    <a:pt x="374624" y="11722"/>
                  </a:lnTo>
                  <a:lnTo>
                    <a:pt x="374624" y="19685"/>
                  </a:lnTo>
                  <a:lnTo>
                    <a:pt x="374624" y="21958"/>
                  </a:lnTo>
                  <a:lnTo>
                    <a:pt x="374624" y="42938"/>
                  </a:lnTo>
                  <a:lnTo>
                    <a:pt x="348373" y="42938"/>
                  </a:lnTo>
                  <a:lnTo>
                    <a:pt x="348373" y="21958"/>
                  </a:lnTo>
                  <a:lnTo>
                    <a:pt x="374624" y="21958"/>
                  </a:lnTo>
                  <a:lnTo>
                    <a:pt x="374624" y="19685"/>
                  </a:lnTo>
                  <a:lnTo>
                    <a:pt x="348373" y="19685"/>
                  </a:lnTo>
                  <a:lnTo>
                    <a:pt x="348373" y="11722"/>
                  </a:lnTo>
                  <a:lnTo>
                    <a:pt x="374624" y="11722"/>
                  </a:lnTo>
                  <a:lnTo>
                    <a:pt x="374624" y="9461"/>
                  </a:lnTo>
                  <a:lnTo>
                    <a:pt x="348373" y="9461"/>
                  </a:lnTo>
                  <a:lnTo>
                    <a:pt x="348373" y="5118"/>
                  </a:lnTo>
                  <a:lnTo>
                    <a:pt x="374624" y="5118"/>
                  </a:lnTo>
                  <a:lnTo>
                    <a:pt x="374624" y="0"/>
                  </a:lnTo>
                  <a:lnTo>
                    <a:pt x="344081" y="0"/>
                  </a:lnTo>
                  <a:lnTo>
                    <a:pt x="344081" y="5118"/>
                  </a:lnTo>
                  <a:lnTo>
                    <a:pt x="344081" y="9461"/>
                  </a:lnTo>
                  <a:lnTo>
                    <a:pt x="344081" y="11722"/>
                  </a:lnTo>
                  <a:lnTo>
                    <a:pt x="344081" y="19685"/>
                  </a:lnTo>
                  <a:lnTo>
                    <a:pt x="344081" y="21958"/>
                  </a:lnTo>
                  <a:lnTo>
                    <a:pt x="344081" y="42938"/>
                  </a:lnTo>
                  <a:lnTo>
                    <a:pt x="317893" y="42938"/>
                  </a:lnTo>
                  <a:lnTo>
                    <a:pt x="317893" y="21958"/>
                  </a:lnTo>
                  <a:lnTo>
                    <a:pt x="344081" y="21958"/>
                  </a:lnTo>
                  <a:lnTo>
                    <a:pt x="344081" y="19685"/>
                  </a:lnTo>
                  <a:lnTo>
                    <a:pt x="317893" y="19685"/>
                  </a:lnTo>
                  <a:lnTo>
                    <a:pt x="317893" y="11722"/>
                  </a:lnTo>
                  <a:lnTo>
                    <a:pt x="344081" y="11722"/>
                  </a:lnTo>
                  <a:lnTo>
                    <a:pt x="344081" y="9461"/>
                  </a:lnTo>
                  <a:lnTo>
                    <a:pt x="317893" y="9461"/>
                  </a:lnTo>
                  <a:lnTo>
                    <a:pt x="317893" y="5118"/>
                  </a:lnTo>
                  <a:lnTo>
                    <a:pt x="344081" y="5118"/>
                  </a:lnTo>
                  <a:lnTo>
                    <a:pt x="344081" y="0"/>
                  </a:lnTo>
                  <a:lnTo>
                    <a:pt x="313677" y="0"/>
                  </a:lnTo>
                  <a:lnTo>
                    <a:pt x="313677" y="5118"/>
                  </a:lnTo>
                  <a:lnTo>
                    <a:pt x="313677" y="9461"/>
                  </a:lnTo>
                  <a:lnTo>
                    <a:pt x="313677" y="11722"/>
                  </a:lnTo>
                  <a:lnTo>
                    <a:pt x="313677" y="19685"/>
                  </a:lnTo>
                  <a:lnTo>
                    <a:pt x="313677" y="21958"/>
                  </a:lnTo>
                  <a:lnTo>
                    <a:pt x="313677" y="42938"/>
                  </a:lnTo>
                  <a:lnTo>
                    <a:pt x="287426" y="42938"/>
                  </a:lnTo>
                  <a:lnTo>
                    <a:pt x="287426" y="21958"/>
                  </a:lnTo>
                  <a:lnTo>
                    <a:pt x="313677" y="21958"/>
                  </a:lnTo>
                  <a:lnTo>
                    <a:pt x="313677" y="19685"/>
                  </a:lnTo>
                  <a:lnTo>
                    <a:pt x="287426" y="19685"/>
                  </a:lnTo>
                  <a:lnTo>
                    <a:pt x="287426" y="11722"/>
                  </a:lnTo>
                  <a:lnTo>
                    <a:pt x="313677" y="11722"/>
                  </a:lnTo>
                  <a:lnTo>
                    <a:pt x="313677" y="9461"/>
                  </a:lnTo>
                  <a:lnTo>
                    <a:pt x="287426" y="9461"/>
                  </a:lnTo>
                  <a:lnTo>
                    <a:pt x="287426" y="5118"/>
                  </a:lnTo>
                  <a:lnTo>
                    <a:pt x="313677" y="5118"/>
                  </a:lnTo>
                  <a:lnTo>
                    <a:pt x="313677" y="0"/>
                  </a:lnTo>
                  <a:lnTo>
                    <a:pt x="283197" y="0"/>
                  </a:lnTo>
                  <a:lnTo>
                    <a:pt x="283197" y="5118"/>
                  </a:lnTo>
                  <a:lnTo>
                    <a:pt x="283197" y="9461"/>
                  </a:lnTo>
                  <a:lnTo>
                    <a:pt x="283197" y="11722"/>
                  </a:lnTo>
                  <a:lnTo>
                    <a:pt x="283197" y="19685"/>
                  </a:lnTo>
                  <a:lnTo>
                    <a:pt x="283197" y="21958"/>
                  </a:lnTo>
                  <a:lnTo>
                    <a:pt x="283197" y="42938"/>
                  </a:lnTo>
                  <a:lnTo>
                    <a:pt x="255384" y="42938"/>
                  </a:lnTo>
                  <a:lnTo>
                    <a:pt x="255384" y="21958"/>
                  </a:lnTo>
                  <a:lnTo>
                    <a:pt x="283197" y="21958"/>
                  </a:lnTo>
                  <a:lnTo>
                    <a:pt x="283197" y="19685"/>
                  </a:lnTo>
                  <a:lnTo>
                    <a:pt x="255384" y="19685"/>
                  </a:lnTo>
                  <a:lnTo>
                    <a:pt x="255384" y="11722"/>
                  </a:lnTo>
                  <a:lnTo>
                    <a:pt x="283197" y="11722"/>
                  </a:lnTo>
                  <a:lnTo>
                    <a:pt x="283197" y="9461"/>
                  </a:lnTo>
                  <a:lnTo>
                    <a:pt x="255384" y="9461"/>
                  </a:lnTo>
                  <a:lnTo>
                    <a:pt x="255384" y="5118"/>
                  </a:lnTo>
                  <a:lnTo>
                    <a:pt x="283197" y="5118"/>
                  </a:lnTo>
                  <a:lnTo>
                    <a:pt x="283197" y="0"/>
                  </a:lnTo>
                  <a:lnTo>
                    <a:pt x="251155" y="0"/>
                  </a:lnTo>
                  <a:lnTo>
                    <a:pt x="251155" y="5118"/>
                  </a:lnTo>
                  <a:lnTo>
                    <a:pt x="251155" y="9461"/>
                  </a:lnTo>
                  <a:lnTo>
                    <a:pt x="251155" y="11722"/>
                  </a:lnTo>
                  <a:lnTo>
                    <a:pt x="251155" y="19685"/>
                  </a:lnTo>
                  <a:lnTo>
                    <a:pt x="251155" y="21958"/>
                  </a:lnTo>
                  <a:lnTo>
                    <a:pt x="251155" y="42938"/>
                  </a:lnTo>
                  <a:lnTo>
                    <a:pt x="225132" y="42938"/>
                  </a:lnTo>
                  <a:lnTo>
                    <a:pt x="225132" y="21958"/>
                  </a:lnTo>
                  <a:lnTo>
                    <a:pt x="251155" y="21958"/>
                  </a:lnTo>
                  <a:lnTo>
                    <a:pt x="251155" y="19685"/>
                  </a:lnTo>
                  <a:lnTo>
                    <a:pt x="225132" y="19685"/>
                  </a:lnTo>
                  <a:lnTo>
                    <a:pt x="225132" y="11722"/>
                  </a:lnTo>
                  <a:lnTo>
                    <a:pt x="251155" y="11722"/>
                  </a:lnTo>
                  <a:lnTo>
                    <a:pt x="251155" y="9461"/>
                  </a:lnTo>
                  <a:lnTo>
                    <a:pt x="225132" y="9461"/>
                  </a:lnTo>
                  <a:lnTo>
                    <a:pt x="225132" y="5118"/>
                  </a:lnTo>
                  <a:lnTo>
                    <a:pt x="251155" y="5118"/>
                  </a:lnTo>
                  <a:lnTo>
                    <a:pt x="251155" y="0"/>
                  </a:lnTo>
                  <a:lnTo>
                    <a:pt x="220891" y="0"/>
                  </a:lnTo>
                  <a:lnTo>
                    <a:pt x="220891" y="5118"/>
                  </a:lnTo>
                  <a:lnTo>
                    <a:pt x="220891" y="9461"/>
                  </a:lnTo>
                  <a:lnTo>
                    <a:pt x="220891" y="11722"/>
                  </a:lnTo>
                  <a:lnTo>
                    <a:pt x="220891" y="19685"/>
                  </a:lnTo>
                  <a:lnTo>
                    <a:pt x="220891" y="21958"/>
                  </a:lnTo>
                  <a:lnTo>
                    <a:pt x="220891" y="42938"/>
                  </a:lnTo>
                  <a:lnTo>
                    <a:pt x="199847" y="42938"/>
                  </a:lnTo>
                  <a:lnTo>
                    <a:pt x="199847" y="21958"/>
                  </a:lnTo>
                  <a:lnTo>
                    <a:pt x="220891" y="21958"/>
                  </a:lnTo>
                  <a:lnTo>
                    <a:pt x="220891" y="19685"/>
                  </a:lnTo>
                  <a:lnTo>
                    <a:pt x="199847" y="19685"/>
                  </a:lnTo>
                  <a:lnTo>
                    <a:pt x="199847" y="11722"/>
                  </a:lnTo>
                  <a:lnTo>
                    <a:pt x="220891" y="11722"/>
                  </a:lnTo>
                  <a:lnTo>
                    <a:pt x="220891" y="9461"/>
                  </a:lnTo>
                  <a:lnTo>
                    <a:pt x="199847" y="9461"/>
                  </a:lnTo>
                  <a:lnTo>
                    <a:pt x="199847" y="5118"/>
                  </a:lnTo>
                  <a:lnTo>
                    <a:pt x="220891" y="5118"/>
                  </a:lnTo>
                  <a:lnTo>
                    <a:pt x="220891" y="0"/>
                  </a:lnTo>
                  <a:lnTo>
                    <a:pt x="195605" y="0"/>
                  </a:lnTo>
                  <a:lnTo>
                    <a:pt x="195605" y="5118"/>
                  </a:lnTo>
                  <a:lnTo>
                    <a:pt x="195605" y="9461"/>
                  </a:lnTo>
                  <a:lnTo>
                    <a:pt x="195605" y="11722"/>
                  </a:lnTo>
                  <a:lnTo>
                    <a:pt x="195605" y="19685"/>
                  </a:lnTo>
                  <a:lnTo>
                    <a:pt x="195605" y="21958"/>
                  </a:lnTo>
                  <a:lnTo>
                    <a:pt x="195605" y="42938"/>
                  </a:lnTo>
                  <a:lnTo>
                    <a:pt x="169570" y="42938"/>
                  </a:lnTo>
                  <a:lnTo>
                    <a:pt x="169570" y="21958"/>
                  </a:lnTo>
                  <a:lnTo>
                    <a:pt x="195605" y="21958"/>
                  </a:lnTo>
                  <a:lnTo>
                    <a:pt x="195605" y="19685"/>
                  </a:lnTo>
                  <a:lnTo>
                    <a:pt x="169570" y="19685"/>
                  </a:lnTo>
                  <a:lnTo>
                    <a:pt x="169570" y="11722"/>
                  </a:lnTo>
                  <a:lnTo>
                    <a:pt x="195605" y="11722"/>
                  </a:lnTo>
                  <a:lnTo>
                    <a:pt x="195605" y="9461"/>
                  </a:lnTo>
                  <a:lnTo>
                    <a:pt x="169570" y="9461"/>
                  </a:lnTo>
                  <a:lnTo>
                    <a:pt x="169570" y="5118"/>
                  </a:lnTo>
                  <a:lnTo>
                    <a:pt x="195605" y="5118"/>
                  </a:lnTo>
                  <a:lnTo>
                    <a:pt x="195605" y="0"/>
                  </a:lnTo>
                  <a:lnTo>
                    <a:pt x="165354" y="0"/>
                  </a:lnTo>
                  <a:lnTo>
                    <a:pt x="165354" y="5118"/>
                  </a:lnTo>
                  <a:lnTo>
                    <a:pt x="165354" y="9461"/>
                  </a:lnTo>
                  <a:lnTo>
                    <a:pt x="165354" y="11722"/>
                  </a:lnTo>
                  <a:lnTo>
                    <a:pt x="165354" y="19685"/>
                  </a:lnTo>
                  <a:lnTo>
                    <a:pt x="165354" y="21958"/>
                  </a:lnTo>
                  <a:lnTo>
                    <a:pt x="165354" y="42938"/>
                  </a:lnTo>
                  <a:lnTo>
                    <a:pt x="139293" y="42938"/>
                  </a:lnTo>
                  <a:lnTo>
                    <a:pt x="139293" y="21958"/>
                  </a:lnTo>
                  <a:lnTo>
                    <a:pt x="165354" y="21958"/>
                  </a:lnTo>
                  <a:lnTo>
                    <a:pt x="165354" y="19685"/>
                  </a:lnTo>
                  <a:lnTo>
                    <a:pt x="139293" y="19685"/>
                  </a:lnTo>
                  <a:lnTo>
                    <a:pt x="139293" y="11722"/>
                  </a:lnTo>
                  <a:lnTo>
                    <a:pt x="165354" y="11722"/>
                  </a:lnTo>
                  <a:lnTo>
                    <a:pt x="165354" y="9461"/>
                  </a:lnTo>
                  <a:lnTo>
                    <a:pt x="139293" y="9461"/>
                  </a:lnTo>
                  <a:lnTo>
                    <a:pt x="139293" y="5118"/>
                  </a:lnTo>
                  <a:lnTo>
                    <a:pt x="165354" y="5118"/>
                  </a:lnTo>
                  <a:lnTo>
                    <a:pt x="165354" y="0"/>
                  </a:lnTo>
                  <a:lnTo>
                    <a:pt x="135089" y="0"/>
                  </a:lnTo>
                  <a:lnTo>
                    <a:pt x="135089" y="5118"/>
                  </a:lnTo>
                  <a:lnTo>
                    <a:pt x="135089" y="9461"/>
                  </a:lnTo>
                  <a:lnTo>
                    <a:pt x="135089" y="11722"/>
                  </a:lnTo>
                  <a:lnTo>
                    <a:pt x="135089" y="19685"/>
                  </a:lnTo>
                  <a:lnTo>
                    <a:pt x="135089" y="21958"/>
                  </a:lnTo>
                  <a:lnTo>
                    <a:pt x="135089" y="42938"/>
                  </a:lnTo>
                  <a:lnTo>
                    <a:pt x="109016" y="42938"/>
                  </a:lnTo>
                  <a:lnTo>
                    <a:pt x="109016" y="21958"/>
                  </a:lnTo>
                  <a:lnTo>
                    <a:pt x="135089" y="21958"/>
                  </a:lnTo>
                  <a:lnTo>
                    <a:pt x="135089" y="19685"/>
                  </a:lnTo>
                  <a:lnTo>
                    <a:pt x="109016" y="19685"/>
                  </a:lnTo>
                  <a:lnTo>
                    <a:pt x="109016" y="11722"/>
                  </a:lnTo>
                  <a:lnTo>
                    <a:pt x="135089" y="11722"/>
                  </a:lnTo>
                  <a:lnTo>
                    <a:pt x="135089" y="9461"/>
                  </a:lnTo>
                  <a:lnTo>
                    <a:pt x="109016" y="9461"/>
                  </a:lnTo>
                  <a:lnTo>
                    <a:pt x="109016" y="5118"/>
                  </a:lnTo>
                  <a:lnTo>
                    <a:pt x="135089" y="5118"/>
                  </a:lnTo>
                  <a:lnTo>
                    <a:pt x="135089" y="0"/>
                  </a:lnTo>
                  <a:lnTo>
                    <a:pt x="104800" y="0"/>
                  </a:lnTo>
                  <a:lnTo>
                    <a:pt x="104800" y="5118"/>
                  </a:lnTo>
                  <a:lnTo>
                    <a:pt x="104800" y="9461"/>
                  </a:lnTo>
                  <a:lnTo>
                    <a:pt x="104800" y="11722"/>
                  </a:lnTo>
                  <a:lnTo>
                    <a:pt x="104800" y="19685"/>
                  </a:lnTo>
                  <a:lnTo>
                    <a:pt x="104800" y="21958"/>
                  </a:lnTo>
                  <a:lnTo>
                    <a:pt x="104800" y="42938"/>
                  </a:lnTo>
                  <a:lnTo>
                    <a:pt x="83807" y="42938"/>
                  </a:lnTo>
                  <a:lnTo>
                    <a:pt x="83807" y="21958"/>
                  </a:lnTo>
                  <a:lnTo>
                    <a:pt x="104800" y="21958"/>
                  </a:lnTo>
                  <a:lnTo>
                    <a:pt x="104800" y="19685"/>
                  </a:lnTo>
                  <a:lnTo>
                    <a:pt x="83807" y="19685"/>
                  </a:lnTo>
                  <a:lnTo>
                    <a:pt x="83807" y="11722"/>
                  </a:lnTo>
                  <a:lnTo>
                    <a:pt x="104800" y="11722"/>
                  </a:lnTo>
                  <a:lnTo>
                    <a:pt x="104800" y="9461"/>
                  </a:lnTo>
                  <a:lnTo>
                    <a:pt x="83807" y="9461"/>
                  </a:lnTo>
                  <a:lnTo>
                    <a:pt x="83807" y="5118"/>
                  </a:lnTo>
                  <a:lnTo>
                    <a:pt x="104800" y="5118"/>
                  </a:lnTo>
                  <a:lnTo>
                    <a:pt x="104800" y="0"/>
                  </a:lnTo>
                  <a:lnTo>
                    <a:pt x="79578" y="0"/>
                  </a:lnTo>
                  <a:lnTo>
                    <a:pt x="79578" y="5118"/>
                  </a:lnTo>
                  <a:lnTo>
                    <a:pt x="79578" y="9461"/>
                  </a:lnTo>
                  <a:lnTo>
                    <a:pt x="79578" y="11722"/>
                  </a:lnTo>
                  <a:lnTo>
                    <a:pt x="79578" y="19685"/>
                  </a:lnTo>
                  <a:lnTo>
                    <a:pt x="79578" y="21958"/>
                  </a:lnTo>
                  <a:lnTo>
                    <a:pt x="79578" y="42938"/>
                  </a:lnTo>
                  <a:lnTo>
                    <a:pt x="53492" y="42938"/>
                  </a:lnTo>
                  <a:lnTo>
                    <a:pt x="53492" y="21958"/>
                  </a:lnTo>
                  <a:lnTo>
                    <a:pt x="79578" y="21958"/>
                  </a:lnTo>
                  <a:lnTo>
                    <a:pt x="79578" y="19685"/>
                  </a:lnTo>
                  <a:lnTo>
                    <a:pt x="53492" y="19685"/>
                  </a:lnTo>
                  <a:lnTo>
                    <a:pt x="53492" y="11722"/>
                  </a:lnTo>
                  <a:lnTo>
                    <a:pt x="79578" y="11722"/>
                  </a:lnTo>
                  <a:lnTo>
                    <a:pt x="79578" y="9461"/>
                  </a:lnTo>
                  <a:lnTo>
                    <a:pt x="53492" y="9461"/>
                  </a:lnTo>
                  <a:lnTo>
                    <a:pt x="53492" y="5118"/>
                  </a:lnTo>
                  <a:lnTo>
                    <a:pt x="79578" y="5118"/>
                  </a:lnTo>
                  <a:lnTo>
                    <a:pt x="79578" y="0"/>
                  </a:lnTo>
                  <a:lnTo>
                    <a:pt x="49263" y="0"/>
                  </a:lnTo>
                  <a:lnTo>
                    <a:pt x="49263" y="5118"/>
                  </a:lnTo>
                  <a:lnTo>
                    <a:pt x="49263" y="9461"/>
                  </a:lnTo>
                  <a:lnTo>
                    <a:pt x="23342" y="9461"/>
                  </a:lnTo>
                  <a:lnTo>
                    <a:pt x="23342" y="11722"/>
                  </a:lnTo>
                  <a:lnTo>
                    <a:pt x="49263" y="11722"/>
                  </a:lnTo>
                  <a:lnTo>
                    <a:pt x="49263" y="19685"/>
                  </a:lnTo>
                  <a:lnTo>
                    <a:pt x="23342" y="19685"/>
                  </a:lnTo>
                  <a:lnTo>
                    <a:pt x="23342" y="21958"/>
                  </a:lnTo>
                  <a:lnTo>
                    <a:pt x="49263" y="21958"/>
                  </a:lnTo>
                  <a:lnTo>
                    <a:pt x="49263" y="42938"/>
                  </a:lnTo>
                  <a:lnTo>
                    <a:pt x="23241" y="42938"/>
                  </a:lnTo>
                  <a:lnTo>
                    <a:pt x="23241" y="5118"/>
                  </a:lnTo>
                  <a:lnTo>
                    <a:pt x="49263" y="5118"/>
                  </a:lnTo>
                  <a:lnTo>
                    <a:pt x="49263" y="0"/>
                  </a:lnTo>
                  <a:lnTo>
                    <a:pt x="18161" y="0"/>
                  </a:lnTo>
                  <a:lnTo>
                    <a:pt x="18161" y="5118"/>
                  </a:lnTo>
                  <a:lnTo>
                    <a:pt x="18973" y="5118"/>
                  </a:lnTo>
                  <a:lnTo>
                    <a:pt x="18973" y="47002"/>
                  </a:lnTo>
                  <a:lnTo>
                    <a:pt x="19342" y="47002"/>
                  </a:lnTo>
                  <a:lnTo>
                    <a:pt x="19342" y="61087"/>
                  </a:lnTo>
                  <a:lnTo>
                    <a:pt x="435457" y="61087"/>
                  </a:lnTo>
                  <a:lnTo>
                    <a:pt x="435457" y="42938"/>
                  </a:lnTo>
                  <a:lnTo>
                    <a:pt x="434759" y="42938"/>
                  </a:lnTo>
                  <a:lnTo>
                    <a:pt x="434759" y="5118"/>
                  </a:lnTo>
                  <a:lnTo>
                    <a:pt x="436168" y="5118"/>
                  </a:lnTo>
                  <a:lnTo>
                    <a:pt x="436168" y="0"/>
                  </a:lnTo>
                  <a:close/>
                </a:path>
                <a:path w="468630" h="1056640">
                  <a:moveTo>
                    <a:pt x="452221" y="496074"/>
                  </a:moveTo>
                  <a:lnTo>
                    <a:pt x="446151" y="496074"/>
                  </a:lnTo>
                  <a:lnTo>
                    <a:pt x="446151" y="501167"/>
                  </a:lnTo>
                  <a:lnTo>
                    <a:pt x="446151" y="505548"/>
                  </a:lnTo>
                  <a:lnTo>
                    <a:pt x="446151" y="507771"/>
                  </a:lnTo>
                  <a:lnTo>
                    <a:pt x="446151" y="515759"/>
                  </a:lnTo>
                  <a:lnTo>
                    <a:pt x="446151" y="518020"/>
                  </a:lnTo>
                  <a:lnTo>
                    <a:pt x="446151" y="538962"/>
                  </a:lnTo>
                  <a:lnTo>
                    <a:pt x="417779" y="538962"/>
                  </a:lnTo>
                  <a:lnTo>
                    <a:pt x="417779" y="518020"/>
                  </a:lnTo>
                  <a:lnTo>
                    <a:pt x="446151" y="518020"/>
                  </a:lnTo>
                  <a:lnTo>
                    <a:pt x="446151" y="515759"/>
                  </a:lnTo>
                  <a:lnTo>
                    <a:pt x="417779" y="515759"/>
                  </a:lnTo>
                  <a:lnTo>
                    <a:pt x="417779" y="507771"/>
                  </a:lnTo>
                  <a:lnTo>
                    <a:pt x="446151" y="507771"/>
                  </a:lnTo>
                  <a:lnTo>
                    <a:pt x="446151" y="505548"/>
                  </a:lnTo>
                  <a:lnTo>
                    <a:pt x="417779" y="505548"/>
                  </a:lnTo>
                  <a:lnTo>
                    <a:pt x="417779" y="501167"/>
                  </a:lnTo>
                  <a:lnTo>
                    <a:pt x="446151" y="501167"/>
                  </a:lnTo>
                  <a:lnTo>
                    <a:pt x="446151" y="496074"/>
                  </a:lnTo>
                  <a:lnTo>
                    <a:pt x="413194" y="496074"/>
                  </a:lnTo>
                  <a:lnTo>
                    <a:pt x="413194" y="501167"/>
                  </a:lnTo>
                  <a:lnTo>
                    <a:pt x="413194" y="505548"/>
                  </a:lnTo>
                  <a:lnTo>
                    <a:pt x="413194" y="507771"/>
                  </a:lnTo>
                  <a:lnTo>
                    <a:pt x="413194" y="515759"/>
                  </a:lnTo>
                  <a:lnTo>
                    <a:pt x="413194" y="518020"/>
                  </a:lnTo>
                  <a:lnTo>
                    <a:pt x="413194" y="538962"/>
                  </a:lnTo>
                  <a:lnTo>
                    <a:pt x="390309" y="538962"/>
                  </a:lnTo>
                  <a:lnTo>
                    <a:pt x="390309" y="518020"/>
                  </a:lnTo>
                  <a:lnTo>
                    <a:pt x="413194" y="518020"/>
                  </a:lnTo>
                  <a:lnTo>
                    <a:pt x="413194" y="515759"/>
                  </a:lnTo>
                  <a:lnTo>
                    <a:pt x="390309" y="515759"/>
                  </a:lnTo>
                  <a:lnTo>
                    <a:pt x="390309" y="507771"/>
                  </a:lnTo>
                  <a:lnTo>
                    <a:pt x="413194" y="507771"/>
                  </a:lnTo>
                  <a:lnTo>
                    <a:pt x="413194" y="505548"/>
                  </a:lnTo>
                  <a:lnTo>
                    <a:pt x="390309" y="505548"/>
                  </a:lnTo>
                  <a:lnTo>
                    <a:pt x="390309" y="501167"/>
                  </a:lnTo>
                  <a:lnTo>
                    <a:pt x="413194" y="501167"/>
                  </a:lnTo>
                  <a:lnTo>
                    <a:pt x="413194" y="496074"/>
                  </a:lnTo>
                  <a:lnTo>
                    <a:pt x="385648" y="496074"/>
                  </a:lnTo>
                  <a:lnTo>
                    <a:pt x="385648" y="501167"/>
                  </a:lnTo>
                  <a:lnTo>
                    <a:pt x="385648" y="505548"/>
                  </a:lnTo>
                  <a:lnTo>
                    <a:pt x="385648" y="507771"/>
                  </a:lnTo>
                  <a:lnTo>
                    <a:pt x="385648" y="515759"/>
                  </a:lnTo>
                  <a:lnTo>
                    <a:pt x="385648" y="518020"/>
                  </a:lnTo>
                  <a:lnTo>
                    <a:pt x="385648" y="538962"/>
                  </a:lnTo>
                  <a:lnTo>
                    <a:pt x="357263" y="538962"/>
                  </a:lnTo>
                  <a:lnTo>
                    <a:pt x="357263" y="518020"/>
                  </a:lnTo>
                  <a:lnTo>
                    <a:pt x="385648" y="518020"/>
                  </a:lnTo>
                  <a:lnTo>
                    <a:pt x="385648" y="515759"/>
                  </a:lnTo>
                  <a:lnTo>
                    <a:pt x="357263" y="515759"/>
                  </a:lnTo>
                  <a:lnTo>
                    <a:pt x="357263" y="507771"/>
                  </a:lnTo>
                  <a:lnTo>
                    <a:pt x="385648" y="507771"/>
                  </a:lnTo>
                  <a:lnTo>
                    <a:pt x="385648" y="505548"/>
                  </a:lnTo>
                  <a:lnTo>
                    <a:pt x="357263" y="505548"/>
                  </a:lnTo>
                  <a:lnTo>
                    <a:pt x="357263" y="501167"/>
                  </a:lnTo>
                  <a:lnTo>
                    <a:pt x="385648" y="501167"/>
                  </a:lnTo>
                  <a:lnTo>
                    <a:pt x="385648" y="496074"/>
                  </a:lnTo>
                  <a:lnTo>
                    <a:pt x="352704" y="496074"/>
                  </a:lnTo>
                  <a:lnTo>
                    <a:pt x="352704" y="501167"/>
                  </a:lnTo>
                  <a:lnTo>
                    <a:pt x="352704" y="505548"/>
                  </a:lnTo>
                  <a:lnTo>
                    <a:pt x="352704" y="507771"/>
                  </a:lnTo>
                  <a:lnTo>
                    <a:pt x="352704" y="515759"/>
                  </a:lnTo>
                  <a:lnTo>
                    <a:pt x="352704" y="518020"/>
                  </a:lnTo>
                  <a:lnTo>
                    <a:pt x="352704" y="538962"/>
                  </a:lnTo>
                  <a:lnTo>
                    <a:pt x="324307" y="538962"/>
                  </a:lnTo>
                  <a:lnTo>
                    <a:pt x="324307" y="518020"/>
                  </a:lnTo>
                  <a:lnTo>
                    <a:pt x="352704" y="518020"/>
                  </a:lnTo>
                  <a:lnTo>
                    <a:pt x="352704" y="515759"/>
                  </a:lnTo>
                  <a:lnTo>
                    <a:pt x="324307" y="515759"/>
                  </a:lnTo>
                  <a:lnTo>
                    <a:pt x="324307" y="507771"/>
                  </a:lnTo>
                  <a:lnTo>
                    <a:pt x="352704" y="507771"/>
                  </a:lnTo>
                  <a:lnTo>
                    <a:pt x="352704" y="505548"/>
                  </a:lnTo>
                  <a:lnTo>
                    <a:pt x="324307" y="505548"/>
                  </a:lnTo>
                  <a:lnTo>
                    <a:pt x="324307" y="501167"/>
                  </a:lnTo>
                  <a:lnTo>
                    <a:pt x="352704" y="501167"/>
                  </a:lnTo>
                  <a:lnTo>
                    <a:pt x="352704" y="496074"/>
                  </a:lnTo>
                  <a:lnTo>
                    <a:pt x="319722" y="496074"/>
                  </a:lnTo>
                  <a:lnTo>
                    <a:pt x="319722" y="501167"/>
                  </a:lnTo>
                  <a:lnTo>
                    <a:pt x="319722" y="505548"/>
                  </a:lnTo>
                  <a:lnTo>
                    <a:pt x="319722" y="507771"/>
                  </a:lnTo>
                  <a:lnTo>
                    <a:pt x="319722" y="515759"/>
                  </a:lnTo>
                  <a:lnTo>
                    <a:pt x="319722" y="518020"/>
                  </a:lnTo>
                  <a:lnTo>
                    <a:pt x="319722" y="538962"/>
                  </a:lnTo>
                  <a:lnTo>
                    <a:pt x="291299" y="538962"/>
                  </a:lnTo>
                  <a:lnTo>
                    <a:pt x="291299" y="518020"/>
                  </a:lnTo>
                  <a:lnTo>
                    <a:pt x="319722" y="518020"/>
                  </a:lnTo>
                  <a:lnTo>
                    <a:pt x="319722" y="515759"/>
                  </a:lnTo>
                  <a:lnTo>
                    <a:pt x="291299" y="515759"/>
                  </a:lnTo>
                  <a:lnTo>
                    <a:pt x="291299" y="507771"/>
                  </a:lnTo>
                  <a:lnTo>
                    <a:pt x="319722" y="507771"/>
                  </a:lnTo>
                  <a:lnTo>
                    <a:pt x="319722" y="505548"/>
                  </a:lnTo>
                  <a:lnTo>
                    <a:pt x="291299" y="505548"/>
                  </a:lnTo>
                  <a:lnTo>
                    <a:pt x="291299" y="501167"/>
                  </a:lnTo>
                  <a:lnTo>
                    <a:pt x="319722" y="501167"/>
                  </a:lnTo>
                  <a:lnTo>
                    <a:pt x="319722" y="496074"/>
                  </a:lnTo>
                  <a:lnTo>
                    <a:pt x="286702" y="496074"/>
                  </a:lnTo>
                  <a:lnTo>
                    <a:pt x="286702" y="501167"/>
                  </a:lnTo>
                  <a:lnTo>
                    <a:pt x="286702" y="505548"/>
                  </a:lnTo>
                  <a:lnTo>
                    <a:pt x="286702" y="507771"/>
                  </a:lnTo>
                  <a:lnTo>
                    <a:pt x="286702" y="515759"/>
                  </a:lnTo>
                  <a:lnTo>
                    <a:pt x="286702" y="518020"/>
                  </a:lnTo>
                  <a:lnTo>
                    <a:pt x="286702" y="538962"/>
                  </a:lnTo>
                  <a:lnTo>
                    <a:pt x="256641" y="538962"/>
                  </a:lnTo>
                  <a:lnTo>
                    <a:pt x="256641" y="518020"/>
                  </a:lnTo>
                  <a:lnTo>
                    <a:pt x="286702" y="518020"/>
                  </a:lnTo>
                  <a:lnTo>
                    <a:pt x="286702" y="515759"/>
                  </a:lnTo>
                  <a:lnTo>
                    <a:pt x="256641" y="515759"/>
                  </a:lnTo>
                  <a:lnTo>
                    <a:pt x="256641" y="507771"/>
                  </a:lnTo>
                  <a:lnTo>
                    <a:pt x="286702" y="507771"/>
                  </a:lnTo>
                  <a:lnTo>
                    <a:pt x="286702" y="505548"/>
                  </a:lnTo>
                  <a:lnTo>
                    <a:pt x="256641" y="505548"/>
                  </a:lnTo>
                  <a:lnTo>
                    <a:pt x="256641" y="501167"/>
                  </a:lnTo>
                  <a:lnTo>
                    <a:pt x="286702" y="501167"/>
                  </a:lnTo>
                  <a:lnTo>
                    <a:pt x="286702" y="496074"/>
                  </a:lnTo>
                  <a:lnTo>
                    <a:pt x="252082" y="496074"/>
                  </a:lnTo>
                  <a:lnTo>
                    <a:pt x="252082" y="501167"/>
                  </a:lnTo>
                  <a:lnTo>
                    <a:pt x="252082" y="505548"/>
                  </a:lnTo>
                  <a:lnTo>
                    <a:pt x="252082" y="507771"/>
                  </a:lnTo>
                  <a:lnTo>
                    <a:pt x="252082" y="515759"/>
                  </a:lnTo>
                  <a:lnTo>
                    <a:pt x="252082" y="518020"/>
                  </a:lnTo>
                  <a:lnTo>
                    <a:pt x="252082" y="538962"/>
                  </a:lnTo>
                  <a:lnTo>
                    <a:pt x="223875" y="538962"/>
                  </a:lnTo>
                  <a:lnTo>
                    <a:pt x="223875" y="518020"/>
                  </a:lnTo>
                  <a:lnTo>
                    <a:pt x="252082" y="518020"/>
                  </a:lnTo>
                  <a:lnTo>
                    <a:pt x="252082" y="515759"/>
                  </a:lnTo>
                  <a:lnTo>
                    <a:pt x="223875" y="515759"/>
                  </a:lnTo>
                  <a:lnTo>
                    <a:pt x="223875" y="507771"/>
                  </a:lnTo>
                  <a:lnTo>
                    <a:pt x="252082" y="507771"/>
                  </a:lnTo>
                  <a:lnTo>
                    <a:pt x="252082" y="505548"/>
                  </a:lnTo>
                  <a:lnTo>
                    <a:pt x="223875" y="505548"/>
                  </a:lnTo>
                  <a:lnTo>
                    <a:pt x="223875" y="501167"/>
                  </a:lnTo>
                  <a:lnTo>
                    <a:pt x="252082" y="501167"/>
                  </a:lnTo>
                  <a:lnTo>
                    <a:pt x="252082" y="496074"/>
                  </a:lnTo>
                  <a:lnTo>
                    <a:pt x="219316" y="496074"/>
                  </a:lnTo>
                  <a:lnTo>
                    <a:pt x="219316" y="501167"/>
                  </a:lnTo>
                  <a:lnTo>
                    <a:pt x="219316" y="505548"/>
                  </a:lnTo>
                  <a:lnTo>
                    <a:pt x="219316" y="507771"/>
                  </a:lnTo>
                  <a:lnTo>
                    <a:pt x="219316" y="515759"/>
                  </a:lnTo>
                  <a:lnTo>
                    <a:pt x="219316" y="518020"/>
                  </a:lnTo>
                  <a:lnTo>
                    <a:pt x="219316" y="538962"/>
                  </a:lnTo>
                  <a:lnTo>
                    <a:pt x="196570" y="538962"/>
                  </a:lnTo>
                  <a:lnTo>
                    <a:pt x="196570" y="518020"/>
                  </a:lnTo>
                  <a:lnTo>
                    <a:pt x="219316" y="518020"/>
                  </a:lnTo>
                  <a:lnTo>
                    <a:pt x="219316" y="515759"/>
                  </a:lnTo>
                  <a:lnTo>
                    <a:pt x="196570" y="515759"/>
                  </a:lnTo>
                  <a:lnTo>
                    <a:pt x="196570" y="507771"/>
                  </a:lnTo>
                  <a:lnTo>
                    <a:pt x="219316" y="507771"/>
                  </a:lnTo>
                  <a:lnTo>
                    <a:pt x="219316" y="505548"/>
                  </a:lnTo>
                  <a:lnTo>
                    <a:pt x="196570" y="505548"/>
                  </a:lnTo>
                  <a:lnTo>
                    <a:pt x="196570" y="501167"/>
                  </a:lnTo>
                  <a:lnTo>
                    <a:pt x="219316" y="501167"/>
                  </a:lnTo>
                  <a:lnTo>
                    <a:pt x="219316" y="496074"/>
                  </a:lnTo>
                  <a:lnTo>
                    <a:pt x="192036" y="496074"/>
                  </a:lnTo>
                  <a:lnTo>
                    <a:pt x="192036" y="501167"/>
                  </a:lnTo>
                  <a:lnTo>
                    <a:pt x="192036" y="505548"/>
                  </a:lnTo>
                  <a:lnTo>
                    <a:pt x="192036" y="507771"/>
                  </a:lnTo>
                  <a:lnTo>
                    <a:pt x="192036" y="515759"/>
                  </a:lnTo>
                  <a:lnTo>
                    <a:pt x="192036" y="518020"/>
                  </a:lnTo>
                  <a:lnTo>
                    <a:pt x="192036" y="538962"/>
                  </a:lnTo>
                  <a:lnTo>
                    <a:pt x="163817" y="538962"/>
                  </a:lnTo>
                  <a:lnTo>
                    <a:pt x="163817" y="518020"/>
                  </a:lnTo>
                  <a:lnTo>
                    <a:pt x="192036" y="518020"/>
                  </a:lnTo>
                  <a:lnTo>
                    <a:pt x="192036" y="515759"/>
                  </a:lnTo>
                  <a:lnTo>
                    <a:pt x="163817" y="515759"/>
                  </a:lnTo>
                  <a:lnTo>
                    <a:pt x="163817" y="507771"/>
                  </a:lnTo>
                  <a:lnTo>
                    <a:pt x="192036" y="507771"/>
                  </a:lnTo>
                  <a:lnTo>
                    <a:pt x="192036" y="505548"/>
                  </a:lnTo>
                  <a:lnTo>
                    <a:pt x="163817" y="505548"/>
                  </a:lnTo>
                  <a:lnTo>
                    <a:pt x="163817" y="501167"/>
                  </a:lnTo>
                  <a:lnTo>
                    <a:pt x="192036" y="501167"/>
                  </a:lnTo>
                  <a:lnTo>
                    <a:pt x="192036" y="496074"/>
                  </a:lnTo>
                  <a:lnTo>
                    <a:pt x="159258" y="496074"/>
                  </a:lnTo>
                  <a:lnTo>
                    <a:pt x="159258" y="501167"/>
                  </a:lnTo>
                  <a:lnTo>
                    <a:pt x="159258" y="505548"/>
                  </a:lnTo>
                  <a:lnTo>
                    <a:pt x="159258" y="507771"/>
                  </a:lnTo>
                  <a:lnTo>
                    <a:pt x="159258" y="515759"/>
                  </a:lnTo>
                  <a:lnTo>
                    <a:pt x="159258" y="518020"/>
                  </a:lnTo>
                  <a:lnTo>
                    <a:pt x="159258" y="538962"/>
                  </a:lnTo>
                  <a:lnTo>
                    <a:pt x="131051" y="538962"/>
                  </a:lnTo>
                  <a:lnTo>
                    <a:pt x="131051" y="518020"/>
                  </a:lnTo>
                  <a:lnTo>
                    <a:pt x="159258" y="518020"/>
                  </a:lnTo>
                  <a:lnTo>
                    <a:pt x="159258" y="515759"/>
                  </a:lnTo>
                  <a:lnTo>
                    <a:pt x="131051" y="515759"/>
                  </a:lnTo>
                  <a:lnTo>
                    <a:pt x="131051" y="507771"/>
                  </a:lnTo>
                  <a:lnTo>
                    <a:pt x="159258" y="507771"/>
                  </a:lnTo>
                  <a:lnTo>
                    <a:pt x="159258" y="505548"/>
                  </a:lnTo>
                  <a:lnTo>
                    <a:pt x="131051" y="505548"/>
                  </a:lnTo>
                  <a:lnTo>
                    <a:pt x="131051" y="501167"/>
                  </a:lnTo>
                  <a:lnTo>
                    <a:pt x="159258" y="501167"/>
                  </a:lnTo>
                  <a:lnTo>
                    <a:pt x="159258" y="496074"/>
                  </a:lnTo>
                  <a:lnTo>
                    <a:pt x="126504" y="496074"/>
                  </a:lnTo>
                  <a:lnTo>
                    <a:pt x="126504" y="501167"/>
                  </a:lnTo>
                  <a:lnTo>
                    <a:pt x="126504" y="505548"/>
                  </a:lnTo>
                  <a:lnTo>
                    <a:pt x="126504" y="507771"/>
                  </a:lnTo>
                  <a:lnTo>
                    <a:pt x="126504" y="515759"/>
                  </a:lnTo>
                  <a:lnTo>
                    <a:pt x="126504" y="518020"/>
                  </a:lnTo>
                  <a:lnTo>
                    <a:pt x="126504" y="538962"/>
                  </a:lnTo>
                  <a:lnTo>
                    <a:pt x="98259" y="538962"/>
                  </a:lnTo>
                  <a:lnTo>
                    <a:pt x="98259" y="518020"/>
                  </a:lnTo>
                  <a:lnTo>
                    <a:pt x="126504" y="518020"/>
                  </a:lnTo>
                  <a:lnTo>
                    <a:pt x="126504" y="515759"/>
                  </a:lnTo>
                  <a:lnTo>
                    <a:pt x="98259" y="515759"/>
                  </a:lnTo>
                  <a:lnTo>
                    <a:pt x="98259" y="507771"/>
                  </a:lnTo>
                  <a:lnTo>
                    <a:pt x="126504" y="507771"/>
                  </a:lnTo>
                  <a:lnTo>
                    <a:pt x="126504" y="505548"/>
                  </a:lnTo>
                  <a:lnTo>
                    <a:pt x="98259" y="505548"/>
                  </a:lnTo>
                  <a:lnTo>
                    <a:pt x="98259" y="501167"/>
                  </a:lnTo>
                  <a:lnTo>
                    <a:pt x="126504" y="501167"/>
                  </a:lnTo>
                  <a:lnTo>
                    <a:pt x="126504" y="496074"/>
                  </a:lnTo>
                  <a:lnTo>
                    <a:pt x="93726" y="496074"/>
                  </a:lnTo>
                  <a:lnTo>
                    <a:pt x="93726" y="501167"/>
                  </a:lnTo>
                  <a:lnTo>
                    <a:pt x="93726" y="505548"/>
                  </a:lnTo>
                  <a:lnTo>
                    <a:pt x="93726" y="507771"/>
                  </a:lnTo>
                  <a:lnTo>
                    <a:pt x="93726" y="515759"/>
                  </a:lnTo>
                  <a:lnTo>
                    <a:pt x="93726" y="518020"/>
                  </a:lnTo>
                  <a:lnTo>
                    <a:pt x="93726" y="538962"/>
                  </a:lnTo>
                  <a:lnTo>
                    <a:pt x="70967" y="538962"/>
                  </a:lnTo>
                  <a:lnTo>
                    <a:pt x="70967" y="518020"/>
                  </a:lnTo>
                  <a:lnTo>
                    <a:pt x="93726" y="518020"/>
                  </a:lnTo>
                  <a:lnTo>
                    <a:pt x="93726" y="515759"/>
                  </a:lnTo>
                  <a:lnTo>
                    <a:pt x="70967" y="515759"/>
                  </a:lnTo>
                  <a:lnTo>
                    <a:pt x="70967" y="507771"/>
                  </a:lnTo>
                  <a:lnTo>
                    <a:pt x="93726" y="507771"/>
                  </a:lnTo>
                  <a:lnTo>
                    <a:pt x="93726" y="505548"/>
                  </a:lnTo>
                  <a:lnTo>
                    <a:pt x="70967" y="505548"/>
                  </a:lnTo>
                  <a:lnTo>
                    <a:pt x="70967" y="501167"/>
                  </a:lnTo>
                  <a:lnTo>
                    <a:pt x="93726" y="501167"/>
                  </a:lnTo>
                  <a:lnTo>
                    <a:pt x="93726" y="496074"/>
                  </a:lnTo>
                  <a:lnTo>
                    <a:pt x="66395" y="496074"/>
                  </a:lnTo>
                  <a:lnTo>
                    <a:pt x="66395" y="501167"/>
                  </a:lnTo>
                  <a:lnTo>
                    <a:pt x="66395" y="505548"/>
                  </a:lnTo>
                  <a:lnTo>
                    <a:pt x="66395" y="507771"/>
                  </a:lnTo>
                  <a:lnTo>
                    <a:pt x="66395" y="515759"/>
                  </a:lnTo>
                  <a:lnTo>
                    <a:pt x="66395" y="518020"/>
                  </a:lnTo>
                  <a:lnTo>
                    <a:pt x="66395" y="538962"/>
                  </a:lnTo>
                  <a:lnTo>
                    <a:pt x="38227" y="538962"/>
                  </a:lnTo>
                  <a:lnTo>
                    <a:pt x="38227" y="518020"/>
                  </a:lnTo>
                  <a:lnTo>
                    <a:pt x="66395" y="518020"/>
                  </a:lnTo>
                  <a:lnTo>
                    <a:pt x="66395" y="515759"/>
                  </a:lnTo>
                  <a:lnTo>
                    <a:pt x="38227" y="515759"/>
                  </a:lnTo>
                  <a:lnTo>
                    <a:pt x="38227" y="507771"/>
                  </a:lnTo>
                  <a:lnTo>
                    <a:pt x="66395" y="507771"/>
                  </a:lnTo>
                  <a:lnTo>
                    <a:pt x="66395" y="505548"/>
                  </a:lnTo>
                  <a:lnTo>
                    <a:pt x="38227" y="505548"/>
                  </a:lnTo>
                  <a:lnTo>
                    <a:pt x="38227" y="501167"/>
                  </a:lnTo>
                  <a:lnTo>
                    <a:pt x="66395" y="501167"/>
                  </a:lnTo>
                  <a:lnTo>
                    <a:pt x="66395" y="496074"/>
                  </a:lnTo>
                  <a:lnTo>
                    <a:pt x="33655" y="496074"/>
                  </a:lnTo>
                  <a:lnTo>
                    <a:pt x="33655" y="501167"/>
                  </a:lnTo>
                  <a:lnTo>
                    <a:pt x="33655" y="505548"/>
                  </a:lnTo>
                  <a:lnTo>
                    <a:pt x="5588" y="505548"/>
                  </a:lnTo>
                  <a:lnTo>
                    <a:pt x="5588" y="507771"/>
                  </a:lnTo>
                  <a:lnTo>
                    <a:pt x="33655" y="507771"/>
                  </a:lnTo>
                  <a:lnTo>
                    <a:pt x="33655" y="515759"/>
                  </a:lnTo>
                  <a:lnTo>
                    <a:pt x="5588" y="515759"/>
                  </a:lnTo>
                  <a:lnTo>
                    <a:pt x="5588" y="518020"/>
                  </a:lnTo>
                  <a:lnTo>
                    <a:pt x="33655" y="518020"/>
                  </a:lnTo>
                  <a:lnTo>
                    <a:pt x="33655" y="538962"/>
                  </a:lnTo>
                  <a:lnTo>
                    <a:pt x="5422" y="538962"/>
                  </a:lnTo>
                  <a:lnTo>
                    <a:pt x="5422" y="501167"/>
                  </a:lnTo>
                  <a:lnTo>
                    <a:pt x="33655" y="501167"/>
                  </a:lnTo>
                  <a:lnTo>
                    <a:pt x="33655" y="496074"/>
                  </a:lnTo>
                  <a:lnTo>
                    <a:pt x="0" y="496074"/>
                  </a:lnTo>
                  <a:lnTo>
                    <a:pt x="0" y="501167"/>
                  </a:lnTo>
                  <a:lnTo>
                    <a:pt x="927" y="501167"/>
                  </a:lnTo>
                  <a:lnTo>
                    <a:pt x="927" y="543064"/>
                  </a:lnTo>
                  <a:lnTo>
                    <a:pt x="1244" y="543064"/>
                  </a:lnTo>
                  <a:lnTo>
                    <a:pt x="1244" y="557136"/>
                  </a:lnTo>
                  <a:lnTo>
                    <a:pt x="451472" y="557136"/>
                  </a:lnTo>
                  <a:lnTo>
                    <a:pt x="451472" y="538962"/>
                  </a:lnTo>
                  <a:lnTo>
                    <a:pt x="450748" y="538962"/>
                  </a:lnTo>
                  <a:lnTo>
                    <a:pt x="450748" y="501167"/>
                  </a:lnTo>
                  <a:lnTo>
                    <a:pt x="452221" y="501167"/>
                  </a:lnTo>
                  <a:lnTo>
                    <a:pt x="452221" y="496074"/>
                  </a:lnTo>
                  <a:close/>
                </a:path>
                <a:path w="468630" h="1056640">
                  <a:moveTo>
                    <a:pt x="468172" y="995540"/>
                  </a:moveTo>
                  <a:lnTo>
                    <a:pt x="461899" y="995540"/>
                  </a:lnTo>
                  <a:lnTo>
                    <a:pt x="461899" y="1000671"/>
                  </a:lnTo>
                  <a:lnTo>
                    <a:pt x="461899" y="1004951"/>
                  </a:lnTo>
                  <a:lnTo>
                    <a:pt x="461899" y="1007186"/>
                  </a:lnTo>
                  <a:lnTo>
                    <a:pt x="461899" y="1015212"/>
                  </a:lnTo>
                  <a:lnTo>
                    <a:pt x="461899" y="1017447"/>
                  </a:lnTo>
                  <a:lnTo>
                    <a:pt x="461899" y="1038428"/>
                  </a:lnTo>
                  <a:lnTo>
                    <a:pt x="432447" y="1038428"/>
                  </a:lnTo>
                  <a:lnTo>
                    <a:pt x="432447" y="1017447"/>
                  </a:lnTo>
                  <a:lnTo>
                    <a:pt x="461899" y="1017447"/>
                  </a:lnTo>
                  <a:lnTo>
                    <a:pt x="461899" y="1015212"/>
                  </a:lnTo>
                  <a:lnTo>
                    <a:pt x="432447" y="1015212"/>
                  </a:lnTo>
                  <a:lnTo>
                    <a:pt x="432447" y="1007186"/>
                  </a:lnTo>
                  <a:lnTo>
                    <a:pt x="461899" y="1007186"/>
                  </a:lnTo>
                  <a:lnTo>
                    <a:pt x="461899" y="1004951"/>
                  </a:lnTo>
                  <a:lnTo>
                    <a:pt x="432447" y="1004951"/>
                  </a:lnTo>
                  <a:lnTo>
                    <a:pt x="432447" y="1000671"/>
                  </a:lnTo>
                  <a:lnTo>
                    <a:pt x="461899" y="1000671"/>
                  </a:lnTo>
                  <a:lnTo>
                    <a:pt x="461899" y="995540"/>
                  </a:lnTo>
                  <a:lnTo>
                    <a:pt x="427736" y="995540"/>
                  </a:lnTo>
                  <a:lnTo>
                    <a:pt x="427736" y="1000671"/>
                  </a:lnTo>
                  <a:lnTo>
                    <a:pt x="427736" y="1004951"/>
                  </a:lnTo>
                  <a:lnTo>
                    <a:pt x="427736" y="1007186"/>
                  </a:lnTo>
                  <a:lnTo>
                    <a:pt x="427736" y="1015212"/>
                  </a:lnTo>
                  <a:lnTo>
                    <a:pt x="427736" y="1017447"/>
                  </a:lnTo>
                  <a:lnTo>
                    <a:pt x="427736" y="1038428"/>
                  </a:lnTo>
                  <a:lnTo>
                    <a:pt x="403974" y="1038428"/>
                  </a:lnTo>
                  <a:lnTo>
                    <a:pt x="403974" y="1017447"/>
                  </a:lnTo>
                  <a:lnTo>
                    <a:pt x="427736" y="1017447"/>
                  </a:lnTo>
                  <a:lnTo>
                    <a:pt x="427736" y="1015212"/>
                  </a:lnTo>
                  <a:lnTo>
                    <a:pt x="403974" y="1015212"/>
                  </a:lnTo>
                  <a:lnTo>
                    <a:pt x="403974" y="1007186"/>
                  </a:lnTo>
                  <a:lnTo>
                    <a:pt x="427736" y="1007186"/>
                  </a:lnTo>
                  <a:lnTo>
                    <a:pt x="427736" y="1004951"/>
                  </a:lnTo>
                  <a:lnTo>
                    <a:pt x="403974" y="1004951"/>
                  </a:lnTo>
                  <a:lnTo>
                    <a:pt x="403974" y="1000671"/>
                  </a:lnTo>
                  <a:lnTo>
                    <a:pt x="427736" y="1000671"/>
                  </a:lnTo>
                  <a:lnTo>
                    <a:pt x="427736" y="995540"/>
                  </a:lnTo>
                  <a:lnTo>
                    <a:pt x="399275" y="995540"/>
                  </a:lnTo>
                  <a:lnTo>
                    <a:pt x="399275" y="1000671"/>
                  </a:lnTo>
                  <a:lnTo>
                    <a:pt x="399275" y="1004951"/>
                  </a:lnTo>
                  <a:lnTo>
                    <a:pt x="399275" y="1007186"/>
                  </a:lnTo>
                  <a:lnTo>
                    <a:pt x="399275" y="1015212"/>
                  </a:lnTo>
                  <a:lnTo>
                    <a:pt x="399275" y="1017447"/>
                  </a:lnTo>
                  <a:lnTo>
                    <a:pt x="399275" y="1038428"/>
                  </a:lnTo>
                  <a:lnTo>
                    <a:pt x="369849" y="1038428"/>
                  </a:lnTo>
                  <a:lnTo>
                    <a:pt x="369849" y="1017447"/>
                  </a:lnTo>
                  <a:lnTo>
                    <a:pt x="399275" y="1017447"/>
                  </a:lnTo>
                  <a:lnTo>
                    <a:pt x="399275" y="1015212"/>
                  </a:lnTo>
                  <a:lnTo>
                    <a:pt x="369849" y="1015212"/>
                  </a:lnTo>
                  <a:lnTo>
                    <a:pt x="369849" y="1007186"/>
                  </a:lnTo>
                  <a:lnTo>
                    <a:pt x="399275" y="1007186"/>
                  </a:lnTo>
                  <a:lnTo>
                    <a:pt x="399275" y="1004951"/>
                  </a:lnTo>
                  <a:lnTo>
                    <a:pt x="369849" y="1004951"/>
                  </a:lnTo>
                  <a:lnTo>
                    <a:pt x="369849" y="1000671"/>
                  </a:lnTo>
                  <a:lnTo>
                    <a:pt x="399275" y="1000671"/>
                  </a:lnTo>
                  <a:lnTo>
                    <a:pt x="399275" y="995540"/>
                  </a:lnTo>
                  <a:lnTo>
                    <a:pt x="365112" y="995540"/>
                  </a:lnTo>
                  <a:lnTo>
                    <a:pt x="365112" y="1000671"/>
                  </a:lnTo>
                  <a:lnTo>
                    <a:pt x="365112" y="1004951"/>
                  </a:lnTo>
                  <a:lnTo>
                    <a:pt x="365112" y="1007186"/>
                  </a:lnTo>
                  <a:lnTo>
                    <a:pt x="365112" y="1015212"/>
                  </a:lnTo>
                  <a:lnTo>
                    <a:pt x="365112" y="1017447"/>
                  </a:lnTo>
                  <a:lnTo>
                    <a:pt x="365112" y="1038428"/>
                  </a:lnTo>
                  <a:lnTo>
                    <a:pt x="335699" y="1038428"/>
                  </a:lnTo>
                  <a:lnTo>
                    <a:pt x="335699" y="1017447"/>
                  </a:lnTo>
                  <a:lnTo>
                    <a:pt x="365112" y="1017447"/>
                  </a:lnTo>
                  <a:lnTo>
                    <a:pt x="365112" y="1015212"/>
                  </a:lnTo>
                  <a:lnTo>
                    <a:pt x="335699" y="1015212"/>
                  </a:lnTo>
                  <a:lnTo>
                    <a:pt x="335699" y="1007186"/>
                  </a:lnTo>
                  <a:lnTo>
                    <a:pt x="365112" y="1007186"/>
                  </a:lnTo>
                  <a:lnTo>
                    <a:pt x="365112" y="1004951"/>
                  </a:lnTo>
                  <a:lnTo>
                    <a:pt x="335699" y="1004951"/>
                  </a:lnTo>
                  <a:lnTo>
                    <a:pt x="335699" y="1000671"/>
                  </a:lnTo>
                  <a:lnTo>
                    <a:pt x="365112" y="1000671"/>
                  </a:lnTo>
                  <a:lnTo>
                    <a:pt x="365112" y="995540"/>
                  </a:lnTo>
                  <a:lnTo>
                    <a:pt x="330911" y="995540"/>
                  </a:lnTo>
                  <a:lnTo>
                    <a:pt x="330911" y="1000671"/>
                  </a:lnTo>
                  <a:lnTo>
                    <a:pt x="330911" y="1004951"/>
                  </a:lnTo>
                  <a:lnTo>
                    <a:pt x="330911" y="1007186"/>
                  </a:lnTo>
                  <a:lnTo>
                    <a:pt x="330911" y="1015212"/>
                  </a:lnTo>
                  <a:lnTo>
                    <a:pt x="330911" y="1017447"/>
                  </a:lnTo>
                  <a:lnTo>
                    <a:pt x="330911" y="1038428"/>
                  </a:lnTo>
                  <a:lnTo>
                    <a:pt x="301548" y="1038428"/>
                  </a:lnTo>
                  <a:lnTo>
                    <a:pt x="301548" y="1017447"/>
                  </a:lnTo>
                  <a:lnTo>
                    <a:pt x="330911" y="1017447"/>
                  </a:lnTo>
                  <a:lnTo>
                    <a:pt x="330911" y="1015212"/>
                  </a:lnTo>
                  <a:lnTo>
                    <a:pt x="301548" y="1015212"/>
                  </a:lnTo>
                  <a:lnTo>
                    <a:pt x="301548" y="1007186"/>
                  </a:lnTo>
                  <a:lnTo>
                    <a:pt x="330911" y="1007186"/>
                  </a:lnTo>
                  <a:lnTo>
                    <a:pt x="330911" y="1004951"/>
                  </a:lnTo>
                  <a:lnTo>
                    <a:pt x="301548" y="1004951"/>
                  </a:lnTo>
                  <a:lnTo>
                    <a:pt x="301548" y="1000671"/>
                  </a:lnTo>
                  <a:lnTo>
                    <a:pt x="330911" y="1000671"/>
                  </a:lnTo>
                  <a:lnTo>
                    <a:pt x="330911" y="995540"/>
                  </a:lnTo>
                  <a:lnTo>
                    <a:pt x="296811" y="995540"/>
                  </a:lnTo>
                  <a:lnTo>
                    <a:pt x="296811" y="1000671"/>
                  </a:lnTo>
                  <a:lnTo>
                    <a:pt x="296811" y="1004951"/>
                  </a:lnTo>
                  <a:lnTo>
                    <a:pt x="296811" y="1007186"/>
                  </a:lnTo>
                  <a:lnTo>
                    <a:pt x="296811" y="1015212"/>
                  </a:lnTo>
                  <a:lnTo>
                    <a:pt x="296811" y="1017447"/>
                  </a:lnTo>
                  <a:lnTo>
                    <a:pt x="296811" y="1038428"/>
                  </a:lnTo>
                  <a:lnTo>
                    <a:pt x="265645" y="1038428"/>
                  </a:lnTo>
                  <a:lnTo>
                    <a:pt x="265645" y="1017447"/>
                  </a:lnTo>
                  <a:lnTo>
                    <a:pt x="296811" y="1017447"/>
                  </a:lnTo>
                  <a:lnTo>
                    <a:pt x="296811" y="1015212"/>
                  </a:lnTo>
                  <a:lnTo>
                    <a:pt x="265645" y="1015212"/>
                  </a:lnTo>
                  <a:lnTo>
                    <a:pt x="265645" y="1007186"/>
                  </a:lnTo>
                  <a:lnTo>
                    <a:pt x="296811" y="1007186"/>
                  </a:lnTo>
                  <a:lnTo>
                    <a:pt x="296811" y="1004951"/>
                  </a:lnTo>
                  <a:lnTo>
                    <a:pt x="265645" y="1004951"/>
                  </a:lnTo>
                  <a:lnTo>
                    <a:pt x="265645" y="1000671"/>
                  </a:lnTo>
                  <a:lnTo>
                    <a:pt x="296811" y="1000671"/>
                  </a:lnTo>
                  <a:lnTo>
                    <a:pt x="296811" y="995540"/>
                  </a:lnTo>
                  <a:lnTo>
                    <a:pt x="260934" y="995540"/>
                  </a:lnTo>
                  <a:lnTo>
                    <a:pt x="260934" y="1000671"/>
                  </a:lnTo>
                  <a:lnTo>
                    <a:pt x="260934" y="1004951"/>
                  </a:lnTo>
                  <a:lnTo>
                    <a:pt x="260934" y="1007186"/>
                  </a:lnTo>
                  <a:lnTo>
                    <a:pt x="260934" y="1015212"/>
                  </a:lnTo>
                  <a:lnTo>
                    <a:pt x="260934" y="1017447"/>
                  </a:lnTo>
                  <a:lnTo>
                    <a:pt x="260934" y="1038428"/>
                  </a:lnTo>
                  <a:lnTo>
                    <a:pt x="231762" y="1038428"/>
                  </a:lnTo>
                  <a:lnTo>
                    <a:pt x="231762" y="1017447"/>
                  </a:lnTo>
                  <a:lnTo>
                    <a:pt x="260934" y="1017447"/>
                  </a:lnTo>
                  <a:lnTo>
                    <a:pt x="260934" y="1015212"/>
                  </a:lnTo>
                  <a:lnTo>
                    <a:pt x="231762" y="1015212"/>
                  </a:lnTo>
                  <a:lnTo>
                    <a:pt x="231762" y="1007186"/>
                  </a:lnTo>
                  <a:lnTo>
                    <a:pt x="260934" y="1007186"/>
                  </a:lnTo>
                  <a:lnTo>
                    <a:pt x="260934" y="1004951"/>
                  </a:lnTo>
                  <a:lnTo>
                    <a:pt x="231762" y="1004951"/>
                  </a:lnTo>
                  <a:lnTo>
                    <a:pt x="231762" y="1000671"/>
                  </a:lnTo>
                  <a:lnTo>
                    <a:pt x="260934" y="1000671"/>
                  </a:lnTo>
                  <a:lnTo>
                    <a:pt x="260934" y="995540"/>
                  </a:lnTo>
                  <a:lnTo>
                    <a:pt x="227037" y="995540"/>
                  </a:lnTo>
                  <a:lnTo>
                    <a:pt x="227037" y="1000671"/>
                  </a:lnTo>
                  <a:lnTo>
                    <a:pt x="227037" y="1004951"/>
                  </a:lnTo>
                  <a:lnTo>
                    <a:pt x="227037" y="1007186"/>
                  </a:lnTo>
                  <a:lnTo>
                    <a:pt x="227037" y="1015212"/>
                  </a:lnTo>
                  <a:lnTo>
                    <a:pt x="227037" y="1017447"/>
                  </a:lnTo>
                  <a:lnTo>
                    <a:pt x="227037" y="1038428"/>
                  </a:lnTo>
                  <a:lnTo>
                    <a:pt x="203504" y="1038428"/>
                  </a:lnTo>
                  <a:lnTo>
                    <a:pt x="203504" y="1017447"/>
                  </a:lnTo>
                  <a:lnTo>
                    <a:pt x="227037" y="1017447"/>
                  </a:lnTo>
                  <a:lnTo>
                    <a:pt x="227037" y="1015212"/>
                  </a:lnTo>
                  <a:lnTo>
                    <a:pt x="203504" y="1015212"/>
                  </a:lnTo>
                  <a:lnTo>
                    <a:pt x="203504" y="1007186"/>
                  </a:lnTo>
                  <a:lnTo>
                    <a:pt x="227037" y="1007186"/>
                  </a:lnTo>
                  <a:lnTo>
                    <a:pt x="227037" y="1004951"/>
                  </a:lnTo>
                  <a:lnTo>
                    <a:pt x="203504" y="1004951"/>
                  </a:lnTo>
                  <a:lnTo>
                    <a:pt x="203504" y="1000671"/>
                  </a:lnTo>
                  <a:lnTo>
                    <a:pt x="227037" y="1000671"/>
                  </a:lnTo>
                  <a:lnTo>
                    <a:pt x="227037" y="995540"/>
                  </a:lnTo>
                  <a:lnTo>
                    <a:pt x="198818" y="995540"/>
                  </a:lnTo>
                  <a:lnTo>
                    <a:pt x="198818" y="1000671"/>
                  </a:lnTo>
                  <a:lnTo>
                    <a:pt x="198818" y="1004951"/>
                  </a:lnTo>
                  <a:lnTo>
                    <a:pt x="198818" y="1007186"/>
                  </a:lnTo>
                  <a:lnTo>
                    <a:pt x="198818" y="1015212"/>
                  </a:lnTo>
                  <a:lnTo>
                    <a:pt x="198818" y="1017447"/>
                  </a:lnTo>
                  <a:lnTo>
                    <a:pt x="198818" y="1038428"/>
                  </a:lnTo>
                  <a:lnTo>
                    <a:pt x="169570" y="1038428"/>
                  </a:lnTo>
                  <a:lnTo>
                    <a:pt x="169570" y="1017447"/>
                  </a:lnTo>
                  <a:lnTo>
                    <a:pt x="198818" y="1017447"/>
                  </a:lnTo>
                  <a:lnTo>
                    <a:pt x="198818" y="1015212"/>
                  </a:lnTo>
                  <a:lnTo>
                    <a:pt x="169570" y="1015212"/>
                  </a:lnTo>
                  <a:lnTo>
                    <a:pt x="169570" y="1007186"/>
                  </a:lnTo>
                  <a:lnTo>
                    <a:pt x="198818" y="1007186"/>
                  </a:lnTo>
                  <a:lnTo>
                    <a:pt x="198818" y="1004951"/>
                  </a:lnTo>
                  <a:lnTo>
                    <a:pt x="169570" y="1004951"/>
                  </a:lnTo>
                  <a:lnTo>
                    <a:pt x="169570" y="1000671"/>
                  </a:lnTo>
                  <a:lnTo>
                    <a:pt x="198818" y="1000671"/>
                  </a:lnTo>
                  <a:lnTo>
                    <a:pt x="198818" y="995540"/>
                  </a:lnTo>
                  <a:lnTo>
                    <a:pt x="164884" y="995540"/>
                  </a:lnTo>
                  <a:lnTo>
                    <a:pt x="164884" y="1000671"/>
                  </a:lnTo>
                  <a:lnTo>
                    <a:pt x="164884" y="1004951"/>
                  </a:lnTo>
                  <a:lnTo>
                    <a:pt x="164884" y="1007186"/>
                  </a:lnTo>
                  <a:lnTo>
                    <a:pt x="164884" y="1015212"/>
                  </a:lnTo>
                  <a:lnTo>
                    <a:pt x="164884" y="1017447"/>
                  </a:lnTo>
                  <a:lnTo>
                    <a:pt x="164884" y="1038428"/>
                  </a:lnTo>
                  <a:lnTo>
                    <a:pt x="135648" y="1038428"/>
                  </a:lnTo>
                  <a:lnTo>
                    <a:pt x="135648" y="1017447"/>
                  </a:lnTo>
                  <a:lnTo>
                    <a:pt x="164884" y="1017447"/>
                  </a:lnTo>
                  <a:lnTo>
                    <a:pt x="164884" y="1015212"/>
                  </a:lnTo>
                  <a:lnTo>
                    <a:pt x="135648" y="1015212"/>
                  </a:lnTo>
                  <a:lnTo>
                    <a:pt x="135648" y="1007186"/>
                  </a:lnTo>
                  <a:lnTo>
                    <a:pt x="164884" y="1007186"/>
                  </a:lnTo>
                  <a:lnTo>
                    <a:pt x="164884" y="1004951"/>
                  </a:lnTo>
                  <a:lnTo>
                    <a:pt x="135648" y="1004951"/>
                  </a:lnTo>
                  <a:lnTo>
                    <a:pt x="135648" y="1000671"/>
                  </a:lnTo>
                  <a:lnTo>
                    <a:pt x="164884" y="1000671"/>
                  </a:lnTo>
                  <a:lnTo>
                    <a:pt x="164884" y="995540"/>
                  </a:lnTo>
                  <a:lnTo>
                    <a:pt x="130937" y="995540"/>
                  </a:lnTo>
                  <a:lnTo>
                    <a:pt x="130937" y="1000671"/>
                  </a:lnTo>
                  <a:lnTo>
                    <a:pt x="130937" y="1004951"/>
                  </a:lnTo>
                  <a:lnTo>
                    <a:pt x="130937" y="1007186"/>
                  </a:lnTo>
                  <a:lnTo>
                    <a:pt x="130937" y="1015212"/>
                  </a:lnTo>
                  <a:lnTo>
                    <a:pt x="130937" y="1017447"/>
                  </a:lnTo>
                  <a:lnTo>
                    <a:pt x="130937" y="1038428"/>
                  </a:lnTo>
                  <a:lnTo>
                    <a:pt x="101727" y="1038428"/>
                  </a:lnTo>
                  <a:lnTo>
                    <a:pt x="101727" y="1017447"/>
                  </a:lnTo>
                  <a:lnTo>
                    <a:pt x="130937" y="1017447"/>
                  </a:lnTo>
                  <a:lnTo>
                    <a:pt x="130937" y="1015212"/>
                  </a:lnTo>
                  <a:lnTo>
                    <a:pt x="101727" y="1015212"/>
                  </a:lnTo>
                  <a:lnTo>
                    <a:pt x="101727" y="1007186"/>
                  </a:lnTo>
                  <a:lnTo>
                    <a:pt x="130937" y="1007186"/>
                  </a:lnTo>
                  <a:lnTo>
                    <a:pt x="130937" y="1004951"/>
                  </a:lnTo>
                  <a:lnTo>
                    <a:pt x="101727" y="1004951"/>
                  </a:lnTo>
                  <a:lnTo>
                    <a:pt x="101727" y="1000671"/>
                  </a:lnTo>
                  <a:lnTo>
                    <a:pt x="130937" y="1000671"/>
                  </a:lnTo>
                  <a:lnTo>
                    <a:pt x="130937" y="995540"/>
                  </a:lnTo>
                  <a:lnTo>
                    <a:pt x="97040" y="995540"/>
                  </a:lnTo>
                  <a:lnTo>
                    <a:pt x="97040" y="1000671"/>
                  </a:lnTo>
                  <a:lnTo>
                    <a:pt x="97040" y="1004951"/>
                  </a:lnTo>
                  <a:lnTo>
                    <a:pt x="97040" y="1007186"/>
                  </a:lnTo>
                  <a:lnTo>
                    <a:pt x="97040" y="1015212"/>
                  </a:lnTo>
                  <a:lnTo>
                    <a:pt x="97040" y="1017447"/>
                  </a:lnTo>
                  <a:lnTo>
                    <a:pt x="97040" y="1038428"/>
                  </a:lnTo>
                  <a:lnTo>
                    <a:pt x="73482" y="1038428"/>
                  </a:lnTo>
                  <a:lnTo>
                    <a:pt x="73482" y="1017447"/>
                  </a:lnTo>
                  <a:lnTo>
                    <a:pt x="97040" y="1017447"/>
                  </a:lnTo>
                  <a:lnTo>
                    <a:pt x="97040" y="1015212"/>
                  </a:lnTo>
                  <a:lnTo>
                    <a:pt x="73482" y="1015212"/>
                  </a:lnTo>
                  <a:lnTo>
                    <a:pt x="73482" y="1007186"/>
                  </a:lnTo>
                  <a:lnTo>
                    <a:pt x="97040" y="1007186"/>
                  </a:lnTo>
                  <a:lnTo>
                    <a:pt x="97040" y="1004951"/>
                  </a:lnTo>
                  <a:lnTo>
                    <a:pt x="73482" y="1004951"/>
                  </a:lnTo>
                  <a:lnTo>
                    <a:pt x="73482" y="1000671"/>
                  </a:lnTo>
                  <a:lnTo>
                    <a:pt x="97040" y="1000671"/>
                  </a:lnTo>
                  <a:lnTo>
                    <a:pt x="97040" y="995540"/>
                  </a:lnTo>
                  <a:lnTo>
                    <a:pt x="68745" y="995540"/>
                  </a:lnTo>
                  <a:lnTo>
                    <a:pt x="68745" y="1000671"/>
                  </a:lnTo>
                  <a:lnTo>
                    <a:pt x="68745" y="1004951"/>
                  </a:lnTo>
                  <a:lnTo>
                    <a:pt x="68745" y="1007186"/>
                  </a:lnTo>
                  <a:lnTo>
                    <a:pt x="68745" y="1015212"/>
                  </a:lnTo>
                  <a:lnTo>
                    <a:pt x="68745" y="1017447"/>
                  </a:lnTo>
                  <a:lnTo>
                    <a:pt x="68745" y="1038428"/>
                  </a:lnTo>
                  <a:lnTo>
                    <a:pt x="39547" y="1038428"/>
                  </a:lnTo>
                  <a:lnTo>
                    <a:pt x="39547" y="1017447"/>
                  </a:lnTo>
                  <a:lnTo>
                    <a:pt x="68745" y="1017447"/>
                  </a:lnTo>
                  <a:lnTo>
                    <a:pt x="68745" y="1015212"/>
                  </a:lnTo>
                  <a:lnTo>
                    <a:pt x="39547" y="1015212"/>
                  </a:lnTo>
                  <a:lnTo>
                    <a:pt x="39547" y="1007186"/>
                  </a:lnTo>
                  <a:lnTo>
                    <a:pt x="68745" y="1007186"/>
                  </a:lnTo>
                  <a:lnTo>
                    <a:pt x="68745" y="1004951"/>
                  </a:lnTo>
                  <a:lnTo>
                    <a:pt x="39547" y="1004951"/>
                  </a:lnTo>
                  <a:lnTo>
                    <a:pt x="39547" y="1000671"/>
                  </a:lnTo>
                  <a:lnTo>
                    <a:pt x="68745" y="1000671"/>
                  </a:lnTo>
                  <a:lnTo>
                    <a:pt x="68745" y="995540"/>
                  </a:lnTo>
                  <a:lnTo>
                    <a:pt x="34861" y="995540"/>
                  </a:lnTo>
                  <a:lnTo>
                    <a:pt x="34861" y="1000671"/>
                  </a:lnTo>
                  <a:lnTo>
                    <a:pt x="34861" y="1004951"/>
                  </a:lnTo>
                  <a:lnTo>
                    <a:pt x="5765" y="1004951"/>
                  </a:lnTo>
                  <a:lnTo>
                    <a:pt x="5765" y="1007186"/>
                  </a:lnTo>
                  <a:lnTo>
                    <a:pt x="34861" y="1007186"/>
                  </a:lnTo>
                  <a:lnTo>
                    <a:pt x="34861" y="1015212"/>
                  </a:lnTo>
                  <a:lnTo>
                    <a:pt x="5765" y="1015212"/>
                  </a:lnTo>
                  <a:lnTo>
                    <a:pt x="5765" y="1017447"/>
                  </a:lnTo>
                  <a:lnTo>
                    <a:pt x="34861" y="1017447"/>
                  </a:lnTo>
                  <a:lnTo>
                    <a:pt x="34861" y="1038428"/>
                  </a:lnTo>
                  <a:lnTo>
                    <a:pt x="5613" y="1038428"/>
                  </a:lnTo>
                  <a:lnTo>
                    <a:pt x="5613" y="1000671"/>
                  </a:lnTo>
                  <a:lnTo>
                    <a:pt x="34861" y="1000671"/>
                  </a:lnTo>
                  <a:lnTo>
                    <a:pt x="34861" y="995540"/>
                  </a:lnTo>
                  <a:lnTo>
                    <a:pt x="0" y="995540"/>
                  </a:lnTo>
                  <a:lnTo>
                    <a:pt x="0" y="1000671"/>
                  </a:lnTo>
                  <a:lnTo>
                    <a:pt x="927" y="1000671"/>
                  </a:lnTo>
                  <a:lnTo>
                    <a:pt x="927" y="1042504"/>
                  </a:lnTo>
                  <a:lnTo>
                    <a:pt x="1308" y="1042504"/>
                  </a:lnTo>
                  <a:lnTo>
                    <a:pt x="1308" y="1056576"/>
                  </a:lnTo>
                  <a:lnTo>
                    <a:pt x="467360" y="1056576"/>
                  </a:lnTo>
                  <a:lnTo>
                    <a:pt x="467360" y="1038428"/>
                  </a:lnTo>
                  <a:lnTo>
                    <a:pt x="466610" y="1038428"/>
                  </a:lnTo>
                  <a:lnTo>
                    <a:pt x="466610" y="1000671"/>
                  </a:lnTo>
                  <a:lnTo>
                    <a:pt x="468172" y="1000671"/>
                  </a:lnTo>
                  <a:lnTo>
                    <a:pt x="468172" y="99554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4752784" y="9987605"/>
              <a:ext cx="294005" cy="74930"/>
            </a:xfrm>
            <a:custGeom>
              <a:avLst/>
              <a:gdLst/>
              <a:ahLst/>
              <a:cxnLst/>
              <a:rect l="l" t="t" r="r" b="b"/>
              <a:pathLst>
                <a:path w="294005" h="74929">
                  <a:moveTo>
                    <a:pt x="293394" y="0"/>
                  </a:moveTo>
                  <a:lnTo>
                    <a:pt x="0" y="2209"/>
                  </a:lnTo>
                  <a:lnTo>
                    <a:pt x="502" y="74343"/>
                  </a:lnTo>
                  <a:lnTo>
                    <a:pt x="293865" y="72175"/>
                  </a:lnTo>
                  <a:lnTo>
                    <a:pt x="293394" y="0"/>
                  </a:lnTo>
                  <a:close/>
                </a:path>
              </a:pathLst>
            </a:custGeom>
            <a:solidFill>
              <a:srgbClr val="5A57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5046177" y="9985949"/>
              <a:ext cx="217804" cy="72390"/>
            </a:xfrm>
            <a:custGeom>
              <a:avLst/>
              <a:gdLst/>
              <a:ahLst/>
              <a:cxnLst/>
              <a:rect l="l" t="t" r="r" b="b"/>
              <a:pathLst>
                <a:path w="217805" h="72390">
                  <a:moveTo>
                    <a:pt x="217061" y="0"/>
                  </a:moveTo>
                  <a:lnTo>
                    <a:pt x="0" y="1664"/>
                  </a:lnTo>
                  <a:lnTo>
                    <a:pt x="471" y="72102"/>
                  </a:lnTo>
                  <a:lnTo>
                    <a:pt x="217616" y="70510"/>
                  </a:lnTo>
                  <a:lnTo>
                    <a:pt x="217061" y="0"/>
                  </a:lnTo>
                  <a:close/>
                </a:path>
              </a:pathLst>
            </a:custGeom>
            <a:solidFill>
              <a:srgbClr val="7979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4766913" y="8166791"/>
              <a:ext cx="422275" cy="1043305"/>
            </a:xfrm>
            <a:custGeom>
              <a:avLst/>
              <a:gdLst/>
              <a:ahLst/>
              <a:cxnLst/>
              <a:rect l="l" t="t" r="r" b="b"/>
              <a:pathLst>
                <a:path w="422275" h="1043304">
                  <a:moveTo>
                    <a:pt x="374116" y="47853"/>
                  </a:moveTo>
                  <a:lnTo>
                    <a:pt x="371233" y="0"/>
                  </a:lnTo>
                  <a:lnTo>
                    <a:pt x="34201" y="0"/>
                  </a:lnTo>
                  <a:lnTo>
                    <a:pt x="34201" y="48844"/>
                  </a:lnTo>
                  <a:lnTo>
                    <a:pt x="374116" y="47853"/>
                  </a:lnTo>
                  <a:close/>
                </a:path>
                <a:path w="422275" h="1043304">
                  <a:moveTo>
                    <a:pt x="398551" y="547001"/>
                  </a:moveTo>
                  <a:lnTo>
                    <a:pt x="394589" y="496214"/>
                  </a:lnTo>
                  <a:lnTo>
                    <a:pt x="17576" y="496214"/>
                  </a:lnTo>
                  <a:lnTo>
                    <a:pt x="14693" y="548932"/>
                  </a:lnTo>
                  <a:lnTo>
                    <a:pt x="398551" y="547001"/>
                  </a:lnTo>
                  <a:close/>
                </a:path>
                <a:path w="422275" h="1043304">
                  <a:moveTo>
                    <a:pt x="422033" y="1043241"/>
                  </a:moveTo>
                  <a:lnTo>
                    <a:pt x="418058" y="995349"/>
                  </a:lnTo>
                  <a:lnTo>
                    <a:pt x="0" y="995349"/>
                  </a:lnTo>
                  <a:lnTo>
                    <a:pt x="0" y="1042250"/>
                  </a:lnTo>
                  <a:lnTo>
                    <a:pt x="422033" y="1043241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7" name="object 237" descr=""/>
          <p:cNvSpPr/>
          <p:nvPr/>
        </p:nvSpPr>
        <p:spPr>
          <a:xfrm>
            <a:off x="18138850" y="9817837"/>
            <a:ext cx="156845" cy="309245"/>
          </a:xfrm>
          <a:custGeom>
            <a:avLst/>
            <a:gdLst/>
            <a:ahLst/>
            <a:cxnLst/>
            <a:rect l="l" t="t" r="r" b="b"/>
            <a:pathLst>
              <a:path w="156844" h="309245">
                <a:moveTo>
                  <a:pt x="0" y="308901"/>
                </a:moveTo>
                <a:lnTo>
                  <a:pt x="156759" y="308901"/>
                </a:lnTo>
                <a:lnTo>
                  <a:pt x="156759" y="0"/>
                </a:lnTo>
                <a:lnTo>
                  <a:pt x="0" y="0"/>
                </a:lnTo>
                <a:lnTo>
                  <a:pt x="0" y="308901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 descr=""/>
          <p:cNvSpPr/>
          <p:nvPr/>
        </p:nvSpPr>
        <p:spPr>
          <a:xfrm>
            <a:off x="18138850" y="9468528"/>
            <a:ext cx="156845" cy="295910"/>
          </a:xfrm>
          <a:custGeom>
            <a:avLst/>
            <a:gdLst/>
            <a:ahLst/>
            <a:cxnLst/>
            <a:rect l="l" t="t" r="r" b="b"/>
            <a:pathLst>
              <a:path w="156844" h="295909">
                <a:moveTo>
                  <a:pt x="0" y="295572"/>
                </a:moveTo>
                <a:lnTo>
                  <a:pt x="156759" y="295572"/>
                </a:lnTo>
                <a:lnTo>
                  <a:pt x="156759" y="0"/>
                </a:lnTo>
                <a:lnTo>
                  <a:pt x="0" y="0"/>
                </a:lnTo>
                <a:lnTo>
                  <a:pt x="0" y="295572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 descr=""/>
          <p:cNvSpPr/>
          <p:nvPr/>
        </p:nvSpPr>
        <p:spPr>
          <a:xfrm>
            <a:off x="18138850" y="9146109"/>
            <a:ext cx="156845" cy="269240"/>
          </a:xfrm>
          <a:custGeom>
            <a:avLst/>
            <a:gdLst/>
            <a:ahLst/>
            <a:cxnLst/>
            <a:rect l="l" t="t" r="r" b="b"/>
            <a:pathLst>
              <a:path w="156844" h="269240">
                <a:moveTo>
                  <a:pt x="0" y="268714"/>
                </a:moveTo>
                <a:lnTo>
                  <a:pt x="156759" y="268714"/>
                </a:lnTo>
                <a:lnTo>
                  <a:pt x="156759" y="0"/>
                </a:lnTo>
                <a:lnTo>
                  <a:pt x="0" y="0"/>
                </a:lnTo>
                <a:lnTo>
                  <a:pt x="0" y="268714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 descr=""/>
          <p:cNvSpPr/>
          <p:nvPr/>
        </p:nvSpPr>
        <p:spPr>
          <a:xfrm>
            <a:off x="18138850" y="8823721"/>
            <a:ext cx="156845" cy="269240"/>
          </a:xfrm>
          <a:custGeom>
            <a:avLst/>
            <a:gdLst/>
            <a:ahLst/>
            <a:cxnLst/>
            <a:rect l="l" t="t" r="r" b="b"/>
            <a:pathLst>
              <a:path w="156844" h="269240">
                <a:moveTo>
                  <a:pt x="0" y="268661"/>
                </a:moveTo>
                <a:lnTo>
                  <a:pt x="156759" y="268661"/>
                </a:lnTo>
                <a:lnTo>
                  <a:pt x="156759" y="0"/>
                </a:lnTo>
                <a:lnTo>
                  <a:pt x="0" y="0"/>
                </a:lnTo>
                <a:lnTo>
                  <a:pt x="0" y="268661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 descr=""/>
          <p:cNvSpPr/>
          <p:nvPr/>
        </p:nvSpPr>
        <p:spPr>
          <a:xfrm>
            <a:off x="18138850" y="8501301"/>
            <a:ext cx="156845" cy="269240"/>
          </a:xfrm>
          <a:custGeom>
            <a:avLst/>
            <a:gdLst/>
            <a:ahLst/>
            <a:cxnLst/>
            <a:rect l="l" t="t" r="r" b="b"/>
            <a:pathLst>
              <a:path w="156844" h="269240">
                <a:moveTo>
                  <a:pt x="0" y="268682"/>
                </a:moveTo>
                <a:lnTo>
                  <a:pt x="156759" y="268682"/>
                </a:lnTo>
                <a:lnTo>
                  <a:pt x="156759" y="0"/>
                </a:lnTo>
                <a:lnTo>
                  <a:pt x="0" y="0"/>
                </a:lnTo>
                <a:lnTo>
                  <a:pt x="0" y="268682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 descr=""/>
          <p:cNvSpPr/>
          <p:nvPr/>
        </p:nvSpPr>
        <p:spPr>
          <a:xfrm>
            <a:off x="18138850" y="8152013"/>
            <a:ext cx="156845" cy="295910"/>
          </a:xfrm>
          <a:custGeom>
            <a:avLst/>
            <a:gdLst/>
            <a:ahLst/>
            <a:cxnLst/>
            <a:rect l="l" t="t" r="r" b="b"/>
            <a:pathLst>
              <a:path w="156844" h="295909">
                <a:moveTo>
                  <a:pt x="0" y="295488"/>
                </a:moveTo>
                <a:lnTo>
                  <a:pt x="156759" y="295488"/>
                </a:lnTo>
                <a:lnTo>
                  <a:pt x="156759" y="0"/>
                </a:lnTo>
                <a:lnTo>
                  <a:pt x="0" y="0"/>
                </a:lnTo>
                <a:lnTo>
                  <a:pt x="0" y="295488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 descr=""/>
          <p:cNvSpPr/>
          <p:nvPr/>
        </p:nvSpPr>
        <p:spPr>
          <a:xfrm>
            <a:off x="18138850" y="7829552"/>
            <a:ext cx="156845" cy="269240"/>
          </a:xfrm>
          <a:custGeom>
            <a:avLst/>
            <a:gdLst/>
            <a:ahLst/>
            <a:cxnLst/>
            <a:rect l="l" t="t" r="r" b="b"/>
            <a:pathLst>
              <a:path w="156844" h="269240">
                <a:moveTo>
                  <a:pt x="0" y="268682"/>
                </a:moveTo>
                <a:lnTo>
                  <a:pt x="156759" y="268682"/>
                </a:lnTo>
                <a:lnTo>
                  <a:pt x="156759" y="0"/>
                </a:lnTo>
                <a:lnTo>
                  <a:pt x="0" y="0"/>
                </a:lnTo>
                <a:lnTo>
                  <a:pt x="0" y="268682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 descr=""/>
          <p:cNvSpPr/>
          <p:nvPr/>
        </p:nvSpPr>
        <p:spPr>
          <a:xfrm>
            <a:off x="18138850" y="7507153"/>
            <a:ext cx="156845" cy="269240"/>
          </a:xfrm>
          <a:custGeom>
            <a:avLst/>
            <a:gdLst/>
            <a:ahLst/>
            <a:cxnLst/>
            <a:rect l="l" t="t" r="r" b="b"/>
            <a:pathLst>
              <a:path w="156844" h="269240">
                <a:moveTo>
                  <a:pt x="0" y="268661"/>
                </a:moveTo>
                <a:lnTo>
                  <a:pt x="156759" y="268661"/>
                </a:lnTo>
                <a:lnTo>
                  <a:pt x="156759" y="0"/>
                </a:lnTo>
                <a:lnTo>
                  <a:pt x="0" y="0"/>
                </a:lnTo>
                <a:lnTo>
                  <a:pt x="0" y="268661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 descr=""/>
          <p:cNvSpPr/>
          <p:nvPr/>
        </p:nvSpPr>
        <p:spPr>
          <a:xfrm>
            <a:off x="18295610" y="9817837"/>
            <a:ext cx="156845" cy="309245"/>
          </a:xfrm>
          <a:custGeom>
            <a:avLst/>
            <a:gdLst/>
            <a:ahLst/>
            <a:cxnLst/>
            <a:rect l="l" t="t" r="r" b="b"/>
            <a:pathLst>
              <a:path w="156844" h="309245">
                <a:moveTo>
                  <a:pt x="0" y="308901"/>
                </a:moveTo>
                <a:lnTo>
                  <a:pt x="156759" y="308901"/>
                </a:lnTo>
                <a:lnTo>
                  <a:pt x="156759" y="0"/>
                </a:lnTo>
                <a:lnTo>
                  <a:pt x="0" y="0"/>
                </a:lnTo>
                <a:lnTo>
                  <a:pt x="0" y="308901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 descr=""/>
          <p:cNvSpPr/>
          <p:nvPr/>
        </p:nvSpPr>
        <p:spPr>
          <a:xfrm>
            <a:off x="18295610" y="9468528"/>
            <a:ext cx="156845" cy="295910"/>
          </a:xfrm>
          <a:custGeom>
            <a:avLst/>
            <a:gdLst/>
            <a:ahLst/>
            <a:cxnLst/>
            <a:rect l="l" t="t" r="r" b="b"/>
            <a:pathLst>
              <a:path w="156844" h="295909">
                <a:moveTo>
                  <a:pt x="0" y="295572"/>
                </a:moveTo>
                <a:lnTo>
                  <a:pt x="156759" y="295572"/>
                </a:lnTo>
                <a:lnTo>
                  <a:pt x="156759" y="0"/>
                </a:lnTo>
                <a:lnTo>
                  <a:pt x="0" y="0"/>
                </a:lnTo>
                <a:lnTo>
                  <a:pt x="0" y="295572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 descr=""/>
          <p:cNvSpPr/>
          <p:nvPr/>
        </p:nvSpPr>
        <p:spPr>
          <a:xfrm>
            <a:off x="18295610" y="9146109"/>
            <a:ext cx="156845" cy="269240"/>
          </a:xfrm>
          <a:custGeom>
            <a:avLst/>
            <a:gdLst/>
            <a:ahLst/>
            <a:cxnLst/>
            <a:rect l="l" t="t" r="r" b="b"/>
            <a:pathLst>
              <a:path w="156844" h="269240">
                <a:moveTo>
                  <a:pt x="0" y="268714"/>
                </a:moveTo>
                <a:lnTo>
                  <a:pt x="156759" y="268714"/>
                </a:lnTo>
                <a:lnTo>
                  <a:pt x="156759" y="0"/>
                </a:lnTo>
                <a:lnTo>
                  <a:pt x="0" y="0"/>
                </a:lnTo>
                <a:lnTo>
                  <a:pt x="0" y="268714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 descr=""/>
          <p:cNvSpPr/>
          <p:nvPr/>
        </p:nvSpPr>
        <p:spPr>
          <a:xfrm>
            <a:off x="18295610" y="8823721"/>
            <a:ext cx="156845" cy="269240"/>
          </a:xfrm>
          <a:custGeom>
            <a:avLst/>
            <a:gdLst/>
            <a:ahLst/>
            <a:cxnLst/>
            <a:rect l="l" t="t" r="r" b="b"/>
            <a:pathLst>
              <a:path w="156844" h="269240">
                <a:moveTo>
                  <a:pt x="0" y="268661"/>
                </a:moveTo>
                <a:lnTo>
                  <a:pt x="156759" y="268661"/>
                </a:lnTo>
                <a:lnTo>
                  <a:pt x="156759" y="0"/>
                </a:lnTo>
                <a:lnTo>
                  <a:pt x="0" y="0"/>
                </a:lnTo>
                <a:lnTo>
                  <a:pt x="0" y="268661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 descr=""/>
          <p:cNvSpPr/>
          <p:nvPr/>
        </p:nvSpPr>
        <p:spPr>
          <a:xfrm>
            <a:off x="18295610" y="8501301"/>
            <a:ext cx="156845" cy="269240"/>
          </a:xfrm>
          <a:custGeom>
            <a:avLst/>
            <a:gdLst/>
            <a:ahLst/>
            <a:cxnLst/>
            <a:rect l="l" t="t" r="r" b="b"/>
            <a:pathLst>
              <a:path w="156844" h="269240">
                <a:moveTo>
                  <a:pt x="0" y="268682"/>
                </a:moveTo>
                <a:lnTo>
                  <a:pt x="156759" y="268682"/>
                </a:lnTo>
                <a:lnTo>
                  <a:pt x="156759" y="0"/>
                </a:lnTo>
                <a:lnTo>
                  <a:pt x="0" y="0"/>
                </a:lnTo>
                <a:lnTo>
                  <a:pt x="0" y="268682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 descr=""/>
          <p:cNvSpPr/>
          <p:nvPr/>
        </p:nvSpPr>
        <p:spPr>
          <a:xfrm>
            <a:off x="18295610" y="8152013"/>
            <a:ext cx="156845" cy="295910"/>
          </a:xfrm>
          <a:custGeom>
            <a:avLst/>
            <a:gdLst/>
            <a:ahLst/>
            <a:cxnLst/>
            <a:rect l="l" t="t" r="r" b="b"/>
            <a:pathLst>
              <a:path w="156844" h="295909">
                <a:moveTo>
                  <a:pt x="0" y="295488"/>
                </a:moveTo>
                <a:lnTo>
                  <a:pt x="156759" y="295488"/>
                </a:lnTo>
                <a:lnTo>
                  <a:pt x="156759" y="0"/>
                </a:lnTo>
                <a:lnTo>
                  <a:pt x="0" y="0"/>
                </a:lnTo>
                <a:lnTo>
                  <a:pt x="0" y="295488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 descr=""/>
          <p:cNvSpPr/>
          <p:nvPr/>
        </p:nvSpPr>
        <p:spPr>
          <a:xfrm>
            <a:off x="18295610" y="7829552"/>
            <a:ext cx="156845" cy="269240"/>
          </a:xfrm>
          <a:custGeom>
            <a:avLst/>
            <a:gdLst/>
            <a:ahLst/>
            <a:cxnLst/>
            <a:rect l="l" t="t" r="r" b="b"/>
            <a:pathLst>
              <a:path w="156844" h="269240">
                <a:moveTo>
                  <a:pt x="0" y="268682"/>
                </a:moveTo>
                <a:lnTo>
                  <a:pt x="156759" y="268682"/>
                </a:lnTo>
                <a:lnTo>
                  <a:pt x="156759" y="0"/>
                </a:lnTo>
                <a:lnTo>
                  <a:pt x="0" y="0"/>
                </a:lnTo>
                <a:lnTo>
                  <a:pt x="0" y="268682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2" name="object 252" descr=""/>
          <p:cNvGrpSpPr/>
          <p:nvPr/>
        </p:nvGrpSpPr>
        <p:grpSpPr>
          <a:xfrm>
            <a:off x="18089658" y="7453427"/>
            <a:ext cx="416559" cy="376555"/>
            <a:chOff x="18089658" y="7453427"/>
            <a:chExt cx="416559" cy="376555"/>
          </a:xfrm>
        </p:grpSpPr>
        <p:sp>
          <p:nvSpPr>
            <p:cNvPr id="253" name="object 253" descr=""/>
            <p:cNvSpPr/>
            <p:nvPr/>
          </p:nvSpPr>
          <p:spPr>
            <a:xfrm>
              <a:off x="18295610" y="7507153"/>
              <a:ext cx="156845" cy="269240"/>
            </a:xfrm>
            <a:custGeom>
              <a:avLst/>
              <a:gdLst/>
              <a:ahLst/>
              <a:cxnLst/>
              <a:rect l="l" t="t" r="r" b="b"/>
              <a:pathLst>
                <a:path w="156844" h="269240">
                  <a:moveTo>
                    <a:pt x="0" y="268661"/>
                  </a:moveTo>
                  <a:lnTo>
                    <a:pt x="156759" y="268661"/>
                  </a:lnTo>
                  <a:lnTo>
                    <a:pt x="156759" y="0"/>
                  </a:lnTo>
                  <a:lnTo>
                    <a:pt x="0" y="0"/>
                  </a:lnTo>
                  <a:lnTo>
                    <a:pt x="0" y="268661"/>
                  </a:lnTo>
                  <a:close/>
                </a:path>
              </a:pathLst>
            </a:custGeom>
            <a:solidFill>
              <a:srgbClr val="E8E2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8089652" y="7453432"/>
              <a:ext cx="416559" cy="376555"/>
            </a:xfrm>
            <a:custGeom>
              <a:avLst/>
              <a:gdLst/>
              <a:ahLst/>
              <a:cxnLst/>
              <a:rect l="l" t="t" r="r" b="b"/>
              <a:pathLst>
                <a:path w="416559" h="376554">
                  <a:moveTo>
                    <a:pt x="416420" y="322389"/>
                  </a:moveTo>
                  <a:lnTo>
                    <a:pt x="0" y="322389"/>
                  </a:lnTo>
                  <a:lnTo>
                    <a:pt x="0" y="376123"/>
                  </a:lnTo>
                  <a:lnTo>
                    <a:pt x="416420" y="376123"/>
                  </a:lnTo>
                  <a:lnTo>
                    <a:pt x="416420" y="322389"/>
                  </a:lnTo>
                  <a:close/>
                </a:path>
                <a:path w="416559" h="376554">
                  <a:moveTo>
                    <a:pt x="416420" y="0"/>
                  </a:moveTo>
                  <a:lnTo>
                    <a:pt x="0" y="0"/>
                  </a:lnTo>
                  <a:lnTo>
                    <a:pt x="0" y="53721"/>
                  </a:lnTo>
                  <a:lnTo>
                    <a:pt x="416420" y="53721"/>
                  </a:lnTo>
                  <a:lnTo>
                    <a:pt x="416420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5" name="object 255" descr=""/>
          <p:cNvSpPr/>
          <p:nvPr/>
        </p:nvSpPr>
        <p:spPr>
          <a:xfrm>
            <a:off x="18089658" y="8098235"/>
            <a:ext cx="416559" cy="53975"/>
          </a:xfrm>
          <a:custGeom>
            <a:avLst/>
            <a:gdLst/>
            <a:ahLst/>
            <a:cxnLst/>
            <a:rect l="l" t="t" r="r" b="b"/>
            <a:pathLst>
              <a:path w="416559" h="53975">
                <a:moveTo>
                  <a:pt x="416416" y="0"/>
                </a:moveTo>
                <a:lnTo>
                  <a:pt x="0" y="0"/>
                </a:lnTo>
                <a:lnTo>
                  <a:pt x="0" y="53778"/>
                </a:lnTo>
                <a:lnTo>
                  <a:pt x="416416" y="53778"/>
                </a:lnTo>
                <a:lnTo>
                  <a:pt x="416416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 descr=""/>
          <p:cNvSpPr/>
          <p:nvPr/>
        </p:nvSpPr>
        <p:spPr>
          <a:xfrm>
            <a:off x="18089658" y="8447502"/>
            <a:ext cx="416559" cy="53975"/>
          </a:xfrm>
          <a:custGeom>
            <a:avLst/>
            <a:gdLst/>
            <a:ahLst/>
            <a:cxnLst/>
            <a:rect l="l" t="t" r="r" b="b"/>
            <a:pathLst>
              <a:path w="416559" h="53975">
                <a:moveTo>
                  <a:pt x="416416" y="0"/>
                </a:moveTo>
                <a:lnTo>
                  <a:pt x="0" y="0"/>
                </a:lnTo>
                <a:lnTo>
                  <a:pt x="0" y="53799"/>
                </a:lnTo>
                <a:lnTo>
                  <a:pt x="416416" y="53799"/>
                </a:lnTo>
                <a:lnTo>
                  <a:pt x="416416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 descr=""/>
          <p:cNvSpPr/>
          <p:nvPr/>
        </p:nvSpPr>
        <p:spPr>
          <a:xfrm>
            <a:off x="18089658" y="8769984"/>
            <a:ext cx="416559" cy="53975"/>
          </a:xfrm>
          <a:custGeom>
            <a:avLst/>
            <a:gdLst/>
            <a:ahLst/>
            <a:cxnLst/>
            <a:rect l="l" t="t" r="r" b="b"/>
            <a:pathLst>
              <a:path w="416559" h="53975">
                <a:moveTo>
                  <a:pt x="416416" y="0"/>
                </a:moveTo>
                <a:lnTo>
                  <a:pt x="0" y="0"/>
                </a:lnTo>
                <a:lnTo>
                  <a:pt x="0" y="53736"/>
                </a:lnTo>
                <a:lnTo>
                  <a:pt x="416416" y="53736"/>
                </a:lnTo>
                <a:lnTo>
                  <a:pt x="416416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 descr=""/>
          <p:cNvSpPr/>
          <p:nvPr/>
        </p:nvSpPr>
        <p:spPr>
          <a:xfrm>
            <a:off x="18089658" y="9092382"/>
            <a:ext cx="416559" cy="53975"/>
          </a:xfrm>
          <a:custGeom>
            <a:avLst/>
            <a:gdLst/>
            <a:ahLst/>
            <a:cxnLst/>
            <a:rect l="l" t="t" r="r" b="b"/>
            <a:pathLst>
              <a:path w="416559" h="53975">
                <a:moveTo>
                  <a:pt x="416416" y="0"/>
                </a:moveTo>
                <a:lnTo>
                  <a:pt x="0" y="0"/>
                </a:lnTo>
                <a:lnTo>
                  <a:pt x="0" y="53726"/>
                </a:lnTo>
                <a:lnTo>
                  <a:pt x="416416" y="53726"/>
                </a:lnTo>
                <a:lnTo>
                  <a:pt x="416416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 descr=""/>
          <p:cNvSpPr/>
          <p:nvPr/>
        </p:nvSpPr>
        <p:spPr>
          <a:xfrm>
            <a:off x="18089658" y="9414823"/>
            <a:ext cx="416559" cy="53975"/>
          </a:xfrm>
          <a:custGeom>
            <a:avLst/>
            <a:gdLst/>
            <a:ahLst/>
            <a:cxnLst/>
            <a:rect l="l" t="t" r="r" b="b"/>
            <a:pathLst>
              <a:path w="416559" h="53975">
                <a:moveTo>
                  <a:pt x="416416" y="0"/>
                </a:moveTo>
                <a:lnTo>
                  <a:pt x="0" y="0"/>
                </a:lnTo>
                <a:lnTo>
                  <a:pt x="0" y="53705"/>
                </a:lnTo>
                <a:lnTo>
                  <a:pt x="416416" y="53705"/>
                </a:lnTo>
                <a:lnTo>
                  <a:pt x="416416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 descr=""/>
          <p:cNvSpPr/>
          <p:nvPr/>
        </p:nvSpPr>
        <p:spPr>
          <a:xfrm>
            <a:off x="18089658" y="9764100"/>
            <a:ext cx="416559" cy="53975"/>
          </a:xfrm>
          <a:custGeom>
            <a:avLst/>
            <a:gdLst/>
            <a:ahLst/>
            <a:cxnLst/>
            <a:rect l="l" t="t" r="r" b="b"/>
            <a:pathLst>
              <a:path w="416559" h="53975">
                <a:moveTo>
                  <a:pt x="416416" y="0"/>
                </a:moveTo>
                <a:lnTo>
                  <a:pt x="0" y="0"/>
                </a:lnTo>
                <a:lnTo>
                  <a:pt x="0" y="53736"/>
                </a:lnTo>
                <a:lnTo>
                  <a:pt x="416416" y="53736"/>
                </a:lnTo>
                <a:lnTo>
                  <a:pt x="416416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 descr=""/>
          <p:cNvSpPr/>
          <p:nvPr/>
        </p:nvSpPr>
        <p:spPr>
          <a:xfrm>
            <a:off x="18139971" y="7507143"/>
            <a:ext cx="312420" cy="90805"/>
          </a:xfrm>
          <a:custGeom>
            <a:avLst/>
            <a:gdLst/>
            <a:ahLst/>
            <a:cxnLst/>
            <a:rect l="l" t="t" r="r" b="b"/>
            <a:pathLst>
              <a:path w="312419" h="90804">
                <a:moveTo>
                  <a:pt x="312367" y="0"/>
                </a:moveTo>
                <a:lnTo>
                  <a:pt x="0" y="0"/>
                </a:lnTo>
                <a:lnTo>
                  <a:pt x="0" y="90677"/>
                </a:lnTo>
                <a:lnTo>
                  <a:pt x="312367" y="90677"/>
                </a:lnTo>
                <a:lnTo>
                  <a:pt x="312367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 descr=""/>
          <p:cNvSpPr/>
          <p:nvPr/>
        </p:nvSpPr>
        <p:spPr>
          <a:xfrm>
            <a:off x="18139971" y="7829562"/>
            <a:ext cx="312420" cy="90805"/>
          </a:xfrm>
          <a:custGeom>
            <a:avLst/>
            <a:gdLst/>
            <a:ahLst/>
            <a:cxnLst/>
            <a:rect l="l" t="t" r="r" b="b"/>
            <a:pathLst>
              <a:path w="312419" h="90804">
                <a:moveTo>
                  <a:pt x="312367" y="0"/>
                </a:moveTo>
                <a:lnTo>
                  <a:pt x="0" y="0"/>
                </a:lnTo>
                <a:lnTo>
                  <a:pt x="0" y="90688"/>
                </a:lnTo>
                <a:lnTo>
                  <a:pt x="312367" y="90688"/>
                </a:lnTo>
                <a:lnTo>
                  <a:pt x="312367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 descr=""/>
          <p:cNvSpPr/>
          <p:nvPr/>
        </p:nvSpPr>
        <p:spPr>
          <a:xfrm>
            <a:off x="18139971" y="8152013"/>
            <a:ext cx="312420" cy="90805"/>
          </a:xfrm>
          <a:custGeom>
            <a:avLst/>
            <a:gdLst/>
            <a:ahLst/>
            <a:cxnLst/>
            <a:rect l="l" t="t" r="r" b="b"/>
            <a:pathLst>
              <a:path w="312419" h="90804">
                <a:moveTo>
                  <a:pt x="312367" y="0"/>
                </a:moveTo>
                <a:lnTo>
                  <a:pt x="0" y="0"/>
                </a:lnTo>
                <a:lnTo>
                  <a:pt x="0" y="90635"/>
                </a:lnTo>
                <a:lnTo>
                  <a:pt x="312367" y="90635"/>
                </a:lnTo>
                <a:lnTo>
                  <a:pt x="312367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 descr=""/>
          <p:cNvSpPr/>
          <p:nvPr/>
        </p:nvSpPr>
        <p:spPr>
          <a:xfrm>
            <a:off x="18139971" y="8501249"/>
            <a:ext cx="312420" cy="90805"/>
          </a:xfrm>
          <a:custGeom>
            <a:avLst/>
            <a:gdLst/>
            <a:ahLst/>
            <a:cxnLst/>
            <a:rect l="l" t="t" r="r" b="b"/>
            <a:pathLst>
              <a:path w="312419" h="90804">
                <a:moveTo>
                  <a:pt x="312367" y="0"/>
                </a:moveTo>
                <a:lnTo>
                  <a:pt x="0" y="0"/>
                </a:lnTo>
                <a:lnTo>
                  <a:pt x="0" y="90688"/>
                </a:lnTo>
                <a:lnTo>
                  <a:pt x="312367" y="90688"/>
                </a:lnTo>
                <a:lnTo>
                  <a:pt x="312367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 descr=""/>
          <p:cNvSpPr/>
          <p:nvPr/>
        </p:nvSpPr>
        <p:spPr>
          <a:xfrm>
            <a:off x="18139971" y="8823689"/>
            <a:ext cx="312420" cy="90805"/>
          </a:xfrm>
          <a:custGeom>
            <a:avLst/>
            <a:gdLst/>
            <a:ahLst/>
            <a:cxnLst/>
            <a:rect l="l" t="t" r="r" b="b"/>
            <a:pathLst>
              <a:path w="312419" h="90804">
                <a:moveTo>
                  <a:pt x="312367" y="0"/>
                </a:moveTo>
                <a:lnTo>
                  <a:pt x="0" y="0"/>
                </a:lnTo>
                <a:lnTo>
                  <a:pt x="0" y="90688"/>
                </a:lnTo>
                <a:lnTo>
                  <a:pt x="312367" y="90688"/>
                </a:lnTo>
                <a:lnTo>
                  <a:pt x="312367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 descr=""/>
          <p:cNvSpPr/>
          <p:nvPr/>
        </p:nvSpPr>
        <p:spPr>
          <a:xfrm>
            <a:off x="18139971" y="9146088"/>
            <a:ext cx="312420" cy="90805"/>
          </a:xfrm>
          <a:custGeom>
            <a:avLst/>
            <a:gdLst/>
            <a:ahLst/>
            <a:cxnLst/>
            <a:rect l="l" t="t" r="r" b="b"/>
            <a:pathLst>
              <a:path w="312419" h="90804">
                <a:moveTo>
                  <a:pt x="312367" y="0"/>
                </a:moveTo>
                <a:lnTo>
                  <a:pt x="0" y="0"/>
                </a:lnTo>
                <a:lnTo>
                  <a:pt x="0" y="90677"/>
                </a:lnTo>
                <a:lnTo>
                  <a:pt x="312367" y="90677"/>
                </a:lnTo>
                <a:lnTo>
                  <a:pt x="312367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7" name="object 267" descr=""/>
          <p:cNvGrpSpPr/>
          <p:nvPr/>
        </p:nvGrpSpPr>
        <p:grpSpPr>
          <a:xfrm>
            <a:off x="14648245" y="8029242"/>
            <a:ext cx="4177665" cy="2217420"/>
            <a:chOff x="14648245" y="8029242"/>
            <a:chExt cx="4177665" cy="2217420"/>
          </a:xfrm>
        </p:grpSpPr>
        <p:sp>
          <p:nvSpPr>
            <p:cNvPr id="268" name="object 268" descr=""/>
            <p:cNvSpPr/>
            <p:nvPr/>
          </p:nvSpPr>
          <p:spPr>
            <a:xfrm>
              <a:off x="18139971" y="9468528"/>
              <a:ext cx="312420" cy="90805"/>
            </a:xfrm>
            <a:custGeom>
              <a:avLst/>
              <a:gdLst/>
              <a:ahLst/>
              <a:cxnLst/>
              <a:rect l="l" t="t" r="r" b="b"/>
              <a:pathLst>
                <a:path w="312419" h="90804">
                  <a:moveTo>
                    <a:pt x="312367" y="0"/>
                  </a:moveTo>
                  <a:lnTo>
                    <a:pt x="0" y="0"/>
                  </a:lnTo>
                  <a:lnTo>
                    <a:pt x="0" y="90656"/>
                  </a:lnTo>
                  <a:lnTo>
                    <a:pt x="312367" y="90656"/>
                  </a:lnTo>
                  <a:lnTo>
                    <a:pt x="312367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7136780" y="9017108"/>
              <a:ext cx="1689100" cy="1226820"/>
            </a:xfrm>
            <a:custGeom>
              <a:avLst/>
              <a:gdLst/>
              <a:ahLst/>
              <a:cxnLst/>
              <a:rect l="l" t="t" r="r" b="b"/>
              <a:pathLst>
                <a:path w="1689100" h="1226820">
                  <a:moveTo>
                    <a:pt x="1688723" y="0"/>
                  </a:moveTo>
                  <a:lnTo>
                    <a:pt x="764385" y="0"/>
                  </a:lnTo>
                  <a:lnTo>
                    <a:pt x="0" y="551072"/>
                  </a:lnTo>
                  <a:lnTo>
                    <a:pt x="0" y="1226549"/>
                  </a:lnTo>
                  <a:lnTo>
                    <a:pt x="1688723" y="1226549"/>
                  </a:lnTo>
                  <a:lnTo>
                    <a:pt x="1688723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6701906" y="8293246"/>
              <a:ext cx="1296670" cy="1562735"/>
            </a:xfrm>
            <a:custGeom>
              <a:avLst/>
              <a:gdLst/>
              <a:ahLst/>
              <a:cxnLst/>
              <a:rect l="l" t="t" r="r" b="b"/>
              <a:pathLst>
                <a:path w="1296669" h="1562734">
                  <a:moveTo>
                    <a:pt x="1102154" y="0"/>
                  </a:moveTo>
                  <a:lnTo>
                    <a:pt x="213700" y="0"/>
                  </a:lnTo>
                  <a:lnTo>
                    <a:pt x="213700" y="570003"/>
                  </a:lnTo>
                  <a:lnTo>
                    <a:pt x="215092" y="570003"/>
                  </a:lnTo>
                  <a:lnTo>
                    <a:pt x="0" y="1562622"/>
                  </a:lnTo>
                  <a:lnTo>
                    <a:pt x="1296190" y="1562622"/>
                  </a:lnTo>
                  <a:lnTo>
                    <a:pt x="1102154" y="570003"/>
                  </a:lnTo>
                  <a:lnTo>
                    <a:pt x="110215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7466667" y="8293255"/>
              <a:ext cx="531495" cy="1562735"/>
            </a:xfrm>
            <a:custGeom>
              <a:avLst/>
              <a:gdLst/>
              <a:ahLst/>
              <a:cxnLst/>
              <a:rect l="l" t="t" r="r" b="b"/>
              <a:pathLst>
                <a:path w="531494" h="1562734">
                  <a:moveTo>
                    <a:pt x="337392" y="0"/>
                  </a:moveTo>
                  <a:lnTo>
                    <a:pt x="0" y="0"/>
                  </a:lnTo>
                  <a:lnTo>
                    <a:pt x="0" y="569982"/>
                  </a:lnTo>
                  <a:lnTo>
                    <a:pt x="194025" y="1562612"/>
                  </a:lnTo>
                  <a:lnTo>
                    <a:pt x="531428" y="1562612"/>
                  </a:lnTo>
                  <a:lnTo>
                    <a:pt x="337392" y="569982"/>
                  </a:lnTo>
                  <a:lnTo>
                    <a:pt x="337392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6700987" y="8290072"/>
              <a:ext cx="553085" cy="1562735"/>
            </a:xfrm>
            <a:custGeom>
              <a:avLst/>
              <a:gdLst/>
              <a:ahLst/>
              <a:cxnLst/>
              <a:rect l="l" t="t" r="r" b="b"/>
              <a:pathLst>
                <a:path w="553084" h="1562734">
                  <a:moveTo>
                    <a:pt x="551103" y="0"/>
                  </a:moveTo>
                  <a:lnTo>
                    <a:pt x="213679" y="0"/>
                  </a:lnTo>
                  <a:lnTo>
                    <a:pt x="213679" y="569951"/>
                  </a:lnTo>
                  <a:lnTo>
                    <a:pt x="215051" y="569951"/>
                  </a:lnTo>
                  <a:lnTo>
                    <a:pt x="0" y="1562622"/>
                  </a:lnTo>
                  <a:lnTo>
                    <a:pt x="337403" y="1562622"/>
                  </a:lnTo>
                  <a:lnTo>
                    <a:pt x="552496" y="569951"/>
                  </a:lnTo>
                  <a:lnTo>
                    <a:pt x="551103" y="569951"/>
                  </a:lnTo>
                  <a:lnTo>
                    <a:pt x="551103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6878104" y="8274051"/>
              <a:ext cx="962025" cy="93345"/>
            </a:xfrm>
            <a:custGeom>
              <a:avLst/>
              <a:gdLst/>
              <a:ahLst/>
              <a:cxnLst/>
              <a:rect l="l" t="t" r="r" b="b"/>
              <a:pathLst>
                <a:path w="962025" h="93345">
                  <a:moveTo>
                    <a:pt x="961551" y="0"/>
                  </a:moveTo>
                  <a:lnTo>
                    <a:pt x="0" y="0"/>
                  </a:lnTo>
                  <a:lnTo>
                    <a:pt x="0" y="92855"/>
                  </a:lnTo>
                  <a:lnTo>
                    <a:pt x="961551" y="92855"/>
                  </a:lnTo>
                  <a:lnTo>
                    <a:pt x="961551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6914668" y="8363713"/>
              <a:ext cx="889000" cy="99695"/>
            </a:xfrm>
            <a:custGeom>
              <a:avLst/>
              <a:gdLst/>
              <a:ahLst/>
              <a:cxnLst/>
              <a:rect l="l" t="t" r="r" b="b"/>
              <a:pathLst>
                <a:path w="889000" h="99695">
                  <a:moveTo>
                    <a:pt x="888454" y="0"/>
                  </a:moveTo>
                  <a:lnTo>
                    <a:pt x="0" y="0"/>
                  </a:lnTo>
                  <a:lnTo>
                    <a:pt x="0" y="99263"/>
                  </a:lnTo>
                  <a:lnTo>
                    <a:pt x="888454" y="99263"/>
                  </a:lnTo>
                  <a:lnTo>
                    <a:pt x="888454" y="0"/>
                  </a:lnTo>
                  <a:close/>
                </a:path>
              </a:pathLst>
            </a:custGeom>
            <a:solidFill>
              <a:srgbClr val="353535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6874478" y="8692800"/>
              <a:ext cx="985519" cy="157480"/>
            </a:xfrm>
            <a:custGeom>
              <a:avLst/>
              <a:gdLst/>
              <a:ahLst/>
              <a:cxnLst/>
              <a:rect l="l" t="t" r="r" b="b"/>
              <a:pathLst>
                <a:path w="985519" h="157479">
                  <a:moveTo>
                    <a:pt x="985266" y="0"/>
                  </a:moveTo>
                  <a:lnTo>
                    <a:pt x="971931" y="0"/>
                  </a:lnTo>
                  <a:lnTo>
                    <a:pt x="971931" y="16370"/>
                  </a:lnTo>
                  <a:lnTo>
                    <a:pt x="971931" y="30200"/>
                  </a:lnTo>
                  <a:lnTo>
                    <a:pt x="971931" y="37376"/>
                  </a:lnTo>
                  <a:lnTo>
                    <a:pt x="971931" y="63030"/>
                  </a:lnTo>
                  <a:lnTo>
                    <a:pt x="971931" y="70218"/>
                  </a:lnTo>
                  <a:lnTo>
                    <a:pt x="971931" y="104521"/>
                  </a:lnTo>
                  <a:lnTo>
                    <a:pt x="910082" y="104521"/>
                  </a:lnTo>
                  <a:lnTo>
                    <a:pt x="910082" y="70218"/>
                  </a:lnTo>
                  <a:lnTo>
                    <a:pt x="971931" y="70218"/>
                  </a:lnTo>
                  <a:lnTo>
                    <a:pt x="971931" y="63030"/>
                  </a:lnTo>
                  <a:lnTo>
                    <a:pt x="910082" y="63030"/>
                  </a:lnTo>
                  <a:lnTo>
                    <a:pt x="910082" y="37376"/>
                  </a:lnTo>
                  <a:lnTo>
                    <a:pt x="971931" y="37376"/>
                  </a:lnTo>
                  <a:lnTo>
                    <a:pt x="971931" y="30200"/>
                  </a:lnTo>
                  <a:lnTo>
                    <a:pt x="910082" y="30200"/>
                  </a:lnTo>
                  <a:lnTo>
                    <a:pt x="910082" y="16370"/>
                  </a:lnTo>
                  <a:lnTo>
                    <a:pt x="971931" y="16370"/>
                  </a:lnTo>
                  <a:lnTo>
                    <a:pt x="971931" y="0"/>
                  </a:lnTo>
                  <a:lnTo>
                    <a:pt x="900061" y="0"/>
                  </a:lnTo>
                  <a:lnTo>
                    <a:pt x="900061" y="16370"/>
                  </a:lnTo>
                  <a:lnTo>
                    <a:pt x="900061" y="30200"/>
                  </a:lnTo>
                  <a:lnTo>
                    <a:pt x="900061" y="37376"/>
                  </a:lnTo>
                  <a:lnTo>
                    <a:pt x="900061" y="63030"/>
                  </a:lnTo>
                  <a:lnTo>
                    <a:pt x="900061" y="70218"/>
                  </a:lnTo>
                  <a:lnTo>
                    <a:pt x="900061" y="104521"/>
                  </a:lnTo>
                  <a:lnTo>
                    <a:pt x="850176" y="104521"/>
                  </a:lnTo>
                  <a:lnTo>
                    <a:pt x="850176" y="70218"/>
                  </a:lnTo>
                  <a:lnTo>
                    <a:pt x="900061" y="70218"/>
                  </a:lnTo>
                  <a:lnTo>
                    <a:pt x="900061" y="63030"/>
                  </a:lnTo>
                  <a:lnTo>
                    <a:pt x="850176" y="63030"/>
                  </a:lnTo>
                  <a:lnTo>
                    <a:pt x="850176" y="37376"/>
                  </a:lnTo>
                  <a:lnTo>
                    <a:pt x="900061" y="37376"/>
                  </a:lnTo>
                  <a:lnTo>
                    <a:pt x="900061" y="30200"/>
                  </a:lnTo>
                  <a:lnTo>
                    <a:pt x="850176" y="30200"/>
                  </a:lnTo>
                  <a:lnTo>
                    <a:pt x="850176" y="16370"/>
                  </a:lnTo>
                  <a:lnTo>
                    <a:pt x="900061" y="16370"/>
                  </a:lnTo>
                  <a:lnTo>
                    <a:pt x="900061" y="0"/>
                  </a:lnTo>
                  <a:lnTo>
                    <a:pt x="840143" y="0"/>
                  </a:lnTo>
                  <a:lnTo>
                    <a:pt x="840143" y="16370"/>
                  </a:lnTo>
                  <a:lnTo>
                    <a:pt x="840143" y="30200"/>
                  </a:lnTo>
                  <a:lnTo>
                    <a:pt x="840143" y="37376"/>
                  </a:lnTo>
                  <a:lnTo>
                    <a:pt x="840143" y="63030"/>
                  </a:lnTo>
                  <a:lnTo>
                    <a:pt x="840143" y="70218"/>
                  </a:lnTo>
                  <a:lnTo>
                    <a:pt x="840143" y="104521"/>
                  </a:lnTo>
                  <a:lnTo>
                    <a:pt x="778294" y="104521"/>
                  </a:lnTo>
                  <a:lnTo>
                    <a:pt x="778294" y="70218"/>
                  </a:lnTo>
                  <a:lnTo>
                    <a:pt x="840143" y="70218"/>
                  </a:lnTo>
                  <a:lnTo>
                    <a:pt x="840143" y="63030"/>
                  </a:lnTo>
                  <a:lnTo>
                    <a:pt x="778294" y="63030"/>
                  </a:lnTo>
                  <a:lnTo>
                    <a:pt x="778294" y="37376"/>
                  </a:lnTo>
                  <a:lnTo>
                    <a:pt x="840143" y="37376"/>
                  </a:lnTo>
                  <a:lnTo>
                    <a:pt x="840143" y="30200"/>
                  </a:lnTo>
                  <a:lnTo>
                    <a:pt x="778294" y="30200"/>
                  </a:lnTo>
                  <a:lnTo>
                    <a:pt x="778294" y="16370"/>
                  </a:lnTo>
                  <a:lnTo>
                    <a:pt x="840143" y="16370"/>
                  </a:lnTo>
                  <a:lnTo>
                    <a:pt x="840143" y="0"/>
                  </a:lnTo>
                  <a:lnTo>
                    <a:pt x="768337" y="0"/>
                  </a:lnTo>
                  <a:lnTo>
                    <a:pt x="768337" y="16370"/>
                  </a:lnTo>
                  <a:lnTo>
                    <a:pt x="768337" y="30200"/>
                  </a:lnTo>
                  <a:lnTo>
                    <a:pt x="768337" y="37376"/>
                  </a:lnTo>
                  <a:lnTo>
                    <a:pt x="768337" y="63030"/>
                  </a:lnTo>
                  <a:lnTo>
                    <a:pt x="768337" y="70218"/>
                  </a:lnTo>
                  <a:lnTo>
                    <a:pt x="768337" y="104521"/>
                  </a:lnTo>
                  <a:lnTo>
                    <a:pt x="706462" y="104521"/>
                  </a:lnTo>
                  <a:lnTo>
                    <a:pt x="706462" y="70218"/>
                  </a:lnTo>
                  <a:lnTo>
                    <a:pt x="768337" y="70218"/>
                  </a:lnTo>
                  <a:lnTo>
                    <a:pt x="768337" y="63030"/>
                  </a:lnTo>
                  <a:lnTo>
                    <a:pt x="706462" y="63030"/>
                  </a:lnTo>
                  <a:lnTo>
                    <a:pt x="706462" y="37376"/>
                  </a:lnTo>
                  <a:lnTo>
                    <a:pt x="768337" y="37376"/>
                  </a:lnTo>
                  <a:lnTo>
                    <a:pt x="768337" y="30200"/>
                  </a:lnTo>
                  <a:lnTo>
                    <a:pt x="706462" y="30200"/>
                  </a:lnTo>
                  <a:lnTo>
                    <a:pt x="706462" y="16370"/>
                  </a:lnTo>
                  <a:lnTo>
                    <a:pt x="768337" y="16370"/>
                  </a:lnTo>
                  <a:lnTo>
                    <a:pt x="768337" y="0"/>
                  </a:lnTo>
                  <a:lnTo>
                    <a:pt x="696493" y="0"/>
                  </a:lnTo>
                  <a:lnTo>
                    <a:pt x="696493" y="16370"/>
                  </a:lnTo>
                  <a:lnTo>
                    <a:pt x="696493" y="30200"/>
                  </a:lnTo>
                  <a:lnTo>
                    <a:pt x="696493" y="37376"/>
                  </a:lnTo>
                  <a:lnTo>
                    <a:pt x="696493" y="63030"/>
                  </a:lnTo>
                  <a:lnTo>
                    <a:pt x="696493" y="70218"/>
                  </a:lnTo>
                  <a:lnTo>
                    <a:pt x="696493" y="104521"/>
                  </a:lnTo>
                  <a:lnTo>
                    <a:pt x="634631" y="104521"/>
                  </a:lnTo>
                  <a:lnTo>
                    <a:pt x="634631" y="70218"/>
                  </a:lnTo>
                  <a:lnTo>
                    <a:pt x="696493" y="70218"/>
                  </a:lnTo>
                  <a:lnTo>
                    <a:pt x="696493" y="63030"/>
                  </a:lnTo>
                  <a:lnTo>
                    <a:pt x="634631" y="63030"/>
                  </a:lnTo>
                  <a:lnTo>
                    <a:pt x="634631" y="37376"/>
                  </a:lnTo>
                  <a:lnTo>
                    <a:pt x="696493" y="37376"/>
                  </a:lnTo>
                  <a:lnTo>
                    <a:pt x="696493" y="30200"/>
                  </a:lnTo>
                  <a:lnTo>
                    <a:pt x="634631" y="30200"/>
                  </a:lnTo>
                  <a:lnTo>
                    <a:pt x="634631" y="16370"/>
                  </a:lnTo>
                  <a:lnTo>
                    <a:pt x="696493" y="16370"/>
                  </a:lnTo>
                  <a:lnTo>
                    <a:pt x="696493" y="0"/>
                  </a:lnTo>
                  <a:lnTo>
                    <a:pt x="624649" y="0"/>
                  </a:lnTo>
                  <a:lnTo>
                    <a:pt x="624649" y="16370"/>
                  </a:lnTo>
                  <a:lnTo>
                    <a:pt x="624649" y="30200"/>
                  </a:lnTo>
                  <a:lnTo>
                    <a:pt x="624649" y="37376"/>
                  </a:lnTo>
                  <a:lnTo>
                    <a:pt x="624649" y="63030"/>
                  </a:lnTo>
                  <a:lnTo>
                    <a:pt x="624649" y="70218"/>
                  </a:lnTo>
                  <a:lnTo>
                    <a:pt x="624649" y="104521"/>
                  </a:lnTo>
                  <a:lnTo>
                    <a:pt x="559117" y="104521"/>
                  </a:lnTo>
                  <a:lnTo>
                    <a:pt x="559117" y="70218"/>
                  </a:lnTo>
                  <a:lnTo>
                    <a:pt x="624649" y="70218"/>
                  </a:lnTo>
                  <a:lnTo>
                    <a:pt x="624649" y="63030"/>
                  </a:lnTo>
                  <a:lnTo>
                    <a:pt x="559117" y="63030"/>
                  </a:lnTo>
                  <a:lnTo>
                    <a:pt x="559117" y="37376"/>
                  </a:lnTo>
                  <a:lnTo>
                    <a:pt x="624649" y="37376"/>
                  </a:lnTo>
                  <a:lnTo>
                    <a:pt x="624649" y="30200"/>
                  </a:lnTo>
                  <a:lnTo>
                    <a:pt x="559117" y="30200"/>
                  </a:lnTo>
                  <a:lnTo>
                    <a:pt x="559117" y="16370"/>
                  </a:lnTo>
                  <a:lnTo>
                    <a:pt x="624649" y="16370"/>
                  </a:lnTo>
                  <a:lnTo>
                    <a:pt x="624649" y="0"/>
                  </a:lnTo>
                  <a:lnTo>
                    <a:pt x="549249" y="0"/>
                  </a:lnTo>
                  <a:lnTo>
                    <a:pt x="549249" y="16370"/>
                  </a:lnTo>
                  <a:lnTo>
                    <a:pt x="549249" y="30200"/>
                  </a:lnTo>
                  <a:lnTo>
                    <a:pt x="549249" y="37376"/>
                  </a:lnTo>
                  <a:lnTo>
                    <a:pt x="549249" y="63030"/>
                  </a:lnTo>
                  <a:lnTo>
                    <a:pt x="549249" y="70218"/>
                  </a:lnTo>
                  <a:lnTo>
                    <a:pt x="549249" y="104521"/>
                  </a:lnTo>
                  <a:lnTo>
                    <a:pt x="487768" y="104521"/>
                  </a:lnTo>
                  <a:lnTo>
                    <a:pt x="487768" y="70218"/>
                  </a:lnTo>
                  <a:lnTo>
                    <a:pt x="549249" y="70218"/>
                  </a:lnTo>
                  <a:lnTo>
                    <a:pt x="549249" y="63030"/>
                  </a:lnTo>
                  <a:lnTo>
                    <a:pt x="487768" y="63030"/>
                  </a:lnTo>
                  <a:lnTo>
                    <a:pt x="487768" y="37376"/>
                  </a:lnTo>
                  <a:lnTo>
                    <a:pt x="549249" y="37376"/>
                  </a:lnTo>
                  <a:lnTo>
                    <a:pt x="549249" y="30200"/>
                  </a:lnTo>
                  <a:lnTo>
                    <a:pt x="487768" y="30200"/>
                  </a:lnTo>
                  <a:lnTo>
                    <a:pt x="487768" y="16370"/>
                  </a:lnTo>
                  <a:lnTo>
                    <a:pt x="549249" y="16370"/>
                  </a:lnTo>
                  <a:lnTo>
                    <a:pt x="549249" y="0"/>
                  </a:lnTo>
                  <a:lnTo>
                    <a:pt x="477799" y="0"/>
                  </a:lnTo>
                  <a:lnTo>
                    <a:pt x="477799" y="16370"/>
                  </a:lnTo>
                  <a:lnTo>
                    <a:pt x="477799" y="30200"/>
                  </a:lnTo>
                  <a:lnTo>
                    <a:pt x="477799" y="37376"/>
                  </a:lnTo>
                  <a:lnTo>
                    <a:pt x="477799" y="63030"/>
                  </a:lnTo>
                  <a:lnTo>
                    <a:pt x="477799" y="70218"/>
                  </a:lnTo>
                  <a:lnTo>
                    <a:pt x="477799" y="104521"/>
                  </a:lnTo>
                  <a:lnTo>
                    <a:pt x="428282" y="104521"/>
                  </a:lnTo>
                  <a:lnTo>
                    <a:pt x="428282" y="70218"/>
                  </a:lnTo>
                  <a:lnTo>
                    <a:pt x="477799" y="70218"/>
                  </a:lnTo>
                  <a:lnTo>
                    <a:pt x="477799" y="63030"/>
                  </a:lnTo>
                  <a:lnTo>
                    <a:pt x="428282" y="63030"/>
                  </a:lnTo>
                  <a:lnTo>
                    <a:pt x="428282" y="37376"/>
                  </a:lnTo>
                  <a:lnTo>
                    <a:pt x="477799" y="37376"/>
                  </a:lnTo>
                  <a:lnTo>
                    <a:pt x="477799" y="30200"/>
                  </a:lnTo>
                  <a:lnTo>
                    <a:pt x="428282" y="30200"/>
                  </a:lnTo>
                  <a:lnTo>
                    <a:pt x="428282" y="16370"/>
                  </a:lnTo>
                  <a:lnTo>
                    <a:pt x="477799" y="16370"/>
                  </a:lnTo>
                  <a:lnTo>
                    <a:pt x="477799" y="0"/>
                  </a:lnTo>
                  <a:lnTo>
                    <a:pt x="418376" y="0"/>
                  </a:lnTo>
                  <a:lnTo>
                    <a:pt x="418376" y="16370"/>
                  </a:lnTo>
                  <a:lnTo>
                    <a:pt x="418376" y="30200"/>
                  </a:lnTo>
                  <a:lnTo>
                    <a:pt x="418376" y="37376"/>
                  </a:lnTo>
                  <a:lnTo>
                    <a:pt x="418376" y="63030"/>
                  </a:lnTo>
                  <a:lnTo>
                    <a:pt x="418376" y="70218"/>
                  </a:lnTo>
                  <a:lnTo>
                    <a:pt x="418376" y="104521"/>
                  </a:lnTo>
                  <a:lnTo>
                    <a:pt x="356882" y="104521"/>
                  </a:lnTo>
                  <a:lnTo>
                    <a:pt x="356882" y="70218"/>
                  </a:lnTo>
                  <a:lnTo>
                    <a:pt x="418376" y="70218"/>
                  </a:lnTo>
                  <a:lnTo>
                    <a:pt x="418376" y="63030"/>
                  </a:lnTo>
                  <a:lnTo>
                    <a:pt x="356882" y="63030"/>
                  </a:lnTo>
                  <a:lnTo>
                    <a:pt x="356882" y="37376"/>
                  </a:lnTo>
                  <a:lnTo>
                    <a:pt x="418376" y="37376"/>
                  </a:lnTo>
                  <a:lnTo>
                    <a:pt x="418376" y="30200"/>
                  </a:lnTo>
                  <a:lnTo>
                    <a:pt x="356882" y="30200"/>
                  </a:lnTo>
                  <a:lnTo>
                    <a:pt x="356882" y="16370"/>
                  </a:lnTo>
                  <a:lnTo>
                    <a:pt x="418376" y="16370"/>
                  </a:lnTo>
                  <a:lnTo>
                    <a:pt x="418376" y="0"/>
                  </a:lnTo>
                  <a:lnTo>
                    <a:pt x="346976" y="0"/>
                  </a:lnTo>
                  <a:lnTo>
                    <a:pt x="346976" y="16370"/>
                  </a:lnTo>
                  <a:lnTo>
                    <a:pt x="346976" y="30200"/>
                  </a:lnTo>
                  <a:lnTo>
                    <a:pt x="346976" y="37376"/>
                  </a:lnTo>
                  <a:lnTo>
                    <a:pt x="346976" y="63030"/>
                  </a:lnTo>
                  <a:lnTo>
                    <a:pt x="346976" y="70218"/>
                  </a:lnTo>
                  <a:lnTo>
                    <a:pt x="346976" y="104521"/>
                  </a:lnTo>
                  <a:lnTo>
                    <a:pt x="285534" y="104521"/>
                  </a:lnTo>
                  <a:lnTo>
                    <a:pt x="285534" y="70218"/>
                  </a:lnTo>
                  <a:lnTo>
                    <a:pt x="346976" y="70218"/>
                  </a:lnTo>
                  <a:lnTo>
                    <a:pt x="346976" y="63030"/>
                  </a:lnTo>
                  <a:lnTo>
                    <a:pt x="285534" y="63030"/>
                  </a:lnTo>
                  <a:lnTo>
                    <a:pt x="285534" y="37376"/>
                  </a:lnTo>
                  <a:lnTo>
                    <a:pt x="346976" y="37376"/>
                  </a:lnTo>
                  <a:lnTo>
                    <a:pt x="346976" y="30200"/>
                  </a:lnTo>
                  <a:lnTo>
                    <a:pt x="285534" y="30200"/>
                  </a:lnTo>
                  <a:lnTo>
                    <a:pt x="285534" y="16370"/>
                  </a:lnTo>
                  <a:lnTo>
                    <a:pt x="346976" y="16370"/>
                  </a:lnTo>
                  <a:lnTo>
                    <a:pt x="346976" y="0"/>
                  </a:lnTo>
                  <a:lnTo>
                    <a:pt x="275564" y="0"/>
                  </a:lnTo>
                  <a:lnTo>
                    <a:pt x="275564" y="16370"/>
                  </a:lnTo>
                  <a:lnTo>
                    <a:pt x="275564" y="30200"/>
                  </a:lnTo>
                  <a:lnTo>
                    <a:pt x="275564" y="37376"/>
                  </a:lnTo>
                  <a:lnTo>
                    <a:pt x="275564" y="63030"/>
                  </a:lnTo>
                  <a:lnTo>
                    <a:pt x="275564" y="70218"/>
                  </a:lnTo>
                  <a:lnTo>
                    <a:pt x="275564" y="104521"/>
                  </a:lnTo>
                  <a:lnTo>
                    <a:pt x="214122" y="104521"/>
                  </a:lnTo>
                  <a:lnTo>
                    <a:pt x="214122" y="70218"/>
                  </a:lnTo>
                  <a:lnTo>
                    <a:pt x="275564" y="70218"/>
                  </a:lnTo>
                  <a:lnTo>
                    <a:pt x="275564" y="63030"/>
                  </a:lnTo>
                  <a:lnTo>
                    <a:pt x="214122" y="63030"/>
                  </a:lnTo>
                  <a:lnTo>
                    <a:pt x="214122" y="37376"/>
                  </a:lnTo>
                  <a:lnTo>
                    <a:pt x="275564" y="37376"/>
                  </a:lnTo>
                  <a:lnTo>
                    <a:pt x="275564" y="30200"/>
                  </a:lnTo>
                  <a:lnTo>
                    <a:pt x="214122" y="30200"/>
                  </a:lnTo>
                  <a:lnTo>
                    <a:pt x="214122" y="16370"/>
                  </a:lnTo>
                  <a:lnTo>
                    <a:pt x="275564" y="16370"/>
                  </a:lnTo>
                  <a:lnTo>
                    <a:pt x="275564" y="0"/>
                  </a:lnTo>
                  <a:lnTo>
                    <a:pt x="204228" y="0"/>
                  </a:lnTo>
                  <a:lnTo>
                    <a:pt x="204228" y="16370"/>
                  </a:lnTo>
                  <a:lnTo>
                    <a:pt x="204228" y="30200"/>
                  </a:lnTo>
                  <a:lnTo>
                    <a:pt x="204228" y="37376"/>
                  </a:lnTo>
                  <a:lnTo>
                    <a:pt x="204228" y="63030"/>
                  </a:lnTo>
                  <a:lnTo>
                    <a:pt x="204228" y="70218"/>
                  </a:lnTo>
                  <a:lnTo>
                    <a:pt x="204228" y="104521"/>
                  </a:lnTo>
                  <a:lnTo>
                    <a:pt x="154711" y="104521"/>
                  </a:lnTo>
                  <a:lnTo>
                    <a:pt x="154711" y="70218"/>
                  </a:lnTo>
                  <a:lnTo>
                    <a:pt x="204228" y="70218"/>
                  </a:lnTo>
                  <a:lnTo>
                    <a:pt x="204228" y="63030"/>
                  </a:lnTo>
                  <a:lnTo>
                    <a:pt x="154711" y="63030"/>
                  </a:lnTo>
                  <a:lnTo>
                    <a:pt x="154711" y="37376"/>
                  </a:lnTo>
                  <a:lnTo>
                    <a:pt x="204228" y="37376"/>
                  </a:lnTo>
                  <a:lnTo>
                    <a:pt x="204228" y="30200"/>
                  </a:lnTo>
                  <a:lnTo>
                    <a:pt x="154711" y="30200"/>
                  </a:lnTo>
                  <a:lnTo>
                    <a:pt x="154711" y="16370"/>
                  </a:lnTo>
                  <a:lnTo>
                    <a:pt x="204228" y="16370"/>
                  </a:lnTo>
                  <a:lnTo>
                    <a:pt x="204228" y="0"/>
                  </a:lnTo>
                  <a:lnTo>
                    <a:pt x="144780" y="0"/>
                  </a:lnTo>
                  <a:lnTo>
                    <a:pt x="144780" y="16370"/>
                  </a:lnTo>
                  <a:lnTo>
                    <a:pt x="144780" y="30200"/>
                  </a:lnTo>
                  <a:lnTo>
                    <a:pt x="144780" y="37376"/>
                  </a:lnTo>
                  <a:lnTo>
                    <a:pt x="144780" y="63030"/>
                  </a:lnTo>
                  <a:lnTo>
                    <a:pt x="144780" y="70218"/>
                  </a:lnTo>
                  <a:lnTo>
                    <a:pt x="144780" y="104521"/>
                  </a:lnTo>
                  <a:lnTo>
                    <a:pt x="83299" y="104521"/>
                  </a:lnTo>
                  <a:lnTo>
                    <a:pt x="83299" y="70218"/>
                  </a:lnTo>
                  <a:lnTo>
                    <a:pt x="144780" y="70218"/>
                  </a:lnTo>
                  <a:lnTo>
                    <a:pt x="144780" y="63030"/>
                  </a:lnTo>
                  <a:lnTo>
                    <a:pt x="83299" y="63030"/>
                  </a:lnTo>
                  <a:lnTo>
                    <a:pt x="83299" y="37376"/>
                  </a:lnTo>
                  <a:lnTo>
                    <a:pt x="144780" y="37376"/>
                  </a:lnTo>
                  <a:lnTo>
                    <a:pt x="144780" y="30200"/>
                  </a:lnTo>
                  <a:lnTo>
                    <a:pt x="83299" y="30200"/>
                  </a:lnTo>
                  <a:lnTo>
                    <a:pt x="83299" y="16370"/>
                  </a:lnTo>
                  <a:lnTo>
                    <a:pt x="144780" y="16370"/>
                  </a:lnTo>
                  <a:lnTo>
                    <a:pt x="144780" y="0"/>
                  </a:lnTo>
                  <a:lnTo>
                    <a:pt x="73355" y="0"/>
                  </a:lnTo>
                  <a:lnTo>
                    <a:pt x="73355" y="16370"/>
                  </a:lnTo>
                  <a:lnTo>
                    <a:pt x="73355" y="30200"/>
                  </a:lnTo>
                  <a:lnTo>
                    <a:pt x="12192" y="30200"/>
                  </a:lnTo>
                  <a:lnTo>
                    <a:pt x="12192" y="37376"/>
                  </a:lnTo>
                  <a:lnTo>
                    <a:pt x="73355" y="37376"/>
                  </a:lnTo>
                  <a:lnTo>
                    <a:pt x="73355" y="63030"/>
                  </a:lnTo>
                  <a:lnTo>
                    <a:pt x="12192" y="63030"/>
                  </a:lnTo>
                  <a:lnTo>
                    <a:pt x="12192" y="70218"/>
                  </a:lnTo>
                  <a:lnTo>
                    <a:pt x="73355" y="70218"/>
                  </a:lnTo>
                  <a:lnTo>
                    <a:pt x="73355" y="104521"/>
                  </a:lnTo>
                  <a:lnTo>
                    <a:pt x="11887" y="104521"/>
                  </a:lnTo>
                  <a:lnTo>
                    <a:pt x="11887" y="16370"/>
                  </a:lnTo>
                  <a:lnTo>
                    <a:pt x="73355" y="16370"/>
                  </a:lnTo>
                  <a:lnTo>
                    <a:pt x="73355" y="0"/>
                  </a:lnTo>
                  <a:lnTo>
                    <a:pt x="0" y="0"/>
                  </a:lnTo>
                  <a:lnTo>
                    <a:pt x="0" y="16370"/>
                  </a:lnTo>
                  <a:lnTo>
                    <a:pt x="1981" y="16370"/>
                  </a:lnTo>
                  <a:lnTo>
                    <a:pt x="1981" y="150329"/>
                  </a:lnTo>
                  <a:lnTo>
                    <a:pt x="2819" y="150329"/>
                  </a:lnTo>
                  <a:lnTo>
                    <a:pt x="2819" y="157137"/>
                  </a:lnTo>
                  <a:lnTo>
                    <a:pt x="983564" y="157137"/>
                  </a:lnTo>
                  <a:lnTo>
                    <a:pt x="983564" y="104521"/>
                  </a:lnTo>
                  <a:lnTo>
                    <a:pt x="981925" y="104521"/>
                  </a:lnTo>
                  <a:lnTo>
                    <a:pt x="981925" y="16370"/>
                  </a:lnTo>
                  <a:lnTo>
                    <a:pt x="985266" y="16370"/>
                  </a:lnTo>
                  <a:lnTo>
                    <a:pt x="985266" y="0"/>
                  </a:lnTo>
                  <a:close/>
                </a:path>
              </a:pathLst>
            </a:custGeom>
            <a:solidFill>
              <a:srgbClr val="DA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5310961" y="8051194"/>
              <a:ext cx="1479550" cy="1783714"/>
            </a:xfrm>
            <a:custGeom>
              <a:avLst/>
              <a:gdLst/>
              <a:ahLst/>
              <a:cxnLst/>
              <a:rect l="l" t="t" r="r" b="b"/>
              <a:pathLst>
                <a:path w="1479550" h="1783715">
                  <a:moveTo>
                    <a:pt x="1257961" y="0"/>
                  </a:moveTo>
                  <a:lnTo>
                    <a:pt x="243877" y="0"/>
                  </a:lnTo>
                  <a:lnTo>
                    <a:pt x="243877" y="650545"/>
                  </a:lnTo>
                  <a:lnTo>
                    <a:pt x="245489" y="650545"/>
                  </a:lnTo>
                  <a:lnTo>
                    <a:pt x="0" y="1783516"/>
                  </a:lnTo>
                  <a:lnTo>
                    <a:pt x="1479399" y="1783516"/>
                  </a:lnTo>
                  <a:lnTo>
                    <a:pt x="1257961" y="650545"/>
                  </a:lnTo>
                  <a:lnTo>
                    <a:pt x="125796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6183853" y="8051191"/>
              <a:ext cx="607060" cy="1783714"/>
            </a:xfrm>
            <a:custGeom>
              <a:avLst/>
              <a:gdLst/>
              <a:ahLst/>
              <a:cxnLst/>
              <a:rect l="l" t="t" r="r" b="b"/>
              <a:pathLst>
                <a:path w="607059" h="1783715">
                  <a:moveTo>
                    <a:pt x="385066" y="0"/>
                  </a:moveTo>
                  <a:lnTo>
                    <a:pt x="0" y="0"/>
                  </a:lnTo>
                  <a:lnTo>
                    <a:pt x="0" y="650535"/>
                  </a:lnTo>
                  <a:lnTo>
                    <a:pt x="221459" y="1783516"/>
                  </a:lnTo>
                  <a:lnTo>
                    <a:pt x="606505" y="1783516"/>
                  </a:lnTo>
                  <a:lnTo>
                    <a:pt x="385066" y="650535"/>
                  </a:lnTo>
                  <a:lnTo>
                    <a:pt x="385066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15309918" y="8047524"/>
              <a:ext cx="631190" cy="1783714"/>
            </a:xfrm>
            <a:custGeom>
              <a:avLst/>
              <a:gdLst/>
              <a:ahLst/>
              <a:cxnLst/>
              <a:rect l="l" t="t" r="r" b="b"/>
              <a:pathLst>
                <a:path w="631190" h="1783715">
                  <a:moveTo>
                    <a:pt x="628975" y="0"/>
                  </a:moveTo>
                  <a:lnTo>
                    <a:pt x="243877" y="0"/>
                  </a:lnTo>
                  <a:lnTo>
                    <a:pt x="243877" y="650556"/>
                  </a:lnTo>
                  <a:lnTo>
                    <a:pt x="245468" y="650556"/>
                  </a:lnTo>
                  <a:lnTo>
                    <a:pt x="0" y="1783537"/>
                  </a:lnTo>
                  <a:lnTo>
                    <a:pt x="385077" y="1783537"/>
                  </a:lnTo>
                  <a:lnTo>
                    <a:pt x="630567" y="650556"/>
                  </a:lnTo>
                  <a:lnTo>
                    <a:pt x="628975" y="650556"/>
                  </a:lnTo>
                  <a:lnTo>
                    <a:pt x="628975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5512062" y="8029242"/>
              <a:ext cx="1097915" cy="106045"/>
            </a:xfrm>
            <a:custGeom>
              <a:avLst/>
              <a:gdLst/>
              <a:ahLst/>
              <a:cxnLst/>
              <a:rect l="l" t="t" r="r" b="b"/>
              <a:pathLst>
                <a:path w="1097915" h="106045">
                  <a:moveTo>
                    <a:pt x="1097568" y="0"/>
                  </a:moveTo>
                  <a:lnTo>
                    <a:pt x="0" y="0"/>
                  </a:lnTo>
                  <a:lnTo>
                    <a:pt x="0" y="106017"/>
                  </a:lnTo>
                  <a:lnTo>
                    <a:pt x="1097568" y="106017"/>
                  </a:lnTo>
                  <a:lnTo>
                    <a:pt x="1097568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5553798" y="8131595"/>
              <a:ext cx="1014094" cy="113664"/>
            </a:xfrm>
            <a:custGeom>
              <a:avLst/>
              <a:gdLst/>
              <a:ahLst/>
              <a:cxnLst/>
              <a:rect l="l" t="t" r="r" b="b"/>
              <a:pathLst>
                <a:path w="1014094" h="113665">
                  <a:moveTo>
                    <a:pt x="1014094" y="0"/>
                  </a:moveTo>
                  <a:lnTo>
                    <a:pt x="0" y="0"/>
                  </a:lnTo>
                  <a:lnTo>
                    <a:pt x="0" y="113315"/>
                  </a:lnTo>
                  <a:lnTo>
                    <a:pt x="1014094" y="113315"/>
                  </a:lnTo>
                  <a:lnTo>
                    <a:pt x="1014094" y="0"/>
                  </a:lnTo>
                  <a:close/>
                </a:path>
              </a:pathLst>
            </a:custGeom>
            <a:solidFill>
              <a:srgbClr val="353535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14676870" y="8422963"/>
              <a:ext cx="1905000" cy="1817370"/>
            </a:xfrm>
            <a:custGeom>
              <a:avLst/>
              <a:gdLst/>
              <a:ahLst/>
              <a:cxnLst/>
              <a:rect l="l" t="t" r="r" b="b"/>
              <a:pathLst>
                <a:path w="1905000" h="1817370">
                  <a:moveTo>
                    <a:pt x="1893633" y="0"/>
                  </a:moveTo>
                  <a:lnTo>
                    <a:pt x="1879828" y="0"/>
                  </a:lnTo>
                  <a:lnTo>
                    <a:pt x="1879828" y="16929"/>
                  </a:lnTo>
                  <a:lnTo>
                    <a:pt x="1879828" y="31229"/>
                  </a:lnTo>
                  <a:lnTo>
                    <a:pt x="1879828" y="38658"/>
                  </a:lnTo>
                  <a:lnTo>
                    <a:pt x="1879828" y="65163"/>
                  </a:lnTo>
                  <a:lnTo>
                    <a:pt x="1879828" y="72618"/>
                  </a:lnTo>
                  <a:lnTo>
                    <a:pt x="1879828" y="108038"/>
                  </a:lnTo>
                  <a:lnTo>
                    <a:pt x="1815947" y="108038"/>
                  </a:lnTo>
                  <a:lnTo>
                    <a:pt x="1815947" y="72618"/>
                  </a:lnTo>
                  <a:lnTo>
                    <a:pt x="1879828" y="72618"/>
                  </a:lnTo>
                  <a:lnTo>
                    <a:pt x="1879828" y="65163"/>
                  </a:lnTo>
                  <a:lnTo>
                    <a:pt x="1815947" y="65163"/>
                  </a:lnTo>
                  <a:lnTo>
                    <a:pt x="1815947" y="38658"/>
                  </a:lnTo>
                  <a:lnTo>
                    <a:pt x="1879828" y="38658"/>
                  </a:lnTo>
                  <a:lnTo>
                    <a:pt x="1879828" y="31229"/>
                  </a:lnTo>
                  <a:lnTo>
                    <a:pt x="1815947" y="31229"/>
                  </a:lnTo>
                  <a:lnTo>
                    <a:pt x="1815947" y="16929"/>
                  </a:lnTo>
                  <a:lnTo>
                    <a:pt x="1879828" y="16929"/>
                  </a:lnTo>
                  <a:lnTo>
                    <a:pt x="1879828" y="0"/>
                  </a:lnTo>
                  <a:lnTo>
                    <a:pt x="1805571" y="0"/>
                  </a:lnTo>
                  <a:lnTo>
                    <a:pt x="1805571" y="16929"/>
                  </a:lnTo>
                  <a:lnTo>
                    <a:pt x="1805571" y="31229"/>
                  </a:lnTo>
                  <a:lnTo>
                    <a:pt x="1805571" y="38658"/>
                  </a:lnTo>
                  <a:lnTo>
                    <a:pt x="1805571" y="65163"/>
                  </a:lnTo>
                  <a:lnTo>
                    <a:pt x="1805571" y="72618"/>
                  </a:lnTo>
                  <a:lnTo>
                    <a:pt x="1805571" y="108038"/>
                  </a:lnTo>
                  <a:lnTo>
                    <a:pt x="1754009" y="108038"/>
                  </a:lnTo>
                  <a:lnTo>
                    <a:pt x="1754009" y="72618"/>
                  </a:lnTo>
                  <a:lnTo>
                    <a:pt x="1805571" y="72618"/>
                  </a:lnTo>
                  <a:lnTo>
                    <a:pt x="1805571" y="65163"/>
                  </a:lnTo>
                  <a:lnTo>
                    <a:pt x="1754009" y="65163"/>
                  </a:lnTo>
                  <a:lnTo>
                    <a:pt x="1754009" y="38658"/>
                  </a:lnTo>
                  <a:lnTo>
                    <a:pt x="1805571" y="38658"/>
                  </a:lnTo>
                  <a:lnTo>
                    <a:pt x="1805571" y="31229"/>
                  </a:lnTo>
                  <a:lnTo>
                    <a:pt x="1754009" y="31229"/>
                  </a:lnTo>
                  <a:lnTo>
                    <a:pt x="1754009" y="16929"/>
                  </a:lnTo>
                  <a:lnTo>
                    <a:pt x="1805571" y="16929"/>
                  </a:lnTo>
                  <a:lnTo>
                    <a:pt x="1805571" y="0"/>
                  </a:lnTo>
                  <a:lnTo>
                    <a:pt x="1743633" y="0"/>
                  </a:lnTo>
                  <a:lnTo>
                    <a:pt x="1743633" y="16929"/>
                  </a:lnTo>
                  <a:lnTo>
                    <a:pt x="1743633" y="31229"/>
                  </a:lnTo>
                  <a:lnTo>
                    <a:pt x="1743633" y="38658"/>
                  </a:lnTo>
                  <a:lnTo>
                    <a:pt x="1743633" y="65163"/>
                  </a:lnTo>
                  <a:lnTo>
                    <a:pt x="1743633" y="72618"/>
                  </a:lnTo>
                  <a:lnTo>
                    <a:pt x="1743633" y="108038"/>
                  </a:lnTo>
                  <a:lnTo>
                    <a:pt x="1679740" y="108038"/>
                  </a:lnTo>
                  <a:lnTo>
                    <a:pt x="1679740" y="72618"/>
                  </a:lnTo>
                  <a:lnTo>
                    <a:pt x="1743633" y="72618"/>
                  </a:lnTo>
                  <a:lnTo>
                    <a:pt x="1743633" y="65163"/>
                  </a:lnTo>
                  <a:lnTo>
                    <a:pt x="1679740" y="65163"/>
                  </a:lnTo>
                  <a:lnTo>
                    <a:pt x="1679740" y="38658"/>
                  </a:lnTo>
                  <a:lnTo>
                    <a:pt x="1743633" y="38658"/>
                  </a:lnTo>
                  <a:lnTo>
                    <a:pt x="1743633" y="31229"/>
                  </a:lnTo>
                  <a:lnTo>
                    <a:pt x="1679740" y="31229"/>
                  </a:lnTo>
                  <a:lnTo>
                    <a:pt x="1679740" y="16929"/>
                  </a:lnTo>
                  <a:lnTo>
                    <a:pt x="1743633" y="16929"/>
                  </a:lnTo>
                  <a:lnTo>
                    <a:pt x="1743633" y="0"/>
                  </a:lnTo>
                  <a:lnTo>
                    <a:pt x="1669376" y="0"/>
                  </a:lnTo>
                  <a:lnTo>
                    <a:pt x="1669376" y="16929"/>
                  </a:lnTo>
                  <a:lnTo>
                    <a:pt x="1669376" y="31229"/>
                  </a:lnTo>
                  <a:lnTo>
                    <a:pt x="1669376" y="38658"/>
                  </a:lnTo>
                  <a:lnTo>
                    <a:pt x="1669376" y="65163"/>
                  </a:lnTo>
                  <a:lnTo>
                    <a:pt x="1669376" y="72618"/>
                  </a:lnTo>
                  <a:lnTo>
                    <a:pt x="1669376" y="108038"/>
                  </a:lnTo>
                  <a:lnTo>
                    <a:pt x="1605470" y="108038"/>
                  </a:lnTo>
                  <a:lnTo>
                    <a:pt x="1605470" y="72618"/>
                  </a:lnTo>
                  <a:lnTo>
                    <a:pt x="1669376" y="72618"/>
                  </a:lnTo>
                  <a:lnTo>
                    <a:pt x="1669376" y="65163"/>
                  </a:lnTo>
                  <a:lnTo>
                    <a:pt x="1605470" y="65163"/>
                  </a:lnTo>
                  <a:lnTo>
                    <a:pt x="1605470" y="38658"/>
                  </a:lnTo>
                  <a:lnTo>
                    <a:pt x="1669376" y="38658"/>
                  </a:lnTo>
                  <a:lnTo>
                    <a:pt x="1669376" y="31229"/>
                  </a:lnTo>
                  <a:lnTo>
                    <a:pt x="1605470" y="31229"/>
                  </a:lnTo>
                  <a:lnTo>
                    <a:pt x="1605470" y="16929"/>
                  </a:lnTo>
                  <a:lnTo>
                    <a:pt x="1669376" y="16929"/>
                  </a:lnTo>
                  <a:lnTo>
                    <a:pt x="1669376" y="0"/>
                  </a:lnTo>
                  <a:lnTo>
                    <a:pt x="1595120" y="0"/>
                  </a:lnTo>
                  <a:lnTo>
                    <a:pt x="1595120" y="16929"/>
                  </a:lnTo>
                  <a:lnTo>
                    <a:pt x="1595120" y="31229"/>
                  </a:lnTo>
                  <a:lnTo>
                    <a:pt x="1595120" y="38658"/>
                  </a:lnTo>
                  <a:lnTo>
                    <a:pt x="1595120" y="65163"/>
                  </a:lnTo>
                  <a:lnTo>
                    <a:pt x="1595120" y="72618"/>
                  </a:lnTo>
                  <a:lnTo>
                    <a:pt x="1595120" y="108038"/>
                  </a:lnTo>
                  <a:lnTo>
                    <a:pt x="1531188" y="108038"/>
                  </a:lnTo>
                  <a:lnTo>
                    <a:pt x="1531188" y="72618"/>
                  </a:lnTo>
                  <a:lnTo>
                    <a:pt x="1595120" y="72618"/>
                  </a:lnTo>
                  <a:lnTo>
                    <a:pt x="1595120" y="65163"/>
                  </a:lnTo>
                  <a:lnTo>
                    <a:pt x="1531188" y="65163"/>
                  </a:lnTo>
                  <a:lnTo>
                    <a:pt x="1531188" y="38658"/>
                  </a:lnTo>
                  <a:lnTo>
                    <a:pt x="1595120" y="38658"/>
                  </a:lnTo>
                  <a:lnTo>
                    <a:pt x="1595120" y="31229"/>
                  </a:lnTo>
                  <a:lnTo>
                    <a:pt x="1531188" y="31229"/>
                  </a:lnTo>
                  <a:lnTo>
                    <a:pt x="1531188" y="16929"/>
                  </a:lnTo>
                  <a:lnTo>
                    <a:pt x="1595120" y="16929"/>
                  </a:lnTo>
                  <a:lnTo>
                    <a:pt x="1595120" y="0"/>
                  </a:lnTo>
                  <a:lnTo>
                    <a:pt x="1520888" y="0"/>
                  </a:lnTo>
                  <a:lnTo>
                    <a:pt x="1520888" y="16929"/>
                  </a:lnTo>
                  <a:lnTo>
                    <a:pt x="1520888" y="31229"/>
                  </a:lnTo>
                  <a:lnTo>
                    <a:pt x="1520888" y="38658"/>
                  </a:lnTo>
                  <a:lnTo>
                    <a:pt x="1520888" y="65163"/>
                  </a:lnTo>
                  <a:lnTo>
                    <a:pt x="1520888" y="72618"/>
                  </a:lnTo>
                  <a:lnTo>
                    <a:pt x="1520888" y="108038"/>
                  </a:lnTo>
                  <a:lnTo>
                    <a:pt x="1453172" y="108038"/>
                  </a:lnTo>
                  <a:lnTo>
                    <a:pt x="1453172" y="72618"/>
                  </a:lnTo>
                  <a:lnTo>
                    <a:pt x="1520888" y="72618"/>
                  </a:lnTo>
                  <a:lnTo>
                    <a:pt x="1520888" y="65163"/>
                  </a:lnTo>
                  <a:lnTo>
                    <a:pt x="1453172" y="65163"/>
                  </a:lnTo>
                  <a:lnTo>
                    <a:pt x="1453172" y="38658"/>
                  </a:lnTo>
                  <a:lnTo>
                    <a:pt x="1520888" y="38658"/>
                  </a:lnTo>
                  <a:lnTo>
                    <a:pt x="1520888" y="31229"/>
                  </a:lnTo>
                  <a:lnTo>
                    <a:pt x="1453172" y="31229"/>
                  </a:lnTo>
                  <a:lnTo>
                    <a:pt x="1453172" y="16929"/>
                  </a:lnTo>
                  <a:lnTo>
                    <a:pt x="1520888" y="16929"/>
                  </a:lnTo>
                  <a:lnTo>
                    <a:pt x="1520888" y="0"/>
                  </a:lnTo>
                  <a:lnTo>
                    <a:pt x="1442948" y="0"/>
                  </a:lnTo>
                  <a:lnTo>
                    <a:pt x="1442948" y="16929"/>
                  </a:lnTo>
                  <a:lnTo>
                    <a:pt x="1442948" y="31229"/>
                  </a:lnTo>
                  <a:lnTo>
                    <a:pt x="1442948" y="38658"/>
                  </a:lnTo>
                  <a:lnTo>
                    <a:pt x="1442948" y="65163"/>
                  </a:lnTo>
                  <a:lnTo>
                    <a:pt x="1442948" y="72618"/>
                  </a:lnTo>
                  <a:lnTo>
                    <a:pt x="1442948" y="108038"/>
                  </a:lnTo>
                  <a:lnTo>
                    <a:pt x="1379410" y="108038"/>
                  </a:lnTo>
                  <a:lnTo>
                    <a:pt x="1379410" y="72618"/>
                  </a:lnTo>
                  <a:lnTo>
                    <a:pt x="1442948" y="72618"/>
                  </a:lnTo>
                  <a:lnTo>
                    <a:pt x="1442948" y="65163"/>
                  </a:lnTo>
                  <a:lnTo>
                    <a:pt x="1379410" y="65163"/>
                  </a:lnTo>
                  <a:lnTo>
                    <a:pt x="1379410" y="38658"/>
                  </a:lnTo>
                  <a:lnTo>
                    <a:pt x="1442948" y="38658"/>
                  </a:lnTo>
                  <a:lnTo>
                    <a:pt x="1442948" y="31229"/>
                  </a:lnTo>
                  <a:lnTo>
                    <a:pt x="1379410" y="31229"/>
                  </a:lnTo>
                  <a:lnTo>
                    <a:pt x="1379410" y="16929"/>
                  </a:lnTo>
                  <a:lnTo>
                    <a:pt x="1442948" y="16929"/>
                  </a:lnTo>
                  <a:lnTo>
                    <a:pt x="1442948" y="0"/>
                  </a:lnTo>
                  <a:lnTo>
                    <a:pt x="1369136" y="0"/>
                  </a:lnTo>
                  <a:lnTo>
                    <a:pt x="1369136" y="16929"/>
                  </a:lnTo>
                  <a:lnTo>
                    <a:pt x="1369136" y="31229"/>
                  </a:lnTo>
                  <a:lnTo>
                    <a:pt x="1369136" y="38658"/>
                  </a:lnTo>
                  <a:lnTo>
                    <a:pt x="1369136" y="65163"/>
                  </a:lnTo>
                  <a:lnTo>
                    <a:pt x="1369136" y="72618"/>
                  </a:lnTo>
                  <a:lnTo>
                    <a:pt x="1369136" y="108038"/>
                  </a:lnTo>
                  <a:lnTo>
                    <a:pt x="1317955" y="108038"/>
                  </a:lnTo>
                  <a:lnTo>
                    <a:pt x="1317955" y="72618"/>
                  </a:lnTo>
                  <a:lnTo>
                    <a:pt x="1369136" y="72618"/>
                  </a:lnTo>
                  <a:lnTo>
                    <a:pt x="1369136" y="65163"/>
                  </a:lnTo>
                  <a:lnTo>
                    <a:pt x="1317955" y="65163"/>
                  </a:lnTo>
                  <a:lnTo>
                    <a:pt x="1317955" y="38658"/>
                  </a:lnTo>
                  <a:lnTo>
                    <a:pt x="1369136" y="38658"/>
                  </a:lnTo>
                  <a:lnTo>
                    <a:pt x="1369136" y="31229"/>
                  </a:lnTo>
                  <a:lnTo>
                    <a:pt x="1317955" y="31229"/>
                  </a:lnTo>
                  <a:lnTo>
                    <a:pt x="1317955" y="16929"/>
                  </a:lnTo>
                  <a:lnTo>
                    <a:pt x="1369136" y="16929"/>
                  </a:lnTo>
                  <a:lnTo>
                    <a:pt x="1369136" y="0"/>
                  </a:lnTo>
                  <a:lnTo>
                    <a:pt x="1307668" y="0"/>
                  </a:lnTo>
                  <a:lnTo>
                    <a:pt x="1307668" y="16929"/>
                  </a:lnTo>
                  <a:lnTo>
                    <a:pt x="1307668" y="31229"/>
                  </a:lnTo>
                  <a:lnTo>
                    <a:pt x="1307668" y="38658"/>
                  </a:lnTo>
                  <a:lnTo>
                    <a:pt x="1307668" y="65163"/>
                  </a:lnTo>
                  <a:lnTo>
                    <a:pt x="1307668" y="72618"/>
                  </a:lnTo>
                  <a:lnTo>
                    <a:pt x="1307668" y="108038"/>
                  </a:lnTo>
                  <a:lnTo>
                    <a:pt x="1244142" y="108038"/>
                  </a:lnTo>
                  <a:lnTo>
                    <a:pt x="1244142" y="72618"/>
                  </a:lnTo>
                  <a:lnTo>
                    <a:pt x="1307668" y="72618"/>
                  </a:lnTo>
                  <a:lnTo>
                    <a:pt x="1307668" y="65163"/>
                  </a:lnTo>
                  <a:lnTo>
                    <a:pt x="1244142" y="65163"/>
                  </a:lnTo>
                  <a:lnTo>
                    <a:pt x="1244142" y="38658"/>
                  </a:lnTo>
                  <a:lnTo>
                    <a:pt x="1307668" y="38658"/>
                  </a:lnTo>
                  <a:lnTo>
                    <a:pt x="1307668" y="31229"/>
                  </a:lnTo>
                  <a:lnTo>
                    <a:pt x="1244142" y="31229"/>
                  </a:lnTo>
                  <a:lnTo>
                    <a:pt x="1244142" y="16929"/>
                  </a:lnTo>
                  <a:lnTo>
                    <a:pt x="1307668" y="16929"/>
                  </a:lnTo>
                  <a:lnTo>
                    <a:pt x="1307668" y="0"/>
                  </a:lnTo>
                  <a:lnTo>
                    <a:pt x="1233881" y="0"/>
                  </a:lnTo>
                  <a:lnTo>
                    <a:pt x="1233881" y="16929"/>
                  </a:lnTo>
                  <a:lnTo>
                    <a:pt x="1233881" y="31229"/>
                  </a:lnTo>
                  <a:lnTo>
                    <a:pt x="1233881" y="38658"/>
                  </a:lnTo>
                  <a:lnTo>
                    <a:pt x="1233881" y="65163"/>
                  </a:lnTo>
                  <a:lnTo>
                    <a:pt x="1233881" y="72618"/>
                  </a:lnTo>
                  <a:lnTo>
                    <a:pt x="1233881" y="108038"/>
                  </a:lnTo>
                  <a:lnTo>
                    <a:pt x="1170393" y="108038"/>
                  </a:lnTo>
                  <a:lnTo>
                    <a:pt x="1170393" y="72618"/>
                  </a:lnTo>
                  <a:lnTo>
                    <a:pt x="1233881" y="72618"/>
                  </a:lnTo>
                  <a:lnTo>
                    <a:pt x="1233881" y="65163"/>
                  </a:lnTo>
                  <a:lnTo>
                    <a:pt x="1170393" y="65163"/>
                  </a:lnTo>
                  <a:lnTo>
                    <a:pt x="1170393" y="38658"/>
                  </a:lnTo>
                  <a:lnTo>
                    <a:pt x="1233881" y="38658"/>
                  </a:lnTo>
                  <a:lnTo>
                    <a:pt x="1233881" y="31229"/>
                  </a:lnTo>
                  <a:lnTo>
                    <a:pt x="1170393" y="31229"/>
                  </a:lnTo>
                  <a:lnTo>
                    <a:pt x="1170393" y="16929"/>
                  </a:lnTo>
                  <a:lnTo>
                    <a:pt x="1233881" y="16929"/>
                  </a:lnTo>
                  <a:lnTo>
                    <a:pt x="1233881" y="0"/>
                  </a:lnTo>
                  <a:lnTo>
                    <a:pt x="1160119" y="0"/>
                  </a:lnTo>
                  <a:lnTo>
                    <a:pt x="1160119" y="16929"/>
                  </a:lnTo>
                  <a:lnTo>
                    <a:pt x="1160119" y="31229"/>
                  </a:lnTo>
                  <a:lnTo>
                    <a:pt x="1160119" y="38658"/>
                  </a:lnTo>
                  <a:lnTo>
                    <a:pt x="1160119" y="65163"/>
                  </a:lnTo>
                  <a:lnTo>
                    <a:pt x="1160119" y="72618"/>
                  </a:lnTo>
                  <a:lnTo>
                    <a:pt x="1160119" y="108038"/>
                  </a:lnTo>
                  <a:lnTo>
                    <a:pt x="1096594" y="108038"/>
                  </a:lnTo>
                  <a:lnTo>
                    <a:pt x="1096594" y="72618"/>
                  </a:lnTo>
                  <a:lnTo>
                    <a:pt x="1160119" y="72618"/>
                  </a:lnTo>
                  <a:lnTo>
                    <a:pt x="1160119" y="65163"/>
                  </a:lnTo>
                  <a:lnTo>
                    <a:pt x="1096594" y="65163"/>
                  </a:lnTo>
                  <a:lnTo>
                    <a:pt x="1096594" y="38658"/>
                  </a:lnTo>
                  <a:lnTo>
                    <a:pt x="1160119" y="38658"/>
                  </a:lnTo>
                  <a:lnTo>
                    <a:pt x="1160119" y="31229"/>
                  </a:lnTo>
                  <a:lnTo>
                    <a:pt x="1096594" y="31229"/>
                  </a:lnTo>
                  <a:lnTo>
                    <a:pt x="1096594" y="16929"/>
                  </a:lnTo>
                  <a:lnTo>
                    <a:pt x="1160119" y="16929"/>
                  </a:lnTo>
                  <a:lnTo>
                    <a:pt x="1160119" y="0"/>
                  </a:lnTo>
                  <a:lnTo>
                    <a:pt x="1086345" y="0"/>
                  </a:lnTo>
                  <a:lnTo>
                    <a:pt x="1086345" y="16929"/>
                  </a:lnTo>
                  <a:lnTo>
                    <a:pt x="1086345" y="31229"/>
                  </a:lnTo>
                  <a:lnTo>
                    <a:pt x="1086345" y="38658"/>
                  </a:lnTo>
                  <a:lnTo>
                    <a:pt x="1086345" y="65163"/>
                  </a:lnTo>
                  <a:lnTo>
                    <a:pt x="1086345" y="72618"/>
                  </a:lnTo>
                  <a:lnTo>
                    <a:pt x="1086345" y="108038"/>
                  </a:lnTo>
                  <a:lnTo>
                    <a:pt x="1035164" y="108038"/>
                  </a:lnTo>
                  <a:lnTo>
                    <a:pt x="1035164" y="72618"/>
                  </a:lnTo>
                  <a:lnTo>
                    <a:pt x="1086345" y="72618"/>
                  </a:lnTo>
                  <a:lnTo>
                    <a:pt x="1086345" y="65163"/>
                  </a:lnTo>
                  <a:lnTo>
                    <a:pt x="1035164" y="65163"/>
                  </a:lnTo>
                  <a:lnTo>
                    <a:pt x="1035164" y="38658"/>
                  </a:lnTo>
                  <a:lnTo>
                    <a:pt x="1086345" y="38658"/>
                  </a:lnTo>
                  <a:lnTo>
                    <a:pt x="1086345" y="31229"/>
                  </a:lnTo>
                  <a:lnTo>
                    <a:pt x="1035164" y="31229"/>
                  </a:lnTo>
                  <a:lnTo>
                    <a:pt x="1035164" y="16929"/>
                  </a:lnTo>
                  <a:lnTo>
                    <a:pt x="1086345" y="16929"/>
                  </a:lnTo>
                  <a:lnTo>
                    <a:pt x="1086345" y="0"/>
                  </a:lnTo>
                  <a:lnTo>
                    <a:pt x="1024915" y="0"/>
                  </a:lnTo>
                  <a:lnTo>
                    <a:pt x="1024915" y="16929"/>
                  </a:lnTo>
                  <a:lnTo>
                    <a:pt x="1024915" y="31229"/>
                  </a:lnTo>
                  <a:lnTo>
                    <a:pt x="1024915" y="38658"/>
                  </a:lnTo>
                  <a:lnTo>
                    <a:pt x="1024915" y="65163"/>
                  </a:lnTo>
                  <a:lnTo>
                    <a:pt x="1024915" y="72618"/>
                  </a:lnTo>
                  <a:lnTo>
                    <a:pt x="1024915" y="108038"/>
                  </a:lnTo>
                  <a:lnTo>
                    <a:pt x="961377" y="108038"/>
                  </a:lnTo>
                  <a:lnTo>
                    <a:pt x="961377" y="72618"/>
                  </a:lnTo>
                  <a:lnTo>
                    <a:pt x="1024915" y="72618"/>
                  </a:lnTo>
                  <a:lnTo>
                    <a:pt x="1024915" y="65163"/>
                  </a:lnTo>
                  <a:lnTo>
                    <a:pt x="961377" y="65163"/>
                  </a:lnTo>
                  <a:lnTo>
                    <a:pt x="961377" y="38658"/>
                  </a:lnTo>
                  <a:lnTo>
                    <a:pt x="1024915" y="38658"/>
                  </a:lnTo>
                  <a:lnTo>
                    <a:pt x="1024915" y="31229"/>
                  </a:lnTo>
                  <a:lnTo>
                    <a:pt x="961377" y="31229"/>
                  </a:lnTo>
                  <a:lnTo>
                    <a:pt x="961377" y="16929"/>
                  </a:lnTo>
                  <a:lnTo>
                    <a:pt x="1024915" y="16929"/>
                  </a:lnTo>
                  <a:lnTo>
                    <a:pt x="1024915" y="0"/>
                  </a:lnTo>
                  <a:lnTo>
                    <a:pt x="951077" y="0"/>
                  </a:lnTo>
                  <a:lnTo>
                    <a:pt x="951077" y="16929"/>
                  </a:lnTo>
                  <a:lnTo>
                    <a:pt x="951077" y="31229"/>
                  </a:lnTo>
                  <a:lnTo>
                    <a:pt x="887895" y="31229"/>
                  </a:lnTo>
                  <a:lnTo>
                    <a:pt x="887895" y="38658"/>
                  </a:lnTo>
                  <a:lnTo>
                    <a:pt x="951077" y="38658"/>
                  </a:lnTo>
                  <a:lnTo>
                    <a:pt x="951077" y="65163"/>
                  </a:lnTo>
                  <a:lnTo>
                    <a:pt x="887895" y="65163"/>
                  </a:lnTo>
                  <a:lnTo>
                    <a:pt x="887895" y="72618"/>
                  </a:lnTo>
                  <a:lnTo>
                    <a:pt x="951077" y="72618"/>
                  </a:lnTo>
                  <a:lnTo>
                    <a:pt x="951077" y="108038"/>
                  </a:lnTo>
                  <a:lnTo>
                    <a:pt x="887628" y="108038"/>
                  </a:lnTo>
                  <a:lnTo>
                    <a:pt x="887628" y="16929"/>
                  </a:lnTo>
                  <a:lnTo>
                    <a:pt x="951077" y="16929"/>
                  </a:lnTo>
                  <a:lnTo>
                    <a:pt x="951077" y="0"/>
                  </a:lnTo>
                  <a:lnTo>
                    <a:pt x="875245" y="0"/>
                  </a:lnTo>
                  <a:lnTo>
                    <a:pt x="875245" y="16929"/>
                  </a:lnTo>
                  <a:lnTo>
                    <a:pt x="877316" y="16929"/>
                  </a:lnTo>
                  <a:lnTo>
                    <a:pt x="877316" y="155384"/>
                  </a:lnTo>
                  <a:lnTo>
                    <a:pt x="878166" y="155384"/>
                  </a:lnTo>
                  <a:lnTo>
                    <a:pt x="878166" y="162445"/>
                  </a:lnTo>
                  <a:lnTo>
                    <a:pt x="1891868" y="162445"/>
                  </a:lnTo>
                  <a:lnTo>
                    <a:pt x="1891868" y="108038"/>
                  </a:lnTo>
                  <a:lnTo>
                    <a:pt x="1890128" y="108038"/>
                  </a:lnTo>
                  <a:lnTo>
                    <a:pt x="1890128" y="16929"/>
                  </a:lnTo>
                  <a:lnTo>
                    <a:pt x="1893633" y="16929"/>
                  </a:lnTo>
                  <a:lnTo>
                    <a:pt x="1893633" y="0"/>
                  </a:lnTo>
                  <a:close/>
                </a:path>
                <a:path w="1905000" h="1817370">
                  <a:moveTo>
                    <a:pt x="1904530" y="1206284"/>
                  </a:moveTo>
                  <a:lnTo>
                    <a:pt x="0" y="1206284"/>
                  </a:lnTo>
                  <a:lnTo>
                    <a:pt x="0" y="1816836"/>
                  </a:lnTo>
                  <a:lnTo>
                    <a:pt x="1904530" y="1816836"/>
                  </a:lnTo>
                  <a:lnTo>
                    <a:pt x="1904530" y="1206284"/>
                  </a:lnTo>
                  <a:close/>
                </a:path>
              </a:pathLst>
            </a:custGeom>
            <a:solidFill>
              <a:srgbClr val="DA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16581411" y="9629246"/>
              <a:ext cx="320675" cy="610870"/>
            </a:xfrm>
            <a:custGeom>
              <a:avLst/>
              <a:gdLst/>
              <a:ahLst/>
              <a:cxnLst/>
              <a:rect l="l" t="t" r="r" b="b"/>
              <a:pathLst>
                <a:path w="320675" h="610870">
                  <a:moveTo>
                    <a:pt x="0" y="610546"/>
                  </a:moveTo>
                  <a:lnTo>
                    <a:pt x="320241" y="610546"/>
                  </a:lnTo>
                  <a:lnTo>
                    <a:pt x="320241" y="0"/>
                  </a:lnTo>
                  <a:lnTo>
                    <a:pt x="0" y="0"/>
                  </a:lnTo>
                  <a:lnTo>
                    <a:pt x="0" y="610546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16582825" y="9562975"/>
              <a:ext cx="359410" cy="66675"/>
            </a:xfrm>
            <a:custGeom>
              <a:avLst/>
              <a:gdLst/>
              <a:ahLst/>
              <a:cxnLst/>
              <a:rect l="l" t="t" r="r" b="b"/>
              <a:pathLst>
                <a:path w="359409" h="66675">
                  <a:moveTo>
                    <a:pt x="0" y="66270"/>
                  </a:moveTo>
                  <a:lnTo>
                    <a:pt x="358879" y="66270"/>
                  </a:lnTo>
                  <a:lnTo>
                    <a:pt x="358879" y="0"/>
                  </a:lnTo>
                  <a:lnTo>
                    <a:pt x="0" y="0"/>
                  </a:lnTo>
                  <a:lnTo>
                    <a:pt x="0" y="66270"/>
                  </a:lnTo>
                  <a:close/>
                </a:path>
              </a:pathLst>
            </a:custGeom>
            <a:solidFill>
              <a:srgbClr val="BBD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14648245" y="9562975"/>
              <a:ext cx="1934845" cy="66675"/>
            </a:xfrm>
            <a:custGeom>
              <a:avLst/>
              <a:gdLst/>
              <a:ahLst/>
              <a:cxnLst/>
              <a:rect l="l" t="t" r="r" b="b"/>
              <a:pathLst>
                <a:path w="1934844" h="66675">
                  <a:moveTo>
                    <a:pt x="1934579" y="0"/>
                  </a:moveTo>
                  <a:lnTo>
                    <a:pt x="0" y="0"/>
                  </a:lnTo>
                  <a:lnTo>
                    <a:pt x="0" y="66270"/>
                  </a:lnTo>
                  <a:lnTo>
                    <a:pt x="1934579" y="66270"/>
                  </a:lnTo>
                  <a:lnTo>
                    <a:pt x="1934579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16799040" y="9017108"/>
              <a:ext cx="1689100" cy="1226820"/>
            </a:xfrm>
            <a:custGeom>
              <a:avLst/>
              <a:gdLst/>
              <a:ahLst/>
              <a:cxnLst/>
              <a:rect l="l" t="t" r="r" b="b"/>
              <a:pathLst>
                <a:path w="1689100" h="1226820">
                  <a:moveTo>
                    <a:pt x="1688712" y="0"/>
                  </a:moveTo>
                  <a:lnTo>
                    <a:pt x="764374" y="0"/>
                  </a:lnTo>
                  <a:lnTo>
                    <a:pt x="0" y="551072"/>
                  </a:lnTo>
                  <a:lnTo>
                    <a:pt x="0" y="1226549"/>
                  </a:lnTo>
                  <a:lnTo>
                    <a:pt x="1688712" y="1226549"/>
                  </a:lnTo>
                  <a:lnTo>
                    <a:pt x="1688712" y="0"/>
                  </a:lnTo>
                  <a:close/>
                </a:path>
              </a:pathLst>
            </a:custGeom>
            <a:solidFill>
              <a:srgbClr val="DA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16799040" y="9017107"/>
              <a:ext cx="1689100" cy="613410"/>
            </a:xfrm>
            <a:custGeom>
              <a:avLst/>
              <a:gdLst/>
              <a:ahLst/>
              <a:cxnLst/>
              <a:rect l="l" t="t" r="r" b="b"/>
              <a:pathLst>
                <a:path w="1689100" h="613409">
                  <a:moveTo>
                    <a:pt x="1688706" y="0"/>
                  </a:moveTo>
                  <a:lnTo>
                    <a:pt x="764362" y="0"/>
                  </a:lnTo>
                  <a:lnTo>
                    <a:pt x="0" y="551078"/>
                  </a:lnTo>
                  <a:lnTo>
                    <a:pt x="0" y="613283"/>
                  </a:lnTo>
                  <a:lnTo>
                    <a:pt x="764362" y="71107"/>
                  </a:lnTo>
                  <a:lnTo>
                    <a:pt x="1688706" y="71120"/>
                  </a:lnTo>
                  <a:lnTo>
                    <a:pt x="1688706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16799042" y="9087490"/>
              <a:ext cx="2026920" cy="622935"/>
            </a:xfrm>
            <a:custGeom>
              <a:avLst/>
              <a:gdLst/>
              <a:ahLst/>
              <a:cxnLst/>
              <a:rect l="l" t="t" r="r" b="b"/>
              <a:pathLst>
                <a:path w="2026919" h="622934">
                  <a:moveTo>
                    <a:pt x="2026461" y="0"/>
                  </a:moveTo>
                  <a:lnTo>
                    <a:pt x="764364" y="722"/>
                  </a:lnTo>
                  <a:lnTo>
                    <a:pt x="0" y="542894"/>
                  </a:lnTo>
                  <a:lnTo>
                    <a:pt x="0" y="622881"/>
                  </a:lnTo>
                  <a:lnTo>
                    <a:pt x="784374" y="69631"/>
                  </a:lnTo>
                  <a:lnTo>
                    <a:pt x="2024221" y="65170"/>
                  </a:lnTo>
                  <a:lnTo>
                    <a:pt x="2026461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18487751" y="9017107"/>
              <a:ext cx="337820" cy="70485"/>
            </a:xfrm>
            <a:custGeom>
              <a:avLst/>
              <a:gdLst/>
              <a:ahLst/>
              <a:cxnLst/>
              <a:rect l="l" t="t" r="r" b="b"/>
              <a:pathLst>
                <a:path w="337819" h="70484">
                  <a:moveTo>
                    <a:pt x="337748" y="0"/>
                  </a:moveTo>
                  <a:lnTo>
                    <a:pt x="0" y="0"/>
                  </a:lnTo>
                  <a:lnTo>
                    <a:pt x="0" y="70385"/>
                  </a:lnTo>
                  <a:lnTo>
                    <a:pt x="337748" y="70385"/>
                  </a:lnTo>
                  <a:lnTo>
                    <a:pt x="337748" y="0"/>
                  </a:lnTo>
                  <a:close/>
                </a:path>
              </a:pathLst>
            </a:custGeom>
            <a:solidFill>
              <a:srgbClr val="BBD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14677810" y="9627406"/>
              <a:ext cx="2121535" cy="616585"/>
            </a:xfrm>
            <a:custGeom>
              <a:avLst/>
              <a:gdLst/>
              <a:ahLst/>
              <a:cxnLst/>
              <a:rect l="l" t="t" r="r" b="b"/>
              <a:pathLst>
                <a:path w="2121534" h="616584">
                  <a:moveTo>
                    <a:pt x="1902028" y="0"/>
                  </a:moveTo>
                  <a:lnTo>
                    <a:pt x="0" y="0"/>
                  </a:lnTo>
                  <a:lnTo>
                    <a:pt x="0" y="82969"/>
                  </a:lnTo>
                  <a:lnTo>
                    <a:pt x="1902028" y="82969"/>
                  </a:lnTo>
                  <a:lnTo>
                    <a:pt x="1902028" y="0"/>
                  </a:lnTo>
                  <a:close/>
                </a:path>
                <a:path w="2121534" h="616584">
                  <a:moveTo>
                    <a:pt x="2121230" y="1841"/>
                  </a:moveTo>
                  <a:lnTo>
                    <a:pt x="1905000" y="1841"/>
                  </a:lnTo>
                  <a:lnTo>
                    <a:pt x="1905000" y="82969"/>
                  </a:lnTo>
                  <a:lnTo>
                    <a:pt x="2092312" y="82969"/>
                  </a:lnTo>
                  <a:lnTo>
                    <a:pt x="1903603" y="612394"/>
                  </a:lnTo>
                  <a:lnTo>
                    <a:pt x="2121230" y="616254"/>
                  </a:lnTo>
                  <a:lnTo>
                    <a:pt x="2121230" y="1841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17972217" y="9672323"/>
              <a:ext cx="22860" cy="407034"/>
            </a:xfrm>
            <a:custGeom>
              <a:avLst/>
              <a:gdLst/>
              <a:ahLst/>
              <a:cxnLst/>
              <a:rect l="l" t="t" r="r" b="b"/>
              <a:pathLst>
                <a:path w="22859" h="407034">
                  <a:moveTo>
                    <a:pt x="0" y="406542"/>
                  </a:moveTo>
                  <a:lnTo>
                    <a:pt x="22763" y="406542"/>
                  </a:lnTo>
                  <a:lnTo>
                    <a:pt x="22763" y="0"/>
                  </a:lnTo>
                  <a:lnTo>
                    <a:pt x="0" y="0"/>
                  </a:lnTo>
                  <a:lnTo>
                    <a:pt x="0" y="406542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7994974" y="9672326"/>
              <a:ext cx="360045" cy="481330"/>
            </a:xfrm>
            <a:custGeom>
              <a:avLst/>
              <a:gdLst/>
              <a:ahLst/>
              <a:cxnLst/>
              <a:rect l="l" t="t" r="r" b="b"/>
              <a:pathLst>
                <a:path w="360044" h="481329">
                  <a:moveTo>
                    <a:pt x="359562" y="0"/>
                  </a:moveTo>
                  <a:lnTo>
                    <a:pt x="0" y="0"/>
                  </a:lnTo>
                  <a:lnTo>
                    <a:pt x="0" y="457682"/>
                  </a:lnTo>
                  <a:lnTo>
                    <a:pt x="171056" y="457682"/>
                  </a:lnTo>
                  <a:lnTo>
                    <a:pt x="171056" y="458139"/>
                  </a:lnTo>
                  <a:lnTo>
                    <a:pt x="171056" y="481228"/>
                  </a:lnTo>
                  <a:lnTo>
                    <a:pt x="359562" y="481228"/>
                  </a:lnTo>
                  <a:lnTo>
                    <a:pt x="359562" y="458139"/>
                  </a:lnTo>
                  <a:lnTo>
                    <a:pt x="359562" y="457682"/>
                  </a:lnTo>
                  <a:lnTo>
                    <a:pt x="359562" y="0"/>
                  </a:lnTo>
                  <a:close/>
                </a:path>
              </a:pathLst>
            </a:custGeom>
            <a:solidFill>
              <a:srgbClr val="02131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7994981" y="9664711"/>
              <a:ext cx="360045" cy="13335"/>
            </a:xfrm>
            <a:custGeom>
              <a:avLst/>
              <a:gdLst/>
              <a:ahLst/>
              <a:cxnLst/>
              <a:rect l="l" t="t" r="r" b="b"/>
              <a:pathLst>
                <a:path w="360044" h="13334">
                  <a:moveTo>
                    <a:pt x="359559" y="0"/>
                  </a:moveTo>
                  <a:lnTo>
                    <a:pt x="0" y="0"/>
                  </a:lnTo>
                  <a:lnTo>
                    <a:pt x="0" y="13057"/>
                  </a:lnTo>
                  <a:lnTo>
                    <a:pt x="359559" y="13057"/>
                  </a:lnTo>
                  <a:lnTo>
                    <a:pt x="35955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17994981" y="9672878"/>
              <a:ext cx="360045" cy="5080"/>
            </a:xfrm>
            <a:custGeom>
              <a:avLst/>
              <a:gdLst/>
              <a:ahLst/>
              <a:cxnLst/>
              <a:rect l="l" t="t" r="r" b="b"/>
              <a:pathLst>
                <a:path w="360044" h="5079">
                  <a:moveTo>
                    <a:pt x="359559" y="0"/>
                  </a:moveTo>
                  <a:lnTo>
                    <a:pt x="0" y="0"/>
                  </a:lnTo>
                  <a:lnTo>
                    <a:pt x="0" y="4889"/>
                  </a:lnTo>
                  <a:lnTo>
                    <a:pt x="359559" y="4889"/>
                  </a:lnTo>
                  <a:lnTo>
                    <a:pt x="359559" y="0"/>
                  </a:lnTo>
                  <a:close/>
                </a:path>
              </a:pathLst>
            </a:custGeom>
            <a:solidFill>
              <a:srgbClr val="8D8D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17995532" y="10074230"/>
              <a:ext cx="360045" cy="56515"/>
            </a:xfrm>
            <a:custGeom>
              <a:avLst/>
              <a:gdLst/>
              <a:ahLst/>
              <a:cxnLst/>
              <a:rect l="l" t="t" r="r" b="b"/>
              <a:pathLst>
                <a:path w="360044" h="56515">
                  <a:moveTo>
                    <a:pt x="359562" y="52171"/>
                  </a:moveTo>
                  <a:lnTo>
                    <a:pt x="237947" y="52171"/>
                  </a:lnTo>
                  <a:lnTo>
                    <a:pt x="237947" y="55778"/>
                  </a:lnTo>
                  <a:lnTo>
                    <a:pt x="237947" y="56210"/>
                  </a:lnTo>
                  <a:lnTo>
                    <a:pt x="359562" y="56210"/>
                  </a:lnTo>
                  <a:lnTo>
                    <a:pt x="359562" y="55778"/>
                  </a:lnTo>
                  <a:lnTo>
                    <a:pt x="359562" y="52171"/>
                  </a:lnTo>
                  <a:close/>
                </a:path>
                <a:path w="360044" h="56515">
                  <a:moveTo>
                    <a:pt x="359562" y="0"/>
                  </a:moveTo>
                  <a:lnTo>
                    <a:pt x="0" y="0"/>
                  </a:lnTo>
                  <a:lnTo>
                    <a:pt x="0" y="4635"/>
                  </a:lnTo>
                  <a:lnTo>
                    <a:pt x="237947" y="4635"/>
                  </a:lnTo>
                  <a:lnTo>
                    <a:pt x="237947" y="13055"/>
                  </a:lnTo>
                  <a:lnTo>
                    <a:pt x="359562" y="13055"/>
                  </a:lnTo>
                  <a:lnTo>
                    <a:pt x="359562" y="4635"/>
                  </a:lnTo>
                  <a:lnTo>
                    <a:pt x="359562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18165522" y="10078865"/>
              <a:ext cx="192405" cy="110489"/>
            </a:xfrm>
            <a:custGeom>
              <a:avLst/>
              <a:gdLst/>
              <a:ahLst/>
              <a:cxnLst/>
              <a:rect l="l" t="t" r="r" b="b"/>
              <a:pathLst>
                <a:path w="192405" h="110490">
                  <a:moveTo>
                    <a:pt x="192024" y="0"/>
                  </a:moveTo>
                  <a:lnTo>
                    <a:pt x="66738" y="0"/>
                  </a:lnTo>
                  <a:lnTo>
                    <a:pt x="66738" y="51142"/>
                  </a:lnTo>
                  <a:lnTo>
                    <a:pt x="0" y="51142"/>
                  </a:lnTo>
                  <a:lnTo>
                    <a:pt x="0" y="110121"/>
                  </a:lnTo>
                  <a:lnTo>
                    <a:pt x="191617" y="110121"/>
                  </a:lnTo>
                  <a:lnTo>
                    <a:pt x="191617" y="51574"/>
                  </a:lnTo>
                  <a:lnTo>
                    <a:pt x="192024" y="51574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7823333" y="10078865"/>
              <a:ext cx="410209" cy="167640"/>
            </a:xfrm>
            <a:custGeom>
              <a:avLst/>
              <a:gdLst/>
              <a:ahLst/>
              <a:cxnLst/>
              <a:rect l="l" t="t" r="r" b="b"/>
              <a:pathLst>
                <a:path w="410209" h="167640">
                  <a:moveTo>
                    <a:pt x="410146" y="0"/>
                  </a:moveTo>
                  <a:lnTo>
                    <a:pt x="132537" y="0"/>
                  </a:lnTo>
                  <a:lnTo>
                    <a:pt x="132537" y="51054"/>
                  </a:lnTo>
                  <a:lnTo>
                    <a:pt x="66281" y="51054"/>
                  </a:lnTo>
                  <a:lnTo>
                    <a:pt x="66281" y="107226"/>
                  </a:lnTo>
                  <a:lnTo>
                    <a:pt x="66281" y="107505"/>
                  </a:lnTo>
                  <a:lnTo>
                    <a:pt x="0" y="107505"/>
                  </a:lnTo>
                  <a:lnTo>
                    <a:pt x="0" y="167525"/>
                  </a:lnTo>
                  <a:lnTo>
                    <a:pt x="277634" y="167525"/>
                  </a:lnTo>
                  <a:lnTo>
                    <a:pt x="277634" y="109448"/>
                  </a:lnTo>
                  <a:lnTo>
                    <a:pt x="342696" y="109448"/>
                  </a:lnTo>
                  <a:lnTo>
                    <a:pt x="342696" y="107226"/>
                  </a:lnTo>
                  <a:lnTo>
                    <a:pt x="342696" y="51600"/>
                  </a:lnTo>
                  <a:lnTo>
                    <a:pt x="410146" y="51600"/>
                  </a:lnTo>
                  <a:lnTo>
                    <a:pt x="410146" y="0"/>
                  </a:lnTo>
                  <a:close/>
                </a:path>
              </a:pathLst>
            </a:custGeom>
            <a:solidFill>
              <a:srgbClr val="4848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17889614" y="10107390"/>
              <a:ext cx="344170" cy="79375"/>
            </a:xfrm>
            <a:custGeom>
              <a:avLst/>
              <a:gdLst/>
              <a:ahLst/>
              <a:cxnLst/>
              <a:rect l="l" t="t" r="r" b="b"/>
              <a:pathLst>
                <a:path w="344169" h="79375">
                  <a:moveTo>
                    <a:pt x="276885" y="62318"/>
                  </a:moveTo>
                  <a:lnTo>
                    <a:pt x="0" y="62318"/>
                  </a:lnTo>
                  <a:lnTo>
                    <a:pt x="0" y="78701"/>
                  </a:lnTo>
                  <a:lnTo>
                    <a:pt x="0" y="79273"/>
                  </a:lnTo>
                  <a:lnTo>
                    <a:pt x="276885" y="79273"/>
                  </a:lnTo>
                  <a:lnTo>
                    <a:pt x="276885" y="78701"/>
                  </a:lnTo>
                  <a:lnTo>
                    <a:pt x="276885" y="62318"/>
                  </a:lnTo>
                  <a:close/>
                </a:path>
                <a:path w="344169" h="79375">
                  <a:moveTo>
                    <a:pt x="344106" y="0"/>
                  </a:moveTo>
                  <a:lnTo>
                    <a:pt x="66255" y="0"/>
                  </a:lnTo>
                  <a:lnTo>
                    <a:pt x="66255" y="23075"/>
                  </a:lnTo>
                  <a:lnTo>
                    <a:pt x="344106" y="23075"/>
                  </a:lnTo>
                  <a:lnTo>
                    <a:pt x="344106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8100087" y="10186087"/>
              <a:ext cx="258445" cy="60325"/>
            </a:xfrm>
            <a:custGeom>
              <a:avLst/>
              <a:gdLst/>
              <a:ahLst/>
              <a:cxnLst/>
              <a:rect l="l" t="t" r="r" b="b"/>
              <a:pathLst>
                <a:path w="258444" h="60325">
                  <a:moveTo>
                    <a:pt x="257845" y="0"/>
                  </a:moveTo>
                  <a:lnTo>
                    <a:pt x="0" y="0"/>
                  </a:lnTo>
                  <a:lnTo>
                    <a:pt x="0" y="60207"/>
                  </a:lnTo>
                  <a:lnTo>
                    <a:pt x="257845" y="60207"/>
                  </a:lnTo>
                  <a:lnTo>
                    <a:pt x="257845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17823667" y="10229583"/>
              <a:ext cx="276860" cy="17145"/>
            </a:xfrm>
            <a:custGeom>
              <a:avLst/>
              <a:gdLst/>
              <a:ahLst/>
              <a:cxnLst/>
              <a:rect l="l" t="t" r="r" b="b"/>
              <a:pathLst>
                <a:path w="276859" h="17145">
                  <a:moveTo>
                    <a:pt x="276839" y="0"/>
                  </a:moveTo>
                  <a:lnTo>
                    <a:pt x="0" y="0"/>
                  </a:lnTo>
                  <a:lnTo>
                    <a:pt x="0" y="16983"/>
                  </a:lnTo>
                  <a:lnTo>
                    <a:pt x="276839" y="16983"/>
                  </a:lnTo>
                  <a:lnTo>
                    <a:pt x="27683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18275768" y="9638596"/>
              <a:ext cx="100965" cy="43815"/>
            </a:xfrm>
            <a:custGeom>
              <a:avLst/>
              <a:gdLst/>
              <a:ahLst/>
              <a:cxnLst/>
              <a:rect l="l" t="t" r="r" b="b"/>
              <a:pathLst>
                <a:path w="100965" h="43815">
                  <a:moveTo>
                    <a:pt x="100510" y="0"/>
                  </a:moveTo>
                  <a:lnTo>
                    <a:pt x="0" y="0"/>
                  </a:lnTo>
                  <a:lnTo>
                    <a:pt x="0" y="43485"/>
                  </a:lnTo>
                  <a:lnTo>
                    <a:pt x="100510" y="43485"/>
                  </a:lnTo>
                  <a:lnTo>
                    <a:pt x="100510" y="0"/>
                  </a:lnTo>
                  <a:close/>
                </a:path>
              </a:pathLst>
            </a:custGeom>
            <a:solidFill>
              <a:srgbClr val="5822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17905371" y="9638596"/>
              <a:ext cx="374015" cy="43815"/>
            </a:xfrm>
            <a:custGeom>
              <a:avLst/>
              <a:gdLst/>
              <a:ahLst/>
              <a:cxnLst/>
              <a:rect l="l" t="t" r="r" b="b"/>
              <a:pathLst>
                <a:path w="374015" h="43815">
                  <a:moveTo>
                    <a:pt x="373894" y="0"/>
                  </a:moveTo>
                  <a:lnTo>
                    <a:pt x="0" y="0"/>
                  </a:lnTo>
                  <a:lnTo>
                    <a:pt x="0" y="43485"/>
                  </a:lnTo>
                  <a:lnTo>
                    <a:pt x="373894" y="43485"/>
                  </a:lnTo>
                  <a:lnTo>
                    <a:pt x="373894" y="0"/>
                  </a:lnTo>
                  <a:close/>
                </a:path>
              </a:pathLst>
            </a:custGeom>
            <a:solidFill>
              <a:srgbClr val="4018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7243349" y="9672323"/>
              <a:ext cx="22860" cy="407034"/>
            </a:xfrm>
            <a:custGeom>
              <a:avLst/>
              <a:gdLst/>
              <a:ahLst/>
              <a:cxnLst/>
              <a:rect l="l" t="t" r="r" b="b"/>
              <a:pathLst>
                <a:path w="22859" h="407034">
                  <a:moveTo>
                    <a:pt x="0" y="406542"/>
                  </a:moveTo>
                  <a:lnTo>
                    <a:pt x="22816" y="406542"/>
                  </a:lnTo>
                  <a:lnTo>
                    <a:pt x="22816" y="0"/>
                  </a:lnTo>
                  <a:lnTo>
                    <a:pt x="0" y="0"/>
                  </a:lnTo>
                  <a:lnTo>
                    <a:pt x="0" y="406542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7266159" y="9672326"/>
              <a:ext cx="360045" cy="481330"/>
            </a:xfrm>
            <a:custGeom>
              <a:avLst/>
              <a:gdLst/>
              <a:ahLst/>
              <a:cxnLst/>
              <a:rect l="l" t="t" r="r" b="b"/>
              <a:pathLst>
                <a:path w="360044" h="481329">
                  <a:moveTo>
                    <a:pt x="359575" y="0"/>
                  </a:moveTo>
                  <a:lnTo>
                    <a:pt x="0" y="0"/>
                  </a:lnTo>
                  <a:lnTo>
                    <a:pt x="0" y="457682"/>
                  </a:lnTo>
                  <a:lnTo>
                    <a:pt x="171005" y="457682"/>
                  </a:lnTo>
                  <a:lnTo>
                    <a:pt x="171005" y="458139"/>
                  </a:lnTo>
                  <a:lnTo>
                    <a:pt x="171005" y="481228"/>
                  </a:lnTo>
                  <a:lnTo>
                    <a:pt x="359575" y="481228"/>
                  </a:lnTo>
                  <a:lnTo>
                    <a:pt x="359575" y="458139"/>
                  </a:lnTo>
                  <a:lnTo>
                    <a:pt x="359575" y="457682"/>
                  </a:lnTo>
                  <a:lnTo>
                    <a:pt x="359575" y="0"/>
                  </a:lnTo>
                  <a:close/>
                </a:path>
              </a:pathLst>
            </a:custGeom>
            <a:solidFill>
              <a:srgbClr val="02131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17266165" y="9664711"/>
              <a:ext cx="360045" cy="13335"/>
            </a:xfrm>
            <a:custGeom>
              <a:avLst/>
              <a:gdLst/>
              <a:ahLst/>
              <a:cxnLst/>
              <a:rect l="l" t="t" r="r" b="b"/>
              <a:pathLst>
                <a:path w="360044" h="13334">
                  <a:moveTo>
                    <a:pt x="359570" y="0"/>
                  </a:moveTo>
                  <a:lnTo>
                    <a:pt x="0" y="0"/>
                  </a:lnTo>
                  <a:lnTo>
                    <a:pt x="0" y="13057"/>
                  </a:lnTo>
                  <a:lnTo>
                    <a:pt x="359570" y="13057"/>
                  </a:lnTo>
                  <a:lnTo>
                    <a:pt x="35957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17266165" y="9672878"/>
              <a:ext cx="360045" cy="5080"/>
            </a:xfrm>
            <a:custGeom>
              <a:avLst/>
              <a:gdLst/>
              <a:ahLst/>
              <a:cxnLst/>
              <a:rect l="l" t="t" r="r" b="b"/>
              <a:pathLst>
                <a:path w="360044" h="5079">
                  <a:moveTo>
                    <a:pt x="359570" y="0"/>
                  </a:moveTo>
                  <a:lnTo>
                    <a:pt x="0" y="0"/>
                  </a:lnTo>
                  <a:lnTo>
                    <a:pt x="0" y="4889"/>
                  </a:lnTo>
                  <a:lnTo>
                    <a:pt x="359570" y="4889"/>
                  </a:lnTo>
                  <a:lnTo>
                    <a:pt x="359570" y="0"/>
                  </a:lnTo>
                  <a:close/>
                </a:path>
              </a:pathLst>
            </a:custGeom>
            <a:solidFill>
              <a:srgbClr val="8D8D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7266692" y="10074230"/>
              <a:ext cx="360045" cy="56515"/>
            </a:xfrm>
            <a:custGeom>
              <a:avLst/>
              <a:gdLst/>
              <a:ahLst/>
              <a:cxnLst/>
              <a:rect l="l" t="t" r="r" b="b"/>
              <a:pathLst>
                <a:path w="360044" h="56515">
                  <a:moveTo>
                    <a:pt x="359562" y="52171"/>
                  </a:moveTo>
                  <a:lnTo>
                    <a:pt x="237972" y="52171"/>
                  </a:lnTo>
                  <a:lnTo>
                    <a:pt x="237972" y="55778"/>
                  </a:lnTo>
                  <a:lnTo>
                    <a:pt x="237972" y="56210"/>
                  </a:lnTo>
                  <a:lnTo>
                    <a:pt x="359562" y="56210"/>
                  </a:lnTo>
                  <a:lnTo>
                    <a:pt x="359562" y="55778"/>
                  </a:lnTo>
                  <a:lnTo>
                    <a:pt x="359562" y="52171"/>
                  </a:lnTo>
                  <a:close/>
                </a:path>
                <a:path w="360044" h="56515">
                  <a:moveTo>
                    <a:pt x="359562" y="0"/>
                  </a:moveTo>
                  <a:lnTo>
                    <a:pt x="0" y="0"/>
                  </a:lnTo>
                  <a:lnTo>
                    <a:pt x="0" y="4635"/>
                  </a:lnTo>
                  <a:lnTo>
                    <a:pt x="237972" y="4635"/>
                  </a:lnTo>
                  <a:lnTo>
                    <a:pt x="237972" y="13055"/>
                  </a:lnTo>
                  <a:lnTo>
                    <a:pt x="359562" y="13055"/>
                  </a:lnTo>
                  <a:lnTo>
                    <a:pt x="359562" y="4635"/>
                  </a:lnTo>
                  <a:lnTo>
                    <a:pt x="359562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7436694" y="10078865"/>
              <a:ext cx="192405" cy="110489"/>
            </a:xfrm>
            <a:custGeom>
              <a:avLst/>
              <a:gdLst/>
              <a:ahLst/>
              <a:cxnLst/>
              <a:rect l="l" t="t" r="r" b="b"/>
              <a:pathLst>
                <a:path w="192405" h="110490">
                  <a:moveTo>
                    <a:pt x="192024" y="0"/>
                  </a:moveTo>
                  <a:lnTo>
                    <a:pt x="66751" y="0"/>
                  </a:lnTo>
                  <a:lnTo>
                    <a:pt x="66751" y="51142"/>
                  </a:lnTo>
                  <a:lnTo>
                    <a:pt x="0" y="51142"/>
                  </a:lnTo>
                  <a:lnTo>
                    <a:pt x="0" y="110121"/>
                  </a:lnTo>
                  <a:lnTo>
                    <a:pt x="191668" y="110121"/>
                  </a:lnTo>
                  <a:lnTo>
                    <a:pt x="191668" y="51574"/>
                  </a:lnTo>
                  <a:lnTo>
                    <a:pt x="192024" y="51574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17094531" y="10078865"/>
              <a:ext cx="410209" cy="167640"/>
            </a:xfrm>
            <a:custGeom>
              <a:avLst/>
              <a:gdLst/>
              <a:ahLst/>
              <a:cxnLst/>
              <a:rect l="l" t="t" r="r" b="b"/>
              <a:pathLst>
                <a:path w="410209" h="167640">
                  <a:moveTo>
                    <a:pt x="410133" y="0"/>
                  </a:moveTo>
                  <a:lnTo>
                    <a:pt x="132537" y="0"/>
                  </a:lnTo>
                  <a:lnTo>
                    <a:pt x="132537" y="51054"/>
                  </a:lnTo>
                  <a:lnTo>
                    <a:pt x="66281" y="51054"/>
                  </a:lnTo>
                  <a:lnTo>
                    <a:pt x="66281" y="107226"/>
                  </a:lnTo>
                  <a:lnTo>
                    <a:pt x="66281" y="107505"/>
                  </a:lnTo>
                  <a:lnTo>
                    <a:pt x="0" y="107505"/>
                  </a:lnTo>
                  <a:lnTo>
                    <a:pt x="0" y="167525"/>
                  </a:lnTo>
                  <a:lnTo>
                    <a:pt x="277609" y="167525"/>
                  </a:lnTo>
                  <a:lnTo>
                    <a:pt x="277609" y="109448"/>
                  </a:lnTo>
                  <a:lnTo>
                    <a:pt x="342633" y="109448"/>
                  </a:lnTo>
                  <a:lnTo>
                    <a:pt x="342633" y="107226"/>
                  </a:lnTo>
                  <a:lnTo>
                    <a:pt x="342633" y="51600"/>
                  </a:lnTo>
                  <a:lnTo>
                    <a:pt x="410133" y="51600"/>
                  </a:lnTo>
                  <a:lnTo>
                    <a:pt x="410133" y="0"/>
                  </a:lnTo>
                  <a:close/>
                </a:path>
              </a:pathLst>
            </a:custGeom>
            <a:solidFill>
              <a:srgbClr val="4848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7160812" y="10107390"/>
              <a:ext cx="344170" cy="79375"/>
            </a:xfrm>
            <a:custGeom>
              <a:avLst/>
              <a:gdLst/>
              <a:ahLst/>
              <a:cxnLst/>
              <a:rect l="l" t="t" r="r" b="b"/>
              <a:pathLst>
                <a:path w="344169" h="79375">
                  <a:moveTo>
                    <a:pt x="276860" y="62318"/>
                  </a:moveTo>
                  <a:lnTo>
                    <a:pt x="0" y="62318"/>
                  </a:lnTo>
                  <a:lnTo>
                    <a:pt x="0" y="78701"/>
                  </a:lnTo>
                  <a:lnTo>
                    <a:pt x="0" y="79273"/>
                  </a:lnTo>
                  <a:lnTo>
                    <a:pt x="276860" y="79273"/>
                  </a:lnTo>
                  <a:lnTo>
                    <a:pt x="276860" y="78701"/>
                  </a:lnTo>
                  <a:lnTo>
                    <a:pt x="276860" y="62318"/>
                  </a:lnTo>
                  <a:close/>
                </a:path>
                <a:path w="344169" h="79375">
                  <a:moveTo>
                    <a:pt x="344081" y="0"/>
                  </a:moveTo>
                  <a:lnTo>
                    <a:pt x="66255" y="0"/>
                  </a:lnTo>
                  <a:lnTo>
                    <a:pt x="66255" y="23075"/>
                  </a:lnTo>
                  <a:lnTo>
                    <a:pt x="344081" y="23075"/>
                  </a:lnTo>
                  <a:lnTo>
                    <a:pt x="344081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17371272" y="10186087"/>
              <a:ext cx="258445" cy="60325"/>
            </a:xfrm>
            <a:custGeom>
              <a:avLst/>
              <a:gdLst/>
              <a:ahLst/>
              <a:cxnLst/>
              <a:rect l="l" t="t" r="r" b="b"/>
              <a:pathLst>
                <a:path w="258444" h="60325">
                  <a:moveTo>
                    <a:pt x="257866" y="0"/>
                  </a:moveTo>
                  <a:lnTo>
                    <a:pt x="0" y="0"/>
                  </a:lnTo>
                  <a:lnTo>
                    <a:pt x="0" y="60207"/>
                  </a:lnTo>
                  <a:lnTo>
                    <a:pt x="257866" y="60207"/>
                  </a:lnTo>
                  <a:lnTo>
                    <a:pt x="257866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17094841" y="10229583"/>
              <a:ext cx="276860" cy="17145"/>
            </a:xfrm>
            <a:custGeom>
              <a:avLst/>
              <a:gdLst/>
              <a:ahLst/>
              <a:cxnLst/>
              <a:rect l="l" t="t" r="r" b="b"/>
              <a:pathLst>
                <a:path w="276859" h="17145">
                  <a:moveTo>
                    <a:pt x="276839" y="0"/>
                  </a:moveTo>
                  <a:lnTo>
                    <a:pt x="0" y="0"/>
                  </a:lnTo>
                  <a:lnTo>
                    <a:pt x="0" y="16983"/>
                  </a:lnTo>
                  <a:lnTo>
                    <a:pt x="276839" y="16983"/>
                  </a:lnTo>
                  <a:lnTo>
                    <a:pt x="27683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7547015" y="9638596"/>
              <a:ext cx="100965" cy="43815"/>
            </a:xfrm>
            <a:custGeom>
              <a:avLst/>
              <a:gdLst/>
              <a:ahLst/>
              <a:cxnLst/>
              <a:rect l="l" t="t" r="r" b="b"/>
              <a:pathLst>
                <a:path w="100965" h="43815">
                  <a:moveTo>
                    <a:pt x="100478" y="0"/>
                  </a:moveTo>
                  <a:lnTo>
                    <a:pt x="0" y="0"/>
                  </a:lnTo>
                  <a:lnTo>
                    <a:pt x="0" y="43485"/>
                  </a:lnTo>
                  <a:lnTo>
                    <a:pt x="100478" y="43485"/>
                  </a:lnTo>
                  <a:lnTo>
                    <a:pt x="100478" y="0"/>
                  </a:lnTo>
                  <a:close/>
                </a:path>
              </a:pathLst>
            </a:custGeom>
            <a:solidFill>
              <a:srgbClr val="5822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7176524" y="9638596"/>
              <a:ext cx="374015" cy="43815"/>
            </a:xfrm>
            <a:custGeom>
              <a:avLst/>
              <a:gdLst/>
              <a:ahLst/>
              <a:cxnLst/>
              <a:rect l="l" t="t" r="r" b="b"/>
              <a:pathLst>
                <a:path w="374015" h="43815">
                  <a:moveTo>
                    <a:pt x="373946" y="0"/>
                  </a:moveTo>
                  <a:lnTo>
                    <a:pt x="0" y="0"/>
                  </a:lnTo>
                  <a:lnTo>
                    <a:pt x="0" y="43485"/>
                  </a:lnTo>
                  <a:lnTo>
                    <a:pt x="373946" y="43485"/>
                  </a:lnTo>
                  <a:lnTo>
                    <a:pt x="373946" y="0"/>
                  </a:lnTo>
                  <a:close/>
                </a:path>
              </a:pathLst>
            </a:custGeom>
            <a:solidFill>
              <a:srgbClr val="4018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7307525" y="9424341"/>
              <a:ext cx="41910" cy="109855"/>
            </a:xfrm>
            <a:custGeom>
              <a:avLst/>
              <a:gdLst/>
              <a:ahLst/>
              <a:cxnLst/>
              <a:rect l="l" t="t" r="r" b="b"/>
              <a:pathLst>
                <a:path w="41909" h="109854">
                  <a:moveTo>
                    <a:pt x="0" y="109630"/>
                  </a:moveTo>
                  <a:lnTo>
                    <a:pt x="41443" y="109630"/>
                  </a:lnTo>
                  <a:lnTo>
                    <a:pt x="41443" y="0"/>
                  </a:lnTo>
                  <a:lnTo>
                    <a:pt x="0" y="0"/>
                  </a:lnTo>
                  <a:lnTo>
                    <a:pt x="0" y="109630"/>
                  </a:lnTo>
                  <a:close/>
                </a:path>
              </a:pathLst>
            </a:custGeom>
            <a:solidFill>
              <a:srgbClr val="9AD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7348969" y="9424341"/>
              <a:ext cx="370840" cy="109855"/>
            </a:xfrm>
            <a:custGeom>
              <a:avLst/>
              <a:gdLst/>
              <a:ahLst/>
              <a:cxnLst/>
              <a:rect l="l" t="t" r="r" b="b"/>
              <a:pathLst>
                <a:path w="370840" h="109854">
                  <a:moveTo>
                    <a:pt x="370355" y="0"/>
                  </a:moveTo>
                  <a:lnTo>
                    <a:pt x="0" y="0"/>
                  </a:lnTo>
                  <a:lnTo>
                    <a:pt x="0" y="109630"/>
                  </a:lnTo>
                  <a:lnTo>
                    <a:pt x="370355" y="109630"/>
                  </a:lnTo>
                  <a:lnTo>
                    <a:pt x="370355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7947485" y="9424341"/>
              <a:ext cx="41910" cy="109855"/>
            </a:xfrm>
            <a:custGeom>
              <a:avLst/>
              <a:gdLst/>
              <a:ahLst/>
              <a:cxnLst/>
              <a:rect l="l" t="t" r="r" b="b"/>
              <a:pathLst>
                <a:path w="41909" h="109854">
                  <a:moveTo>
                    <a:pt x="0" y="109630"/>
                  </a:moveTo>
                  <a:lnTo>
                    <a:pt x="41443" y="109630"/>
                  </a:lnTo>
                  <a:lnTo>
                    <a:pt x="41443" y="0"/>
                  </a:lnTo>
                  <a:lnTo>
                    <a:pt x="0" y="0"/>
                  </a:lnTo>
                  <a:lnTo>
                    <a:pt x="0" y="109630"/>
                  </a:lnTo>
                  <a:close/>
                </a:path>
              </a:pathLst>
            </a:custGeom>
            <a:solidFill>
              <a:srgbClr val="9AD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7988929" y="9424341"/>
              <a:ext cx="370840" cy="109855"/>
            </a:xfrm>
            <a:custGeom>
              <a:avLst/>
              <a:gdLst/>
              <a:ahLst/>
              <a:cxnLst/>
              <a:rect l="l" t="t" r="r" b="b"/>
              <a:pathLst>
                <a:path w="370840" h="109854">
                  <a:moveTo>
                    <a:pt x="370355" y="0"/>
                  </a:moveTo>
                  <a:lnTo>
                    <a:pt x="0" y="0"/>
                  </a:lnTo>
                  <a:lnTo>
                    <a:pt x="0" y="109630"/>
                  </a:lnTo>
                  <a:lnTo>
                    <a:pt x="370355" y="109630"/>
                  </a:lnTo>
                  <a:lnTo>
                    <a:pt x="370355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4845768" y="9823941"/>
              <a:ext cx="242570" cy="250825"/>
            </a:xfrm>
            <a:custGeom>
              <a:avLst/>
              <a:gdLst/>
              <a:ahLst/>
              <a:cxnLst/>
              <a:rect l="l" t="t" r="r" b="b"/>
              <a:pathLst>
                <a:path w="242569" h="250825">
                  <a:moveTo>
                    <a:pt x="242484" y="0"/>
                  </a:moveTo>
                  <a:lnTo>
                    <a:pt x="0" y="0"/>
                  </a:lnTo>
                  <a:lnTo>
                    <a:pt x="0" y="250484"/>
                  </a:lnTo>
                  <a:lnTo>
                    <a:pt x="242484" y="250484"/>
                  </a:lnTo>
                  <a:lnTo>
                    <a:pt x="242484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4845768" y="9853595"/>
              <a:ext cx="213995" cy="220979"/>
            </a:xfrm>
            <a:custGeom>
              <a:avLst/>
              <a:gdLst/>
              <a:ahLst/>
              <a:cxnLst/>
              <a:rect l="l" t="t" r="r" b="b"/>
              <a:pathLst>
                <a:path w="213994" h="220979">
                  <a:moveTo>
                    <a:pt x="213805" y="0"/>
                  </a:moveTo>
                  <a:lnTo>
                    <a:pt x="0" y="0"/>
                  </a:lnTo>
                  <a:lnTo>
                    <a:pt x="0" y="220830"/>
                  </a:lnTo>
                  <a:lnTo>
                    <a:pt x="213805" y="220830"/>
                  </a:lnTo>
                  <a:lnTo>
                    <a:pt x="213805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4954864" y="9823941"/>
              <a:ext cx="24765" cy="250825"/>
            </a:xfrm>
            <a:custGeom>
              <a:avLst/>
              <a:gdLst/>
              <a:ahLst/>
              <a:cxnLst/>
              <a:rect l="l" t="t" r="r" b="b"/>
              <a:pathLst>
                <a:path w="24765" h="250825">
                  <a:moveTo>
                    <a:pt x="24302" y="0"/>
                  </a:moveTo>
                  <a:lnTo>
                    <a:pt x="0" y="0"/>
                  </a:lnTo>
                  <a:lnTo>
                    <a:pt x="0" y="250484"/>
                  </a:lnTo>
                  <a:lnTo>
                    <a:pt x="24302" y="250484"/>
                  </a:lnTo>
                  <a:lnTo>
                    <a:pt x="24302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5289765" y="9823941"/>
              <a:ext cx="242570" cy="250825"/>
            </a:xfrm>
            <a:custGeom>
              <a:avLst/>
              <a:gdLst/>
              <a:ahLst/>
              <a:cxnLst/>
              <a:rect l="l" t="t" r="r" b="b"/>
              <a:pathLst>
                <a:path w="242569" h="250825">
                  <a:moveTo>
                    <a:pt x="242474" y="0"/>
                  </a:moveTo>
                  <a:lnTo>
                    <a:pt x="0" y="0"/>
                  </a:lnTo>
                  <a:lnTo>
                    <a:pt x="0" y="250484"/>
                  </a:lnTo>
                  <a:lnTo>
                    <a:pt x="242474" y="250484"/>
                  </a:lnTo>
                  <a:lnTo>
                    <a:pt x="242474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5289765" y="9853595"/>
              <a:ext cx="213995" cy="220979"/>
            </a:xfrm>
            <a:custGeom>
              <a:avLst/>
              <a:gdLst/>
              <a:ahLst/>
              <a:cxnLst/>
              <a:rect l="l" t="t" r="r" b="b"/>
              <a:pathLst>
                <a:path w="213994" h="220979">
                  <a:moveTo>
                    <a:pt x="213773" y="0"/>
                  </a:moveTo>
                  <a:lnTo>
                    <a:pt x="0" y="0"/>
                  </a:lnTo>
                  <a:lnTo>
                    <a:pt x="0" y="220830"/>
                  </a:lnTo>
                  <a:lnTo>
                    <a:pt x="213773" y="220830"/>
                  </a:lnTo>
                  <a:lnTo>
                    <a:pt x="213773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5398882" y="9823941"/>
              <a:ext cx="24765" cy="250825"/>
            </a:xfrm>
            <a:custGeom>
              <a:avLst/>
              <a:gdLst/>
              <a:ahLst/>
              <a:cxnLst/>
              <a:rect l="l" t="t" r="r" b="b"/>
              <a:pathLst>
                <a:path w="24765" h="250825">
                  <a:moveTo>
                    <a:pt x="24240" y="0"/>
                  </a:moveTo>
                  <a:lnTo>
                    <a:pt x="0" y="0"/>
                  </a:lnTo>
                  <a:lnTo>
                    <a:pt x="0" y="250484"/>
                  </a:lnTo>
                  <a:lnTo>
                    <a:pt x="24240" y="250484"/>
                  </a:lnTo>
                  <a:lnTo>
                    <a:pt x="24240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5733730" y="9823941"/>
              <a:ext cx="242570" cy="250825"/>
            </a:xfrm>
            <a:custGeom>
              <a:avLst/>
              <a:gdLst/>
              <a:ahLst/>
              <a:cxnLst/>
              <a:rect l="l" t="t" r="r" b="b"/>
              <a:pathLst>
                <a:path w="242569" h="250825">
                  <a:moveTo>
                    <a:pt x="242474" y="0"/>
                  </a:moveTo>
                  <a:lnTo>
                    <a:pt x="0" y="0"/>
                  </a:lnTo>
                  <a:lnTo>
                    <a:pt x="0" y="250484"/>
                  </a:lnTo>
                  <a:lnTo>
                    <a:pt x="242474" y="250484"/>
                  </a:lnTo>
                  <a:lnTo>
                    <a:pt x="242474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5733730" y="9853595"/>
              <a:ext cx="213995" cy="220979"/>
            </a:xfrm>
            <a:custGeom>
              <a:avLst/>
              <a:gdLst/>
              <a:ahLst/>
              <a:cxnLst/>
              <a:rect l="l" t="t" r="r" b="b"/>
              <a:pathLst>
                <a:path w="213994" h="220979">
                  <a:moveTo>
                    <a:pt x="213752" y="0"/>
                  </a:moveTo>
                  <a:lnTo>
                    <a:pt x="0" y="0"/>
                  </a:lnTo>
                  <a:lnTo>
                    <a:pt x="0" y="220830"/>
                  </a:lnTo>
                  <a:lnTo>
                    <a:pt x="213752" y="220830"/>
                  </a:lnTo>
                  <a:lnTo>
                    <a:pt x="213752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5842837" y="9823941"/>
              <a:ext cx="24765" cy="250825"/>
            </a:xfrm>
            <a:custGeom>
              <a:avLst/>
              <a:gdLst/>
              <a:ahLst/>
              <a:cxnLst/>
              <a:rect l="l" t="t" r="r" b="b"/>
              <a:pathLst>
                <a:path w="24765" h="250825">
                  <a:moveTo>
                    <a:pt x="24261" y="0"/>
                  </a:moveTo>
                  <a:lnTo>
                    <a:pt x="0" y="0"/>
                  </a:lnTo>
                  <a:lnTo>
                    <a:pt x="0" y="250484"/>
                  </a:lnTo>
                  <a:lnTo>
                    <a:pt x="24261" y="250484"/>
                  </a:lnTo>
                  <a:lnTo>
                    <a:pt x="24261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6177738" y="9823941"/>
              <a:ext cx="242570" cy="250825"/>
            </a:xfrm>
            <a:custGeom>
              <a:avLst/>
              <a:gdLst/>
              <a:ahLst/>
              <a:cxnLst/>
              <a:rect l="l" t="t" r="r" b="b"/>
              <a:pathLst>
                <a:path w="242569" h="250825">
                  <a:moveTo>
                    <a:pt x="242432" y="0"/>
                  </a:moveTo>
                  <a:lnTo>
                    <a:pt x="0" y="0"/>
                  </a:lnTo>
                  <a:lnTo>
                    <a:pt x="0" y="250484"/>
                  </a:lnTo>
                  <a:lnTo>
                    <a:pt x="242432" y="250484"/>
                  </a:lnTo>
                  <a:lnTo>
                    <a:pt x="242432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6177738" y="9853595"/>
              <a:ext cx="213995" cy="220979"/>
            </a:xfrm>
            <a:custGeom>
              <a:avLst/>
              <a:gdLst/>
              <a:ahLst/>
              <a:cxnLst/>
              <a:rect l="l" t="t" r="r" b="b"/>
              <a:pathLst>
                <a:path w="213994" h="220979">
                  <a:moveTo>
                    <a:pt x="213731" y="0"/>
                  </a:moveTo>
                  <a:lnTo>
                    <a:pt x="0" y="0"/>
                  </a:lnTo>
                  <a:lnTo>
                    <a:pt x="0" y="220830"/>
                  </a:lnTo>
                  <a:lnTo>
                    <a:pt x="213731" y="220830"/>
                  </a:lnTo>
                  <a:lnTo>
                    <a:pt x="213731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6286844" y="9823941"/>
              <a:ext cx="24765" cy="250825"/>
            </a:xfrm>
            <a:custGeom>
              <a:avLst/>
              <a:gdLst/>
              <a:ahLst/>
              <a:cxnLst/>
              <a:rect l="l" t="t" r="r" b="b"/>
              <a:pathLst>
                <a:path w="24765" h="250825">
                  <a:moveTo>
                    <a:pt x="24219" y="0"/>
                  </a:moveTo>
                  <a:lnTo>
                    <a:pt x="0" y="0"/>
                  </a:lnTo>
                  <a:lnTo>
                    <a:pt x="0" y="250484"/>
                  </a:lnTo>
                  <a:lnTo>
                    <a:pt x="24219" y="250484"/>
                  </a:lnTo>
                  <a:lnTo>
                    <a:pt x="24219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0" name="object 330" descr=""/>
          <p:cNvSpPr/>
          <p:nvPr/>
        </p:nvSpPr>
        <p:spPr>
          <a:xfrm>
            <a:off x="13759172" y="4981984"/>
            <a:ext cx="88900" cy="217170"/>
          </a:xfrm>
          <a:custGeom>
            <a:avLst/>
            <a:gdLst/>
            <a:ahLst/>
            <a:cxnLst/>
            <a:rect l="l" t="t" r="r" b="b"/>
            <a:pathLst>
              <a:path w="88900" h="217170">
                <a:moveTo>
                  <a:pt x="0" y="216674"/>
                </a:moveTo>
                <a:lnTo>
                  <a:pt x="88751" y="216674"/>
                </a:lnTo>
                <a:lnTo>
                  <a:pt x="88751" y="0"/>
                </a:lnTo>
                <a:lnTo>
                  <a:pt x="0" y="0"/>
                </a:lnTo>
                <a:lnTo>
                  <a:pt x="0" y="216674"/>
                </a:lnTo>
                <a:close/>
              </a:path>
            </a:pathLst>
          </a:custGeom>
          <a:solidFill>
            <a:srgbClr val="490F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1" name="object 331" descr=""/>
          <p:cNvGrpSpPr/>
          <p:nvPr/>
        </p:nvGrpSpPr>
        <p:grpSpPr>
          <a:xfrm>
            <a:off x="13354801" y="3888811"/>
            <a:ext cx="927100" cy="1145540"/>
            <a:chOff x="13354801" y="3888811"/>
            <a:chExt cx="927100" cy="1145540"/>
          </a:xfrm>
        </p:grpSpPr>
        <p:sp>
          <p:nvSpPr>
            <p:cNvPr id="332" name="object 332" descr=""/>
            <p:cNvSpPr/>
            <p:nvPr/>
          </p:nvSpPr>
          <p:spPr>
            <a:xfrm>
              <a:off x="13427093" y="4320165"/>
              <a:ext cx="774700" cy="542290"/>
            </a:xfrm>
            <a:custGeom>
              <a:avLst/>
              <a:gdLst/>
              <a:ahLst/>
              <a:cxnLst/>
              <a:rect l="l" t="t" r="r" b="b"/>
              <a:pathLst>
                <a:path w="774700" h="542289">
                  <a:moveTo>
                    <a:pt x="376459" y="0"/>
                  </a:moveTo>
                  <a:lnTo>
                    <a:pt x="0" y="541836"/>
                  </a:lnTo>
                  <a:lnTo>
                    <a:pt x="774301" y="541836"/>
                  </a:lnTo>
                  <a:lnTo>
                    <a:pt x="376459" y="0"/>
                  </a:lnTo>
                  <a:close/>
                </a:path>
              </a:pathLst>
            </a:custGeom>
            <a:solidFill>
              <a:srgbClr val="1F7A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3803549" y="4320171"/>
              <a:ext cx="398145" cy="542290"/>
            </a:xfrm>
            <a:custGeom>
              <a:avLst/>
              <a:gdLst/>
              <a:ahLst/>
              <a:cxnLst/>
              <a:rect l="l" t="t" r="r" b="b"/>
              <a:pathLst>
                <a:path w="398144" h="542289">
                  <a:moveTo>
                    <a:pt x="0" y="0"/>
                  </a:moveTo>
                  <a:lnTo>
                    <a:pt x="0" y="541836"/>
                  </a:lnTo>
                  <a:lnTo>
                    <a:pt x="397851" y="541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3354801" y="4492106"/>
              <a:ext cx="927100" cy="542290"/>
            </a:xfrm>
            <a:custGeom>
              <a:avLst/>
              <a:gdLst/>
              <a:ahLst/>
              <a:cxnLst/>
              <a:rect l="l" t="t" r="r" b="b"/>
              <a:pathLst>
                <a:path w="927100" h="542289">
                  <a:moveTo>
                    <a:pt x="450593" y="0"/>
                  </a:moveTo>
                  <a:lnTo>
                    <a:pt x="0" y="541836"/>
                  </a:lnTo>
                  <a:lnTo>
                    <a:pt x="926799" y="541836"/>
                  </a:lnTo>
                  <a:lnTo>
                    <a:pt x="450593" y="0"/>
                  </a:lnTo>
                  <a:close/>
                </a:path>
              </a:pathLst>
            </a:custGeom>
            <a:solidFill>
              <a:srgbClr val="1F7A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3805394" y="4492110"/>
              <a:ext cx="476250" cy="542290"/>
            </a:xfrm>
            <a:custGeom>
              <a:avLst/>
              <a:gdLst/>
              <a:ahLst/>
              <a:cxnLst/>
              <a:rect l="l" t="t" r="r" b="b"/>
              <a:pathLst>
                <a:path w="476250" h="542289">
                  <a:moveTo>
                    <a:pt x="0" y="0"/>
                  </a:moveTo>
                  <a:lnTo>
                    <a:pt x="0" y="541836"/>
                  </a:lnTo>
                  <a:lnTo>
                    <a:pt x="476205" y="541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3536757" y="4121489"/>
              <a:ext cx="558800" cy="469900"/>
            </a:xfrm>
            <a:custGeom>
              <a:avLst/>
              <a:gdLst/>
              <a:ahLst/>
              <a:cxnLst/>
              <a:rect l="l" t="t" r="r" b="b"/>
              <a:pathLst>
                <a:path w="558800" h="469900">
                  <a:moveTo>
                    <a:pt x="271478" y="0"/>
                  </a:moveTo>
                  <a:lnTo>
                    <a:pt x="0" y="469598"/>
                  </a:lnTo>
                  <a:lnTo>
                    <a:pt x="558370" y="469598"/>
                  </a:lnTo>
                  <a:lnTo>
                    <a:pt x="271478" y="0"/>
                  </a:lnTo>
                  <a:close/>
                </a:path>
              </a:pathLst>
            </a:custGeom>
            <a:solidFill>
              <a:srgbClr val="1F7A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3808230" y="4121487"/>
              <a:ext cx="287020" cy="469900"/>
            </a:xfrm>
            <a:custGeom>
              <a:avLst/>
              <a:gdLst/>
              <a:ahLst/>
              <a:cxnLst/>
              <a:rect l="l" t="t" r="r" b="b"/>
              <a:pathLst>
                <a:path w="287019" h="469900">
                  <a:moveTo>
                    <a:pt x="0" y="0"/>
                  </a:moveTo>
                  <a:lnTo>
                    <a:pt x="0" y="469598"/>
                  </a:lnTo>
                  <a:lnTo>
                    <a:pt x="286902" y="469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3670299" y="3888811"/>
              <a:ext cx="277495" cy="440690"/>
            </a:xfrm>
            <a:custGeom>
              <a:avLst/>
              <a:gdLst/>
              <a:ahLst/>
              <a:cxnLst/>
              <a:rect l="l" t="t" r="r" b="b"/>
              <a:pathLst>
                <a:path w="277494" h="440689">
                  <a:moveTo>
                    <a:pt x="134854" y="0"/>
                  </a:moveTo>
                  <a:lnTo>
                    <a:pt x="0" y="440625"/>
                  </a:lnTo>
                  <a:lnTo>
                    <a:pt x="277363" y="440625"/>
                  </a:lnTo>
                  <a:lnTo>
                    <a:pt x="134854" y="0"/>
                  </a:lnTo>
                  <a:close/>
                </a:path>
              </a:pathLst>
            </a:custGeom>
            <a:solidFill>
              <a:srgbClr val="1F7A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3805151" y="3888816"/>
              <a:ext cx="142875" cy="440690"/>
            </a:xfrm>
            <a:custGeom>
              <a:avLst/>
              <a:gdLst/>
              <a:ahLst/>
              <a:cxnLst/>
              <a:rect l="l" t="t" r="r" b="b"/>
              <a:pathLst>
                <a:path w="142875" h="440689">
                  <a:moveTo>
                    <a:pt x="0" y="0"/>
                  </a:moveTo>
                  <a:lnTo>
                    <a:pt x="0" y="440625"/>
                  </a:lnTo>
                  <a:lnTo>
                    <a:pt x="142508" y="440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0" name="object 340" descr=""/>
          <p:cNvGrpSpPr/>
          <p:nvPr/>
        </p:nvGrpSpPr>
        <p:grpSpPr>
          <a:xfrm>
            <a:off x="7169107" y="3316842"/>
            <a:ext cx="3810000" cy="1419225"/>
            <a:chOff x="7169107" y="3316842"/>
            <a:chExt cx="3810000" cy="1419225"/>
          </a:xfrm>
        </p:grpSpPr>
        <p:sp>
          <p:nvSpPr>
            <p:cNvPr id="341" name="object 341" descr=""/>
            <p:cNvSpPr/>
            <p:nvPr/>
          </p:nvSpPr>
          <p:spPr>
            <a:xfrm>
              <a:off x="7169107" y="3344323"/>
              <a:ext cx="3797300" cy="1391920"/>
            </a:xfrm>
            <a:custGeom>
              <a:avLst/>
              <a:gdLst/>
              <a:ahLst/>
              <a:cxnLst/>
              <a:rect l="l" t="t" r="r" b="b"/>
              <a:pathLst>
                <a:path w="3797300" h="1391920">
                  <a:moveTo>
                    <a:pt x="3795890" y="1368649"/>
                  </a:moveTo>
                  <a:lnTo>
                    <a:pt x="1624243" y="1368649"/>
                  </a:lnTo>
                  <a:lnTo>
                    <a:pt x="1672190" y="1374947"/>
                  </a:lnTo>
                  <a:lnTo>
                    <a:pt x="1721583" y="1380840"/>
                  </a:lnTo>
                  <a:lnTo>
                    <a:pt x="1772323" y="1386336"/>
                  </a:lnTo>
                  <a:lnTo>
                    <a:pt x="1824310" y="1391444"/>
                  </a:lnTo>
                  <a:lnTo>
                    <a:pt x="3706892" y="1386177"/>
                  </a:lnTo>
                  <a:lnTo>
                    <a:pt x="3751243" y="1379730"/>
                  </a:lnTo>
                  <a:lnTo>
                    <a:pt x="3794648" y="1370994"/>
                  </a:lnTo>
                  <a:lnTo>
                    <a:pt x="3795890" y="1368649"/>
                  </a:lnTo>
                  <a:close/>
                </a:path>
                <a:path w="3797300" h="1391920">
                  <a:moveTo>
                    <a:pt x="1532253" y="0"/>
                  </a:moveTo>
                  <a:lnTo>
                    <a:pt x="1488235" y="16134"/>
                  </a:lnTo>
                  <a:lnTo>
                    <a:pt x="1456683" y="43504"/>
                  </a:lnTo>
                  <a:lnTo>
                    <a:pt x="1414486" y="81613"/>
                  </a:lnTo>
                  <a:lnTo>
                    <a:pt x="1365385" y="126831"/>
                  </a:lnTo>
                  <a:lnTo>
                    <a:pt x="1261435" y="224084"/>
                  </a:lnTo>
                  <a:lnTo>
                    <a:pt x="1147269" y="332585"/>
                  </a:lnTo>
                  <a:lnTo>
                    <a:pt x="1135316" y="344272"/>
                  </a:lnTo>
                  <a:lnTo>
                    <a:pt x="1110673" y="353227"/>
                  </a:lnTo>
                  <a:lnTo>
                    <a:pt x="1063569" y="364041"/>
                  </a:lnTo>
                  <a:lnTo>
                    <a:pt x="1012138" y="376575"/>
                  </a:lnTo>
                  <a:lnTo>
                    <a:pt x="974514" y="390689"/>
                  </a:lnTo>
                  <a:lnTo>
                    <a:pt x="934982" y="427126"/>
                  </a:lnTo>
                  <a:lnTo>
                    <a:pt x="880685" y="480518"/>
                  </a:lnTo>
                  <a:lnTo>
                    <a:pt x="699211" y="662629"/>
                  </a:lnTo>
                  <a:lnTo>
                    <a:pt x="3821" y="1370722"/>
                  </a:lnTo>
                  <a:lnTo>
                    <a:pt x="1308" y="1373319"/>
                  </a:lnTo>
                  <a:lnTo>
                    <a:pt x="0" y="1374628"/>
                  </a:lnTo>
                  <a:lnTo>
                    <a:pt x="3795890" y="1368649"/>
                  </a:lnTo>
                  <a:lnTo>
                    <a:pt x="3797015" y="1366523"/>
                  </a:lnTo>
                  <a:lnTo>
                    <a:pt x="3793748" y="1360126"/>
                  </a:lnTo>
                  <a:lnTo>
                    <a:pt x="3768147" y="1335404"/>
                  </a:lnTo>
                  <a:lnTo>
                    <a:pt x="3765623" y="1333488"/>
                  </a:lnTo>
                  <a:lnTo>
                    <a:pt x="3765330" y="1333310"/>
                  </a:lnTo>
                  <a:lnTo>
                    <a:pt x="3686632" y="1278863"/>
                  </a:lnTo>
                  <a:lnTo>
                    <a:pt x="3599123" y="1230476"/>
                  </a:lnTo>
                  <a:lnTo>
                    <a:pt x="3447654" y="1160935"/>
                  </a:lnTo>
                  <a:lnTo>
                    <a:pt x="3177076" y="1043025"/>
                  </a:lnTo>
                  <a:lnTo>
                    <a:pt x="2809605" y="858818"/>
                  </a:lnTo>
                  <a:lnTo>
                    <a:pt x="2542065" y="728926"/>
                  </a:lnTo>
                  <a:lnTo>
                    <a:pt x="2389141" y="663058"/>
                  </a:lnTo>
                  <a:lnTo>
                    <a:pt x="2385990" y="662587"/>
                  </a:lnTo>
                  <a:lnTo>
                    <a:pt x="2364667" y="649598"/>
                  </a:lnTo>
                  <a:lnTo>
                    <a:pt x="2334392" y="616788"/>
                  </a:lnTo>
                  <a:lnTo>
                    <a:pt x="2298577" y="570655"/>
                  </a:lnTo>
                  <a:lnTo>
                    <a:pt x="2260634" y="517701"/>
                  </a:lnTo>
                  <a:lnTo>
                    <a:pt x="2223972" y="464425"/>
                  </a:lnTo>
                  <a:lnTo>
                    <a:pt x="2192005" y="417326"/>
                  </a:lnTo>
                  <a:lnTo>
                    <a:pt x="2168143" y="382906"/>
                  </a:lnTo>
                  <a:lnTo>
                    <a:pt x="2155798" y="367664"/>
                  </a:lnTo>
                  <a:lnTo>
                    <a:pt x="2136028" y="352396"/>
                  </a:lnTo>
                  <a:lnTo>
                    <a:pt x="2104992" y="326232"/>
                  </a:lnTo>
                  <a:lnTo>
                    <a:pt x="2072611" y="297540"/>
                  </a:lnTo>
                  <a:lnTo>
                    <a:pt x="2048806" y="274693"/>
                  </a:lnTo>
                  <a:lnTo>
                    <a:pt x="2025439" y="263511"/>
                  </a:lnTo>
                  <a:lnTo>
                    <a:pt x="1979641" y="250077"/>
                  </a:lnTo>
                  <a:lnTo>
                    <a:pt x="1795679" y="204543"/>
                  </a:lnTo>
                  <a:lnTo>
                    <a:pt x="1748176" y="190386"/>
                  </a:lnTo>
                  <a:lnTo>
                    <a:pt x="1704277" y="161149"/>
                  </a:lnTo>
                  <a:lnTo>
                    <a:pt x="1653946" y="98780"/>
                  </a:lnTo>
                  <a:lnTo>
                    <a:pt x="1598359" y="24596"/>
                  </a:lnTo>
                  <a:lnTo>
                    <a:pt x="1587944" y="19080"/>
                  </a:lnTo>
                  <a:lnTo>
                    <a:pt x="1562838" y="8099"/>
                  </a:lnTo>
                  <a:lnTo>
                    <a:pt x="1532253" y="0"/>
                  </a:lnTo>
                  <a:close/>
                </a:path>
              </a:pathLst>
            </a:custGeom>
            <a:solidFill>
              <a:srgbClr val="A4BB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8663738" y="3316842"/>
              <a:ext cx="2315210" cy="1347470"/>
            </a:xfrm>
            <a:custGeom>
              <a:avLst/>
              <a:gdLst/>
              <a:ahLst/>
              <a:cxnLst/>
              <a:rect l="l" t="t" r="r" b="b"/>
              <a:pathLst>
                <a:path w="2315209" h="1347470">
                  <a:moveTo>
                    <a:pt x="27185" y="0"/>
                  </a:moveTo>
                  <a:lnTo>
                    <a:pt x="0" y="3607"/>
                  </a:lnTo>
                  <a:lnTo>
                    <a:pt x="6858" y="8792"/>
                  </a:lnTo>
                  <a:lnTo>
                    <a:pt x="22187" y="20984"/>
                  </a:lnTo>
                  <a:lnTo>
                    <a:pt x="38122" y="35143"/>
                  </a:lnTo>
                  <a:lnTo>
                    <a:pt x="46794" y="46223"/>
                  </a:lnTo>
                  <a:lnTo>
                    <a:pt x="71220" y="150729"/>
                  </a:lnTo>
                  <a:lnTo>
                    <a:pt x="89151" y="221434"/>
                  </a:lnTo>
                  <a:lnTo>
                    <a:pt x="102918" y="261557"/>
                  </a:lnTo>
                  <a:lnTo>
                    <a:pt x="125829" y="274537"/>
                  </a:lnTo>
                  <a:lnTo>
                    <a:pt x="173563" y="293337"/>
                  </a:lnTo>
                  <a:lnTo>
                    <a:pt x="233847" y="315973"/>
                  </a:lnTo>
                  <a:lnTo>
                    <a:pt x="294408" y="340462"/>
                  </a:lnTo>
                  <a:lnTo>
                    <a:pt x="342972" y="364819"/>
                  </a:lnTo>
                  <a:lnTo>
                    <a:pt x="367266" y="387061"/>
                  </a:lnTo>
                  <a:lnTo>
                    <a:pt x="377755" y="412701"/>
                  </a:lnTo>
                  <a:lnTo>
                    <a:pt x="390242" y="438418"/>
                  </a:lnTo>
                  <a:lnTo>
                    <a:pt x="412815" y="479665"/>
                  </a:lnTo>
                  <a:lnTo>
                    <a:pt x="453567" y="551894"/>
                  </a:lnTo>
                  <a:lnTo>
                    <a:pt x="603133" y="799384"/>
                  </a:lnTo>
                  <a:lnTo>
                    <a:pt x="995152" y="1043334"/>
                  </a:lnTo>
                  <a:lnTo>
                    <a:pt x="1028548" y="1055145"/>
                  </a:lnTo>
                  <a:lnTo>
                    <a:pt x="1066483" y="1070517"/>
                  </a:lnTo>
                  <a:lnTo>
                    <a:pt x="1108411" y="1088587"/>
                  </a:lnTo>
                  <a:lnTo>
                    <a:pt x="1153785" y="1108492"/>
                  </a:lnTo>
                  <a:lnTo>
                    <a:pt x="1202060" y="1129371"/>
                  </a:lnTo>
                  <a:lnTo>
                    <a:pt x="1252689" y="1150361"/>
                  </a:lnTo>
                  <a:lnTo>
                    <a:pt x="1305126" y="1170599"/>
                  </a:lnTo>
                  <a:lnTo>
                    <a:pt x="1358825" y="1189224"/>
                  </a:lnTo>
                  <a:lnTo>
                    <a:pt x="1413239" y="1205372"/>
                  </a:lnTo>
                  <a:lnTo>
                    <a:pt x="1467823" y="1218181"/>
                  </a:lnTo>
                  <a:lnTo>
                    <a:pt x="1522029" y="1226789"/>
                  </a:lnTo>
                  <a:lnTo>
                    <a:pt x="1575313" y="1230334"/>
                  </a:lnTo>
                  <a:lnTo>
                    <a:pt x="1633090" y="1222319"/>
                  </a:lnTo>
                  <a:lnTo>
                    <a:pt x="1690153" y="1218249"/>
                  </a:lnTo>
                  <a:lnTo>
                    <a:pt x="1746205" y="1217652"/>
                  </a:lnTo>
                  <a:lnTo>
                    <a:pt x="1800953" y="1220058"/>
                  </a:lnTo>
                  <a:lnTo>
                    <a:pt x="1854099" y="1224998"/>
                  </a:lnTo>
                  <a:lnTo>
                    <a:pt x="1905350" y="1232001"/>
                  </a:lnTo>
                  <a:lnTo>
                    <a:pt x="1954410" y="1240596"/>
                  </a:lnTo>
                  <a:lnTo>
                    <a:pt x="2000984" y="1250313"/>
                  </a:lnTo>
                  <a:lnTo>
                    <a:pt x="2044776" y="1260682"/>
                  </a:lnTo>
                  <a:lnTo>
                    <a:pt x="2085492" y="1271233"/>
                  </a:lnTo>
                  <a:lnTo>
                    <a:pt x="2122835" y="1281495"/>
                  </a:lnTo>
                  <a:lnTo>
                    <a:pt x="2192591" y="1302795"/>
                  </a:lnTo>
                  <a:lnTo>
                    <a:pt x="2253483" y="1323741"/>
                  </a:lnTo>
                  <a:lnTo>
                    <a:pt x="2297078" y="1339906"/>
                  </a:lnTo>
                  <a:lnTo>
                    <a:pt x="2314945" y="1346864"/>
                  </a:lnTo>
                  <a:lnTo>
                    <a:pt x="2230459" y="1288982"/>
                  </a:lnTo>
                  <a:lnTo>
                    <a:pt x="2141012" y="1240299"/>
                  </a:lnTo>
                  <a:lnTo>
                    <a:pt x="1986397" y="1170692"/>
                  </a:lnTo>
                  <a:lnTo>
                    <a:pt x="1710293" y="1052863"/>
                  </a:lnTo>
                  <a:lnTo>
                    <a:pt x="1594690" y="995441"/>
                  </a:lnTo>
                  <a:lnTo>
                    <a:pt x="1334973" y="867997"/>
                  </a:lnTo>
                  <a:lnTo>
                    <a:pt x="1061778" y="737760"/>
                  </a:lnTo>
                  <a:lnTo>
                    <a:pt x="905742" y="671963"/>
                  </a:lnTo>
                  <a:lnTo>
                    <a:pt x="902537" y="671513"/>
                  </a:lnTo>
                  <a:lnTo>
                    <a:pt x="880726" y="658417"/>
                  </a:lnTo>
                  <a:lnTo>
                    <a:pt x="849550" y="624998"/>
                  </a:lnTo>
                  <a:lnTo>
                    <a:pt x="812565" y="577912"/>
                  </a:lnTo>
                  <a:lnTo>
                    <a:pt x="773323" y="523819"/>
                  </a:lnTo>
                  <a:lnTo>
                    <a:pt x="735377" y="469374"/>
                  </a:lnTo>
                  <a:lnTo>
                    <a:pt x="702280" y="421238"/>
                  </a:lnTo>
                  <a:lnTo>
                    <a:pt x="677586" y="386066"/>
                  </a:lnTo>
                  <a:lnTo>
                    <a:pt x="664848" y="370517"/>
                  </a:lnTo>
                  <a:lnTo>
                    <a:pt x="644578" y="355045"/>
                  </a:lnTo>
                  <a:lnTo>
                    <a:pt x="612728" y="328489"/>
                  </a:lnTo>
                  <a:lnTo>
                    <a:pt x="579479" y="299347"/>
                  </a:lnTo>
                  <a:lnTo>
                    <a:pt x="555009" y="276112"/>
                  </a:lnTo>
                  <a:lnTo>
                    <a:pt x="531148" y="264909"/>
                  </a:lnTo>
                  <a:lnTo>
                    <a:pt x="484506" y="251695"/>
                  </a:lnTo>
                  <a:lnTo>
                    <a:pt x="424022" y="237203"/>
                  </a:lnTo>
                  <a:lnTo>
                    <a:pt x="358635" y="222163"/>
                  </a:lnTo>
                  <a:lnTo>
                    <a:pt x="297282" y="207308"/>
                  </a:lnTo>
                  <a:lnTo>
                    <a:pt x="248901" y="193369"/>
                  </a:lnTo>
                  <a:lnTo>
                    <a:pt x="203961" y="163829"/>
                  </a:lnTo>
                  <a:lnTo>
                    <a:pt x="152018" y="100201"/>
                  </a:lnTo>
                  <a:lnTo>
                    <a:pt x="94573" y="24454"/>
                  </a:lnTo>
                  <a:lnTo>
                    <a:pt x="83932" y="18909"/>
                  </a:lnTo>
                  <a:lnTo>
                    <a:pt x="58316" y="7929"/>
                  </a:lnTo>
                  <a:lnTo>
                    <a:pt x="27185" y="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8254525" y="4033763"/>
              <a:ext cx="34925" cy="553720"/>
            </a:xfrm>
            <a:custGeom>
              <a:avLst/>
              <a:gdLst/>
              <a:ahLst/>
              <a:cxnLst/>
              <a:rect l="l" t="t" r="r" b="b"/>
              <a:pathLst>
                <a:path w="34925" h="553720">
                  <a:moveTo>
                    <a:pt x="23622" y="0"/>
                  </a:moveTo>
                  <a:lnTo>
                    <a:pt x="10743" y="0"/>
                  </a:lnTo>
                  <a:lnTo>
                    <a:pt x="0" y="553250"/>
                  </a:lnTo>
                  <a:lnTo>
                    <a:pt x="34365" y="553250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8275634" y="4033763"/>
              <a:ext cx="13335" cy="553720"/>
            </a:xfrm>
            <a:custGeom>
              <a:avLst/>
              <a:gdLst/>
              <a:ahLst/>
              <a:cxnLst/>
              <a:rect l="l" t="t" r="r" b="b"/>
              <a:pathLst>
                <a:path w="13334" h="553720">
                  <a:moveTo>
                    <a:pt x="2513" y="0"/>
                  </a:moveTo>
                  <a:lnTo>
                    <a:pt x="0" y="0"/>
                  </a:lnTo>
                  <a:lnTo>
                    <a:pt x="0" y="553250"/>
                  </a:lnTo>
                  <a:lnTo>
                    <a:pt x="13256" y="553250"/>
                  </a:lnTo>
                  <a:lnTo>
                    <a:pt x="2513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8253941" y="3864751"/>
              <a:ext cx="27305" cy="171450"/>
            </a:xfrm>
            <a:custGeom>
              <a:avLst/>
              <a:gdLst/>
              <a:ahLst/>
              <a:cxnLst/>
              <a:rect l="l" t="t" r="r" b="b"/>
              <a:pathLst>
                <a:path w="27304" h="171450">
                  <a:moveTo>
                    <a:pt x="23957" y="0"/>
                  </a:moveTo>
                  <a:lnTo>
                    <a:pt x="23611" y="62"/>
                  </a:lnTo>
                  <a:lnTo>
                    <a:pt x="23297" y="209"/>
                  </a:lnTo>
                  <a:lnTo>
                    <a:pt x="22439" y="544"/>
                  </a:lnTo>
                  <a:lnTo>
                    <a:pt x="21789" y="1319"/>
                  </a:lnTo>
                  <a:lnTo>
                    <a:pt x="21550" y="2732"/>
                  </a:lnTo>
                  <a:lnTo>
                    <a:pt x="0" y="137535"/>
                  </a:lnTo>
                  <a:lnTo>
                    <a:pt x="1560" y="142969"/>
                  </a:lnTo>
                  <a:lnTo>
                    <a:pt x="13643" y="156822"/>
                  </a:lnTo>
                  <a:lnTo>
                    <a:pt x="13612" y="171115"/>
                  </a:lnTo>
                  <a:lnTo>
                    <a:pt x="25444" y="171230"/>
                  </a:lnTo>
                  <a:lnTo>
                    <a:pt x="27025" y="1235"/>
                  </a:lnTo>
                  <a:lnTo>
                    <a:pt x="25821" y="10"/>
                  </a:lnTo>
                  <a:lnTo>
                    <a:pt x="23957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8261044" y="4036732"/>
              <a:ext cx="7620" cy="551180"/>
            </a:xfrm>
            <a:custGeom>
              <a:avLst/>
              <a:gdLst/>
              <a:ahLst/>
              <a:cxnLst/>
              <a:rect l="l" t="t" r="r" b="b"/>
              <a:pathLst>
                <a:path w="7620" h="551179">
                  <a:moveTo>
                    <a:pt x="7183" y="10"/>
                  </a:moveTo>
                  <a:lnTo>
                    <a:pt x="6251" y="0"/>
                  </a:lnTo>
                  <a:lnTo>
                    <a:pt x="5884" y="366"/>
                  </a:lnTo>
                  <a:lnTo>
                    <a:pt x="0" y="550737"/>
                  </a:lnTo>
                  <a:lnTo>
                    <a:pt x="366" y="551114"/>
                  </a:lnTo>
                  <a:lnTo>
                    <a:pt x="837" y="551114"/>
                  </a:lnTo>
                  <a:lnTo>
                    <a:pt x="1298" y="551114"/>
                  </a:lnTo>
                  <a:lnTo>
                    <a:pt x="1664" y="550747"/>
                  </a:lnTo>
                  <a:lnTo>
                    <a:pt x="7549" y="387"/>
                  </a:lnTo>
                  <a:lnTo>
                    <a:pt x="7183" y="10"/>
                  </a:lnTo>
                  <a:close/>
                </a:path>
              </a:pathLst>
            </a:custGeom>
            <a:solidFill>
              <a:srgbClr val="FFFFFF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7" name="object 34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12861" y="3864961"/>
              <a:ext cx="315320" cy="240660"/>
            </a:xfrm>
            <a:prstGeom prst="rect">
              <a:avLst/>
            </a:prstGeom>
          </p:spPr>
        </p:pic>
        <p:sp>
          <p:nvSpPr>
            <p:cNvPr id="348" name="object 348" descr=""/>
            <p:cNvSpPr/>
            <p:nvPr/>
          </p:nvSpPr>
          <p:spPr>
            <a:xfrm>
              <a:off x="9006831" y="4139324"/>
              <a:ext cx="29209" cy="467359"/>
            </a:xfrm>
            <a:custGeom>
              <a:avLst/>
              <a:gdLst/>
              <a:ahLst/>
              <a:cxnLst/>
              <a:rect l="l" t="t" r="r" b="b"/>
              <a:pathLst>
                <a:path w="29209" h="467360">
                  <a:moveTo>
                    <a:pt x="19936" y="0"/>
                  </a:moveTo>
                  <a:lnTo>
                    <a:pt x="9067" y="0"/>
                  </a:lnTo>
                  <a:lnTo>
                    <a:pt x="0" y="466980"/>
                  </a:lnTo>
                  <a:lnTo>
                    <a:pt x="29004" y="466980"/>
                  </a:lnTo>
                  <a:lnTo>
                    <a:pt x="19936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9024642" y="4139324"/>
              <a:ext cx="11430" cy="467359"/>
            </a:xfrm>
            <a:custGeom>
              <a:avLst/>
              <a:gdLst/>
              <a:ahLst/>
              <a:cxnLst/>
              <a:rect l="l" t="t" r="r" b="b"/>
              <a:pathLst>
                <a:path w="11429" h="467360">
                  <a:moveTo>
                    <a:pt x="2125" y="0"/>
                  </a:moveTo>
                  <a:lnTo>
                    <a:pt x="0" y="0"/>
                  </a:lnTo>
                  <a:lnTo>
                    <a:pt x="0" y="466980"/>
                  </a:lnTo>
                  <a:lnTo>
                    <a:pt x="11193" y="466980"/>
                  </a:lnTo>
                  <a:lnTo>
                    <a:pt x="2125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9006334" y="3996673"/>
              <a:ext cx="22860" cy="144780"/>
            </a:xfrm>
            <a:custGeom>
              <a:avLst/>
              <a:gdLst/>
              <a:ahLst/>
              <a:cxnLst/>
              <a:rect l="l" t="t" r="r" b="b"/>
              <a:pathLst>
                <a:path w="22859" h="144779">
                  <a:moveTo>
                    <a:pt x="20219" y="0"/>
                  </a:moveTo>
                  <a:lnTo>
                    <a:pt x="19936" y="52"/>
                  </a:lnTo>
                  <a:lnTo>
                    <a:pt x="18941" y="460"/>
                  </a:lnTo>
                  <a:lnTo>
                    <a:pt x="18386" y="1109"/>
                  </a:lnTo>
                  <a:lnTo>
                    <a:pt x="0" y="116090"/>
                  </a:lnTo>
                  <a:lnTo>
                    <a:pt x="1319" y="120676"/>
                  </a:lnTo>
                  <a:lnTo>
                    <a:pt x="11517" y="132362"/>
                  </a:lnTo>
                  <a:lnTo>
                    <a:pt x="11497" y="144435"/>
                  </a:lnTo>
                  <a:lnTo>
                    <a:pt x="21475" y="144519"/>
                  </a:lnTo>
                  <a:lnTo>
                    <a:pt x="22805" y="1047"/>
                  </a:lnTo>
                  <a:lnTo>
                    <a:pt x="21800" y="10"/>
                  </a:lnTo>
                  <a:lnTo>
                    <a:pt x="20219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9012326" y="4141839"/>
              <a:ext cx="6985" cy="465455"/>
            </a:xfrm>
            <a:custGeom>
              <a:avLst/>
              <a:gdLst/>
              <a:ahLst/>
              <a:cxnLst/>
              <a:rect l="l" t="t" r="r" b="b"/>
              <a:pathLst>
                <a:path w="6984" h="465454">
                  <a:moveTo>
                    <a:pt x="6062" y="0"/>
                  </a:moveTo>
                  <a:lnTo>
                    <a:pt x="5287" y="0"/>
                  </a:lnTo>
                  <a:lnTo>
                    <a:pt x="4973" y="303"/>
                  </a:lnTo>
                  <a:lnTo>
                    <a:pt x="0" y="464844"/>
                  </a:lnTo>
                  <a:lnTo>
                    <a:pt x="314" y="465169"/>
                  </a:lnTo>
                  <a:lnTo>
                    <a:pt x="712" y="465169"/>
                  </a:lnTo>
                  <a:lnTo>
                    <a:pt x="1099" y="465169"/>
                  </a:lnTo>
                  <a:lnTo>
                    <a:pt x="1413" y="464854"/>
                  </a:lnTo>
                  <a:lnTo>
                    <a:pt x="6376" y="324"/>
                  </a:lnTo>
                  <a:lnTo>
                    <a:pt x="6062" y="0"/>
                  </a:lnTo>
                  <a:close/>
                </a:path>
              </a:pathLst>
            </a:custGeom>
            <a:solidFill>
              <a:srgbClr val="FFFFFF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2" name="object 35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887254" y="3996839"/>
              <a:ext cx="266155" cy="203142"/>
            </a:xfrm>
            <a:prstGeom prst="rect">
              <a:avLst/>
            </a:prstGeom>
          </p:spPr>
        </p:pic>
        <p:sp>
          <p:nvSpPr>
            <p:cNvPr id="353" name="object 353" descr=""/>
            <p:cNvSpPr/>
            <p:nvPr/>
          </p:nvSpPr>
          <p:spPr>
            <a:xfrm>
              <a:off x="8799639" y="3886972"/>
              <a:ext cx="48260" cy="775335"/>
            </a:xfrm>
            <a:custGeom>
              <a:avLst/>
              <a:gdLst/>
              <a:ahLst/>
              <a:cxnLst/>
              <a:rect l="l" t="t" r="r" b="b"/>
              <a:pathLst>
                <a:path w="48259" h="775335">
                  <a:moveTo>
                    <a:pt x="33087" y="0"/>
                  </a:moveTo>
                  <a:lnTo>
                    <a:pt x="15046" y="0"/>
                  </a:lnTo>
                  <a:lnTo>
                    <a:pt x="0" y="774740"/>
                  </a:lnTo>
                  <a:lnTo>
                    <a:pt x="48124" y="774740"/>
                  </a:lnTo>
                  <a:lnTo>
                    <a:pt x="33087" y="0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8829199" y="3886972"/>
              <a:ext cx="19050" cy="775335"/>
            </a:xfrm>
            <a:custGeom>
              <a:avLst/>
              <a:gdLst/>
              <a:ahLst/>
              <a:cxnLst/>
              <a:rect l="l" t="t" r="r" b="b"/>
              <a:pathLst>
                <a:path w="19050" h="775335">
                  <a:moveTo>
                    <a:pt x="3528" y="0"/>
                  </a:moveTo>
                  <a:lnTo>
                    <a:pt x="0" y="0"/>
                  </a:lnTo>
                  <a:lnTo>
                    <a:pt x="0" y="774740"/>
                  </a:lnTo>
                  <a:lnTo>
                    <a:pt x="18564" y="774740"/>
                  </a:lnTo>
                  <a:lnTo>
                    <a:pt x="3528" y="0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8798827" y="3650298"/>
              <a:ext cx="38100" cy="240029"/>
            </a:xfrm>
            <a:custGeom>
              <a:avLst/>
              <a:gdLst/>
              <a:ahLst/>
              <a:cxnLst/>
              <a:rect l="l" t="t" r="r" b="b"/>
              <a:pathLst>
                <a:path w="38100" h="240029">
                  <a:moveTo>
                    <a:pt x="33538" y="0"/>
                  </a:moveTo>
                  <a:lnTo>
                    <a:pt x="33056" y="94"/>
                  </a:lnTo>
                  <a:lnTo>
                    <a:pt x="32616" y="293"/>
                  </a:lnTo>
                  <a:lnTo>
                    <a:pt x="31412" y="774"/>
                  </a:lnTo>
                  <a:lnTo>
                    <a:pt x="30501" y="1863"/>
                  </a:lnTo>
                  <a:lnTo>
                    <a:pt x="0" y="192601"/>
                  </a:lnTo>
                  <a:lnTo>
                    <a:pt x="2177" y="200213"/>
                  </a:lnTo>
                  <a:lnTo>
                    <a:pt x="19109" y="219605"/>
                  </a:lnTo>
                  <a:lnTo>
                    <a:pt x="19057" y="239626"/>
                  </a:lnTo>
                  <a:lnTo>
                    <a:pt x="35632" y="239783"/>
                  </a:lnTo>
                  <a:lnTo>
                    <a:pt x="37831" y="1738"/>
                  </a:lnTo>
                  <a:lnTo>
                    <a:pt x="36155" y="31"/>
                  </a:lnTo>
                  <a:lnTo>
                    <a:pt x="33538" y="0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8808769" y="3891146"/>
              <a:ext cx="10795" cy="772160"/>
            </a:xfrm>
            <a:custGeom>
              <a:avLst/>
              <a:gdLst/>
              <a:ahLst/>
              <a:cxnLst/>
              <a:rect l="l" t="t" r="r" b="b"/>
              <a:pathLst>
                <a:path w="10795" h="772160">
                  <a:moveTo>
                    <a:pt x="10052" y="0"/>
                  </a:moveTo>
                  <a:lnTo>
                    <a:pt x="8753" y="0"/>
                  </a:lnTo>
                  <a:lnTo>
                    <a:pt x="8240" y="513"/>
                  </a:lnTo>
                  <a:lnTo>
                    <a:pt x="0" y="771201"/>
                  </a:lnTo>
                  <a:lnTo>
                    <a:pt x="513" y="771725"/>
                  </a:lnTo>
                  <a:lnTo>
                    <a:pt x="1172" y="771735"/>
                  </a:lnTo>
                  <a:lnTo>
                    <a:pt x="1811" y="771735"/>
                  </a:lnTo>
                  <a:lnTo>
                    <a:pt x="2335" y="771222"/>
                  </a:lnTo>
                  <a:lnTo>
                    <a:pt x="10575" y="534"/>
                  </a:lnTo>
                  <a:lnTo>
                    <a:pt x="10052" y="0"/>
                  </a:lnTo>
                  <a:close/>
                </a:path>
              </a:pathLst>
            </a:custGeom>
            <a:solidFill>
              <a:srgbClr val="FFFFFF">
                <a:alpha val="307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7" name="object 35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01264" y="3650590"/>
              <a:ext cx="441565" cy="337018"/>
            </a:xfrm>
            <a:prstGeom prst="rect">
              <a:avLst/>
            </a:prstGeom>
          </p:spPr>
        </p:pic>
        <p:sp>
          <p:nvSpPr>
            <p:cNvPr id="358" name="object 358" descr=""/>
            <p:cNvSpPr/>
            <p:nvPr/>
          </p:nvSpPr>
          <p:spPr>
            <a:xfrm>
              <a:off x="8485911" y="3880538"/>
              <a:ext cx="52705" cy="842644"/>
            </a:xfrm>
            <a:custGeom>
              <a:avLst/>
              <a:gdLst/>
              <a:ahLst/>
              <a:cxnLst/>
              <a:rect l="l" t="t" r="r" b="b"/>
              <a:pathLst>
                <a:path w="52704" h="842645">
                  <a:moveTo>
                    <a:pt x="35977" y="0"/>
                  </a:moveTo>
                  <a:lnTo>
                    <a:pt x="16365" y="0"/>
                  </a:lnTo>
                  <a:lnTo>
                    <a:pt x="0" y="842602"/>
                  </a:lnTo>
                  <a:lnTo>
                    <a:pt x="52333" y="842602"/>
                  </a:lnTo>
                  <a:lnTo>
                    <a:pt x="359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8518056" y="3880538"/>
              <a:ext cx="20320" cy="842644"/>
            </a:xfrm>
            <a:custGeom>
              <a:avLst/>
              <a:gdLst/>
              <a:ahLst/>
              <a:cxnLst/>
              <a:rect l="l" t="t" r="r" b="b"/>
              <a:pathLst>
                <a:path w="20320" h="842645">
                  <a:moveTo>
                    <a:pt x="3832" y="0"/>
                  </a:moveTo>
                  <a:lnTo>
                    <a:pt x="0" y="0"/>
                  </a:lnTo>
                  <a:lnTo>
                    <a:pt x="0" y="842602"/>
                  </a:lnTo>
                  <a:lnTo>
                    <a:pt x="20187" y="842602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8485013" y="3623127"/>
              <a:ext cx="41275" cy="260985"/>
            </a:xfrm>
            <a:custGeom>
              <a:avLst/>
              <a:gdLst/>
              <a:ahLst/>
              <a:cxnLst/>
              <a:rect l="l" t="t" r="r" b="b"/>
              <a:pathLst>
                <a:path w="41275" h="260985">
                  <a:moveTo>
                    <a:pt x="36480" y="0"/>
                  </a:moveTo>
                  <a:lnTo>
                    <a:pt x="35957" y="104"/>
                  </a:lnTo>
                  <a:lnTo>
                    <a:pt x="35475" y="303"/>
                  </a:lnTo>
                  <a:lnTo>
                    <a:pt x="34176" y="837"/>
                  </a:lnTo>
                  <a:lnTo>
                    <a:pt x="33182" y="2020"/>
                  </a:lnTo>
                  <a:lnTo>
                    <a:pt x="0" y="209480"/>
                  </a:lnTo>
                  <a:lnTo>
                    <a:pt x="2376" y="217752"/>
                  </a:lnTo>
                  <a:lnTo>
                    <a:pt x="20784" y="238840"/>
                  </a:lnTo>
                  <a:lnTo>
                    <a:pt x="20742" y="260620"/>
                  </a:lnTo>
                  <a:lnTo>
                    <a:pt x="38752" y="260787"/>
                  </a:lnTo>
                  <a:lnTo>
                    <a:pt x="41150" y="1895"/>
                  </a:lnTo>
                  <a:lnTo>
                    <a:pt x="39328" y="31"/>
                  </a:lnTo>
                  <a:lnTo>
                    <a:pt x="364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8495832" y="3885066"/>
              <a:ext cx="12065" cy="839469"/>
            </a:xfrm>
            <a:custGeom>
              <a:avLst/>
              <a:gdLst/>
              <a:ahLst/>
              <a:cxnLst/>
              <a:rect l="l" t="t" r="r" b="b"/>
              <a:pathLst>
                <a:path w="12065" h="839470">
                  <a:moveTo>
                    <a:pt x="10942" y="10"/>
                  </a:moveTo>
                  <a:lnTo>
                    <a:pt x="9528" y="0"/>
                  </a:lnTo>
                  <a:lnTo>
                    <a:pt x="8963" y="565"/>
                  </a:lnTo>
                  <a:lnTo>
                    <a:pt x="0" y="838759"/>
                  </a:lnTo>
                  <a:lnTo>
                    <a:pt x="565" y="839335"/>
                  </a:lnTo>
                  <a:lnTo>
                    <a:pt x="1277" y="839346"/>
                  </a:lnTo>
                  <a:lnTo>
                    <a:pt x="1968" y="839346"/>
                  </a:lnTo>
                  <a:lnTo>
                    <a:pt x="2544" y="838791"/>
                  </a:lnTo>
                  <a:lnTo>
                    <a:pt x="11497" y="586"/>
                  </a:lnTo>
                  <a:lnTo>
                    <a:pt x="10942" y="1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2" name="object 36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70147" y="3623443"/>
              <a:ext cx="480250" cy="366539"/>
            </a:xfrm>
            <a:prstGeom prst="rect">
              <a:avLst/>
            </a:prstGeom>
          </p:spPr>
        </p:pic>
      </p:grpSp>
      <p:grpSp>
        <p:nvGrpSpPr>
          <p:cNvPr id="363" name="object 363" descr=""/>
          <p:cNvGrpSpPr/>
          <p:nvPr/>
        </p:nvGrpSpPr>
        <p:grpSpPr>
          <a:xfrm>
            <a:off x="6151802" y="2656652"/>
            <a:ext cx="7938770" cy="2667000"/>
            <a:chOff x="6151802" y="2656652"/>
            <a:chExt cx="7938770" cy="2667000"/>
          </a:xfrm>
        </p:grpSpPr>
        <p:sp>
          <p:nvSpPr>
            <p:cNvPr id="364" name="object 364" descr=""/>
            <p:cNvSpPr/>
            <p:nvPr/>
          </p:nvSpPr>
          <p:spPr>
            <a:xfrm>
              <a:off x="6151802" y="5198658"/>
              <a:ext cx="7938770" cy="125095"/>
            </a:xfrm>
            <a:custGeom>
              <a:avLst/>
              <a:gdLst/>
              <a:ahLst/>
              <a:cxnLst/>
              <a:rect l="l" t="t" r="r" b="b"/>
              <a:pathLst>
                <a:path w="7938769" h="125095">
                  <a:moveTo>
                    <a:pt x="7938470" y="0"/>
                  </a:moveTo>
                  <a:lnTo>
                    <a:pt x="0" y="0"/>
                  </a:lnTo>
                  <a:lnTo>
                    <a:pt x="0" y="124509"/>
                  </a:lnTo>
                  <a:lnTo>
                    <a:pt x="7938470" y="124509"/>
                  </a:lnTo>
                  <a:lnTo>
                    <a:pt x="7938470" y="0"/>
                  </a:lnTo>
                  <a:close/>
                </a:path>
              </a:pathLst>
            </a:custGeom>
            <a:solidFill>
              <a:srgbClr val="15526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5" name="object 36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83495" y="4345689"/>
              <a:ext cx="6919956" cy="852560"/>
            </a:xfrm>
            <a:prstGeom prst="rect">
              <a:avLst/>
            </a:prstGeom>
          </p:spPr>
        </p:pic>
        <p:pic>
          <p:nvPicPr>
            <p:cNvPr id="366" name="object 36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60168" y="3632905"/>
              <a:ext cx="4982476" cy="1565758"/>
            </a:xfrm>
            <a:prstGeom prst="rect">
              <a:avLst/>
            </a:prstGeom>
          </p:spPr>
        </p:pic>
        <p:sp>
          <p:nvSpPr>
            <p:cNvPr id="367" name="object 367" descr=""/>
            <p:cNvSpPr/>
            <p:nvPr/>
          </p:nvSpPr>
          <p:spPr>
            <a:xfrm>
              <a:off x="10320364" y="2842756"/>
              <a:ext cx="2673985" cy="2292985"/>
            </a:xfrm>
            <a:custGeom>
              <a:avLst/>
              <a:gdLst/>
              <a:ahLst/>
              <a:cxnLst/>
              <a:rect l="l" t="t" r="r" b="b"/>
              <a:pathLst>
                <a:path w="2673984" h="2292985">
                  <a:moveTo>
                    <a:pt x="1336828" y="0"/>
                  </a:moveTo>
                  <a:lnTo>
                    <a:pt x="0" y="953258"/>
                  </a:lnTo>
                  <a:lnTo>
                    <a:pt x="0" y="2292359"/>
                  </a:lnTo>
                  <a:lnTo>
                    <a:pt x="2673656" y="2292359"/>
                  </a:lnTo>
                  <a:lnTo>
                    <a:pt x="2673656" y="953258"/>
                  </a:lnTo>
                  <a:lnTo>
                    <a:pt x="1336828" y="0"/>
                  </a:lnTo>
                  <a:close/>
                </a:path>
              </a:pathLst>
            </a:custGeom>
            <a:solidFill>
              <a:srgbClr val="6D83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8" name="object 36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440845" y="2842751"/>
              <a:ext cx="1561167" cy="2301280"/>
            </a:xfrm>
            <a:prstGeom prst="rect">
              <a:avLst/>
            </a:prstGeom>
          </p:spPr>
        </p:pic>
        <p:pic>
          <p:nvPicPr>
            <p:cNvPr id="369" name="object 36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754793" y="4458754"/>
              <a:ext cx="1606914" cy="676356"/>
            </a:xfrm>
            <a:prstGeom prst="rect">
              <a:avLst/>
            </a:prstGeom>
          </p:spPr>
        </p:pic>
        <p:sp>
          <p:nvSpPr>
            <p:cNvPr id="370" name="object 370" descr=""/>
            <p:cNvSpPr/>
            <p:nvPr/>
          </p:nvSpPr>
          <p:spPr>
            <a:xfrm>
              <a:off x="11754783" y="4458754"/>
              <a:ext cx="1144270" cy="676910"/>
            </a:xfrm>
            <a:custGeom>
              <a:avLst/>
              <a:gdLst/>
              <a:ahLst/>
              <a:cxnLst/>
              <a:rect l="l" t="t" r="r" b="b"/>
              <a:pathLst>
                <a:path w="1144270" h="676910">
                  <a:moveTo>
                    <a:pt x="1143912" y="0"/>
                  </a:moveTo>
                  <a:lnTo>
                    <a:pt x="0" y="0"/>
                  </a:lnTo>
                  <a:lnTo>
                    <a:pt x="0" y="676356"/>
                  </a:lnTo>
                  <a:lnTo>
                    <a:pt x="1143912" y="676356"/>
                  </a:lnTo>
                  <a:lnTo>
                    <a:pt x="1143912" y="0"/>
                  </a:lnTo>
                  <a:close/>
                </a:path>
              </a:pathLst>
            </a:custGeom>
            <a:solidFill>
              <a:srgbClr val="ADD3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0320369" y="3606679"/>
              <a:ext cx="266065" cy="1528445"/>
            </a:xfrm>
            <a:custGeom>
              <a:avLst/>
              <a:gdLst/>
              <a:ahLst/>
              <a:cxnLst/>
              <a:rect l="l" t="t" r="r" b="b"/>
              <a:pathLst>
                <a:path w="266065" h="1528445">
                  <a:moveTo>
                    <a:pt x="265499" y="0"/>
                  </a:moveTo>
                  <a:lnTo>
                    <a:pt x="0" y="189334"/>
                  </a:lnTo>
                  <a:lnTo>
                    <a:pt x="0" y="1528435"/>
                  </a:lnTo>
                  <a:lnTo>
                    <a:pt x="265499" y="1528435"/>
                  </a:lnTo>
                  <a:lnTo>
                    <a:pt x="265499" y="0"/>
                  </a:lnTo>
                  <a:close/>
                </a:path>
              </a:pathLst>
            </a:custGeom>
            <a:solidFill>
              <a:srgbClr val="9F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9793806" y="4399740"/>
              <a:ext cx="527050" cy="735965"/>
            </a:xfrm>
            <a:custGeom>
              <a:avLst/>
              <a:gdLst/>
              <a:ahLst/>
              <a:cxnLst/>
              <a:rect l="l" t="t" r="r" b="b"/>
              <a:pathLst>
                <a:path w="527050" h="735964">
                  <a:moveTo>
                    <a:pt x="526559" y="0"/>
                  </a:moveTo>
                  <a:lnTo>
                    <a:pt x="0" y="0"/>
                  </a:lnTo>
                  <a:lnTo>
                    <a:pt x="0" y="735370"/>
                  </a:lnTo>
                  <a:lnTo>
                    <a:pt x="526559" y="735370"/>
                  </a:lnTo>
                  <a:lnTo>
                    <a:pt x="526559" y="0"/>
                  </a:lnTo>
                  <a:close/>
                </a:path>
              </a:pathLst>
            </a:custGeom>
            <a:solidFill>
              <a:srgbClr val="6D83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10175101" y="2688430"/>
              <a:ext cx="3237230" cy="1816100"/>
            </a:xfrm>
            <a:custGeom>
              <a:avLst/>
              <a:gdLst/>
              <a:ahLst/>
              <a:cxnLst/>
              <a:rect l="l" t="t" r="r" b="b"/>
              <a:pathLst>
                <a:path w="3237230" h="1816100">
                  <a:moveTo>
                    <a:pt x="1265732" y="1500238"/>
                  </a:moveTo>
                  <a:lnTo>
                    <a:pt x="410756" y="1500238"/>
                  </a:lnTo>
                  <a:lnTo>
                    <a:pt x="410756" y="1568323"/>
                  </a:lnTo>
                  <a:lnTo>
                    <a:pt x="1265732" y="1568323"/>
                  </a:lnTo>
                  <a:lnTo>
                    <a:pt x="1265732" y="1500238"/>
                  </a:lnTo>
                  <a:close/>
                </a:path>
                <a:path w="3237230" h="1816100">
                  <a:moveTo>
                    <a:pt x="2964180" y="1146175"/>
                  </a:moveTo>
                  <a:lnTo>
                    <a:pt x="1482090" y="12"/>
                  </a:lnTo>
                  <a:lnTo>
                    <a:pt x="0" y="1146175"/>
                  </a:lnTo>
                  <a:lnTo>
                    <a:pt x="0" y="1336827"/>
                  </a:lnTo>
                  <a:lnTo>
                    <a:pt x="1482077" y="190665"/>
                  </a:lnTo>
                  <a:lnTo>
                    <a:pt x="2964180" y="1336827"/>
                  </a:lnTo>
                  <a:lnTo>
                    <a:pt x="2964180" y="1146175"/>
                  </a:lnTo>
                  <a:close/>
                </a:path>
                <a:path w="3237230" h="1816100">
                  <a:moveTo>
                    <a:pt x="3236861" y="1815719"/>
                  </a:moveTo>
                  <a:lnTo>
                    <a:pt x="2939846" y="1556981"/>
                  </a:lnTo>
                  <a:lnTo>
                    <a:pt x="1583905" y="1556981"/>
                  </a:lnTo>
                  <a:lnTo>
                    <a:pt x="1497812" y="1815719"/>
                  </a:lnTo>
                  <a:lnTo>
                    <a:pt x="3236861" y="1815719"/>
                  </a:lnTo>
                  <a:close/>
                </a:path>
              </a:pathLst>
            </a:custGeom>
            <a:solidFill>
              <a:srgbClr val="5E6F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10175101" y="2842761"/>
              <a:ext cx="2964180" cy="1183005"/>
            </a:xfrm>
            <a:custGeom>
              <a:avLst/>
              <a:gdLst/>
              <a:ahLst/>
              <a:cxnLst/>
              <a:rect l="l" t="t" r="r" b="b"/>
              <a:pathLst>
                <a:path w="2964180" h="1183004">
                  <a:moveTo>
                    <a:pt x="2964180" y="1146175"/>
                  </a:moveTo>
                  <a:lnTo>
                    <a:pt x="1482090" y="12"/>
                  </a:lnTo>
                  <a:lnTo>
                    <a:pt x="0" y="1146175"/>
                  </a:lnTo>
                  <a:lnTo>
                    <a:pt x="0" y="1182497"/>
                  </a:lnTo>
                  <a:lnTo>
                    <a:pt x="1482077" y="36334"/>
                  </a:lnTo>
                  <a:lnTo>
                    <a:pt x="2964180" y="1182497"/>
                  </a:lnTo>
                  <a:lnTo>
                    <a:pt x="2964180" y="1146175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11609531" y="2656652"/>
              <a:ext cx="95885" cy="272415"/>
            </a:xfrm>
            <a:custGeom>
              <a:avLst/>
              <a:gdLst/>
              <a:ahLst/>
              <a:cxnLst/>
              <a:rect l="l" t="t" r="r" b="b"/>
              <a:pathLst>
                <a:path w="95884" h="272414">
                  <a:moveTo>
                    <a:pt x="95326" y="0"/>
                  </a:moveTo>
                  <a:lnTo>
                    <a:pt x="0" y="0"/>
                  </a:lnTo>
                  <a:lnTo>
                    <a:pt x="0" y="272358"/>
                  </a:lnTo>
                  <a:lnTo>
                    <a:pt x="95326" y="272358"/>
                  </a:lnTo>
                  <a:lnTo>
                    <a:pt x="95326" y="0"/>
                  </a:lnTo>
                  <a:close/>
                </a:path>
              </a:pathLst>
            </a:custGeom>
            <a:solidFill>
              <a:srgbClr val="6D83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0737977" y="3317804"/>
              <a:ext cx="551180" cy="1817370"/>
            </a:xfrm>
            <a:custGeom>
              <a:avLst/>
              <a:gdLst/>
              <a:ahLst/>
              <a:cxnLst/>
              <a:rect l="l" t="t" r="r" b="b"/>
              <a:pathLst>
                <a:path w="551179" h="1817370">
                  <a:moveTo>
                    <a:pt x="550748" y="1053109"/>
                  </a:moveTo>
                  <a:lnTo>
                    <a:pt x="0" y="1053109"/>
                  </a:lnTo>
                  <a:lnTo>
                    <a:pt x="0" y="1817306"/>
                  </a:lnTo>
                  <a:lnTo>
                    <a:pt x="550748" y="1817306"/>
                  </a:lnTo>
                  <a:lnTo>
                    <a:pt x="550748" y="1053109"/>
                  </a:lnTo>
                  <a:close/>
                </a:path>
                <a:path w="551179" h="1817370">
                  <a:moveTo>
                    <a:pt x="550748" y="0"/>
                  </a:moveTo>
                  <a:lnTo>
                    <a:pt x="0" y="423748"/>
                  </a:lnTo>
                  <a:lnTo>
                    <a:pt x="0" y="764197"/>
                  </a:lnTo>
                  <a:lnTo>
                    <a:pt x="550748" y="764197"/>
                  </a:lnTo>
                  <a:lnTo>
                    <a:pt x="550748" y="0"/>
                  </a:lnTo>
                  <a:close/>
                </a:path>
              </a:pathLst>
            </a:custGeom>
            <a:solidFill>
              <a:srgbClr val="ADD3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12036222" y="4458760"/>
              <a:ext cx="581660" cy="676910"/>
            </a:xfrm>
            <a:custGeom>
              <a:avLst/>
              <a:gdLst/>
              <a:ahLst/>
              <a:cxnLst/>
              <a:rect l="l" t="t" r="r" b="b"/>
              <a:pathLst>
                <a:path w="581659" h="676910">
                  <a:moveTo>
                    <a:pt x="9080" y="0"/>
                  </a:moveTo>
                  <a:lnTo>
                    <a:pt x="0" y="0"/>
                  </a:lnTo>
                  <a:lnTo>
                    <a:pt x="0" y="676351"/>
                  </a:lnTo>
                  <a:lnTo>
                    <a:pt x="9080" y="676351"/>
                  </a:lnTo>
                  <a:lnTo>
                    <a:pt x="9080" y="0"/>
                  </a:lnTo>
                  <a:close/>
                </a:path>
                <a:path w="581659" h="676910">
                  <a:moveTo>
                    <a:pt x="295046" y="0"/>
                  </a:moveTo>
                  <a:lnTo>
                    <a:pt x="285978" y="0"/>
                  </a:lnTo>
                  <a:lnTo>
                    <a:pt x="285978" y="676351"/>
                  </a:lnTo>
                  <a:lnTo>
                    <a:pt x="295046" y="676351"/>
                  </a:lnTo>
                  <a:lnTo>
                    <a:pt x="295046" y="0"/>
                  </a:lnTo>
                  <a:close/>
                </a:path>
                <a:path w="581659" h="676910">
                  <a:moveTo>
                    <a:pt x="581037" y="0"/>
                  </a:moveTo>
                  <a:lnTo>
                    <a:pt x="571957" y="0"/>
                  </a:lnTo>
                  <a:lnTo>
                    <a:pt x="571957" y="676351"/>
                  </a:lnTo>
                  <a:lnTo>
                    <a:pt x="581037" y="676351"/>
                  </a:lnTo>
                  <a:lnTo>
                    <a:pt x="581037" y="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11755196" y="4458760"/>
              <a:ext cx="1133475" cy="676910"/>
            </a:xfrm>
            <a:custGeom>
              <a:avLst/>
              <a:gdLst/>
              <a:ahLst/>
              <a:cxnLst/>
              <a:rect l="l" t="t" r="r" b="b"/>
              <a:pathLst>
                <a:path w="1133475" h="676910">
                  <a:moveTo>
                    <a:pt x="309753" y="0"/>
                  </a:moveTo>
                  <a:lnTo>
                    <a:pt x="228815" y="0"/>
                  </a:lnTo>
                  <a:lnTo>
                    <a:pt x="0" y="676351"/>
                  </a:lnTo>
                  <a:lnTo>
                    <a:pt x="80924" y="676351"/>
                  </a:lnTo>
                  <a:lnTo>
                    <a:pt x="309753" y="0"/>
                  </a:lnTo>
                  <a:close/>
                </a:path>
                <a:path w="1133475" h="676910">
                  <a:moveTo>
                    <a:pt x="814933" y="0"/>
                  </a:moveTo>
                  <a:lnTo>
                    <a:pt x="491109" y="0"/>
                  </a:lnTo>
                  <a:lnTo>
                    <a:pt x="262318" y="676351"/>
                  </a:lnTo>
                  <a:lnTo>
                    <a:pt x="586105" y="676351"/>
                  </a:lnTo>
                  <a:lnTo>
                    <a:pt x="814933" y="0"/>
                  </a:lnTo>
                  <a:close/>
                </a:path>
                <a:path w="1133475" h="676910">
                  <a:moveTo>
                    <a:pt x="1133055" y="0"/>
                  </a:moveTo>
                  <a:lnTo>
                    <a:pt x="971219" y="0"/>
                  </a:lnTo>
                  <a:lnTo>
                    <a:pt x="742442" y="676351"/>
                  </a:lnTo>
                  <a:lnTo>
                    <a:pt x="904278" y="676351"/>
                  </a:lnTo>
                  <a:lnTo>
                    <a:pt x="1133055" y="0"/>
                  </a:lnTo>
                  <a:close/>
                </a:path>
              </a:pathLst>
            </a:custGeom>
            <a:solidFill>
              <a:srgbClr val="466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9752950" y="4222712"/>
              <a:ext cx="567690" cy="208915"/>
            </a:xfrm>
            <a:custGeom>
              <a:avLst/>
              <a:gdLst/>
              <a:ahLst/>
              <a:cxnLst/>
              <a:rect l="l" t="t" r="r" b="b"/>
              <a:pathLst>
                <a:path w="567690" h="208914">
                  <a:moveTo>
                    <a:pt x="567417" y="0"/>
                  </a:moveTo>
                  <a:lnTo>
                    <a:pt x="0" y="177031"/>
                  </a:lnTo>
                  <a:lnTo>
                    <a:pt x="0" y="208810"/>
                  </a:lnTo>
                  <a:lnTo>
                    <a:pt x="567417" y="208810"/>
                  </a:lnTo>
                  <a:lnTo>
                    <a:pt x="567417" y="0"/>
                  </a:lnTo>
                  <a:close/>
                </a:path>
              </a:pathLst>
            </a:custGeom>
            <a:solidFill>
              <a:srgbClr val="5E6F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11672918" y="4458756"/>
              <a:ext cx="1739264" cy="45720"/>
            </a:xfrm>
            <a:custGeom>
              <a:avLst/>
              <a:gdLst/>
              <a:ahLst/>
              <a:cxnLst/>
              <a:rect l="l" t="t" r="r" b="b"/>
              <a:pathLst>
                <a:path w="1739265" h="45720">
                  <a:moveTo>
                    <a:pt x="1686922" y="0"/>
                  </a:moveTo>
                  <a:lnTo>
                    <a:pt x="15109" y="0"/>
                  </a:lnTo>
                  <a:lnTo>
                    <a:pt x="0" y="45391"/>
                  </a:lnTo>
                  <a:lnTo>
                    <a:pt x="1739046" y="45391"/>
                  </a:lnTo>
                  <a:lnTo>
                    <a:pt x="1686922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11008805" y="3529653"/>
              <a:ext cx="9525" cy="1605915"/>
            </a:xfrm>
            <a:custGeom>
              <a:avLst/>
              <a:gdLst/>
              <a:ahLst/>
              <a:cxnLst/>
              <a:rect l="l" t="t" r="r" b="b"/>
              <a:pathLst>
                <a:path w="9525" h="1605914">
                  <a:moveTo>
                    <a:pt x="9080" y="845134"/>
                  </a:moveTo>
                  <a:lnTo>
                    <a:pt x="0" y="845134"/>
                  </a:lnTo>
                  <a:lnTo>
                    <a:pt x="0" y="1605457"/>
                  </a:lnTo>
                  <a:lnTo>
                    <a:pt x="9080" y="1605457"/>
                  </a:lnTo>
                  <a:lnTo>
                    <a:pt x="9080" y="845134"/>
                  </a:lnTo>
                  <a:close/>
                </a:path>
                <a:path w="9525" h="1605914">
                  <a:moveTo>
                    <a:pt x="9080" y="0"/>
                  </a:moveTo>
                  <a:lnTo>
                    <a:pt x="0" y="0"/>
                  </a:lnTo>
                  <a:lnTo>
                    <a:pt x="0" y="552348"/>
                  </a:lnTo>
                  <a:lnTo>
                    <a:pt x="9080" y="552348"/>
                  </a:lnTo>
                  <a:lnTo>
                    <a:pt x="9080" y="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10737977" y="3359752"/>
              <a:ext cx="551180" cy="1775460"/>
            </a:xfrm>
            <a:custGeom>
              <a:avLst/>
              <a:gdLst/>
              <a:ahLst/>
              <a:cxnLst/>
              <a:rect l="l" t="t" r="r" b="b"/>
              <a:pathLst>
                <a:path w="551179" h="1775460">
                  <a:moveTo>
                    <a:pt x="109080" y="1011174"/>
                  </a:moveTo>
                  <a:lnTo>
                    <a:pt x="53251" y="1011174"/>
                  </a:lnTo>
                  <a:lnTo>
                    <a:pt x="0" y="1168641"/>
                  </a:lnTo>
                  <a:lnTo>
                    <a:pt x="0" y="1333550"/>
                  </a:lnTo>
                  <a:lnTo>
                    <a:pt x="109080" y="1011174"/>
                  </a:lnTo>
                  <a:close/>
                </a:path>
                <a:path w="551179" h="1775460">
                  <a:moveTo>
                    <a:pt x="424294" y="55372"/>
                  </a:moveTo>
                  <a:lnTo>
                    <a:pt x="122605" y="287477"/>
                  </a:lnTo>
                  <a:lnTo>
                    <a:pt x="0" y="649973"/>
                  </a:lnTo>
                  <a:lnTo>
                    <a:pt x="0" y="722249"/>
                  </a:lnTo>
                  <a:lnTo>
                    <a:pt x="198678" y="722249"/>
                  </a:lnTo>
                  <a:lnTo>
                    <a:pt x="424294" y="55372"/>
                  </a:lnTo>
                  <a:close/>
                </a:path>
                <a:path w="551179" h="1775460">
                  <a:moveTo>
                    <a:pt x="457200" y="1011174"/>
                  </a:moveTo>
                  <a:lnTo>
                    <a:pt x="234048" y="1011174"/>
                  </a:lnTo>
                  <a:lnTo>
                    <a:pt x="0" y="1703095"/>
                  </a:lnTo>
                  <a:lnTo>
                    <a:pt x="0" y="1775371"/>
                  </a:lnTo>
                  <a:lnTo>
                    <a:pt x="198678" y="1775371"/>
                  </a:lnTo>
                  <a:lnTo>
                    <a:pt x="457200" y="1011174"/>
                  </a:lnTo>
                  <a:close/>
                </a:path>
                <a:path w="551179" h="1775460">
                  <a:moveTo>
                    <a:pt x="550748" y="1053109"/>
                  </a:moveTo>
                  <a:lnTo>
                    <a:pt x="306400" y="1775371"/>
                  </a:lnTo>
                  <a:lnTo>
                    <a:pt x="417931" y="1775371"/>
                  </a:lnTo>
                  <a:lnTo>
                    <a:pt x="550748" y="1382763"/>
                  </a:lnTo>
                  <a:lnTo>
                    <a:pt x="550748" y="1053109"/>
                  </a:lnTo>
                  <a:close/>
                </a:path>
                <a:path w="551179" h="1775460">
                  <a:moveTo>
                    <a:pt x="550748" y="0"/>
                  </a:moveTo>
                  <a:lnTo>
                    <a:pt x="306400" y="722249"/>
                  </a:lnTo>
                  <a:lnTo>
                    <a:pt x="417931" y="722249"/>
                  </a:lnTo>
                  <a:lnTo>
                    <a:pt x="550748" y="329641"/>
                  </a:lnTo>
                  <a:lnTo>
                    <a:pt x="550748" y="0"/>
                  </a:lnTo>
                  <a:close/>
                </a:path>
              </a:pathLst>
            </a:custGeom>
            <a:solidFill>
              <a:srgbClr val="466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9516898" y="4254264"/>
              <a:ext cx="3994785" cy="944880"/>
            </a:xfrm>
            <a:custGeom>
              <a:avLst/>
              <a:gdLst/>
              <a:ahLst/>
              <a:cxnLst/>
              <a:rect l="l" t="t" r="r" b="b"/>
              <a:pathLst>
                <a:path w="3994784" h="944879">
                  <a:moveTo>
                    <a:pt x="1923935" y="0"/>
                  </a:moveTo>
                  <a:lnTo>
                    <a:pt x="1068959" y="0"/>
                  </a:lnTo>
                  <a:lnTo>
                    <a:pt x="1068959" y="4991"/>
                  </a:lnTo>
                  <a:lnTo>
                    <a:pt x="1923935" y="4991"/>
                  </a:lnTo>
                  <a:lnTo>
                    <a:pt x="1923935" y="0"/>
                  </a:lnTo>
                  <a:close/>
                </a:path>
                <a:path w="3994784" h="944879">
                  <a:moveTo>
                    <a:pt x="3994607" y="880846"/>
                  </a:moveTo>
                  <a:lnTo>
                    <a:pt x="0" y="880846"/>
                  </a:lnTo>
                  <a:lnTo>
                    <a:pt x="0" y="944397"/>
                  </a:lnTo>
                  <a:lnTo>
                    <a:pt x="3994607" y="944397"/>
                  </a:lnTo>
                  <a:lnTo>
                    <a:pt x="3994607" y="880846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4" name="object 38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898696" y="4504146"/>
              <a:ext cx="612808" cy="630965"/>
            </a:xfrm>
            <a:prstGeom prst="rect">
              <a:avLst/>
            </a:prstGeom>
          </p:spPr>
        </p:pic>
        <p:sp>
          <p:nvSpPr>
            <p:cNvPr id="385" name="object 385" descr=""/>
            <p:cNvSpPr/>
            <p:nvPr/>
          </p:nvSpPr>
          <p:spPr>
            <a:xfrm>
              <a:off x="11768406" y="3861830"/>
              <a:ext cx="774065" cy="220345"/>
            </a:xfrm>
            <a:custGeom>
              <a:avLst/>
              <a:gdLst/>
              <a:ahLst/>
              <a:cxnLst/>
              <a:rect l="l" t="t" r="r" b="b"/>
              <a:pathLst>
                <a:path w="774065" h="220345">
                  <a:moveTo>
                    <a:pt x="774049" y="0"/>
                  </a:moveTo>
                  <a:lnTo>
                    <a:pt x="0" y="0"/>
                  </a:lnTo>
                  <a:lnTo>
                    <a:pt x="0" y="220160"/>
                  </a:lnTo>
                  <a:lnTo>
                    <a:pt x="774049" y="220160"/>
                  </a:lnTo>
                  <a:lnTo>
                    <a:pt x="774049" y="0"/>
                  </a:lnTo>
                  <a:close/>
                </a:path>
              </a:pathLst>
            </a:custGeom>
            <a:solidFill>
              <a:srgbClr val="ADD3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12009031" y="3861834"/>
              <a:ext cx="293370" cy="220345"/>
            </a:xfrm>
            <a:custGeom>
              <a:avLst/>
              <a:gdLst/>
              <a:ahLst/>
              <a:cxnLst/>
              <a:rect l="l" t="t" r="r" b="b"/>
              <a:pathLst>
                <a:path w="293370" h="220345">
                  <a:moveTo>
                    <a:pt x="9080" y="0"/>
                  </a:moveTo>
                  <a:lnTo>
                    <a:pt x="0" y="0"/>
                  </a:lnTo>
                  <a:lnTo>
                    <a:pt x="0" y="220167"/>
                  </a:lnTo>
                  <a:lnTo>
                    <a:pt x="9080" y="220167"/>
                  </a:lnTo>
                  <a:lnTo>
                    <a:pt x="9080" y="0"/>
                  </a:lnTo>
                  <a:close/>
                </a:path>
                <a:path w="293370" h="220345">
                  <a:moveTo>
                    <a:pt x="292785" y="0"/>
                  </a:moveTo>
                  <a:lnTo>
                    <a:pt x="283705" y="0"/>
                  </a:lnTo>
                  <a:lnTo>
                    <a:pt x="283705" y="220167"/>
                  </a:lnTo>
                  <a:lnTo>
                    <a:pt x="292785" y="220167"/>
                  </a:lnTo>
                  <a:lnTo>
                    <a:pt x="292785" y="0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11813883" y="3861847"/>
              <a:ext cx="691515" cy="220345"/>
            </a:xfrm>
            <a:custGeom>
              <a:avLst/>
              <a:gdLst/>
              <a:ahLst/>
              <a:cxnLst/>
              <a:rect l="l" t="t" r="r" b="b"/>
              <a:pathLst>
                <a:path w="691515" h="220345">
                  <a:moveTo>
                    <a:pt x="129730" y="0"/>
                  </a:moveTo>
                  <a:lnTo>
                    <a:pt x="74485" y="0"/>
                  </a:lnTo>
                  <a:lnTo>
                    <a:pt x="0" y="220154"/>
                  </a:lnTo>
                  <a:lnTo>
                    <a:pt x="55245" y="220154"/>
                  </a:lnTo>
                  <a:lnTo>
                    <a:pt x="129730" y="0"/>
                  </a:lnTo>
                  <a:close/>
                </a:path>
                <a:path w="691515" h="220345">
                  <a:moveTo>
                    <a:pt x="474446" y="0"/>
                  </a:moveTo>
                  <a:lnTo>
                    <a:pt x="253530" y="0"/>
                  </a:lnTo>
                  <a:lnTo>
                    <a:pt x="179031" y="220154"/>
                  </a:lnTo>
                  <a:lnTo>
                    <a:pt x="399961" y="220154"/>
                  </a:lnTo>
                  <a:lnTo>
                    <a:pt x="474446" y="0"/>
                  </a:lnTo>
                  <a:close/>
                </a:path>
                <a:path w="691515" h="220345">
                  <a:moveTo>
                    <a:pt x="691515" y="0"/>
                  </a:moveTo>
                  <a:lnTo>
                    <a:pt x="581088" y="0"/>
                  </a:lnTo>
                  <a:lnTo>
                    <a:pt x="506641" y="220154"/>
                  </a:lnTo>
                  <a:lnTo>
                    <a:pt x="617029" y="220154"/>
                  </a:lnTo>
                  <a:lnTo>
                    <a:pt x="691515" y="0"/>
                  </a:lnTo>
                  <a:close/>
                </a:path>
              </a:pathLst>
            </a:custGeom>
            <a:solidFill>
              <a:srgbClr val="466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9821914" y="4911642"/>
              <a:ext cx="955040" cy="277495"/>
            </a:xfrm>
            <a:custGeom>
              <a:avLst/>
              <a:gdLst/>
              <a:ahLst/>
              <a:cxnLst/>
              <a:rect l="l" t="t" r="r" b="b"/>
              <a:pathLst>
                <a:path w="955040" h="277495">
                  <a:moveTo>
                    <a:pt x="274193" y="0"/>
                  </a:moveTo>
                  <a:lnTo>
                    <a:pt x="249237" y="0"/>
                  </a:lnTo>
                  <a:lnTo>
                    <a:pt x="249237" y="205524"/>
                  </a:lnTo>
                  <a:lnTo>
                    <a:pt x="274193" y="205524"/>
                  </a:lnTo>
                  <a:lnTo>
                    <a:pt x="274193" y="0"/>
                  </a:lnTo>
                  <a:close/>
                </a:path>
                <a:path w="955040" h="277495">
                  <a:moveTo>
                    <a:pt x="727887" y="0"/>
                  </a:moveTo>
                  <a:lnTo>
                    <a:pt x="702932" y="0"/>
                  </a:lnTo>
                  <a:lnTo>
                    <a:pt x="702932" y="205524"/>
                  </a:lnTo>
                  <a:lnTo>
                    <a:pt x="727887" y="205524"/>
                  </a:lnTo>
                  <a:lnTo>
                    <a:pt x="727887" y="0"/>
                  </a:lnTo>
                  <a:close/>
                </a:path>
                <a:path w="955040" h="277495">
                  <a:moveTo>
                    <a:pt x="942543" y="256476"/>
                  </a:moveTo>
                  <a:lnTo>
                    <a:pt x="47637" y="256476"/>
                  </a:lnTo>
                  <a:lnTo>
                    <a:pt x="47637" y="0"/>
                  </a:lnTo>
                  <a:lnTo>
                    <a:pt x="22682" y="0"/>
                  </a:lnTo>
                  <a:lnTo>
                    <a:pt x="22682" y="256476"/>
                  </a:lnTo>
                  <a:lnTo>
                    <a:pt x="0" y="256476"/>
                  </a:lnTo>
                  <a:lnTo>
                    <a:pt x="0" y="277342"/>
                  </a:lnTo>
                  <a:lnTo>
                    <a:pt x="942543" y="277342"/>
                  </a:lnTo>
                  <a:lnTo>
                    <a:pt x="942543" y="256476"/>
                  </a:lnTo>
                  <a:close/>
                </a:path>
                <a:path w="955040" h="277495">
                  <a:moveTo>
                    <a:pt x="954443" y="0"/>
                  </a:moveTo>
                  <a:lnTo>
                    <a:pt x="929487" y="0"/>
                  </a:lnTo>
                  <a:lnTo>
                    <a:pt x="929487" y="205524"/>
                  </a:lnTo>
                  <a:lnTo>
                    <a:pt x="954443" y="205524"/>
                  </a:lnTo>
                  <a:lnTo>
                    <a:pt x="954443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9784612" y="4857167"/>
              <a:ext cx="194945" cy="289560"/>
            </a:xfrm>
            <a:custGeom>
              <a:avLst/>
              <a:gdLst/>
              <a:ahLst/>
              <a:cxnLst/>
              <a:rect l="l" t="t" r="r" b="b"/>
              <a:pathLst>
                <a:path w="194945" h="289560">
                  <a:moveTo>
                    <a:pt x="194706" y="0"/>
                  </a:moveTo>
                  <a:lnTo>
                    <a:pt x="0" y="0"/>
                  </a:lnTo>
                  <a:lnTo>
                    <a:pt x="0" y="18899"/>
                  </a:lnTo>
                  <a:lnTo>
                    <a:pt x="194706" y="289331"/>
                  </a:lnTo>
                  <a:lnTo>
                    <a:pt x="194706" y="0"/>
                  </a:lnTo>
                  <a:close/>
                </a:path>
              </a:pathLst>
            </a:custGeom>
            <a:solidFill>
              <a:srgbClr val="A4BB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10018103" y="4973021"/>
              <a:ext cx="932180" cy="205740"/>
            </a:xfrm>
            <a:custGeom>
              <a:avLst/>
              <a:gdLst/>
              <a:ahLst/>
              <a:cxnLst/>
              <a:rect l="l" t="t" r="r" b="b"/>
              <a:pathLst>
                <a:path w="932179" h="205739">
                  <a:moveTo>
                    <a:pt x="24955" y="0"/>
                  </a:moveTo>
                  <a:lnTo>
                    <a:pt x="0" y="0"/>
                  </a:lnTo>
                  <a:lnTo>
                    <a:pt x="0" y="205524"/>
                  </a:lnTo>
                  <a:lnTo>
                    <a:pt x="24955" y="205524"/>
                  </a:lnTo>
                  <a:lnTo>
                    <a:pt x="24955" y="0"/>
                  </a:lnTo>
                  <a:close/>
                </a:path>
                <a:path w="932179" h="205739">
                  <a:moveTo>
                    <a:pt x="251510" y="0"/>
                  </a:moveTo>
                  <a:lnTo>
                    <a:pt x="226568" y="0"/>
                  </a:lnTo>
                  <a:lnTo>
                    <a:pt x="226568" y="205524"/>
                  </a:lnTo>
                  <a:lnTo>
                    <a:pt x="251510" y="205524"/>
                  </a:lnTo>
                  <a:lnTo>
                    <a:pt x="251510" y="0"/>
                  </a:lnTo>
                  <a:close/>
                </a:path>
                <a:path w="932179" h="205739">
                  <a:moveTo>
                    <a:pt x="705205" y="0"/>
                  </a:moveTo>
                  <a:lnTo>
                    <a:pt x="680250" y="0"/>
                  </a:lnTo>
                  <a:lnTo>
                    <a:pt x="680250" y="205524"/>
                  </a:lnTo>
                  <a:lnTo>
                    <a:pt x="705205" y="205524"/>
                  </a:lnTo>
                  <a:lnTo>
                    <a:pt x="705205" y="0"/>
                  </a:lnTo>
                  <a:close/>
                </a:path>
                <a:path w="932179" h="205739">
                  <a:moveTo>
                    <a:pt x="931760" y="0"/>
                  </a:moveTo>
                  <a:lnTo>
                    <a:pt x="906805" y="0"/>
                  </a:lnTo>
                  <a:lnTo>
                    <a:pt x="906805" y="205524"/>
                  </a:lnTo>
                  <a:lnTo>
                    <a:pt x="931760" y="205524"/>
                  </a:lnTo>
                  <a:lnTo>
                    <a:pt x="93176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1" name="object 39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784616" y="4857166"/>
              <a:ext cx="1337006" cy="270431"/>
            </a:xfrm>
            <a:prstGeom prst="rect">
              <a:avLst/>
            </a:prstGeom>
          </p:spPr>
        </p:pic>
        <p:sp>
          <p:nvSpPr>
            <p:cNvPr id="392" name="object 392" descr=""/>
            <p:cNvSpPr/>
            <p:nvPr/>
          </p:nvSpPr>
          <p:spPr>
            <a:xfrm>
              <a:off x="9855378" y="4857616"/>
              <a:ext cx="1188720" cy="266700"/>
            </a:xfrm>
            <a:custGeom>
              <a:avLst/>
              <a:gdLst/>
              <a:ahLst/>
              <a:cxnLst/>
              <a:rect l="l" t="t" r="r" b="b"/>
              <a:pathLst>
                <a:path w="1188720" h="266700">
                  <a:moveTo>
                    <a:pt x="1188300" y="175475"/>
                  </a:moveTo>
                  <a:lnTo>
                    <a:pt x="1185354" y="172529"/>
                  </a:lnTo>
                  <a:lnTo>
                    <a:pt x="1038707" y="172605"/>
                  </a:lnTo>
                  <a:lnTo>
                    <a:pt x="1022464" y="150037"/>
                  </a:lnTo>
                  <a:lnTo>
                    <a:pt x="1022464" y="172605"/>
                  </a:lnTo>
                  <a:lnTo>
                    <a:pt x="871308" y="172681"/>
                  </a:lnTo>
                  <a:lnTo>
                    <a:pt x="855065" y="150114"/>
                  </a:lnTo>
                  <a:lnTo>
                    <a:pt x="855065" y="172694"/>
                  </a:lnTo>
                  <a:lnTo>
                    <a:pt x="719937" y="172758"/>
                  </a:lnTo>
                  <a:lnTo>
                    <a:pt x="703668" y="150279"/>
                  </a:lnTo>
                  <a:lnTo>
                    <a:pt x="703668" y="172770"/>
                  </a:lnTo>
                  <a:lnTo>
                    <a:pt x="566775" y="172834"/>
                  </a:lnTo>
                  <a:lnTo>
                    <a:pt x="550506" y="150329"/>
                  </a:lnTo>
                  <a:lnTo>
                    <a:pt x="550506" y="172847"/>
                  </a:lnTo>
                  <a:lnTo>
                    <a:pt x="413435" y="172910"/>
                  </a:lnTo>
                  <a:lnTo>
                    <a:pt x="397179" y="150317"/>
                  </a:lnTo>
                  <a:lnTo>
                    <a:pt x="397179" y="172923"/>
                  </a:lnTo>
                  <a:lnTo>
                    <a:pt x="248450" y="172986"/>
                  </a:lnTo>
                  <a:lnTo>
                    <a:pt x="192709" y="96266"/>
                  </a:lnTo>
                  <a:lnTo>
                    <a:pt x="342061" y="96266"/>
                  </a:lnTo>
                  <a:lnTo>
                    <a:pt x="397179" y="172923"/>
                  </a:lnTo>
                  <a:lnTo>
                    <a:pt x="397179" y="150317"/>
                  </a:lnTo>
                  <a:lnTo>
                    <a:pt x="358317" y="96266"/>
                  </a:lnTo>
                  <a:lnTo>
                    <a:pt x="495147" y="96266"/>
                  </a:lnTo>
                  <a:lnTo>
                    <a:pt x="550506" y="172847"/>
                  </a:lnTo>
                  <a:lnTo>
                    <a:pt x="550506" y="150329"/>
                  </a:lnTo>
                  <a:lnTo>
                    <a:pt x="511441" y="96266"/>
                  </a:lnTo>
                  <a:lnTo>
                    <a:pt x="648309" y="96266"/>
                  </a:lnTo>
                  <a:lnTo>
                    <a:pt x="703668" y="172770"/>
                  </a:lnTo>
                  <a:lnTo>
                    <a:pt x="703668" y="150279"/>
                  </a:lnTo>
                  <a:lnTo>
                    <a:pt x="664591" y="96266"/>
                  </a:lnTo>
                  <a:lnTo>
                    <a:pt x="800074" y="96266"/>
                  </a:lnTo>
                  <a:lnTo>
                    <a:pt x="855065" y="172694"/>
                  </a:lnTo>
                  <a:lnTo>
                    <a:pt x="855065" y="150114"/>
                  </a:lnTo>
                  <a:lnTo>
                    <a:pt x="816317" y="96266"/>
                  </a:lnTo>
                  <a:lnTo>
                    <a:pt x="967524" y="96266"/>
                  </a:lnTo>
                  <a:lnTo>
                    <a:pt x="1022464" y="172605"/>
                  </a:lnTo>
                  <a:lnTo>
                    <a:pt x="1022464" y="150037"/>
                  </a:lnTo>
                  <a:lnTo>
                    <a:pt x="983780" y="96266"/>
                  </a:lnTo>
                  <a:lnTo>
                    <a:pt x="1120838" y="96266"/>
                  </a:lnTo>
                  <a:lnTo>
                    <a:pt x="1123784" y="93319"/>
                  </a:lnTo>
                  <a:lnTo>
                    <a:pt x="1123784" y="86029"/>
                  </a:lnTo>
                  <a:lnTo>
                    <a:pt x="1120838" y="83083"/>
                  </a:lnTo>
                  <a:lnTo>
                    <a:pt x="974293" y="83083"/>
                  </a:lnTo>
                  <a:lnTo>
                    <a:pt x="917219" y="3759"/>
                  </a:lnTo>
                  <a:lnTo>
                    <a:pt x="913117" y="3073"/>
                  </a:lnTo>
                  <a:lnTo>
                    <a:pt x="907186" y="7340"/>
                  </a:lnTo>
                  <a:lnTo>
                    <a:pt x="906513" y="11468"/>
                  </a:lnTo>
                  <a:lnTo>
                    <a:pt x="958037" y="83083"/>
                  </a:lnTo>
                  <a:lnTo>
                    <a:pt x="806831" y="83083"/>
                  </a:lnTo>
                  <a:lnTo>
                    <a:pt x="747725" y="952"/>
                  </a:lnTo>
                  <a:lnTo>
                    <a:pt x="743597" y="266"/>
                  </a:lnTo>
                  <a:lnTo>
                    <a:pt x="737692" y="4533"/>
                  </a:lnTo>
                  <a:lnTo>
                    <a:pt x="737019" y="8648"/>
                  </a:lnTo>
                  <a:lnTo>
                    <a:pt x="790587" y="83083"/>
                  </a:lnTo>
                  <a:lnTo>
                    <a:pt x="655053" y="83083"/>
                  </a:lnTo>
                  <a:lnTo>
                    <a:pt x="596607" y="2298"/>
                  </a:lnTo>
                  <a:lnTo>
                    <a:pt x="592467" y="1638"/>
                  </a:lnTo>
                  <a:lnTo>
                    <a:pt x="586587" y="5918"/>
                  </a:lnTo>
                  <a:lnTo>
                    <a:pt x="585914" y="10045"/>
                  </a:lnTo>
                  <a:lnTo>
                    <a:pt x="638771" y="83083"/>
                  </a:lnTo>
                  <a:lnTo>
                    <a:pt x="501916" y="83083"/>
                  </a:lnTo>
                  <a:lnTo>
                    <a:pt x="443534" y="2298"/>
                  </a:lnTo>
                  <a:lnTo>
                    <a:pt x="439394" y="1638"/>
                  </a:lnTo>
                  <a:lnTo>
                    <a:pt x="433489" y="5918"/>
                  </a:lnTo>
                  <a:lnTo>
                    <a:pt x="432828" y="10045"/>
                  </a:lnTo>
                  <a:lnTo>
                    <a:pt x="485622" y="83083"/>
                  </a:lnTo>
                  <a:lnTo>
                    <a:pt x="348843" y="83083"/>
                  </a:lnTo>
                  <a:lnTo>
                    <a:pt x="289572" y="660"/>
                  </a:lnTo>
                  <a:lnTo>
                    <a:pt x="285470" y="0"/>
                  </a:lnTo>
                  <a:lnTo>
                    <a:pt x="279539" y="4254"/>
                  </a:lnTo>
                  <a:lnTo>
                    <a:pt x="278866" y="8382"/>
                  </a:lnTo>
                  <a:lnTo>
                    <a:pt x="332587" y="83083"/>
                  </a:lnTo>
                  <a:lnTo>
                    <a:pt x="183134" y="83083"/>
                  </a:lnTo>
                  <a:lnTo>
                    <a:pt x="123253" y="647"/>
                  </a:lnTo>
                  <a:lnTo>
                    <a:pt x="119113" y="25"/>
                  </a:lnTo>
                  <a:lnTo>
                    <a:pt x="113233" y="4279"/>
                  </a:lnTo>
                  <a:lnTo>
                    <a:pt x="112585" y="8407"/>
                  </a:lnTo>
                  <a:lnTo>
                    <a:pt x="166839" y="83083"/>
                  </a:lnTo>
                  <a:lnTo>
                    <a:pt x="2946" y="83083"/>
                  </a:lnTo>
                  <a:lnTo>
                    <a:pt x="0" y="86029"/>
                  </a:lnTo>
                  <a:lnTo>
                    <a:pt x="0" y="93319"/>
                  </a:lnTo>
                  <a:lnTo>
                    <a:pt x="2946" y="96266"/>
                  </a:lnTo>
                  <a:lnTo>
                    <a:pt x="6591" y="96266"/>
                  </a:lnTo>
                  <a:lnTo>
                    <a:pt x="176415" y="96266"/>
                  </a:lnTo>
                  <a:lnTo>
                    <a:pt x="232156" y="172986"/>
                  </a:lnTo>
                  <a:lnTo>
                    <a:pt x="65176" y="173050"/>
                  </a:lnTo>
                  <a:lnTo>
                    <a:pt x="62217" y="175996"/>
                  </a:lnTo>
                  <a:lnTo>
                    <a:pt x="62217" y="183273"/>
                  </a:lnTo>
                  <a:lnTo>
                    <a:pt x="65176" y="186232"/>
                  </a:lnTo>
                  <a:lnTo>
                    <a:pt x="68821" y="186232"/>
                  </a:lnTo>
                  <a:lnTo>
                    <a:pt x="241731" y="186169"/>
                  </a:lnTo>
                  <a:lnTo>
                    <a:pt x="299250" y="265315"/>
                  </a:lnTo>
                  <a:lnTo>
                    <a:pt x="301256" y="266268"/>
                  </a:lnTo>
                  <a:lnTo>
                    <a:pt x="303301" y="266268"/>
                  </a:lnTo>
                  <a:lnTo>
                    <a:pt x="304647" y="266268"/>
                  </a:lnTo>
                  <a:lnTo>
                    <a:pt x="305993" y="265861"/>
                  </a:lnTo>
                  <a:lnTo>
                    <a:pt x="310108" y="262864"/>
                  </a:lnTo>
                  <a:lnTo>
                    <a:pt x="310769" y="258749"/>
                  </a:lnTo>
                  <a:lnTo>
                    <a:pt x="258025" y="186156"/>
                  </a:lnTo>
                  <a:lnTo>
                    <a:pt x="406654" y="186093"/>
                  </a:lnTo>
                  <a:lnTo>
                    <a:pt x="463638" y="265315"/>
                  </a:lnTo>
                  <a:lnTo>
                    <a:pt x="465670" y="266268"/>
                  </a:lnTo>
                  <a:lnTo>
                    <a:pt x="467715" y="266268"/>
                  </a:lnTo>
                  <a:lnTo>
                    <a:pt x="469049" y="266268"/>
                  </a:lnTo>
                  <a:lnTo>
                    <a:pt x="470395" y="265861"/>
                  </a:lnTo>
                  <a:lnTo>
                    <a:pt x="474510" y="262890"/>
                  </a:lnTo>
                  <a:lnTo>
                    <a:pt x="475195" y="258775"/>
                  </a:lnTo>
                  <a:lnTo>
                    <a:pt x="422910" y="186093"/>
                  </a:lnTo>
                  <a:lnTo>
                    <a:pt x="560031" y="186029"/>
                  </a:lnTo>
                  <a:lnTo>
                    <a:pt x="617359" y="265315"/>
                  </a:lnTo>
                  <a:lnTo>
                    <a:pt x="619366" y="266268"/>
                  </a:lnTo>
                  <a:lnTo>
                    <a:pt x="621423" y="266268"/>
                  </a:lnTo>
                  <a:lnTo>
                    <a:pt x="622769" y="266268"/>
                  </a:lnTo>
                  <a:lnTo>
                    <a:pt x="624116" y="265861"/>
                  </a:lnTo>
                  <a:lnTo>
                    <a:pt x="628230" y="262877"/>
                  </a:lnTo>
                  <a:lnTo>
                    <a:pt x="628891" y="258762"/>
                  </a:lnTo>
                  <a:lnTo>
                    <a:pt x="576300" y="186016"/>
                  </a:lnTo>
                  <a:lnTo>
                    <a:pt x="713206" y="185953"/>
                  </a:lnTo>
                  <a:lnTo>
                    <a:pt x="770661" y="265315"/>
                  </a:lnTo>
                  <a:lnTo>
                    <a:pt x="772680" y="266268"/>
                  </a:lnTo>
                  <a:lnTo>
                    <a:pt x="774712" y="266268"/>
                  </a:lnTo>
                  <a:lnTo>
                    <a:pt x="776058" y="266268"/>
                  </a:lnTo>
                  <a:lnTo>
                    <a:pt x="777405" y="265861"/>
                  </a:lnTo>
                  <a:lnTo>
                    <a:pt x="781519" y="262877"/>
                  </a:lnTo>
                  <a:lnTo>
                    <a:pt x="782180" y="258762"/>
                  </a:lnTo>
                  <a:lnTo>
                    <a:pt x="729475" y="185940"/>
                  </a:lnTo>
                  <a:lnTo>
                    <a:pt x="864552" y="185877"/>
                  </a:lnTo>
                  <a:lnTo>
                    <a:pt x="921740" y="265315"/>
                  </a:lnTo>
                  <a:lnTo>
                    <a:pt x="923759" y="266268"/>
                  </a:lnTo>
                  <a:lnTo>
                    <a:pt x="925817" y="266268"/>
                  </a:lnTo>
                  <a:lnTo>
                    <a:pt x="927150" y="266268"/>
                  </a:lnTo>
                  <a:lnTo>
                    <a:pt x="928497" y="265861"/>
                  </a:lnTo>
                  <a:lnTo>
                    <a:pt x="932611" y="262890"/>
                  </a:lnTo>
                  <a:lnTo>
                    <a:pt x="933284" y="258775"/>
                  </a:lnTo>
                  <a:lnTo>
                    <a:pt x="880795" y="185864"/>
                  </a:lnTo>
                  <a:lnTo>
                    <a:pt x="1031938" y="185788"/>
                  </a:lnTo>
                  <a:lnTo>
                    <a:pt x="1089177" y="265315"/>
                  </a:lnTo>
                  <a:lnTo>
                    <a:pt x="1091209" y="266268"/>
                  </a:lnTo>
                  <a:lnTo>
                    <a:pt x="1093254" y="266268"/>
                  </a:lnTo>
                  <a:lnTo>
                    <a:pt x="1094587" y="266268"/>
                  </a:lnTo>
                  <a:lnTo>
                    <a:pt x="1095933" y="265861"/>
                  </a:lnTo>
                  <a:lnTo>
                    <a:pt x="1100048" y="262890"/>
                  </a:lnTo>
                  <a:lnTo>
                    <a:pt x="1100721" y="258775"/>
                  </a:lnTo>
                  <a:lnTo>
                    <a:pt x="1048181" y="185788"/>
                  </a:lnTo>
                  <a:lnTo>
                    <a:pt x="1185354" y="185712"/>
                  </a:lnTo>
                  <a:lnTo>
                    <a:pt x="1188300" y="182765"/>
                  </a:lnTo>
                  <a:lnTo>
                    <a:pt x="1188300" y="175475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9979319" y="5127603"/>
              <a:ext cx="1142365" cy="19050"/>
            </a:xfrm>
            <a:custGeom>
              <a:avLst/>
              <a:gdLst/>
              <a:ahLst/>
              <a:cxnLst/>
              <a:rect l="l" t="t" r="r" b="b"/>
              <a:pathLst>
                <a:path w="1142365" h="19050">
                  <a:moveTo>
                    <a:pt x="1142300" y="0"/>
                  </a:moveTo>
                  <a:lnTo>
                    <a:pt x="0" y="0"/>
                  </a:lnTo>
                  <a:lnTo>
                    <a:pt x="0" y="18899"/>
                  </a:lnTo>
                  <a:lnTo>
                    <a:pt x="1142300" y="18899"/>
                  </a:lnTo>
                  <a:lnTo>
                    <a:pt x="1142300" y="0"/>
                  </a:lnTo>
                  <a:close/>
                </a:path>
              </a:pathLst>
            </a:custGeom>
            <a:solidFill>
              <a:srgbClr val="A4BB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10013067" y="5168114"/>
              <a:ext cx="942975" cy="20955"/>
            </a:xfrm>
            <a:custGeom>
              <a:avLst/>
              <a:gdLst/>
              <a:ahLst/>
              <a:cxnLst/>
              <a:rect l="l" t="t" r="r" b="b"/>
              <a:pathLst>
                <a:path w="942975" h="20954">
                  <a:moveTo>
                    <a:pt x="942536" y="0"/>
                  </a:moveTo>
                  <a:lnTo>
                    <a:pt x="0" y="0"/>
                  </a:lnTo>
                  <a:lnTo>
                    <a:pt x="0" y="20858"/>
                  </a:lnTo>
                  <a:lnTo>
                    <a:pt x="942536" y="20858"/>
                  </a:lnTo>
                  <a:lnTo>
                    <a:pt x="94253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3271878" y="4531809"/>
              <a:ext cx="92075" cy="680085"/>
            </a:xfrm>
            <a:custGeom>
              <a:avLst/>
              <a:gdLst/>
              <a:ahLst/>
              <a:cxnLst/>
              <a:rect l="l" t="t" r="r" b="b"/>
              <a:pathLst>
                <a:path w="92075" h="680085">
                  <a:moveTo>
                    <a:pt x="91787" y="0"/>
                  </a:moveTo>
                  <a:lnTo>
                    <a:pt x="0" y="0"/>
                  </a:lnTo>
                  <a:lnTo>
                    <a:pt x="0" y="680042"/>
                  </a:lnTo>
                  <a:lnTo>
                    <a:pt x="91787" y="680042"/>
                  </a:lnTo>
                  <a:lnTo>
                    <a:pt x="91787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12928450" y="3576982"/>
              <a:ext cx="801370" cy="782320"/>
            </a:xfrm>
            <a:custGeom>
              <a:avLst/>
              <a:gdLst/>
              <a:ahLst/>
              <a:cxnLst/>
              <a:rect l="l" t="t" r="r" b="b"/>
              <a:pathLst>
                <a:path w="801369" h="782320">
                  <a:moveTo>
                    <a:pt x="389317" y="0"/>
                  </a:moveTo>
                  <a:lnTo>
                    <a:pt x="0" y="781724"/>
                  </a:lnTo>
                  <a:lnTo>
                    <a:pt x="800771" y="781724"/>
                  </a:lnTo>
                  <a:lnTo>
                    <a:pt x="389317" y="0"/>
                  </a:lnTo>
                  <a:close/>
                </a:path>
              </a:pathLst>
            </a:custGeom>
            <a:solidFill>
              <a:srgbClr val="48AB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13317772" y="3576981"/>
              <a:ext cx="411480" cy="782320"/>
            </a:xfrm>
            <a:custGeom>
              <a:avLst/>
              <a:gdLst/>
              <a:ahLst/>
              <a:cxnLst/>
              <a:rect l="l" t="t" r="r" b="b"/>
              <a:pathLst>
                <a:path w="411480" h="782320">
                  <a:moveTo>
                    <a:pt x="0" y="0"/>
                  </a:moveTo>
                  <a:lnTo>
                    <a:pt x="0" y="781724"/>
                  </a:lnTo>
                  <a:lnTo>
                    <a:pt x="411442" y="781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12853687" y="3825050"/>
              <a:ext cx="958850" cy="782320"/>
            </a:xfrm>
            <a:custGeom>
              <a:avLst/>
              <a:gdLst/>
              <a:ahLst/>
              <a:cxnLst/>
              <a:rect l="l" t="t" r="r" b="b"/>
              <a:pathLst>
                <a:path w="958850" h="782320">
                  <a:moveTo>
                    <a:pt x="465996" y="0"/>
                  </a:moveTo>
                  <a:lnTo>
                    <a:pt x="0" y="781724"/>
                  </a:lnTo>
                  <a:lnTo>
                    <a:pt x="958473" y="781724"/>
                  </a:lnTo>
                  <a:lnTo>
                    <a:pt x="465996" y="0"/>
                  </a:lnTo>
                  <a:close/>
                </a:path>
              </a:pathLst>
            </a:custGeom>
            <a:solidFill>
              <a:srgbClr val="48AB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3319680" y="3825046"/>
              <a:ext cx="492759" cy="782320"/>
            </a:xfrm>
            <a:custGeom>
              <a:avLst/>
              <a:gdLst/>
              <a:ahLst/>
              <a:cxnLst/>
              <a:rect l="l" t="t" r="r" b="b"/>
              <a:pathLst>
                <a:path w="492759" h="782320">
                  <a:moveTo>
                    <a:pt x="0" y="0"/>
                  </a:moveTo>
                  <a:lnTo>
                    <a:pt x="0" y="781724"/>
                  </a:lnTo>
                  <a:lnTo>
                    <a:pt x="492477" y="781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3041862" y="3290326"/>
              <a:ext cx="577850" cy="677545"/>
            </a:xfrm>
            <a:custGeom>
              <a:avLst/>
              <a:gdLst/>
              <a:ahLst/>
              <a:cxnLst/>
              <a:rect l="l" t="t" r="r" b="b"/>
              <a:pathLst>
                <a:path w="577850" h="677545">
                  <a:moveTo>
                    <a:pt x="280745" y="0"/>
                  </a:moveTo>
                  <a:lnTo>
                    <a:pt x="0" y="677518"/>
                  </a:lnTo>
                  <a:lnTo>
                    <a:pt x="577458" y="677518"/>
                  </a:lnTo>
                  <a:lnTo>
                    <a:pt x="280745" y="0"/>
                  </a:lnTo>
                  <a:close/>
                </a:path>
              </a:pathLst>
            </a:custGeom>
            <a:solidFill>
              <a:srgbClr val="48AB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3322613" y="3290327"/>
              <a:ext cx="297180" cy="677545"/>
            </a:xfrm>
            <a:custGeom>
              <a:avLst/>
              <a:gdLst/>
              <a:ahLst/>
              <a:cxnLst/>
              <a:rect l="l" t="t" r="r" b="b"/>
              <a:pathLst>
                <a:path w="297180" h="677545">
                  <a:moveTo>
                    <a:pt x="0" y="0"/>
                  </a:moveTo>
                  <a:lnTo>
                    <a:pt x="0" y="677518"/>
                  </a:lnTo>
                  <a:lnTo>
                    <a:pt x="296703" y="677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13179968" y="2954642"/>
              <a:ext cx="287020" cy="636270"/>
            </a:xfrm>
            <a:custGeom>
              <a:avLst/>
              <a:gdLst/>
              <a:ahLst/>
              <a:cxnLst/>
              <a:rect l="l" t="t" r="r" b="b"/>
              <a:pathLst>
                <a:path w="287019" h="636270">
                  <a:moveTo>
                    <a:pt x="139461" y="0"/>
                  </a:moveTo>
                  <a:lnTo>
                    <a:pt x="0" y="635708"/>
                  </a:lnTo>
                  <a:lnTo>
                    <a:pt x="286839" y="635708"/>
                  </a:lnTo>
                  <a:lnTo>
                    <a:pt x="139461" y="0"/>
                  </a:lnTo>
                  <a:close/>
                </a:path>
              </a:pathLst>
            </a:custGeom>
            <a:solidFill>
              <a:srgbClr val="48AB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3319429" y="2954642"/>
              <a:ext cx="147955" cy="636270"/>
            </a:xfrm>
            <a:custGeom>
              <a:avLst/>
              <a:gdLst/>
              <a:ahLst/>
              <a:cxnLst/>
              <a:rect l="l" t="t" r="r" b="b"/>
              <a:pathLst>
                <a:path w="147955" h="636270">
                  <a:moveTo>
                    <a:pt x="0" y="0"/>
                  </a:moveTo>
                  <a:lnTo>
                    <a:pt x="0" y="635708"/>
                  </a:lnTo>
                  <a:lnTo>
                    <a:pt x="147388" y="6357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7194995" y="4842302"/>
              <a:ext cx="113030" cy="365760"/>
            </a:xfrm>
            <a:custGeom>
              <a:avLst/>
              <a:gdLst/>
              <a:ahLst/>
              <a:cxnLst/>
              <a:rect l="l" t="t" r="r" b="b"/>
              <a:pathLst>
                <a:path w="113029" h="365760">
                  <a:moveTo>
                    <a:pt x="112959" y="0"/>
                  </a:moveTo>
                  <a:lnTo>
                    <a:pt x="0" y="0"/>
                  </a:lnTo>
                  <a:lnTo>
                    <a:pt x="0" y="365643"/>
                  </a:lnTo>
                  <a:lnTo>
                    <a:pt x="112959" y="365643"/>
                  </a:lnTo>
                  <a:lnTo>
                    <a:pt x="112959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6772353" y="3888191"/>
              <a:ext cx="985519" cy="781685"/>
            </a:xfrm>
            <a:custGeom>
              <a:avLst/>
              <a:gdLst/>
              <a:ahLst/>
              <a:cxnLst/>
              <a:rect l="l" t="t" r="r" b="b"/>
              <a:pathLst>
                <a:path w="985520" h="781685">
                  <a:moveTo>
                    <a:pt x="479116" y="0"/>
                  </a:moveTo>
                  <a:lnTo>
                    <a:pt x="0" y="781138"/>
                  </a:lnTo>
                  <a:lnTo>
                    <a:pt x="985467" y="781138"/>
                  </a:lnTo>
                  <a:lnTo>
                    <a:pt x="479116" y="0"/>
                  </a:lnTo>
                  <a:close/>
                </a:path>
              </a:pathLst>
            </a:custGeom>
            <a:solidFill>
              <a:srgbClr val="1F7A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7251474" y="3888193"/>
              <a:ext cx="506730" cy="781685"/>
            </a:xfrm>
            <a:custGeom>
              <a:avLst/>
              <a:gdLst/>
              <a:ahLst/>
              <a:cxnLst/>
              <a:rect l="l" t="t" r="r" b="b"/>
              <a:pathLst>
                <a:path w="506729" h="781685">
                  <a:moveTo>
                    <a:pt x="0" y="0"/>
                  </a:moveTo>
                  <a:lnTo>
                    <a:pt x="0" y="781138"/>
                  </a:lnTo>
                  <a:lnTo>
                    <a:pt x="506351" y="781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6680346" y="4136069"/>
              <a:ext cx="1179830" cy="781685"/>
            </a:xfrm>
            <a:custGeom>
              <a:avLst/>
              <a:gdLst/>
              <a:ahLst/>
              <a:cxnLst/>
              <a:rect l="l" t="t" r="r" b="b"/>
              <a:pathLst>
                <a:path w="1179829" h="781685">
                  <a:moveTo>
                    <a:pt x="573479" y="0"/>
                  </a:moveTo>
                  <a:lnTo>
                    <a:pt x="0" y="781138"/>
                  </a:lnTo>
                  <a:lnTo>
                    <a:pt x="1179545" y="781138"/>
                  </a:lnTo>
                  <a:lnTo>
                    <a:pt x="573479" y="0"/>
                  </a:lnTo>
                  <a:close/>
                </a:path>
              </a:pathLst>
            </a:custGeom>
            <a:solidFill>
              <a:srgbClr val="1F7A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7253824" y="4136073"/>
              <a:ext cx="606425" cy="781685"/>
            </a:xfrm>
            <a:custGeom>
              <a:avLst/>
              <a:gdLst/>
              <a:ahLst/>
              <a:cxnLst/>
              <a:rect l="l" t="t" r="r" b="b"/>
              <a:pathLst>
                <a:path w="606425" h="781685">
                  <a:moveTo>
                    <a:pt x="0" y="0"/>
                  </a:moveTo>
                  <a:lnTo>
                    <a:pt x="0" y="781138"/>
                  </a:lnTo>
                  <a:lnTo>
                    <a:pt x="606065" y="781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6911924" y="3601757"/>
              <a:ext cx="711200" cy="677545"/>
            </a:xfrm>
            <a:custGeom>
              <a:avLst/>
              <a:gdLst/>
              <a:ahLst/>
              <a:cxnLst/>
              <a:rect l="l" t="t" r="r" b="b"/>
              <a:pathLst>
                <a:path w="711200" h="677545">
                  <a:moveTo>
                    <a:pt x="345507" y="0"/>
                  </a:moveTo>
                  <a:lnTo>
                    <a:pt x="0" y="677005"/>
                  </a:lnTo>
                  <a:lnTo>
                    <a:pt x="710648" y="677005"/>
                  </a:lnTo>
                  <a:lnTo>
                    <a:pt x="345507" y="0"/>
                  </a:lnTo>
                  <a:close/>
                </a:path>
              </a:pathLst>
            </a:custGeom>
            <a:solidFill>
              <a:srgbClr val="1F7A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7257432" y="3601760"/>
              <a:ext cx="365760" cy="677545"/>
            </a:xfrm>
            <a:custGeom>
              <a:avLst/>
              <a:gdLst/>
              <a:ahLst/>
              <a:cxnLst/>
              <a:rect l="l" t="t" r="r" b="b"/>
              <a:pathLst>
                <a:path w="365759" h="677545">
                  <a:moveTo>
                    <a:pt x="0" y="0"/>
                  </a:moveTo>
                  <a:lnTo>
                    <a:pt x="0" y="677005"/>
                  </a:lnTo>
                  <a:lnTo>
                    <a:pt x="365140" y="677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7081886" y="3266325"/>
              <a:ext cx="353060" cy="635635"/>
            </a:xfrm>
            <a:custGeom>
              <a:avLst/>
              <a:gdLst/>
              <a:ahLst/>
              <a:cxnLst/>
              <a:rect l="l" t="t" r="r" b="b"/>
              <a:pathLst>
                <a:path w="353059" h="635635">
                  <a:moveTo>
                    <a:pt x="171628" y="0"/>
                  </a:moveTo>
                  <a:lnTo>
                    <a:pt x="0" y="635226"/>
                  </a:lnTo>
                  <a:lnTo>
                    <a:pt x="353004" y="635226"/>
                  </a:lnTo>
                  <a:lnTo>
                    <a:pt x="171628" y="0"/>
                  </a:lnTo>
                  <a:close/>
                </a:path>
              </a:pathLst>
            </a:custGeom>
            <a:solidFill>
              <a:srgbClr val="1F7A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7253513" y="3266328"/>
              <a:ext cx="181610" cy="635635"/>
            </a:xfrm>
            <a:custGeom>
              <a:avLst/>
              <a:gdLst/>
              <a:ahLst/>
              <a:cxnLst/>
              <a:rect l="l" t="t" r="r" b="b"/>
              <a:pathLst>
                <a:path w="181609" h="635635">
                  <a:moveTo>
                    <a:pt x="0" y="0"/>
                  </a:moveTo>
                  <a:lnTo>
                    <a:pt x="0" y="635226"/>
                  </a:lnTo>
                  <a:lnTo>
                    <a:pt x="181376" y="635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3" name="object 413" descr=""/>
          <p:cNvGrpSpPr/>
          <p:nvPr/>
        </p:nvGrpSpPr>
        <p:grpSpPr>
          <a:xfrm>
            <a:off x="16784524" y="2768709"/>
            <a:ext cx="1983105" cy="436880"/>
            <a:chOff x="16784524" y="2768709"/>
            <a:chExt cx="1983105" cy="436880"/>
          </a:xfrm>
        </p:grpSpPr>
        <p:sp>
          <p:nvSpPr>
            <p:cNvPr id="414" name="object 414" descr=""/>
            <p:cNvSpPr/>
            <p:nvPr/>
          </p:nvSpPr>
          <p:spPr>
            <a:xfrm>
              <a:off x="16784524" y="2768709"/>
              <a:ext cx="1150620" cy="436880"/>
            </a:xfrm>
            <a:custGeom>
              <a:avLst/>
              <a:gdLst/>
              <a:ahLst/>
              <a:cxnLst/>
              <a:rect l="l" t="t" r="r" b="b"/>
              <a:pathLst>
                <a:path w="1150619" h="436880">
                  <a:moveTo>
                    <a:pt x="607333" y="0"/>
                  </a:moveTo>
                  <a:lnTo>
                    <a:pt x="561687" y="10728"/>
                  </a:lnTo>
                  <a:lnTo>
                    <a:pt x="519945" y="36279"/>
                  </a:lnTo>
                  <a:lnTo>
                    <a:pt x="485565" y="75840"/>
                  </a:lnTo>
                  <a:lnTo>
                    <a:pt x="456875" y="136478"/>
                  </a:lnTo>
                  <a:lnTo>
                    <a:pt x="436415" y="203093"/>
                  </a:lnTo>
                  <a:lnTo>
                    <a:pt x="421664" y="189816"/>
                  </a:lnTo>
                  <a:lnTo>
                    <a:pt x="404523" y="182540"/>
                  </a:lnTo>
                  <a:lnTo>
                    <a:pt x="386484" y="181611"/>
                  </a:lnTo>
                  <a:lnTo>
                    <a:pt x="369035" y="187376"/>
                  </a:lnTo>
                  <a:lnTo>
                    <a:pt x="353796" y="199711"/>
                  </a:lnTo>
                  <a:lnTo>
                    <a:pt x="341955" y="217189"/>
                  </a:lnTo>
                  <a:lnTo>
                    <a:pt x="334335" y="238182"/>
                  </a:lnTo>
                  <a:lnTo>
                    <a:pt x="331759" y="261059"/>
                  </a:lnTo>
                  <a:lnTo>
                    <a:pt x="321786" y="227699"/>
                  </a:lnTo>
                  <a:lnTo>
                    <a:pt x="288739" y="171084"/>
                  </a:lnTo>
                  <a:lnTo>
                    <a:pt x="239775" y="139484"/>
                  </a:lnTo>
                  <a:lnTo>
                    <a:pt x="212034" y="137428"/>
                  </a:lnTo>
                  <a:lnTo>
                    <a:pt x="185315" y="145423"/>
                  </a:lnTo>
                  <a:lnTo>
                    <a:pt x="162120" y="163911"/>
                  </a:lnTo>
                  <a:lnTo>
                    <a:pt x="139049" y="206471"/>
                  </a:lnTo>
                  <a:lnTo>
                    <a:pt x="126915" y="257777"/>
                  </a:lnTo>
                  <a:lnTo>
                    <a:pt x="117638" y="311941"/>
                  </a:lnTo>
                  <a:lnTo>
                    <a:pt x="103137" y="363077"/>
                  </a:lnTo>
                  <a:lnTo>
                    <a:pt x="70408" y="322881"/>
                  </a:lnTo>
                  <a:lnTo>
                    <a:pt x="23778" y="332261"/>
                  </a:lnTo>
                  <a:lnTo>
                    <a:pt x="1335" y="379655"/>
                  </a:lnTo>
                  <a:lnTo>
                    <a:pt x="0" y="408438"/>
                  </a:lnTo>
                  <a:lnTo>
                    <a:pt x="5067" y="436677"/>
                  </a:lnTo>
                  <a:lnTo>
                    <a:pt x="1148938" y="436677"/>
                  </a:lnTo>
                  <a:lnTo>
                    <a:pt x="1150311" y="396901"/>
                  </a:lnTo>
                  <a:lnTo>
                    <a:pt x="1145509" y="358614"/>
                  </a:lnTo>
                  <a:lnTo>
                    <a:pt x="1114845" y="294231"/>
                  </a:lnTo>
                  <a:lnTo>
                    <a:pt x="1079442" y="269658"/>
                  </a:lnTo>
                  <a:lnTo>
                    <a:pt x="1039043" y="265356"/>
                  </a:lnTo>
                  <a:lnTo>
                    <a:pt x="1000242" y="280427"/>
                  </a:lnTo>
                  <a:lnTo>
                    <a:pt x="969634" y="313969"/>
                  </a:lnTo>
                  <a:lnTo>
                    <a:pt x="968636" y="286681"/>
                  </a:lnTo>
                  <a:lnTo>
                    <a:pt x="946041" y="240147"/>
                  </a:lnTo>
                  <a:lnTo>
                    <a:pt x="907086" y="216976"/>
                  </a:lnTo>
                  <a:lnTo>
                    <a:pt x="885523" y="215168"/>
                  </a:lnTo>
                  <a:lnTo>
                    <a:pt x="863852" y="218728"/>
                  </a:lnTo>
                  <a:lnTo>
                    <a:pt x="823178" y="238411"/>
                  </a:lnTo>
                  <a:lnTo>
                    <a:pt x="786471" y="268377"/>
                  </a:lnTo>
                  <a:lnTo>
                    <a:pt x="768970" y="285080"/>
                  </a:lnTo>
                  <a:lnTo>
                    <a:pt x="777767" y="236953"/>
                  </a:lnTo>
                  <a:lnTo>
                    <a:pt x="777297" y="187548"/>
                  </a:lnTo>
                  <a:lnTo>
                    <a:pt x="768249" y="139320"/>
                  </a:lnTo>
                  <a:lnTo>
                    <a:pt x="751310" y="94725"/>
                  </a:lnTo>
                  <a:lnTo>
                    <a:pt x="727169" y="56220"/>
                  </a:lnTo>
                  <a:lnTo>
                    <a:pt x="696512" y="26260"/>
                  </a:lnTo>
                  <a:lnTo>
                    <a:pt x="653427" y="4906"/>
                  </a:lnTo>
                  <a:lnTo>
                    <a:pt x="607333" y="0"/>
                  </a:lnTo>
                  <a:close/>
                </a:path>
              </a:pathLst>
            </a:custGeom>
            <a:solidFill>
              <a:srgbClr val="A1D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16822421" y="2955562"/>
              <a:ext cx="1073785" cy="250190"/>
            </a:xfrm>
            <a:custGeom>
              <a:avLst/>
              <a:gdLst/>
              <a:ahLst/>
              <a:cxnLst/>
              <a:rect l="l" t="t" r="r" b="b"/>
              <a:pathLst>
                <a:path w="1073784" h="250189">
                  <a:moveTo>
                    <a:pt x="550822" y="0"/>
                  </a:moveTo>
                  <a:lnTo>
                    <a:pt x="518088" y="19988"/>
                  </a:lnTo>
                  <a:lnTo>
                    <a:pt x="475355" y="73783"/>
                  </a:lnTo>
                  <a:lnTo>
                    <a:pt x="441065" y="133304"/>
                  </a:lnTo>
                  <a:lnTo>
                    <a:pt x="433299" y="124016"/>
                  </a:lnTo>
                  <a:lnTo>
                    <a:pt x="395232" y="95258"/>
                  </a:lnTo>
                  <a:lnTo>
                    <a:pt x="383358" y="92765"/>
                  </a:lnTo>
                  <a:lnTo>
                    <a:pt x="371459" y="93245"/>
                  </a:lnTo>
                  <a:lnTo>
                    <a:pt x="288818" y="197250"/>
                  </a:lnTo>
                  <a:lnTo>
                    <a:pt x="273111" y="172485"/>
                  </a:lnTo>
                  <a:lnTo>
                    <a:pt x="232123" y="130731"/>
                  </a:lnTo>
                  <a:lnTo>
                    <a:pt x="195841" y="108729"/>
                  </a:lnTo>
                  <a:lnTo>
                    <a:pt x="170655" y="103194"/>
                  </a:lnTo>
                  <a:lnTo>
                    <a:pt x="158225" y="105556"/>
                  </a:lnTo>
                  <a:lnTo>
                    <a:pt x="131138" y="132919"/>
                  </a:lnTo>
                  <a:lnTo>
                    <a:pt x="81432" y="235604"/>
                  </a:lnTo>
                  <a:lnTo>
                    <a:pt x="68369" y="222741"/>
                  </a:lnTo>
                  <a:lnTo>
                    <a:pt x="15947" y="223762"/>
                  </a:lnTo>
                  <a:lnTo>
                    <a:pt x="0" y="249824"/>
                  </a:lnTo>
                  <a:lnTo>
                    <a:pt x="1073412" y="249824"/>
                  </a:lnTo>
                  <a:lnTo>
                    <a:pt x="1053310" y="212132"/>
                  </a:lnTo>
                  <a:lnTo>
                    <a:pt x="1019221" y="183509"/>
                  </a:lnTo>
                  <a:lnTo>
                    <a:pt x="976546" y="178266"/>
                  </a:lnTo>
                  <a:lnTo>
                    <a:pt x="946200" y="179692"/>
                  </a:lnTo>
                  <a:lnTo>
                    <a:pt x="916017" y="183139"/>
                  </a:lnTo>
                  <a:lnTo>
                    <a:pt x="886132" y="188586"/>
                  </a:lnTo>
                  <a:lnTo>
                    <a:pt x="856675" y="196014"/>
                  </a:lnTo>
                  <a:lnTo>
                    <a:pt x="855069" y="175099"/>
                  </a:lnTo>
                  <a:lnTo>
                    <a:pt x="842594" y="136509"/>
                  </a:lnTo>
                  <a:lnTo>
                    <a:pt x="795335" y="116985"/>
                  </a:lnTo>
                  <a:lnTo>
                    <a:pt x="777909" y="120918"/>
                  </a:lnTo>
                  <a:lnTo>
                    <a:pt x="726455" y="147148"/>
                  </a:lnTo>
                  <a:lnTo>
                    <a:pt x="695046" y="171847"/>
                  </a:lnTo>
                  <a:lnTo>
                    <a:pt x="690380" y="127862"/>
                  </a:lnTo>
                  <a:lnTo>
                    <a:pt x="674262" y="86622"/>
                  </a:lnTo>
                  <a:lnTo>
                    <a:pt x="648414" y="50531"/>
                  </a:lnTo>
                  <a:lnTo>
                    <a:pt x="614556" y="21997"/>
                  </a:lnTo>
                  <a:lnTo>
                    <a:pt x="574411" y="3423"/>
                  </a:lnTo>
                  <a:lnTo>
                    <a:pt x="558734" y="113"/>
                  </a:lnTo>
                  <a:lnTo>
                    <a:pt x="550822" y="0"/>
                  </a:lnTo>
                  <a:close/>
                </a:path>
              </a:pathLst>
            </a:custGeom>
            <a:solidFill>
              <a:srgbClr val="85BB24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17617023" y="2768709"/>
              <a:ext cx="1150620" cy="436880"/>
            </a:xfrm>
            <a:custGeom>
              <a:avLst/>
              <a:gdLst/>
              <a:ahLst/>
              <a:cxnLst/>
              <a:rect l="l" t="t" r="r" b="b"/>
              <a:pathLst>
                <a:path w="1150619" h="436880">
                  <a:moveTo>
                    <a:pt x="607333" y="0"/>
                  </a:moveTo>
                  <a:lnTo>
                    <a:pt x="561687" y="10728"/>
                  </a:lnTo>
                  <a:lnTo>
                    <a:pt x="519945" y="36279"/>
                  </a:lnTo>
                  <a:lnTo>
                    <a:pt x="485565" y="75840"/>
                  </a:lnTo>
                  <a:lnTo>
                    <a:pt x="456875" y="136478"/>
                  </a:lnTo>
                  <a:lnTo>
                    <a:pt x="436415" y="203093"/>
                  </a:lnTo>
                  <a:lnTo>
                    <a:pt x="421664" y="189816"/>
                  </a:lnTo>
                  <a:lnTo>
                    <a:pt x="404523" y="182540"/>
                  </a:lnTo>
                  <a:lnTo>
                    <a:pt x="386483" y="181611"/>
                  </a:lnTo>
                  <a:lnTo>
                    <a:pt x="369035" y="187376"/>
                  </a:lnTo>
                  <a:lnTo>
                    <a:pt x="353795" y="199711"/>
                  </a:lnTo>
                  <a:lnTo>
                    <a:pt x="341954" y="217189"/>
                  </a:lnTo>
                  <a:lnTo>
                    <a:pt x="334335" y="238182"/>
                  </a:lnTo>
                  <a:lnTo>
                    <a:pt x="331758" y="261059"/>
                  </a:lnTo>
                  <a:lnTo>
                    <a:pt x="321786" y="227699"/>
                  </a:lnTo>
                  <a:lnTo>
                    <a:pt x="288739" y="171084"/>
                  </a:lnTo>
                  <a:lnTo>
                    <a:pt x="239775" y="139484"/>
                  </a:lnTo>
                  <a:lnTo>
                    <a:pt x="212034" y="137428"/>
                  </a:lnTo>
                  <a:lnTo>
                    <a:pt x="185315" y="145423"/>
                  </a:lnTo>
                  <a:lnTo>
                    <a:pt x="162120" y="163911"/>
                  </a:lnTo>
                  <a:lnTo>
                    <a:pt x="139049" y="206471"/>
                  </a:lnTo>
                  <a:lnTo>
                    <a:pt x="126915" y="257777"/>
                  </a:lnTo>
                  <a:lnTo>
                    <a:pt x="117638" y="311941"/>
                  </a:lnTo>
                  <a:lnTo>
                    <a:pt x="103137" y="363077"/>
                  </a:lnTo>
                  <a:lnTo>
                    <a:pt x="70409" y="322881"/>
                  </a:lnTo>
                  <a:lnTo>
                    <a:pt x="23789" y="332261"/>
                  </a:lnTo>
                  <a:lnTo>
                    <a:pt x="1337" y="379655"/>
                  </a:lnTo>
                  <a:lnTo>
                    <a:pt x="0" y="408438"/>
                  </a:lnTo>
                  <a:lnTo>
                    <a:pt x="5067" y="436677"/>
                  </a:lnTo>
                  <a:lnTo>
                    <a:pt x="1148938" y="436677"/>
                  </a:lnTo>
                  <a:lnTo>
                    <a:pt x="1150310" y="396901"/>
                  </a:lnTo>
                  <a:lnTo>
                    <a:pt x="1145508" y="358614"/>
                  </a:lnTo>
                  <a:lnTo>
                    <a:pt x="1114844" y="294231"/>
                  </a:lnTo>
                  <a:lnTo>
                    <a:pt x="1079442" y="269658"/>
                  </a:lnTo>
                  <a:lnTo>
                    <a:pt x="1039044" y="265356"/>
                  </a:lnTo>
                  <a:lnTo>
                    <a:pt x="1000247" y="280427"/>
                  </a:lnTo>
                  <a:lnTo>
                    <a:pt x="969645" y="313969"/>
                  </a:lnTo>
                  <a:lnTo>
                    <a:pt x="968640" y="286681"/>
                  </a:lnTo>
                  <a:lnTo>
                    <a:pt x="946041" y="240147"/>
                  </a:lnTo>
                  <a:lnTo>
                    <a:pt x="907086" y="216976"/>
                  </a:lnTo>
                  <a:lnTo>
                    <a:pt x="885523" y="215168"/>
                  </a:lnTo>
                  <a:lnTo>
                    <a:pt x="863852" y="218728"/>
                  </a:lnTo>
                  <a:lnTo>
                    <a:pt x="823178" y="238411"/>
                  </a:lnTo>
                  <a:lnTo>
                    <a:pt x="786471" y="268377"/>
                  </a:lnTo>
                  <a:lnTo>
                    <a:pt x="768970" y="285080"/>
                  </a:lnTo>
                  <a:lnTo>
                    <a:pt x="777767" y="236953"/>
                  </a:lnTo>
                  <a:lnTo>
                    <a:pt x="777297" y="187548"/>
                  </a:lnTo>
                  <a:lnTo>
                    <a:pt x="768249" y="139320"/>
                  </a:lnTo>
                  <a:lnTo>
                    <a:pt x="751310" y="94725"/>
                  </a:lnTo>
                  <a:lnTo>
                    <a:pt x="727168" y="56220"/>
                  </a:lnTo>
                  <a:lnTo>
                    <a:pt x="696512" y="26260"/>
                  </a:lnTo>
                  <a:lnTo>
                    <a:pt x="653427" y="4906"/>
                  </a:lnTo>
                  <a:lnTo>
                    <a:pt x="607333" y="0"/>
                  </a:lnTo>
                  <a:close/>
                </a:path>
              </a:pathLst>
            </a:custGeom>
            <a:solidFill>
              <a:srgbClr val="A1D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17654920" y="2955562"/>
              <a:ext cx="1073785" cy="250190"/>
            </a:xfrm>
            <a:custGeom>
              <a:avLst/>
              <a:gdLst/>
              <a:ahLst/>
              <a:cxnLst/>
              <a:rect l="l" t="t" r="r" b="b"/>
              <a:pathLst>
                <a:path w="1073784" h="250189">
                  <a:moveTo>
                    <a:pt x="550822" y="0"/>
                  </a:moveTo>
                  <a:lnTo>
                    <a:pt x="518088" y="19988"/>
                  </a:lnTo>
                  <a:lnTo>
                    <a:pt x="475355" y="73783"/>
                  </a:lnTo>
                  <a:lnTo>
                    <a:pt x="441065" y="133304"/>
                  </a:lnTo>
                  <a:lnTo>
                    <a:pt x="433299" y="124016"/>
                  </a:lnTo>
                  <a:lnTo>
                    <a:pt x="395237" y="95258"/>
                  </a:lnTo>
                  <a:lnTo>
                    <a:pt x="383363" y="92765"/>
                  </a:lnTo>
                  <a:lnTo>
                    <a:pt x="371464" y="93245"/>
                  </a:lnTo>
                  <a:lnTo>
                    <a:pt x="288818" y="197250"/>
                  </a:lnTo>
                  <a:lnTo>
                    <a:pt x="273111" y="172485"/>
                  </a:lnTo>
                  <a:lnTo>
                    <a:pt x="232123" y="130731"/>
                  </a:lnTo>
                  <a:lnTo>
                    <a:pt x="195841" y="108729"/>
                  </a:lnTo>
                  <a:lnTo>
                    <a:pt x="170655" y="103194"/>
                  </a:lnTo>
                  <a:lnTo>
                    <a:pt x="158225" y="105556"/>
                  </a:lnTo>
                  <a:lnTo>
                    <a:pt x="131138" y="132919"/>
                  </a:lnTo>
                  <a:lnTo>
                    <a:pt x="81432" y="235604"/>
                  </a:lnTo>
                  <a:lnTo>
                    <a:pt x="68369" y="222741"/>
                  </a:lnTo>
                  <a:lnTo>
                    <a:pt x="15947" y="223762"/>
                  </a:lnTo>
                  <a:lnTo>
                    <a:pt x="0" y="249824"/>
                  </a:lnTo>
                  <a:lnTo>
                    <a:pt x="1073412" y="249824"/>
                  </a:lnTo>
                  <a:lnTo>
                    <a:pt x="1053310" y="212132"/>
                  </a:lnTo>
                  <a:lnTo>
                    <a:pt x="1019221" y="183509"/>
                  </a:lnTo>
                  <a:lnTo>
                    <a:pt x="976546" y="178266"/>
                  </a:lnTo>
                  <a:lnTo>
                    <a:pt x="946200" y="179692"/>
                  </a:lnTo>
                  <a:lnTo>
                    <a:pt x="916017" y="183139"/>
                  </a:lnTo>
                  <a:lnTo>
                    <a:pt x="886132" y="188586"/>
                  </a:lnTo>
                  <a:lnTo>
                    <a:pt x="856675" y="196014"/>
                  </a:lnTo>
                  <a:lnTo>
                    <a:pt x="855069" y="175099"/>
                  </a:lnTo>
                  <a:lnTo>
                    <a:pt x="842594" y="136509"/>
                  </a:lnTo>
                  <a:lnTo>
                    <a:pt x="795335" y="116985"/>
                  </a:lnTo>
                  <a:lnTo>
                    <a:pt x="777909" y="120918"/>
                  </a:lnTo>
                  <a:lnTo>
                    <a:pt x="726455" y="147148"/>
                  </a:lnTo>
                  <a:lnTo>
                    <a:pt x="695046" y="171847"/>
                  </a:lnTo>
                  <a:lnTo>
                    <a:pt x="690380" y="127862"/>
                  </a:lnTo>
                  <a:lnTo>
                    <a:pt x="674262" y="86622"/>
                  </a:lnTo>
                  <a:lnTo>
                    <a:pt x="648414" y="50531"/>
                  </a:lnTo>
                  <a:lnTo>
                    <a:pt x="614556" y="21997"/>
                  </a:lnTo>
                  <a:lnTo>
                    <a:pt x="574411" y="3423"/>
                  </a:lnTo>
                  <a:lnTo>
                    <a:pt x="558734" y="113"/>
                  </a:lnTo>
                  <a:lnTo>
                    <a:pt x="550822" y="0"/>
                  </a:lnTo>
                  <a:close/>
                </a:path>
              </a:pathLst>
            </a:custGeom>
            <a:solidFill>
              <a:srgbClr val="85BB24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8" name="object 418" descr=""/>
          <p:cNvGrpSpPr/>
          <p:nvPr/>
        </p:nvGrpSpPr>
        <p:grpSpPr>
          <a:xfrm>
            <a:off x="15380641" y="3974781"/>
            <a:ext cx="403860" cy="857250"/>
            <a:chOff x="15380641" y="3974781"/>
            <a:chExt cx="403860" cy="857250"/>
          </a:xfrm>
        </p:grpSpPr>
        <p:sp>
          <p:nvSpPr>
            <p:cNvPr id="419" name="object 419" descr=""/>
            <p:cNvSpPr/>
            <p:nvPr/>
          </p:nvSpPr>
          <p:spPr>
            <a:xfrm>
              <a:off x="15380641" y="4169590"/>
              <a:ext cx="295910" cy="662305"/>
            </a:xfrm>
            <a:custGeom>
              <a:avLst/>
              <a:gdLst/>
              <a:ahLst/>
              <a:cxnLst/>
              <a:rect l="l" t="t" r="r" b="b"/>
              <a:pathLst>
                <a:path w="295909" h="662304">
                  <a:moveTo>
                    <a:pt x="295498" y="0"/>
                  </a:moveTo>
                  <a:lnTo>
                    <a:pt x="0" y="0"/>
                  </a:lnTo>
                  <a:lnTo>
                    <a:pt x="0" y="662178"/>
                  </a:lnTo>
                  <a:lnTo>
                    <a:pt x="295498" y="662178"/>
                  </a:lnTo>
                  <a:lnTo>
                    <a:pt x="295498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15545826" y="3974781"/>
              <a:ext cx="238760" cy="846455"/>
            </a:xfrm>
            <a:custGeom>
              <a:avLst/>
              <a:gdLst/>
              <a:ahLst/>
              <a:cxnLst/>
              <a:rect l="l" t="t" r="r" b="b"/>
              <a:pathLst>
                <a:path w="238759" h="846454">
                  <a:moveTo>
                    <a:pt x="0" y="0"/>
                  </a:moveTo>
                  <a:lnTo>
                    <a:pt x="0" y="846288"/>
                  </a:lnTo>
                  <a:lnTo>
                    <a:pt x="238160" y="846288"/>
                  </a:lnTo>
                  <a:lnTo>
                    <a:pt x="238160" y="238149"/>
                  </a:lnTo>
                  <a:lnTo>
                    <a:pt x="233321" y="190154"/>
                  </a:lnTo>
                  <a:lnTo>
                    <a:pt x="219444" y="145451"/>
                  </a:lnTo>
                  <a:lnTo>
                    <a:pt x="197487" y="104998"/>
                  </a:lnTo>
                  <a:lnTo>
                    <a:pt x="168405" y="69753"/>
                  </a:lnTo>
                  <a:lnTo>
                    <a:pt x="133158" y="40672"/>
                  </a:lnTo>
                  <a:lnTo>
                    <a:pt x="92703" y="18715"/>
                  </a:lnTo>
                  <a:lnTo>
                    <a:pt x="47998" y="48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AB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1" name="object 421" descr=""/>
          <p:cNvGrpSpPr/>
          <p:nvPr/>
        </p:nvGrpSpPr>
        <p:grpSpPr>
          <a:xfrm>
            <a:off x="15253797" y="2471297"/>
            <a:ext cx="3736340" cy="2852420"/>
            <a:chOff x="15253797" y="2471297"/>
            <a:chExt cx="3736340" cy="2852420"/>
          </a:xfrm>
        </p:grpSpPr>
        <p:sp>
          <p:nvSpPr>
            <p:cNvPr id="422" name="object 422" descr=""/>
            <p:cNvSpPr/>
            <p:nvPr/>
          </p:nvSpPr>
          <p:spPr>
            <a:xfrm>
              <a:off x="16061364" y="2760177"/>
              <a:ext cx="803910" cy="2440305"/>
            </a:xfrm>
            <a:custGeom>
              <a:avLst/>
              <a:gdLst/>
              <a:ahLst/>
              <a:cxnLst/>
              <a:rect l="l" t="t" r="r" b="b"/>
              <a:pathLst>
                <a:path w="803909" h="2440304">
                  <a:moveTo>
                    <a:pt x="0" y="2439873"/>
                  </a:moveTo>
                  <a:lnTo>
                    <a:pt x="803420" y="2439873"/>
                  </a:lnTo>
                  <a:lnTo>
                    <a:pt x="803420" y="0"/>
                  </a:lnTo>
                  <a:lnTo>
                    <a:pt x="0" y="0"/>
                  </a:lnTo>
                  <a:lnTo>
                    <a:pt x="0" y="2439873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16784442" y="4169820"/>
              <a:ext cx="2009139" cy="1030605"/>
            </a:xfrm>
            <a:custGeom>
              <a:avLst/>
              <a:gdLst/>
              <a:ahLst/>
              <a:cxnLst/>
              <a:rect l="l" t="t" r="r" b="b"/>
              <a:pathLst>
                <a:path w="2009140" h="1030604">
                  <a:moveTo>
                    <a:pt x="0" y="1030240"/>
                  </a:moveTo>
                  <a:lnTo>
                    <a:pt x="2008546" y="1030240"/>
                  </a:lnTo>
                  <a:lnTo>
                    <a:pt x="2008546" y="0"/>
                  </a:lnTo>
                  <a:lnTo>
                    <a:pt x="0" y="0"/>
                  </a:lnTo>
                  <a:lnTo>
                    <a:pt x="0" y="103024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6258573" y="3213022"/>
              <a:ext cx="2534920" cy="956944"/>
            </a:xfrm>
            <a:custGeom>
              <a:avLst/>
              <a:gdLst/>
              <a:ahLst/>
              <a:cxnLst/>
              <a:rect l="l" t="t" r="r" b="b"/>
              <a:pathLst>
                <a:path w="2534919" h="956945">
                  <a:moveTo>
                    <a:pt x="2534425" y="0"/>
                  </a:moveTo>
                  <a:lnTo>
                    <a:pt x="0" y="0"/>
                  </a:lnTo>
                  <a:lnTo>
                    <a:pt x="0" y="956798"/>
                  </a:lnTo>
                  <a:lnTo>
                    <a:pt x="2534425" y="956798"/>
                  </a:lnTo>
                  <a:lnTo>
                    <a:pt x="2534425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15652344" y="2760198"/>
              <a:ext cx="2965450" cy="2440305"/>
            </a:xfrm>
            <a:custGeom>
              <a:avLst/>
              <a:gdLst/>
              <a:ahLst/>
              <a:cxnLst/>
              <a:rect l="l" t="t" r="r" b="b"/>
              <a:pathLst>
                <a:path w="2965450" h="2440304">
                  <a:moveTo>
                    <a:pt x="409016" y="0"/>
                  </a:moveTo>
                  <a:lnTo>
                    <a:pt x="0" y="0"/>
                  </a:lnTo>
                  <a:lnTo>
                    <a:pt x="0" y="2439822"/>
                  </a:lnTo>
                  <a:lnTo>
                    <a:pt x="409016" y="2439822"/>
                  </a:lnTo>
                  <a:lnTo>
                    <a:pt x="409016" y="0"/>
                  </a:lnTo>
                  <a:close/>
                </a:path>
                <a:path w="2965450" h="2440304">
                  <a:moveTo>
                    <a:pt x="2965348" y="628116"/>
                  </a:moveTo>
                  <a:lnTo>
                    <a:pt x="606209" y="628116"/>
                  </a:lnTo>
                  <a:lnTo>
                    <a:pt x="606209" y="1234338"/>
                  </a:lnTo>
                  <a:lnTo>
                    <a:pt x="2965348" y="1234338"/>
                  </a:lnTo>
                  <a:lnTo>
                    <a:pt x="2965348" y="628116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16258562" y="4166166"/>
              <a:ext cx="2534920" cy="7620"/>
            </a:xfrm>
            <a:custGeom>
              <a:avLst/>
              <a:gdLst/>
              <a:ahLst/>
              <a:cxnLst/>
              <a:rect l="l" t="t" r="r" b="b"/>
              <a:pathLst>
                <a:path w="2534919" h="7620">
                  <a:moveTo>
                    <a:pt x="2534425" y="0"/>
                  </a:moveTo>
                  <a:lnTo>
                    <a:pt x="0" y="0"/>
                  </a:lnTo>
                  <a:lnTo>
                    <a:pt x="0" y="7308"/>
                  </a:lnTo>
                  <a:lnTo>
                    <a:pt x="2534425" y="7308"/>
                  </a:lnTo>
                  <a:lnTo>
                    <a:pt x="2534425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15652344" y="2760185"/>
              <a:ext cx="2965450" cy="2440305"/>
            </a:xfrm>
            <a:custGeom>
              <a:avLst/>
              <a:gdLst/>
              <a:ahLst/>
              <a:cxnLst/>
              <a:rect l="l" t="t" r="r" b="b"/>
              <a:pathLst>
                <a:path w="2965450" h="2440304">
                  <a:moveTo>
                    <a:pt x="409016" y="309092"/>
                  </a:moveTo>
                  <a:lnTo>
                    <a:pt x="88861" y="309092"/>
                  </a:lnTo>
                  <a:lnTo>
                    <a:pt x="88861" y="0"/>
                  </a:lnTo>
                  <a:lnTo>
                    <a:pt x="81559" y="0"/>
                  </a:lnTo>
                  <a:lnTo>
                    <a:pt x="81559" y="309092"/>
                  </a:lnTo>
                  <a:lnTo>
                    <a:pt x="0" y="309092"/>
                  </a:lnTo>
                  <a:lnTo>
                    <a:pt x="0" y="316407"/>
                  </a:lnTo>
                  <a:lnTo>
                    <a:pt x="81559" y="316407"/>
                  </a:lnTo>
                  <a:lnTo>
                    <a:pt x="81559" y="677951"/>
                  </a:lnTo>
                  <a:lnTo>
                    <a:pt x="0" y="677951"/>
                  </a:lnTo>
                  <a:lnTo>
                    <a:pt x="0" y="685253"/>
                  </a:lnTo>
                  <a:lnTo>
                    <a:pt x="81559" y="685253"/>
                  </a:lnTo>
                  <a:lnTo>
                    <a:pt x="81559" y="1046784"/>
                  </a:lnTo>
                  <a:lnTo>
                    <a:pt x="0" y="1046784"/>
                  </a:lnTo>
                  <a:lnTo>
                    <a:pt x="0" y="1054087"/>
                  </a:lnTo>
                  <a:lnTo>
                    <a:pt x="81559" y="1054087"/>
                  </a:lnTo>
                  <a:lnTo>
                    <a:pt x="81559" y="1415630"/>
                  </a:lnTo>
                  <a:lnTo>
                    <a:pt x="0" y="1415630"/>
                  </a:lnTo>
                  <a:lnTo>
                    <a:pt x="0" y="1422933"/>
                  </a:lnTo>
                  <a:lnTo>
                    <a:pt x="81559" y="1422933"/>
                  </a:lnTo>
                  <a:lnTo>
                    <a:pt x="81559" y="1784464"/>
                  </a:lnTo>
                  <a:lnTo>
                    <a:pt x="0" y="1784464"/>
                  </a:lnTo>
                  <a:lnTo>
                    <a:pt x="0" y="1791779"/>
                  </a:lnTo>
                  <a:lnTo>
                    <a:pt x="81559" y="1791779"/>
                  </a:lnTo>
                  <a:lnTo>
                    <a:pt x="81559" y="2153310"/>
                  </a:lnTo>
                  <a:lnTo>
                    <a:pt x="0" y="2153310"/>
                  </a:lnTo>
                  <a:lnTo>
                    <a:pt x="0" y="2160625"/>
                  </a:lnTo>
                  <a:lnTo>
                    <a:pt x="81559" y="2160625"/>
                  </a:lnTo>
                  <a:lnTo>
                    <a:pt x="81559" y="2439873"/>
                  </a:lnTo>
                  <a:lnTo>
                    <a:pt x="88861" y="2439873"/>
                  </a:lnTo>
                  <a:lnTo>
                    <a:pt x="88861" y="2160625"/>
                  </a:lnTo>
                  <a:lnTo>
                    <a:pt x="409016" y="2160625"/>
                  </a:lnTo>
                  <a:lnTo>
                    <a:pt x="409016" y="2153310"/>
                  </a:lnTo>
                  <a:lnTo>
                    <a:pt x="88861" y="2153310"/>
                  </a:lnTo>
                  <a:lnTo>
                    <a:pt x="88861" y="1791779"/>
                  </a:lnTo>
                  <a:lnTo>
                    <a:pt x="409016" y="1791779"/>
                  </a:lnTo>
                  <a:lnTo>
                    <a:pt x="409016" y="1784464"/>
                  </a:lnTo>
                  <a:lnTo>
                    <a:pt x="88861" y="1784464"/>
                  </a:lnTo>
                  <a:lnTo>
                    <a:pt x="88861" y="1422933"/>
                  </a:lnTo>
                  <a:lnTo>
                    <a:pt x="409016" y="1422933"/>
                  </a:lnTo>
                  <a:lnTo>
                    <a:pt x="409016" y="1415630"/>
                  </a:lnTo>
                  <a:lnTo>
                    <a:pt x="88861" y="1415630"/>
                  </a:lnTo>
                  <a:lnTo>
                    <a:pt x="88861" y="1054087"/>
                  </a:lnTo>
                  <a:lnTo>
                    <a:pt x="409016" y="1054087"/>
                  </a:lnTo>
                  <a:lnTo>
                    <a:pt x="409016" y="1046784"/>
                  </a:lnTo>
                  <a:lnTo>
                    <a:pt x="88861" y="1046784"/>
                  </a:lnTo>
                  <a:lnTo>
                    <a:pt x="88861" y="685253"/>
                  </a:lnTo>
                  <a:lnTo>
                    <a:pt x="409016" y="685253"/>
                  </a:lnTo>
                  <a:lnTo>
                    <a:pt x="409016" y="677951"/>
                  </a:lnTo>
                  <a:lnTo>
                    <a:pt x="88861" y="677951"/>
                  </a:lnTo>
                  <a:lnTo>
                    <a:pt x="88861" y="316407"/>
                  </a:lnTo>
                  <a:lnTo>
                    <a:pt x="409016" y="316407"/>
                  </a:lnTo>
                  <a:lnTo>
                    <a:pt x="409016" y="309092"/>
                  </a:lnTo>
                  <a:close/>
                </a:path>
                <a:path w="2965450" h="2440304">
                  <a:moveTo>
                    <a:pt x="2965348" y="927582"/>
                  </a:moveTo>
                  <a:lnTo>
                    <a:pt x="2644597" y="927582"/>
                  </a:lnTo>
                  <a:lnTo>
                    <a:pt x="2644597" y="628650"/>
                  </a:lnTo>
                  <a:lnTo>
                    <a:pt x="2637282" y="628650"/>
                  </a:lnTo>
                  <a:lnTo>
                    <a:pt x="2637282" y="927582"/>
                  </a:lnTo>
                  <a:lnTo>
                    <a:pt x="2302522" y="927582"/>
                  </a:lnTo>
                  <a:lnTo>
                    <a:pt x="2302522" y="628535"/>
                  </a:lnTo>
                  <a:lnTo>
                    <a:pt x="2295220" y="628535"/>
                  </a:lnTo>
                  <a:lnTo>
                    <a:pt x="2295220" y="927582"/>
                  </a:lnTo>
                  <a:lnTo>
                    <a:pt x="1960460" y="927582"/>
                  </a:lnTo>
                  <a:lnTo>
                    <a:pt x="1960460" y="628421"/>
                  </a:lnTo>
                  <a:lnTo>
                    <a:pt x="1953158" y="628421"/>
                  </a:lnTo>
                  <a:lnTo>
                    <a:pt x="1953158" y="927582"/>
                  </a:lnTo>
                  <a:lnTo>
                    <a:pt x="1618399" y="927582"/>
                  </a:lnTo>
                  <a:lnTo>
                    <a:pt x="1618399" y="628307"/>
                  </a:lnTo>
                  <a:lnTo>
                    <a:pt x="1611096" y="628307"/>
                  </a:lnTo>
                  <a:lnTo>
                    <a:pt x="1611096" y="927582"/>
                  </a:lnTo>
                  <a:lnTo>
                    <a:pt x="1276350" y="927582"/>
                  </a:lnTo>
                  <a:lnTo>
                    <a:pt x="1276350" y="628192"/>
                  </a:lnTo>
                  <a:lnTo>
                    <a:pt x="1269034" y="628192"/>
                  </a:lnTo>
                  <a:lnTo>
                    <a:pt x="1269034" y="927582"/>
                  </a:lnTo>
                  <a:lnTo>
                    <a:pt x="934288" y="927582"/>
                  </a:lnTo>
                  <a:lnTo>
                    <a:pt x="934288" y="628078"/>
                  </a:lnTo>
                  <a:lnTo>
                    <a:pt x="926973" y="628078"/>
                  </a:lnTo>
                  <a:lnTo>
                    <a:pt x="926973" y="927582"/>
                  </a:lnTo>
                  <a:lnTo>
                    <a:pt x="606209" y="927582"/>
                  </a:lnTo>
                  <a:lnTo>
                    <a:pt x="606209" y="934885"/>
                  </a:lnTo>
                  <a:lnTo>
                    <a:pt x="926973" y="934885"/>
                  </a:lnTo>
                  <a:lnTo>
                    <a:pt x="926973" y="1234300"/>
                  </a:lnTo>
                  <a:lnTo>
                    <a:pt x="934288" y="1234300"/>
                  </a:lnTo>
                  <a:lnTo>
                    <a:pt x="934288" y="934885"/>
                  </a:lnTo>
                  <a:lnTo>
                    <a:pt x="1269034" y="934885"/>
                  </a:lnTo>
                  <a:lnTo>
                    <a:pt x="1269034" y="1234401"/>
                  </a:lnTo>
                  <a:lnTo>
                    <a:pt x="1276350" y="1234401"/>
                  </a:lnTo>
                  <a:lnTo>
                    <a:pt x="1276350" y="934885"/>
                  </a:lnTo>
                  <a:lnTo>
                    <a:pt x="1611096" y="934885"/>
                  </a:lnTo>
                  <a:lnTo>
                    <a:pt x="1611096" y="1234516"/>
                  </a:lnTo>
                  <a:lnTo>
                    <a:pt x="1618399" y="1234516"/>
                  </a:lnTo>
                  <a:lnTo>
                    <a:pt x="1618399" y="934885"/>
                  </a:lnTo>
                  <a:lnTo>
                    <a:pt x="1953158" y="934885"/>
                  </a:lnTo>
                  <a:lnTo>
                    <a:pt x="1953158" y="1234630"/>
                  </a:lnTo>
                  <a:lnTo>
                    <a:pt x="1960460" y="1234630"/>
                  </a:lnTo>
                  <a:lnTo>
                    <a:pt x="1960460" y="934885"/>
                  </a:lnTo>
                  <a:lnTo>
                    <a:pt x="2295220" y="934885"/>
                  </a:lnTo>
                  <a:lnTo>
                    <a:pt x="2295220" y="1234744"/>
                  </a:lnTo>
                  <a:lnTo>
                    <a:pt x="2302522" y="1234744"/>
                  </a:lnTo>
                  <a:lnTo>
                    <a:pt x="2302522" y="934885"/>
                  </a:lnTo>
                  <a:lnTo>
                    <a:pt x="2637282" y="934885"/>
                  </a:lnTo>
                  <a:lnTo>
                    <a:pt x="2637282" y="1234859"/>
                  </a:lnTo>
                  <a:lnTo>
                    <a:pt x="2644597" y="1234859"/>
                  </a:lnTo>
                  <a:lnTo>
                    <a:pt x="2644597" y="934885"/>
                  </a:lnTo>
                  <a:lnTo>
                    <a:pt x="2965348" y="934885"/>
                  </a:lnTo>
                  <a:lnTo>
                    <a:pt x="2965348" y="927582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15652344" y="2760185"/>
              <a:ext cx="2720340" cy="2440305"/>
            </a:xfrm>
            <a:custGeom>
              <a:avLst/>
              <a:gdLst/>
              <a:ahLst/>
              <a:cxnLst/>
              <a:rect l="l" t="t" r="r" b="b"/>
              <a:pathLst>
                <a:path w="2720340" h="2440304">
                  <a:moveTo>
                    <a:pt x="269290" y="0"/>
                  </a:moveTo>
                  <a:lnTo>
                    <a:pt x="0" y="0"/>
                  </a:lnTo>
                  <a:lnTo>
                    <a:pt x="0" y="968565"/>
                  </a:lnTo>
                  <a:lnTo>
                    <a:pt x="269290" y="0"/>
                  </a:lnTo>
                  <a:close/>
                </a:path>
                <a:path w="2720340" h="2440304">
                  <a:moveTo>
                    <a:pt x="409016" y="2122640"/>
                  </a:moveTo>
                  <a:lnTo>
                    <a:pt x="320865" y="2439835"/>
                  </a:lnTo>
                  <a:lnTo>
                    <a:pt x="409016" y="2439835"/>
                  </a:lnTo>
                  <a:lnTo>
                    <a:pt x="409016" y="2122640"/>
                  </a:lnTo>
                  <a:close/>
                </a:path>
                <a:path w="2720340" h="2440304">
                  <a:moveTo>
                    <a:pt x="409016" y="757262"/>
                  </a:moveTo>
                  <a:lnTo>
                    <a:pt x="0" y="2228392"/>
                  </a:lnTo>
                  <a:lnTo>
                    <a:pt x="0" y="2439835"/>
                  </a:lnTo>
                  <a:lnTo>
                    <a:pt x="94589" y="2439835"/>
                  </a:lnTo>
                  <a:lnTo>
                    <a:pt x="409016" y="1308773"/>
                  </a:lnTo>
                  <a:lnTo>
                    <a:pt x="409016" y="757262"/>
                  </a:lnTo>
                  <a:close/>
                </a:path>
                <a:path w="2720340" h="2440304">
                  <a:moveTo>
                    <a:pt x="1683308" y="628129"/>
                  </a:moveTo>
                  <a:lnTo>
                    <a:pt x="1011732" y="628129"/>
                  </a:lnTo>
                  <a:lnTo>
                    <a:pt x="843153" y="1234338"/>
                  </a:lnTo>
                  <a:lnTo>
                    <a:pt x="1514741" y="1234338"/>
                  </a:lnTo>
                  <a:lnTo>
                    <a:pt x="1683308" y="628129"/>
                  </a:lnTo>
                  <a:close/>
                </a:path>
                <a:path w="2720340" h="2440304">
                  <a:moveTo>
                    <a:pt x="2208961" y="628129"/>
                  </a:moveTo>
                  <a:lnTo>
                    <a:pt x="1909660" y="628129"/>
                  </a:lnTo>
                  <a:lnTo>
                    <a:pt x="1741081" y="1234338"/>
                  </a:lnTo>
                  <a:lnTo>
                    <a:pt x="2040394" y="1234338"/>
                  </a:lnTo>
                  <a:lnTo>
                    <a:pt x="2208961" y="628129"/>
                  </a:lnTo>
                  <a:close/>
                </a:path>
                <a:path w="2720340" h="2440304">
                  <a:moveTo>
                    <a:pt x="2720009" y="628129"/>
                  </a:moveTo>
                  <a:lnTo>
                    <a:pt x="2566708" y="628129"/>
                  </a:lnTo>
                  <a:lnTo>
                    <a:pt x="2398141" y="1234338"/>
                  </a:lnTo>
                  <a:lnTo>
                    <a:pt x="2551442" y="1234338"/>
                  </a:lnTo>
                  <a:lnTo>
                    <a:pt x="2720009" y="628129"/>
                  </a:lnTo>
                  <a:close/>
                </a:path>
              </a:pathLst>
            </a:custGeom>
            <a:solidFill>
              <a:srgbClr val="2B52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17014299" y="4558782"/>
              <a:ext cx="643255" cy="643255"/>
            </a:xfrm>
            <a:custGeom>
              <a:avLst/>
              <a:gdLst/>
              <a:ahLst/>
              <a:cxnLst/>
              <a:rect l="l" t="t" r="r" b="b"/>
              <a:pathLst>
                <a:path w="643255" h="643254">
                  <a:moveTo>
                    <a:pt x="642734" y="0"/>
                  </a:moveTo>
                  <a:lnTo>
                    <a:pt x="0" y="0"/>
                  </a:lnTo>
                  <a:lnTo>
                    <a:pt x="0" y="642734"/>
                  </a:lnTo>
                  <a:lnTo>
                    <a:pt x="642734" y="642734"/>
                  </a:lnTo>
                  <a:lnTo>
                    <a:pt x="642734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18763774" y="3088858"/>
              <a:ext cx="14604" cy="124460"/>
            </a:xfrm>
            <a:custGeom>
              <a:avLst/>
              <a:gdLst/>
              <a:ahLst/>
              <a:cxnLst/>
              <a:rect l="l" t="t" r="r" b="b"/>
              <a:pathLst>
                <a:path w="14605" h="124460">
                  <a:moveTo>
                    <a:pt x="14606" y="0"/>
                  </a:moveTo>
                  <a:lnTo>
                    <a:pt x="0" y="0"/>
                  </a:lnTo>
                  <a:lnTo>
                    <a:pt x="0" y="124163"/>
                  </a:lnTo>
                  <a:lnTo>
                    <a:pt x="14606" y="124163"/>
                  </a:lnTo>
                  <a:lnTo>
                    <a:pt x="14606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16864786" y="3088855"/>
              <a:ext cx="0" cy="124460"/>
            </a:xfrm>
            <a:custGeom>
              <a:avLst/>
              <a:gdLst/>
              <a:ahLst/>
              <a:cxnLst/>
              <a:rect l="l" t="t" r="r" b="b"/>
              <a:pathLst>
                <a:path w="0" h="124460">
                  <a:moveTo>
                    <a:pt x="0" y="124163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233A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15253793" y="2518923"/>
              <a:ext cx="3736340" cy="2804795"/>
            </a:xfrm>
            <a:custGeom>
              <a:avLst/>
              <a:gdLst/>
              <a:ahLst/>
              <a:cxnLst/>
              <a:rect l="l" t="t" r="r" b="b"/>
              <a:pathLst>
                <a:path w="3736340" h="2804795">
                  <a:moveTo>
                    <a:pt x="699096" y="0"/>
                  </a:moveTo>
                  <a:lnTo>
                    <a:pt x="677291" y="0"/>
                  </a:lnTo>
                  <a:lnTo>
                    <a:pt x="677291" y="179654"/>
                  </a:lnTo>
                  <a:lnTo>
                    <a:pt x="699096" y="179654"/>
                  </a:lnTo>
                  <a:lnTo>
                    <a:pt x="699096" y="0"/>
                  </a:lnTo>
                  <a:close/>
                </a:path>
                <a:path w="3736340" h="2804795">
                  <a:moveTo>
                    <a:pt x="1095705" y="0"/>
                  </a:moveTo>
                  <a:lnTo>
                    <a:pt x="1073899" y="0"/>
                  </a:lnTo>
                  <a:lnTo>
                    <a:pt x="1073899" y="179654"/>
                  </a:lnTo>
                  <a:lnTo>
                    <a:pt x="1095705" y="179654"/>
                  </a:lnTo>
                  <a:lnTo>
                    <a:pt x="1095705" y="0"/>
                  </a:lnTo>
                  <a:close/>
                </a:path>
                <a:path w="3736340" h="2804795">
                  <a:moveTo>
                    <a:pt x="1293736" y="0"/>
                  </a:moveTo>
                  <a:lnTo>
                    <a:pt x="1271930" y="0"/>
                  </a:lnTo>
                  <a:lnTo>
                    <a:pt x="1271930" y="179654"/>
                  </a:lnTo>
                  <a:lnTo>
                    <a:pt x="1293736" y="179654"/>
                  </a:lnTo>
                  <a:lnTo>
                    <a:pt x="1293736" y="0"/>
                  </a:lnTo>
                  <a:close/>
                </a:path>
                <a:path w="3736340" h="2804795">
                  <a:moveTo>
                    <a:pt x="1298752" y="219024"/>
                  </a:moveTo>
                  <a:lnTo>
                    <a:pt x="501053" y="219024"/>
                  </a:lnTo>
                  <a:lnTo>
                    <a:pt x="501053" y="0"/>
                  </a:lnTo>
                  <a:lnTo>
                    <a:pt x="479247" y="0"/>
                  </a:lnTo>
                  <a:lnTo>
                    <a:pt x="479247" y="219024"/>
                  </a:lnTo>
                  <a:lnTo>
                    <a:pt x="474827" y="219024"/>
                  </a:lnTo>
                  <a:lnTo>
                    <a:pt x="474827" y="242430"/>
                  </a:lnTo>
                  <a:lnTo>
                    <a:pt x="1298752" y="242430"/>
                  </a:lnTo>
                  <a:lnTo>
                    <a:pt x="1298752" y="219024"/>
                  </a:lnTo>
                  <a:close/>
                </a:path>
                <a:path w="3736340" h="2804795">
                  <a:moveTo>
                    <a:pt x="3517290" y="652716"/>
                  </a:moveTo>
                  <a:lnTo>
                    <a:pt x="1610982" y="652716"/>
                  </a:lnTo>
                  <a:lnTo>
                    <a:pt x="1610982" y="667321"/>
                  </a:lnTo>
                  <a:lnTo>
                    <a:pt x="3517290" y="667321"/>
                  </a:lnTo>
                  <a:lnTo>
                    <a:pt x="3517290" y="652716"/>
                  </a:lnTo>
                  <a:close/>
                </a:path>
                <a:path w="3736340" h="2804795">
                  <a:moveTo>
                    <a:pt x="3517290" y="591845"/>
                  </a:moveTo>
                  <a:lnTo>
                    <a:pt x="1610982" y="591845"/>
                  </a:lnTo>
                  <a:lnTo>
                    <a:pt x="1610982" y="606450"/>
                  </a:lnTo>
                  <a:lnTo>
                    <a:pt x="3517290" y="606450"/>
                  </a:lnTo>
                  <a:lnTo>
                    <a:pt x="3517290" y="591845"/>
                  </a:lnTo>
                  <a:close/>
                </a:path>
                <a:path w="3736340" h="2804795">
                  <a:moveTo>
                    <a:pt x="3735794" y="2679738"/>
                  </a:moveTo>
                  <a:lnTo>
                    <a:pt x="0" y="2679738"/>
                  </a:lnTo>
                  <a:lnTo>
                    <a:pt x="0" y="2804249"/>
                  </a:lnTo>
                  <a:lnTo>
                    <a:pt x="3735794" y="2804249"/>
                  </a:lnTo>
                  <a:lnTo>
                    <a:pt x="3735794" y="2679738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15680601" y="2471300"/>
              <a:ext cx="170815" cy="253365"/>
            </a:xfrm>
            <a:custGeom>
              <a:avLst/>
              <a:gdLst/>
              <a:ahLst/>
              <a:cxnLst/>
              <a:rect l="l" t="t" r="r" b="b"/>
              <a:pathLst>
                <a:path w="170815" h="253364">
                  <a:moveTo>
                    <a:pt x="170204" y="0"/>
                  </a:moveTo>
                  <a:lnTo>
                    <a:pt x="0" y="0"/>
                  </a:lnTo>
                  <a:lnTo>
                    <a:pt x="0" y="16523"/>
                  </a:lnTo>
                  <a:lnTo>
                    <a:pt x="170204" y="252924"/>
                  </a:lnTo>
                  <a:lnTo>
                    <a:pt x="17020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15884716" y="2572581"/>
              <a:ext cx="616585" cy="179705"/>
            </a:xfrm>
            <a:custGeom>
              <a:avLst/>
              <a:gdLst/>
              <a:ahLst/>
              <a:cxnLst/>
              <a:rect l="l" t="t" r="r" b="b"/>
              <a:pathLst>
                <a:path w="616584" h="179705">
                  <a:moveTo>
                    <a:pt x="21805" y="0"/>
                  </a:moveTo>
                  <a:lnTo>
                    <a:pt x="0" y="0"/>
                  </a:lnTo>
                  <a:lnTo>
                    <a:pt x="0" y="179654"/>
                  </a:lnTo>
                  <a:lnTo>
                    <a:pt x="21805" y="179654"/>
                  </a:lnTo>
                  <a:lnTo>
                    <a:pt x="21805" y="0"/>
                  </a:lnTo>
                  <a:close/>
                </a:path>
                <a:path w="616584" h="179705">
                  <a:moveTo>
                    <a:pt x="219862" y="0"/>
                  </a:moveTo>
                  <a:lnTo>
                    <a:pt x="198043" y="0"/>
                  </a:lnTo>
                  <a:lnTo>
                    <a:pt x="198043" y="179654"/>
                  </a:lnTo>
                  <a:lnTo>
                    <a:pt x="219862" y="179654"/>
                  </a:lnTo>
                  <a:lnTo>
                    <a:pt x="219862" y="0"/>
                  </a:lnTo>
                  <a:close/>
                </a:path>
                <a:path w="616584" h="179705">
                  <a:moveTo>
                    <a:pt x="616445" y="0"/>
                  </a:moveTo>
                  <a:lnTo>
                    <a:pt x="594639" y="0"/>
                  </a:lnTo>
                  <a:lnTo>
                    <a:pt x="594639" y="179654"/>
                  </a:lnTo>
                  <a:lnTo>
                    <a:pt x="616445" y="179654"/>
                  </a:lnTo>
                  <a:lnTo>
                    <a:pt x="616445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5" name="object 43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680604" y="2471297"/>
              <a:ext cx="1168749" cy="280932"/>
            </a:xfrm>
            <a:prstGeom prst="rect">
              <a:avLst/>
            </a:prstGeom>
          </p:spPr>
        </p:pic>
        <p:sp>
          <p:nvSpPr>
            <p:cNvPr id="436" name="object 436" descr=""/>
            <p:cNvSpPr/>
            <p:nvPr/>
          </p:nvSpPr>
          <p:spPr>
            <a:xfrm>
              <a:off x="15742463" y="2471692"/>
              <a:ext cx="1038860" cy="233045"/>
            </a:xfrm>
            <a:custGeom>
              <a:avLst/>
              <a:gdLst/>
              <a:ahLst/>
              <a:cxnLst/>
              <a:rect l="l" t="t" r="r" b="b"/>
              <a:pathLst>
                <a:path w="1038859" h="233044">
                  <a:moveTo>
                    <a:pt x="1038758" y="153390"/>
                  </a:moveTo>
                  <a:lnTo>
                    <a:pt x="1036180" y="150812"/>
                  </a:lnTo>
                  <a:lnTo>
                    <a:pt x="907999" y="150876"/>
                  </a:lnTo>
                  <a:lnTo>
                    <a:pt x="893787" y="131140"/>
                  </a:lnTo>
                  <a:lnTo>
                    <a:pt x="893787" y="150888"/>
                  </a:lnTo>
                  <a:lnTo>
                    <a:pt x="761669" y="150952"/>
                  </a:lnTo>
                  <a:lnTo>
                    <a:pt x="747471" y="131229"/>
                  </a:lnTo>
                  <a:lnTo>
                    <a:pt x="747471" y="150964"/>
                  </a:lnTo>
                  <a:lnTo>
                    <a:pt x="629348" y="151028"/>
                  </a:lnTo>
                  <a:lnTo>
                    <a:pt x="615111" y="131356"/>
                  </a:lnTo>
                  <a:lnTo>
                    <a:pt x="615111" y="151028"/>
                  </a:lnTo>
                  <a:lnTo>
                    <a:pt x="495465" y="151091"/>
                  </a:lnTo>
                  <a:lnTo>
                    <a:pt x="481228" y="131406"/>
                  </a:lnTo>
                  <a:lnTo>
                    <a:pt x="481228" y="151091"/>
                  </a:lnTo>
                  <a:lnTo>
                    <a:pt x="361403" y="151142"/>
                  </a:lnTo>
                  <a:lnTo>
                    <a:pt x="347205" y="131406"/>
                  </a:lnTo>
                  <a:lnTo>
                    <a:pt x="347205" y="151155"/>
                  </a:lnTo>
                  <a:lnTo>
                    <a:pt x="217182" y="151218"/>
                  </a:lnTo>
                  <a:lnTo>
                    <a:pt x="168465" y="84150"/>
                  </a:lnTo>
                  <a:lnTo>
                    <a:pt x="299021" y="84150"/>
                  </a:lnTo>
                  <a:lnTo>
                    <a:pt x="347205" y="151155"/>
                  </a:lnTo>
                  <a:lnTo>
                    <a:pt x="347205" y="131406"/>
                  </a:lnTo>
                  <a:lnTo>
                    <a:pt x="313232" y="84150"/>
                  </a:lnTo>
                  <a:lnTo>
                    <a:pt x="432841" y="84150"/>
                  </a:lnTo>
                  <a:lnTo>
                    <a:pt x="481228" y="151091"/>
                  </a:lnTo>
                  <a:lnTo>
                    <a:pt x="481228" y="131406"/>
                  </a:lnTo>
                  <a:lnTo>
                    <a:pt x="447078" y="84150"/>
                  </a:lnTo>
                  <a:lnTo>
                    <a:pt x="566724" y="84150"/>
                  </a:lnTo>
                  <a:lnTo>
                    <a:pt x="615111" y="151028"/>
                  </a:lnTo>
                  <a:lnTo>
                    <a:pt x="615111" y="131356"/>
                  </a:lnTo>
                  <a:lnTo>
                    <a:pt x="580961" y="84150"/>
                  </a:lnTo>
                  <a:lnTo>
                    <a:pt x="699389" y="84150"/>
                  </a:lnTo>
                  <a:lnTo>
                    <a:pt x="747471" y="150964"/>
                  </a:lnTo>
                  <a:lnTo>
                    <a:pt x="747471" y="131229"/>
                  </a:lnTo>
                  <a:lnTo>
                    <a:pt x="713587" y="84150"/>
                  </a:lnTo>
                  <a:lnTo>
                    <a:pt x="845769" y="84150"/>
                  </a:lnTo>
                  <a:lnTo>
                    <a:pt x="893787" y="150888"/>
                  </a:lnTo>
                  <a:lnTo>
                    <a:pt x="893787" y="131140"/>
                  </a:lnTo>
                  <a:lnTo>
                    <a:pt x="859980" y="84150"/>
                  </a:lnTo>
                  <a:lnTo>
                    <a:pt x="979779" y="84150"/>
                  </a:lnTo>
                  <a:lnTo>
                    <a:pt x="982370" y="81584"/>
                  </a:lnTo>
                  <a:lnTo>
                    <a:pt x="982370" y="75196"/>
                  </a:lnTo>
                  <a:lnTo>
                    <a:pt x="979779" y="72631"/>
                  </a:lnTo>
                  <a:lnTo>
                    <a:pt x="851687" y="72631"/>
                  </a:lnTo>
                  <a:lnTo>
                    <a:pt x="801801" y="3289"/>
                  </a:lnTo>
                  <a:lnTo>
                    <a:pt x="798207" y="2692"/>
                  </a:lnTo>
                  <a:lnTo>
                    <a:pt x="793026" y="6413"/>
                  </a:lnTo>
                  <a:lnTo>
                    <a:pt x="792429" y="10020"/>
                  </a:lnTo>
                  <a:lnTo>
                    <a:pt x="837476" y="72631"/>
                  </a:lnTo>
                  <a:lnTo>
                    <a:pt x="705307" y="72631"/>
                  </a:lnTo>
                  <a:lnTo>
                    <a:pt x="653630" y="825"/>
                  </a:lnTo>
                  <a:lnTo>
                    <a:pt x="650024" y="241"/>
                  </a:lnTo>
                  <a:lnTo>
                    <a:pt x="644855" y="3962"/>
                  </a:lnTo>
                  <a:lnTo>
                    <a:pt x="644271" y="7556"/>
                  </a:lnTo>
                  <a:lnTo>
                    <a:pt x="691095" y="72631"/>
                  </a:lnTo>
                  <a:lnTo>
                    <a:pt x="572630" y="72631"/>
                  </a:lnTo>
                  <a:lnTo>
                    <a:pt x="521538" y="2019"/>
                  </a:lnTo>
                  <a:lnTo>
                    <a:pt x="517918" y="1435"/>
                  </a:lnTo>
                  <a:lnTo>
                    <a:pt x="512762" y="5168"/>
                  </a:lnTo>
                  <a:lnTo>
                    <a:pt x="512178" y="8775"/>
                  </a:lnTo>
                  <a:lnTo>
                    <a:pt x="558380" y="72631"/>
                  </a:lnTo>
                  <a:lnTo>
                    <a:pt x="438759" y="72631"/>
                  </a:lnTo>
                  <a:lnTo>
                    <a:pt x="387718" y="2019"/>
                  </a:lnTo>
                  <a:lnTo>
                    <a:pt x="384098" y="1435"/>
                  </a:lnTo>
                  <a:lnTo>
                    <a:pt x="378942" y="5168"/>
                  </a:lnTo>
                  <a:lnTo>
                    <a:pt x="378358" y="8775"/>
                  </a:lnTo>
                  <a:lnTo>
                    <a:pt x="424510" y="72631"/>
                  </a:lnTo>
                  <a:lnTo>
                    <a:pt x="304952" y="72631"/>
                  </a:lnTo>
                  <a:lnTo>
                    <a:pt x="253136" y="571"/>
                  </a:lnTo>
                  <a:lnTo>
                    <a:pt x="249542" y="0"/>
                  </a:lnTo>
                  <a:lnTo>
                    <a:pt x="244348" y="3721"/>
                  </a:lnTo>
                  <a:lnTo>
                    <a:pt x="243776" y="7315"/>
                  </a:lnTo>
                  <a:lnTo>
                    <a:pt x="290741" y="72631"/>
                  </a:lnTo>
                  <a:lnTo>
                    <a:pt x="160096" y="72631"/>
                  </a:lnTo>
                  <a:lnTo>
                    <a:pt x="107746" y="571"/>
                  </a:lnTo>
                  <a:lnTo>
                    <a:pt x="104127" y="25"/>
                  </a:lnTo>
                  <a:lnTo>
                    <a:pt x="98971" y="3746"/>
                  </a:lnTo>
                  <a:lnTo>
                    <a:pt x="98425" y="7353"/>
                  </a:lnTo>
                  <a:lnTo>
                    <a:pt x="145846" y="72631"/>
                  </a:lnTo>
                  <a:lnTo>
                    <a:pt x="2578" y="72631"/>
                  </a:lnTo>
                  <a:lnTo>
                    <a:pt x="0" y="75196"/>
                  </a:lnTo>
                  <a:lnTo>
                    <a:pt x="0" y="81584"/>
                  </a:lnTo>
                  <a:lnTo>
                    <a:pt x="2578" y="84150"/>
                  </a:lnTo>
                  <a:lnTo>
                    <a:pt x="5765" y="84150"/>
                  </a:lnTo>
                  <a:lnTo>
                    <a:pt x="154216" y="84150"/>
                  </a:lnTo>
                  <a:lnTo>
                    <a:pt x="202933" y="151218"/>
                  </a:lnTo>
                  <a:lnTo>
                    <a:pt x="56972" y="151269"/>
                  </a:lnTo>
                  <a:lnTo>
                    <a:pt x="54394" y="153860"/>
                  </a:lnTo>
                  <a:lnTo>
                    <a:pt x="54394" y="160223"/>
                  </a:lnTo>
                  <a:lnTo>
                    <a:pt x="56972" y="162801"/>
                  </a:lnTo>
                  <a:lnTo>
                    <a:pt x="60159" y="162801"/>
                  </a:lnTo>
                  <a:lnTo>
                    <a:pt x="211315" y="162737"/>
                  </a:lnTo>
                  <a:lnTo>
                    <a:pt x="261594" y="231940"/>
                  </a:lnTo>
                  <a:lnTo>
                    <a:pt x="263347" y="232752"/>
                  </a:lnTo>
                  <a:lnTo>
                    <a:pt x="265125" y="232752"/>
                  </a:lnTo>
                  <a:lnTo>
                    <a:pt x="266306" y="232752"/>
                  </a:lnTo>
                  <a:lnTo>
                    <a:pt x="267487" y="232397"/>
                  </a:lnTo>
                  <a:lnTo>
                    <a:pt x="271081" y="229781"/>
                  </a:lnTo>
                  <a:lnTo>
                    <a:pt x="271665" y="226187"/>
                  </a:lnTo>
                  <a:lnTo>
                    <a:pt x="225552" y="162737"/>
                  </a:lnTo>
                  <a:lnTo>
                    <a:pt x="355498" y="162674"/>
                  </a:lnTo>
                  <a:lnTo>
                    <a:pt x="405295" y="231914"/>
                  </a:lnTo>
                  <a:lnTo>
                    <a:pt x="407060" y="232752"/>
                  </a:lnTo>
                  <a:lnTo>
                    <a:pt x="408851" y="232752"/>
                  </a:lnTo>
                  <a:lnTo>
                    <a:pt x="410019" y="232752"/>
                  </a:lnTo>
                  <a:lnTo>
                    <a:pt x="411200" y="232397"/>
                  </a:lnTo>
                  <a:lnTo>
                    <a:pt x="414807" y="229819"/>
                  </a:lnTo>
                  <a:lnTo>
                    <a:pt x="415391" y="226212"/>
                  </a:lnTo>
                  <a:lnTo>
                    <a:pt x="369684" y="162674"/>
                  </a:lnTo>
                  <a:lnTo>
                    <a:pt x="489559" y="162610"/>
                  </a:lnTo>
                  <a:lnTo>
                    <a:pt x="539673" y="231927"/>
                  </a:lnTo>
                  <a:lnTo>
                    <a:pt x="541426" y="232752"/>
                  </a:lnTo>
                  <a:lnTo>
                    <a:pt x="543217" y="232752"/>
                  </a:lnTo>
                  <a:lnTo>
                    <a:pt x="544398" y="232752"/>
                  </a:lnTo>
                  <a:lnTo>
                    <a:pt x="545579" y="232397"/>
                  </a:lnTo>
                  <a:lnTo>
                    <a:pt x="549173" y="229806"/>
                  </a:lnTo>
                  <a:lnTo>
                    <a:pt x="549757" y="226187"/>
                  </a:lnTo>
                  <a:lnTo>
                    <a:pt x="503783" y="162610"/>
                  </a:lnTo>
                  <a:lnTo>
                    <a:pt x="623455" y="162547"/>
                  </a:lnTo>
                  <a:lnTo>
                    <a:pt x="673671" y="231927"/>
                  </a:lnTo>
                  <a:lnTo>
                    <a:pt x="675449" y="232752"/>
                  </a:lnTo>
                  <a:lnTo>
                    <a:pt x="677227" y="232752"/>
                  </a:lnTo>
                  <a:lnTo>
                    <a:pt x="678395" y="232752"/>
                  </a:lnTo>
                  <a:lnTo>
                    <a:pt x="679577" y="232397"/>
                  </a:lnTo>
                  <a:lnTo>
                    <a:pt x="683171" y="229793"/>
                  </a:lnTo>
                  <a:lnTo>
                    <a:pt x="683755" y="226187"/>
                  </a:lnTo>
                  <a:lnTo>
                    <a:pt x="637692" y="162547"/>
                  </a:lnTo>
                  <a:lnTo>
                    <a:pt x="755764" y="162483"/>
                  </a:lnTo>
                  <a:lnTo>
                    <a:pt x="805751" y="231914"/>
                  </a:lnTo>
                  <a:lnTo>
                    <a:pt x="807516" y="232752"/>
                  </a:lnTo>
                  <a:lnTo>
                    <a:pt x="809307" y="232752"/>
                  </a:lnTo>
                  <a:lnTo>
                    <a:pt x="810475" y="232752"/>
                  </a:lnTo>
                  <a:lnTo>
                    <a:pt x="811657" y="232397"/>
                  </a:lnTo>
                  <a:lnTo>
                    <a:pt x="815251" y="229819"/>
                  </a:lnTo>
                  <a:lnTo>
                    <a:pt x="815835" y="226212"/>
                  </a:lnTo>
                  <a:lnTo>
                    <a:pt x="769950" y="162471"/>
                  </a:lnTo>
                  <a:lnTo>
                    <a:pt x="902093" y="162407"/>
                  </a:lnTo>
                  <a:lnTo>
                    <a:pt x="952119" y="231914"/>
                  </a:lnTo>
                  <a:lnTo>
                    <a:pt x="953884" y="232752"/>
                  </a:lnTo>
                  <a:lnTo>
                    <a:pt x="955675" y="232752"/>
                  </a:lnTo>
                  <a:lnTo>
                    <a:pt x="956843" y="232752"/>
                  </a:lnTo>
                  <a:lnTo>
                    <a:pt x="958024" y="232397"/>
                  </a:lnTo>
                  <a:lnTo>
                    <a:pt x="961618" y="229819"/>
                  </a:lnTo>
                  <a:lnTo>
                    <a:pt x="962215" y="226212"/>
                  </a:lnTo>
                  <a:lnTo>
                    <a:pt x="916292" y="162407"/>
                  </a:lnTo>
                  <a:lnTo>
                    <a:pt x="1036193" y="162344"/>
                  </a:lnTo>
                  <a:lnTo>
                    <a:pt x="1038758" y="159766"/>
                  </a:lnTo>
                  <a:lnTo>
                    <a:pt x="1038758" y="153390"/>
                  </a:lnTo>
                  <a:close/>
                </a:path>
              </a:pathLst>
            </a:custGeom>
            <a:solidFill>
              <a:srgbClr val="5B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15850816" y="2707697"/>
              <a:ext cx="998855" cy="17145"/>
            </a:xfrm>
            <a:custGeom>
              <a:avLst/>
              <a:gdLst/>
              <a:ahLst/>
              <a:cxnLst/>
              <a:rect l="l" t="t" r="r" b="b"/>
              <a:pathLst>
                <a:path w="998855" h="17144">
                  <a:moveTo>
                    <a:pt x="998545" y="0"/>
                  </a:moveTo>
                  <a:lnTo>
                    <a:pt x="0" y="0"/>
                  </a:lnTo>
                  <a:lnTo>
                    <a:pt x="0" y="16523"/>
                  </a:lnTo>
                  <a:lnTo>
                    <a:pt x="998545" y="16523"/>
                  </a:lnTo>
                  <a:lnTo>
                    <a:pt x="99854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15880302" y="2743120"/>
              <a:ext cx="824230" cy="18415"/>
            </a:xfrm>
            <a:custGeom>
              <a:avLst/>
              <a:gdLst/>
              <a:ahLst/>
              <a:cxnLst/>
              <a:rect l="l" t="t" r="r" b="b"/>
              <a:pathLst>
                <a:path w="824230" h="18414">
                  <a:moveTo>
                    <a:pt x="823922" y="0"/>
                  </a:moveTo>
                  <a:lnTo>
                    <a:pt x="0" y="0"/>
                  </a:lnTo>
                  <a:lnTo>
                    <a:pt x="0" y="18229"/>
                  </a:lnTo>
                  <a:lnTo>
                    <a:pt x="823922" y="18229"/>
                  </a:lnTo>
                  <a:lnTo>
                    <a:pt x="823922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16012948" y="4762714"/>
              <a:ext cx="1150620" cy="436880"/>
            </a:xfrm>
            <a:custGeom>
              <a:avLst/>
              <a:gdLst/>
              <a:ahLst/>
              <a:cxnLst/>
              <a:rect l="l" t="t" r="r" b="b"/>
              <a:pathLst>
                <a:path w="1150619" h="436879">
                  <a:moveTo>
                    <a:pt x="607333" y="0"/>
                  </a:moveTo>
                  <a:lnTo>
                    <a:pt x="561687" y="10728"/>
                  </a:lnTo>
                  <a:lnTo>
                    <a:pt x="519945" y="36279"/>
                  </a:lnTo>
                  <a:lnTo>
                    <a:pt x="485565" y="75840"/>
                  </a:lnTo>
                  <a:lnTo>
                    <a:pt x="456875" y="136478"/>
                  </a:lnTo>
                  <a:lnTo>
                    <a:pt x="436415" y="203093"/>
                  </a:lnTo>
                  <a:lnTo>
                    <a:pt x="421664" y="189816"/>
                  </a:lnTo>
                  <a:lnTo>
                    <a:pt x="404523" y="182540"/>
                  </a:lnTo>
                  <a:lnTo>
                    <a:pt x="386483" y="181611"/>
                  </a:lnTo>
                  <a:lnTo>
                    <a:pt x="369035" y="187376"/>
                  </a:lnTo>
                  <a:lnTo>
                    <a:pt x="353795" y="199711"/>
                  </a:lnTo>
                  <a:lnTo>
                    <a:pt x="341954" y="217189"/>
                  </a:lnTo>
                  <a:lnTo>
                    <a:pt x="334335" y="238182"/>
                  </a:lnTo>
                  <a:lnTo>
                    <a:pt x="331758" y="261059"/>
                  </a:lnTo>
                  <a:lnTo>
                    <a:pt x="321786" y="227699"/>
                  </a:lnTo>
                  <a:lnTo>
                    <a:pt x="288739" y="171084"/>
                  </a:lnTo>
                  <a:lnTo>
                    <a:pt x="239775" y="139484"/>
                  </a:lnTo>
                  <a:lnTo>
                    <a:pt x="212034" y="137428"/>
                  </a:lnTo>
                  <a:lnTo>
                    <a:pt x="185315" y="145423"/>
                  </a:lnTo>
                  <a:lnTo>
                    <a:pt x="162120" y="163911"/>
                  </a:lnTo>
                  <a:lnTo>
                    <a:pt x="139049" y="206471"/>
                  </a:lnTo>
                  <a:lnTo>
                    <a:pt x="126915" y="257777"/>
                  </a:lnTo>
                  <a:lnTo>
                    <a:pt x="117638" y="311941"/>
                  </a:lnTo>
                  <a:lnTo>
                    <a:pt x="103137" y="363077"/>
                  </a:lnTo>
                  <a:lnTo>
                    <a:pt x="70409" y="322881"/>
                  </a:lnTo>
                  <a:lnTo>
                    <a:pt x="23789" y="332261"/>
                  </a:lnTo>
                  <a:lnTo>
                    <a:pt x="1337" y="379655"/>
                  </a:lnTo>
                  <a:lnTo>
                    <a:pt x="0" y="408438"/>
                  </a:lnTo>
                  <a:lnTo>
                    <a:pt x="5067" y="436677"/>
                  </a:lnTo>
                  <a:lnTo>
                    <a:pt x="1148938" y="436677"/>
                  </a:lnTo>
                  <a:lnTo>
                    <a:pt x="1150310" y="396901"/>
                  </a:lnTo>
                  <a:lnTo>
                    <a:pt x="1145508" y="358614"/>
                  </a:lnTo>
                  <a:lnTo>
                    <a:pt x="1114844" y="294231"/>
                  </a:lnTo>
                  <a:lnTo>
                    <a:pt x="1079442" y="269658"/>
                  </a:lnTo>
                  <a:lnTo>
                    <a:pt x="1039044" y="265356"/>
                  </a:lnTo>
                  <a:lnTo>
                    <a:pt x="1000247" y="280427"/>
                  </a:lnTo>
                  <a:lnTo>
                    <a:pt x="969645" y="313969"/>
                  </a:lnTo>
                  <a:lnTo>
                    <a:pt x="968640" y="286681"/>
                  </a:lnTo>
                  <a:lnTo>
                    <a:pt x="946041" y="240147"/>
                  </a:lnTo>
                  <a:lnTo>
                    <a:pt x="907086" y="216976"/>
                  </a:lnTo>
                  <a:lnTo>
                    <a:pt x="885523" y="215168"/>
                  </a:lnTo>
                  <a:lnTo>
                    <a:pt x="863852" y="218728"/>
                  </a:lnTo>
                  <a:lnTo>
                    <a:pt x="823178" y="238411"/>
                  </a:lnTo>
                  <a:lnTo>
                    <a:pt x="786471" y="268377"/>
                  </a:lnTo>
                  <a:lnTo>
                    <a:pt x="768970" y="285080"/>
                  </a:lnTo>
                  <a:lnTo>
                    <a:pt x="777767" y="236953"/>
                  </a:lnTo>
                  <a:lnTo>
                    <a:pt x="777297" y="187548"/>
                  </a:lnTo>
                  <a:lnTo>
                    <a:pt x="768249" y="139320"/>
                  </a:lnTo>
                  <a:lnTo>
                    <a:pt x="751310" y="94725"/>
                  </a:lnTo>
                  <a:lnTo>
                    <a:pt x="727168" y="56220"/>
                  </a:lnTo>
                  <a:lnTo>
                    <a:pt x="696512" y="26260"/>
                  </a:lnTo>
                  <a:lnTo>
                    <a:pt x="653427" y="4906"/>
                  </a:lnTo>
                  <a:lnTo>
                    <a:pt x="607333" y="0"/>
                  </a:lnTo>
                  <a:close/>
                </a:path>
              </a:pathLst>
            </a:custGeom>
            <a:solidFill>
              <a:srgbClr val="A1D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 descr=""/>
            <p:cNvSpPr/>
            <p:nvPr/>
          </p:nvSpPr>
          <p:spPr>
            <a:xfrm>
              <a:off x="16050845" y="4949568"/>
              <a:ext cx="1073785" cy="250190"/>
            </a:xfrm>
            <a:custGeom>
              <a:avLst/>
              <a:gdLst/>
              <a:ahLst/>
              <a:cxnLst/>
              <a:rect l="l" t="t" r="r" b="b"/>
              <a:pathLst>
                <a:path w="1073784" h="250189">
                  <a:moveTo>
                    <a:pt x="550822" y="0"/>
                  </a:moveTo>
                  <a:lnTo>
                    <a:pt x="518088" y="19988"/>
                  </a:lnTo>
                  <a:lnTo>
                    <a:pt x="475355" y="73783"/>
                  </a:lnTo>
                  <a:lnTo>
                    <a:pt x="441065" y="133304"/>
                  </a:lnTo>
                  <a:lnTo>
                    <a:pt x="433299" y="124016"/>
                  </a:lnTo>
                  <a:lnTo>
                    <a:pt x="395232" y="95258"/>
                  </a:lnTo>
                  <a:lnTo>
                    <a:pt x="383358" y="92765"/>
                  </a:lnTo>
                  <a:lnTo>
                    <a:pt x="371459" y="93245"/>
                  </a:lnTo>
                  <a:lnTo>
                    <a:pt x="288818" y="197250"/>
                  </a:lnTo>
                  <a:lnTo>
                    <a:pt x="273111" y="172485"/>
                  </a:lnTo>
                  <a:lnTo>
                    <a:pt x="232123" y="130731"/>
                  </a:lnTo>
                  <a:lnTo>
                    <a:pt x="195841" y="108729"/>
                  </a:lnTo>
                  <a:lnTo>
                    <a:pt x="170655" y="103194"/>
                  </a:lnTo>
                  <a:lnTo>
                    <a:pt x="158225" y="105556"/>
                  </a:lnTo>
                  <a:lnTo>
                    <a:pt x="131138" y="132919"/>
                  </a:lnTo>
                  <a:lnTo>
                    <a:pt x="81432" y="235604"/>
                  </a:lnTo>
                  <a:lnTo>
                    <a:pt x="68369" y="222741"/>
                  </a:lnTo>
                  <a:lnTo>
                    <a:pt x="15947" y="223762"/>
                  </a:lnTo>
                  <a:lnTo>
                    <a:pt x="0" y="249824"/>
                  </a:lnTo>
                  <a:lnTo>
                    <a:pt x="1073412" y="249824"/>
                  </a:lnTo>
                  <a:lnTo>
                    <a:pt x="1053310" y="212132"/>
                  </a:lnTo>
                  <a:lnTo>
                    <a:pt x="1019221" y="183509"/>
                  </a:lnTo>
                  <a:lnTo>
                    <a:pt x="976546" y="178266"/>
                  </a:lnTo>
                  <a:lnTo>
                    <a:pt x="946200" y="179692"/>
                  </a:lnTo>
                  <a:lnTo>
                    <a:pt x="916017" y="183139"/>
                  </a:lnTo>
                  <a:lnTo>
                    <a:pt x="886132" y="188586"/>
                  </a:lnTo>
                  <a:lnTo>
                    <a:pt x="856675" y="196014"/>
                  </a:lnTo>
                  <a:lnTo>
                    <a:pt x="855069" y="175099"/>
                  </a:lnTo>
                  <a:lnTo>
                    <a:pt x="842594" y="136509"/>
                  </a:lnTo>
                  <a:lnTo>
                    <a:pt x="795335" y="116985"/>
                  </a:lnTo>
                  <a:lnTo>
                    <a:pt x="777909" y="120918"/>
                  </a:lnTo>
                  <a:lnTo>
                    <a:pt x="726455" y="147148"/>
                  </a:lnTo>
                  <a:lnTo>
                    <a:pt x="695046" y="171847"/>
                  </a:lnTo>
                  <a:lnTo>
                    <a:pt x="690380" y="127862"/>
                  </a:lnTo>
                  <a:lnTo>
                    <a:pt x="674262" y="86622"/>
                  </a:lnTo>
                  <a:lnTo>
                    <a:pt x="648414" y="50531"/>
                  </a:lnTo>
                  <a:lnTo>
                    <a:pt x="614556" y="21997"/>
                  </a:lnTo>
                  <a:lnTo>
                    <a:pt x="574411" y="3423"/>
                  </a:lnTo>
                  <a:lnTo>
                    <a:pt x="558734" y="113"/>
                  </a:lnTo>
                  <a:lnTo>
                    <a:pt x="550822" y="0"/>
                  </a:lnTo>
                  <a:close/>
                </a:path>
              </a:pathLst>
            </a:custGeom>
            <a:solidFill>
              <a:srgbClr val="85BB24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16866389" y="4762714"/>
              <a:ext cx="1150620" cy="436880"/>
            </a:xfrm>
            <a:custGeom>
              <a:avLst/>
              <a:gdLst/>
              <a:ahLst/>
              <a:cxnLst/>
              <a:rect l="l" t="t" r="r" b="b"/>
              <a:pathLst>
                <a:path w="1150619" h="436879">
                  <a:moveTo>
                    <a:pt x="607333" y="0"/>
                  </a:moveTo>
                  <a:lnTo>
                    <a:pt x="561687" y="10728"/>
                  </a:lnTo>
                  <a:lnTo>
                    <a:pt x="519945" y="36279"/>
                  </a:lnTo>
                  <a:lnTo>
                    <a:pt x="485565" y="75840"/>
                  </a:lnTo>
                  <a:lnTo>
                    <a:pt x="456875" y="136478"/>
                  </a:lnTo>
                  <a:lnTo>
                    <a:pt x="436415" y="203093"/>
                  </a:lnTo>
                  <a:lnTo>
                    <a:pt x="421664" y="189816"/>
                  </a:lnTo>
                  <a:lnTo>
                    <a:pt x="404523" y="182540"/>
                  </a:lnTo>
                  <a:lnTo>
                    <a:pt x="386483" y="181611"/>
                  </a:lnTo>
                  <a:lnTo>
                    <a:pt x="369035" y="187376"/>
                  </a:lnTo>
                  <a:lnTo>
                    <a:pt x="353795" y="199711"/>
                  </a:lnTo>
                  <a:lnTo>
                    <a:pt x="341954" y="217189"/>
                  </a:lnTo>
                  <a:lnTo>
                    <a:pt x="334335" y="238182"/>
                  </a:lnTo>
                  <a:lnTo>
                    <a:pt x="331758" y="261059"/>
                  </a:lnTo>
                  <a:lnTo>
                    <a:pt x="321786" y="227699"/>
                  </a:lnTo>
                  <a:lnTo>
                    <a:pt x="288739" y="171084"/>
                  </a:lnTo>
                  <a:lnTo>
                    <a:pt x="239775" y="139484"/>
                  </a:lnTo>
                  <a:lnTo>
                    <a:pt x="212034" y="137428"/>
                  </a:lnTo>
                  <a:lnTo>
                    <a:pt x="185315" y="145423"/>
                  </a:lnTo>
                  <a:lnTo>
                    <a:pt x="162120" y="163911"/>
                  </a:lnTo>
                  <a:lnTo>
                    <a:pt x="139049" y="206471"/>
                  </a:lnTo>
                  <a:lnTo>
                    <a:pt x="126915" y="257777"/>
                  </a:lnTo>
                  <a:lnTo>
                    <a:pt x="117638" y="311941"/>
                  </a:lnTo>
                  <a:lnTo>
                    <a:pt x="103137" y="363077"/>
                  </a:lnTo>
                  <a:lnTo>
                    <a:pt x="70409" y="322881"/>
                  </a:lnTo>
                  <a:lnTo>
                    <a:pt x="23789" y="332261"/>
                  </a:lnTo>
                  <a:lnTo>
                    <a:pt x="1337" y="379655"/>
                  </a:lnTo>
                  <a:lnTo>
                    <a:pt x="0" y="408438"/>
                  </a:lnTo>
                  <a:lnTo>
                    <a:pt x="5067" y="436677"/>
                  </a:lnTo>
                  <a:lnTo>
                    <a:pt x="1148938" y="436677"/>
                  </a:lnTo>
                  <a:lnTo>
                    <a:pt x="1150310" y="396901"/>
                  </a:lnTo>
                  <a:lnTo>
                    <a:pt x="1145508" y="358614"/>
                  </a:lnTo>
                  <a:lnTo>
                    <a:pt x="1114844" y="294231"/>
                  </a:lnTo>
                  <a:lnTo>
                    <a:pt x="1079442" y="269658"/>
                  </a:lnTo>
                  <a:lnTo>
                    <a:pt x="1039044" y="265356"/>
                  </a:lnTo>
                  <a:lnTo>
                    <a:pt x="1000247" y="280427"/>
                  </a:lnTo>
                  <a:lnTo>
                    <a:pt x="969645" y="313969"/>
                  </a:lnTo>
                  <a:lnTo>
                    <a:pt x="968640" y="286681"/>
                  </a:lnTo>
                  <a:lnTo>
                    <a:pt x="946041" y="240147"/>
                  </a:lnTo>
                  <a:lnTo>
                    <a:pt x="907086" y="216976"/>
                  </a:lnTo>
                  <a:lnTo>
                    <a:pt x="885523" y="215168"/>
                  </a:lnTo>
                  <a:lnTo>
                    <a:pt x="863852" y="218728"/>
                  </a:lnTo>
                  <a:lnTo>
                    <a:pt x="823178" y="238411"/>
                  </a:lnTo>
                  <a:lnTo>
                    <a:pt x="786471" y="268377"/>
                  </a:lnTo>
                  <a:lnTo>
                    <a:pt x="768970" y="285080"/>
                  </a:lnTo>
                  <a:lnTo>
                    <a:pt x="777767" y="236953"/>
                  </a:lnTo>
                  <a:lnTo>
                    <a:pt x="777297" y="187548"/>
                  </a:lnTo>
                  <a:lnTo>
                    <a:pt x="768249" y="139320"/>
                  </a:lnTo>
                  <a:lnTo>
                    <a:pt x="751310" y="94725"/>
                  </a:lnTo>
                  <a:lnTo>
                    <a:pt x="727168" y="56220"/>
                  </a:lnTo>
                  <a:lnTo>
                    <a:pt x="696512" y="26260"/>
                  </a:lnTo>
                  <a:lnTo>
                    <a:pt x="653427" y="4906"/>
                  </a:lnTo>
                  <a:lnTo>
                    <a:pt x="607333" y="0"/>
                  </a:lnTo>
                  <a:close/>
                </a:path>
              </a:pathLst>
            </a:custGeom>
            <a:solidFill>
              <a:srgbClr val="A1D9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16904287" y="4949568"/>
              <a:ext cx="1073785" cy="250190"/>
            </a:xfrm>
            <a:custGeom>
              <a:avLst/>
              <a:gdLst/>
              <a:ahLst/>
              <a:cxnLst/>
              <a:rect l="l" t="t" r="r" b="b"/>
              <a:pathLst>
                <a:path w="1073784" h="250189">
                  <a:moveTo>
                    <a:pt x="550822" y="0"/>
                  </a:moveTo>
                  <a:lnTo>
                    <a:pt x="518088" y="19988"/>
                  </a:lnTo>
                  <a:lnTo>
                    <a:pt x="475355" y="73783"/>
                  </a:lnTo>
                  <a:lnTo>
                    <a:pt x="441065" y="133304"/>
                  </a:lnTo>
                  <a:lnTo>
                    <a:pt x="433299" y="124016"/>
                  </a:lnTo>
                  <a:lnTo>
                    <a:pt x="395232" y="95258"/>
                  </a:lnTo>
                  <a:lnTo>
                    <a:pt x="383358" y="92765"/>
                  </a:lnTo>
                  <a:lnTo>
                    <a:pt x="371459" y="93245"/>
                  </a:lnTo>
                  <a:lnTo>
                    <a:pt x="288818" y="197250"/>
                  </a:lnTo>
                  <a:lnTo>
                    <a:pt x="273111" y="172485"/>
                  </a:lnTo>
                  <a:lnTo>
                    <a:pt x="232123" y="130731"/>
                  </a:lnTo>
                  <a:lnTo>
                    <a:pt x="195841" y="108729"/>
                  </a:lnTo>
                  <a:lnTo>
                    <a:pt x="170655" y="103194"/>
                  </a:lnTo>
                  <a:lnTo>
                    <a:pt x="158225" y="105556"/>
                  </a:lnTo>
                  <a:lnTo>
                    <a:pt x="131138" y="132919"/>
                  </a:lnTo>
                  <a:lnTo>
                    <a:pt x="81432" y="235604"/>
                  </a:lnTo>
                  <a:lnTo>
                    <a:pt x="68369" y="222741"/>
                  </a:lnTo>
                  <a:lnTo>
                    <a:pt x="15947" y="223762"/>
                  </a:lnTo>
                  <a:lnTo>
                    <a:pt x="0" y="249824"/>
                  </a:lnTo>
                  <a:lnTo>
                    <a:pt x="1073412" y="249824"/>
                  </a:lnTo>
                  <a:lnTo>
                    <a:pt x="1053310" y="212132"/>
                  </a:lnTo>
                  <a:lnTo>
                    <a:pt x="1019221" y="183509"/>
                  </a:lnTo>
                  <a:lnTo>
                    <a:pt x="976546" y="178266"/>
                  </a:lnTo>
                  <a:lnTo>
                    <a:pt x="946200" y="179692"/>
                  </a:lnTo>
                  <a:lnTo>
                    <a:pt x="916017" y="183139"/>
                  </a:lnTo>
                  <a:lnTo>
                    <a:pt x="886132" y="188586"/>
                  </a:lnTo>
                  <a:lnTo>
                    <a:pt x="856675" y="196014"/>
                  </a:lnTo>
                  <a:lnTo>
                    <a:pt x="855069" y="175099"/>
                  </a:lnTo>
                  <a:lnTo>
                    <a:pt x="842594" y="136509"/>
                  </a:lnTo>
                  <a:lnTo>
                    <a:pt x="795331" y="116985"/>
                  </a:lnTo>
                  <a:lnTo>
                    <a:pt x="777907" y="120918"/>
                  </a:lnTo>
                  <a:lnTo>
                    <a:pt x="726455" y="147148"/>
                  </a:lnTo>
                  <a:lnTo>
                    <a:pt x="695046" y="171847"/>
                  </a:lnTo>
                  <a:lnTo>
                    <a:pt x="690380" y="127862"/>
                  </a:lnTo>
                  <a:lnTo>
                    <a:pt x="674262" y="86622"/>
                  </a:lnTo>
                  <a:lnTo>
                    <a:pt x="648414" y="50531"/>
                  </a:lnTo>
                  <a:lnTo>
                    <a:pt x="614556" y="21997"/>
                  </a:lnTo>
                  <a:lnTo>
                    <a:pt x="574411" y="3423"/>
                  </a:lnTo>
                  <a:lnTo>
                    <a:pt x="558734" y="113"/>
                  </a:lnTo>
                  <a:lnTo>
                    <a:pt x="550822" y="0"/>
                  </a:lnTo>
                  <a:close/>
                </a:path>
              </a:pathLst>
            </a:custGeom>
            <a:solidFill>
              <a:srgbClr val="85BB24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17806848" y="4983524"/>
              <a:ext cx="824230" cy="242570"/>
            </a:xfrm>
            <a:custGeom>
              <a:avLst/>
              <a:gdLst/>
              <a:ahLst/>
              <a:cxnLst/>
              <a:rect l="l" t="t" r="r" b="b"/>
              <a:pathLst>
                <a:path w="824230" h="242570">
                  <a:moveTo>
                    <a:pt x="224269" y="0"/>
                  </a:moveTo>
                  <a:lnTo>
                    <a:pt x="202463" y="0"/>
                  </a:lnTo>
                  <a:lnTo>
                    <a:pt x="202463" y="179654"/>
                  </a:lnTo>
                  <a:lnTo>
                    <a:pt x="224269" y="179654"/>
                  </a:lnTo>
                  <a:lnTo>
                    <a:pt x="224269" y="0"/>
                  </a:lnTo>
                  <a:close/>
                </a:path>
                <a:path w="824230" h="242570">
                  <a:moveTo>
                    <a:pt x="620864" y="0"/>
                  </a:moveTo>
                  <a:lnTo>
                    <a:pt x="599059" y="0"/>
                  </a:lnTo>
                  <a:lnTo>
                    <a:pt x="599059" y="179654"/>
                  </a:lnTo>
                  <a:lnTo>
                    <a:pt x="620864" y="179654"/>
                  </a:lnTo>
                  <a:lnTo>
                    <a:pt x="620864" y="0"/>
                  </a:lnTo>
                  <a:close/>
                </a:path>
                <a:path w="824230" h="242570">
                  <a:moveTo>
                    <a:pt x="818908" y="0"/>
                  </a:moveTo>
                  <a:lnTo>
                    <a:pt x="797102" y="0"/>
                  </a:lnTo>
                  <a:lnTo>
                    <a:pt x="797102" y="179654"/>
                  </a:lnTo>
                  <a:lnTo>
                    <a:pt x="818908" y="179654"/>
                  </a:lnTo>
                  <a:lnTo>
                    <a:pt x="818908" y="0"/>
                  </a:lnTo>
                  <a:close/>
                </a:path>
                <a:path w="824230" h="242570">
                  <a:moveTo>
                    <a:pt x="823925" y="219011"/>
                  </a:moveTo>
                  <a:lnTo>
                    <a:pt x="26225" y="219011"/>
                  </a:lnTo>
                  <a:lnTo>
                    <a:pt x="26225" y="0"/>
                  </a:lnTo>
                  <a:lnTo>
                    <a:pt x="4419" y="0"/>
                  </a:lnTo>
                  <a:lnTo>
                    <a:pt x="4419" y="219011"/>
                  </a:lnTo>
                  <a:lnTo>
                    <a:pt x="0" y="219011"/>
                  </a:lnTo>
                  <a:lnTo>
                    <a:pt x="0" y="242430"/>
                  </a:lnTo>
                  <a:lnTo>
                    <a:pt x="823925" y="242430"/>
                  </a:lnTo>
                  <a:lnTo>
                    <a:pt x="823925" y="219011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17758828" y="4935891"/>
              <a:ext cx="170815" cy="253365"/>
            </a:xfrm>
            <a:custGeom>
              <a:avLst/>
              <a:gdLst/>
              <a:ahLst/>
              <a:cxnLst/>
              <a:rect l="l" t="t" r="r" b="b"/>
              <a:pathLst>
                <a:path w="170815" h="253364">
                  <a:moveTo>
                    <a:pt x="170204" y="0"/>
                  </a:moveTo>
                  <a:lnTo>
                    <a:pt x="0" y="0"/>
                  </a:lnTo>
                  <a:lnTo>
                    <a:pt x="0" y="16523"/>
                  </a:lnTo>
                  <a:lnTo>
                    <a:pt x="170204" y="252924"/>
                  </a:lnTo>
                  <a:lnTo>
                    <a:pt x="17020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17962931" y="5037169"/>
              <a:ext cx="616585" cy="179705"/>
            </a:xfrm>
            <a:custGeom>
              <a:avLst/>
              <a:gdLst/>
              <a:ahLst/>
              <a:cxnLst/>
              <a:rect l="l" t="t" r="r" b="b"/>
              <a:pathLst>
                <a:path w="616584" h="179704">
                  <a:moveTo>
                    <a:pt x="21818" y="0"/>
                  </a:moveTo>
                  <a:lnTo>
                    <a:pt x="0" y="0"/>
                  </a:lnTo>
                  <a:lnTo>
                    <a:pt x="0" y="179666"/>
                  </a:lnTo>
                  <a:lnTo>
                    <a:pt x="21818" y="179666"/>
                  </a:lnTo>
                  <a:lnTo>
                    <a:pt x="21818" y="0"/>
                  </a:lnTo>
                  <a:close/>
                </a:path>
                <a:path w="616584" h="179704">
                  <a:moveTo>
                    <a:pt x="219862" y="0"/>
                  </a:moveTo>
                  <a:lnTo>
                    <a:pt x="198043" y="0"/>
                  </a:lnTo>
                  <a:lnTo>
                    <a:pt x="198043" y="179666"/>
                  </a:lnTo>
                  <a:lnTo>
                    <a:pt x="219862" y="179666"/>
                  </a:lnTo>
                  <a:lnTo>
                    <a:pt x="219862" y="0"/>
                  </a:lnTo>
                  <a:close/>
                </a:path>
                <a:path w="616584" h="179704">
                  <a:moveTo>
                    <a:pt x="616470" y="0"/>
                  </a:moveTo>
                  <a:lnTo>
                    <a:pt x="594652" y="0"/>
                  </a:lnTo>
                  <a:lnTo>
                    <a:pt x="594652" y="179666"/>
                  </a:lnTo>
                  <a:lnTo>
                    <a:pt x="616470" y="179666"/>
                  </a:lnTo>
                  <a:lnTo>
                    <a:pt x="61647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6" name="object 44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758830" y="4935889"/>
              <a:ext cx="1168760" cy="280935"/>
            </a:xfrm>
            <a:prstGeom prst="rect">
              <a:avLst/>
            </a:prstGeom>
          </p:spPr>
        </p:pic>
        <p:sp>
          <p:nvSpPr>
            <p:cNvPr id="447" name="object 447" descr=""/>
            <p:cNvSpPr/>
            <p:nvPr/>
          </p:nvSpPr>
          <p:spPr>
            <a:xfrm>
              <a:off x="17820691" y="4936280"/>
              <a:ext cx="1038860" cy="233045"/>
            </a:xfrm>
            <a:custGeom>
              <a:avLst/>
              <a:gdLst/>
              <a:ahLst/>
              <a:cxnLst/>
              <a:rect l="l" t="t" r="r" b="b"/>
              <a:pathLst>
                <a:path w="1038859" h="233045">
                  <a:moveTo>
                    <a:pt x="1038758" y="153403"/>
                  </a:moveTo>
                  <a:lnTo>
                    <a:pt x="1036180" y="150825"/>
                  </a:lnTo>
                  <a:lnTo>
                    <a:pt x="907986" y="150888"/>
                  </a:lnTo>
                  <a:lnTo>
                    <a:pt x="893800" y="131178"/>
                  </a:lnTo>
                  <a:lnTo>
                    <a:pt x="893800" y="150901"/>
                  </a:lnTo>
                  <a:lnTo>
                    <a:pt x="761669" y="150964"/>
                  </a:lnTo>
                  <a:lnTo>
                    <a:pt x="747471" y="131241"/>
                  </a:lnTo>
                  <a:lnTo>
                    <a:pt x="747471" y="150977"/>
                  </a:lnTo>
                  <a:lnTo>
                    <a:pt x="629348" y="151028"/>
                  </a:lnTo>
                  <a:lnTo>
                    <a:pt x="615111" y="131356"/>
                  </a:lnTo>
                  <a:lnTo>
                    <a:pt x="615111" y="151041"/>
                  </a:lnTo>
                  <a:lnTo>
                    <a:pt x="495452" y="151091"/>
                  </a:lnTo>
                  <a:lnTo>
                    <a:pt x="481228" y="131419"/>
                  </a:lnTo>
                  <a:lnTo>
                    <a:pt x="481228" y="151104"/>
                  </a:lnTo>
                  <a:lnTo>
                    <a:pt x="361403" y="151155"/>
                  </a:lnTo>
                  <a:lnTo>
                    <a:pt x="347205" y="131419"/>
                  </a:lnTo>
                  <a:lnTo>
                    <a:pt x="347205" y="151168"/>
                  </a:lnTo>
                  <a:lnTo>
                    <a:pt x="217182" y="151218"/>
                  </a:lnTo>
                  <a:lnTo>
                    <a:pt x="168465" y="84162"/>
                  </a:lnTo>
                  <a:lnTo>
                    <a:pt x="299021" y="84162"/>
                  </a:lnTo>
                  <a:lnTo>
                    <a:pt x="347205" y="151168"/>
                  </a:lnTo>
                  <a:lnTo>
                    <a:pt x="347205" y="131419"/>
                  </a:lnTo>
                  <a:lnTo>
                    <a:pt x="313232" y="84162"/>
                  </a:lnTo>
                  <a:lnTo>
                    <a:pt x="432841" y="84162"/>
                  </a:lnTo>
                  <a:lnTo>
                    <a:pt x="481228" y="151104"/>
                  </a:lnTo>
                  <a:lnTo>
                    <a:pt x="481228" y="131419"/>
                  </a:lnTo>
                  <a:lnTo>
                    <a:pt x="447078" y="84162"/>
                  </a:lnTo>
                  <a:lnTo>
                    <a:pt x="566724" y="84162"/>
                  </a:lnTo>
                  <a:lnTo>
                    <a:pt x="615111" y="151041"/>
                  </a:lnTo>
                  <a:lnTo>
                    <a:pt x="615111" y="131356"/>
                  </a:lnTo>
                  <a:lnTo>
                    <a:pt x="580961" y="84162"/>
                  </a:lnTo>
                  <a:lnTo>
                    <a:pt x="699389" y="84162"/>
                  </a:lnTo>
                  <a:lnTo>
                    <a:pt x="747471" y="150977"/>
                  </a:lnTo>
                  <a:lnTo>
                    <a:pt x="747471" y="131241"/>
                  </a:lnTo>
                  <a:lnTo>
                    <a:pt x="713587" y="84162"/>
                  </a:lnTo>
                  <a:lnTo>
                    <a:pt x="845781" y="84162"/>
                  </a:lnTo>
                  <a:lnTo>
                    <a:pt x="893800" y="150901"/>
                  </a:lnTo>
                  <a:lnTo>
                    <a:pt x="893800" y="131178"/>
                  </a:lnTo>
                  <a:lnTo>
                    <a:pt x="859980" y="84162"/>
                  </a:lnTo>
                  <a:lnTo>
                    <a:pt x="979779" y="84162"/>
                  </a:lnTo>
                  <a:lnTo>
                    <a:pt x="982370" y="81584"/>
                  </a:lnTo>
                  <a:lnTo>
                    <a:pt x="982370" y="75209"/>
                  </a:lnTo>
                  <a:lnTo>
                    <a:pt x="979779" y="72631"/>
                  </a:lnTo>
                  <a:lnTo>
                    <a:pt x="851674" y="72631"/>
                  </a:lnTo>
                  <a:lnTo>
                    <a:pt x="801789" y="3289"/>
                  </a:lnTo>
                  <a:lnTo>
                    <a:pt x="798207" y="2692"/>
                  </a:lnTo>
                  <a:lnTo>
                    <a:pt x="793013" y="6426"/>
                  </a:lnTo>
                  <a:lnTo>
                    <a:pt x="792429" y="10020"/>
                  </a:lnTo>
                  <a:lnTo>
                    <a:pt x="837476" y="72631"/>
                  </a:lnTo>
                  <a:lnTo>
                    <a:pt x="705281" y="72631"/>
                  </a:lnTo>
                  <a:lnTo>
                    <a:pt x="653618" y="838"/>
                  </a:lnTo>
                  <a:lnTo>
                    <a:pt x="650024" y="241"/>
                  </a:lnTo>
                  <a:lnTo>
                    <a:pt x="644855" y="3962"/>
                  </a:lnTo>
                  <a:lnTo>
                    <a:pt x="644258" y="7569"/>
                  </a:lnTo>
                  <a:lnTo>
                    <a:pt x="691083" y="72631"/>
                  </a:lnTo>
                  <a:lnTo>
                    <a:pt x="572617" y="72631"/>
                  </a:lnTo>
                  <a:lnTo>
                    <a:pt x="521525" y="2032"/>
                  </a:lnTo>
                  <a:lnTo>
                    <a:pt x="517918" y="1435"/>
                  </a:lnTo>
                  <a:lnTo>
                    <a:pt x="512762" y="5181"/>
                  </a:lnTo>
                  <a:lnTo>
                    <a:pt x="512178" y="8775"/>
                  </a:lnTo>
                  <a:lnTo>
                    <a:pt x="558380" y="72631"/>
                  </a:lnTo>
                  <a:lnTo>
                    <a:pt x="438746" y="72631"/>
                  </a:lnTo>
                  <a:lnTo>
                    <a:pt x="387718" y="2032"/>
                  </a:lnTo>
                  <a:lnTo>
                    <a:pt x="384098" y="1435"/>
                  </a:lnTo>
                  <a:lnTo>
                    <a:pt x="378942" y="5181"/>
                  </a:lnTo>
                  <a:lnTo>
                    <a:pt x="378358" y="8775"/>
                  </a:lnTo>
                  <a:lnTo>
                    <a:pt x="424510" y="72631"/>
                  </a:lnTo>
                  <a:lnTo>
                    <a:pt x="304939" y="72631"/>
                  </a:lnTo>
                  <a:lnTo>
                    <a:pt x="253136" y="584"/>
                  </a:lnTo>
                  <a:lnTo>
                    <a:pt x="249542" y="0"/>
                  </a:lnTo>
                  <a:lnTo>
                    <a:pt x="244348" y="3721"/>
                  </a:lnTo>
                  <a:lnTo>
                    <a:pt x="243776" y="7327"/>
                  </a:lnTo>
                  <a:lnTo>
                    <a:pt x="290728" y="72631"/>
                  </a:lnTo>
                  <a:lnTo>
                    <a:pt x="160083" y="72631"/>
                  </a:lnTo>
                  <a:lnTo>
                    <a:pt x="107734" y="571"/>
                  </a:lnTo>
                  <a:lnTo>
                    <a:pt x="104127" y="25"/>
                  </a:lnTo>
                  <a:lnTo>
                    <a:pt x="98971" y="3759"/>
                  </a:lnTo>
                  <a:lnTo>
                    <a:pt x="98425" y="7353"/>
                  </a:lnTo>
                  <a:lnTo>
                    <a:pt x="145846" y="72631"/>
                  </a:lnTo>
                  <a:lnTo>
                    <a:pt x="2578" y="72631"/>
                  </a:lnTo>
                  <a:lnTo>
                    <a:pt x="0" y="75209"/>
                  </a:lnTo>
                  <a:lnTo>
                    <a:pt x="0" y="81584"/>
                  </a:lnTo>
                  <a:lnTo>
                    <a:pt x="2578" y="84162"/>
                  </a:lnTo>
                  <a:lnTo>
                    <a:pt x="5765" y="84162"/>
                  </a:lnTo>
                  <a:lnTo>
                    <a:pt x="154216" y="84162"/>
                  </a:lnTo>
                  <a:lnTo>
                    <a:pt x="202933" y="151218"/>
                  </a:lnTo>
                  <a:lnTo>
                    <a:pt x="56972" y="151269"/>
                  </a:lnTo>
                  <a:lnTo>
                    <a:pt x="54394" y="153860"/>
                  </a:lnTo>
                  <a:lnTo>
                    <a:pt x="54394" y="160223"/>
                  </a:lnTo>
                  <a:lnTo>
                    <a:pt x="56972" y="162801"/>
                  </a:lnTo>
                  <a:lnTo>
                    <a:pt x="60147" y="162801"/>
                  </a:lnTo>
                  <a:lnTo>
                    <a:pt x="211302" y="162737"/>
                  </a:lnTo>
                  <a:lnTo>
                    <a:pt x="261581" y="231940"/>
                  </a:lnTo>
                  <a:lnTo>
                    <a:pt x="263347" y="232765"/>
                  </a:lnTo>
                  <a:lnTo>
                    <a:pt x="265125" y="232765"/>
                  </a:lnTo>
                  <a:lnTo>
                    <a:pt x="266293" y="232765"/>
                  </a:lnTo>
                  <a:lnTo>
                    <a:pt x="267487" y="232410"/>
                  </a:lnTo>
                  <a:lnTo>
                    <a:pt x="271081" y="229793"/>
                  </a:lnTo>
                  <a:lnTo>
                    <a:pt x="271665" y="226187"/>
                  </a:lnTo>
                  <a:lnTo>
                    <a:pt x="225552" y="162737"/>
                  </a:lnTo>
                  <a:lnTo>
                    <a:pt x="355485" y="162674"/>
                  </a:lnTo>
                  <a:lnTo>
                    <a:pt x="405295" y="231927"/>
                  </a:lnTo>
                  <a:lnTo>
                    <a:pt x="407060" y="232765"/>
                  </a:lnTo>
                  <a:lnTo>
                    <a:pt x="408851" y="232765"/>
                  </a:lnTo>
                  <a:lnTo>
                    <a:pt x="410019" y="232765"/>
                  </a:lnTo>
                  <a:lnTo>
                    <a:pt x="411200" y="232410"/>
                  </a:lnTo>
                  <a:lnTo>
                    <a:pt x="414807" y="229819"/>
                  </a:lnTo>
                  <a:lnTo>
                    <a:pt x="415391" y="226212"/>
                  </a:lnTo>
                  <a:lnTo>
                    <a:pt x="369684" y="162674"/>
                  </a:lnTo>
                  <a:lnTo>
                    <a:pt x="489546" y="162610"/>
                  </a:lnTo>
                  <a:lnTo>
                    <a:pt x="539673" y="231940"/>
                  </a:lnTo>
                  <a:lnTo>
                    <a:pt x="541426" y="232765"/>
                  </a:lnTo>
                  <a:lnTo>
                    <a:pt x="543217" y="232765"/>
                  </a:lnTo>
                  <a:lnTo>
                    <a:pt x="544398" y="232765"/>
                  </a:lnTo>
                  <a:lnTo>
                    <a:pt x="545579" y="232410"/>
                  </a:lnTo>
                  <a:lnTo>
                    <a:pt x="549160" y="229806"/>
                  </a:lnTo>
                  <a:lnTo>
                    <a:pt x="549757" y="226199"/>
                  </a:lnTo>
                  <a:lnTo>
                    <a:pt x="503783" y="162610"/>
                  </a:lnTo>
                  <a:lnTo>
                    <a:pt x="623443" y="162547"/>
                  </a:lnTo>
                  <a:lnTo>
                    <a:pt x="673671" y="231940"/>
                  </a:lnTo>
                  <a:lnTo>
                    <a:pt x="675436" y="232765"/>
                  </a:lnTo>
                  <a:lnTo>
                    <a:pt x="677227" y="232765"/>
                  </a:lnTo>
                  <a:lnTo>
                    <a:pt x="678395" y="232765"/>
                  </a:lnTo>
                  <a:lnTo>
                    <a:pt x="679577" y="232410"/>
                  </a:lnTo>
                  <a:lnTo>
                    <a:pt x="683171" y="229793"/>
                  </a:lnTo>
                  <a:lnTo>
                    <a:pt x="683755" y="226199"/>
                  </a:lnTo>
                  <a:lnTo>
                    <a:pt x="637679" y="162547"/>
                  </a:lnTo>
                  <a:lnTo>
                    <a:pt x="755751" y="162483"/>
                  </a:lnTo>
                  <a:lnTo>
                    <a:pt x="805751" y="231927"/>
                  </a:lnTo>
                  <a:lnTo>
                    <a:pt x="807516" y="232765"/>
                  </a:lnTo>
                  <a:lnTo>
                    <a:pt x="809307" y="232765"/>
                  </a:lnTo>
                  <a:lnTo>
                    <a:pt x="810463" y="232765"/>
                  </a:lnTo>
                  <a:lnTo>
                    <a:pt x="811657" y="232410"/>
                  </a:lnTo>
                  <a:lnTo>
                    <a:pt x="815251" y="229819"/>
                  </a:lnTo>
                  <a:lnTo>
                    <a:pt x="815835" y="226212"/>
                  </a:lnTo>
                  <a:lnTo>
                    <a:pt x="769950" y="162471"/>
                  </a:lnTo>
                  <a:lnTo>
                    <a:pt x="902081" y="162407"/>
                  </a:lnTo>
                  <a:lnTo>
                    <a:pt x="952119" y="231927"/>
                  </a:lnTo>
                  <a:lnTo>
                    <a:pt x="953884" y="232765"/>
                  </a:lnTo>
                  <a:lnTo>
                    <a:pt x="955675" y="232765"/>
                  </a:lnTo>
                  <a:lnTo>
                    <a:pt x="956830" y="232765"/>
                  </a:lnTo>
                  <a:lnTo>
                    <a:pt x="958024" y="232410"/>
                  </a:lnTo>
                  <a:lnTo>
                    <a:pt x="961618" y="229819"/>
                  </a:lnTo>
                  <a:lnTo>
                    <a:pt x="962202" y="226212"/>
                  </a:lnTo>
                  <a:lnTo>
                    <a:pt x="916279" y="162407"/>
                  </a:lnTo>
                  <a:lnTo>
                    <a:pt x="1036180" y="162344"/>
                  </a:lnTo>
                  <a:lnTo>
                    <a:pt x="1038758" y="159766"/>
                  </a:lnTo>
                  <a:lnTo>
                    <a:pt x="1038758" y="153403"/>
                  </a:lnTo>
                  <a:close/>
                </a:path>
              </a:pathLst>
            </a:custGeom>
            <a:solidFill>
              <a:srgbClr val="5B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17929025" y="5172292"/>
              <a:ext cx="998855" cy="17145"/>
            </a:xfrm>
            <a:custGeom>
              <a:avLst/>
              <a:gdLst/>
              <a:ahLst/>
              <a:cxnLst/>
              <a:rect l="l" t="t" r="r" b="b"/>
              <a:pathLst>
                <a:path w="998855" h="17145">
                  <a:moveTo>
                    <a:pt x="998555" y="0"/>
                  </a:moveTo>
                  <a:lnTo>
                    <a:pt x="0" y="0"/>
                  </a:lnTo>
                  <a:lnTo>
                    <a:pt x="0" y="16523"/>
                  </a:lnTo>
                  <a:lnTo>
                    <a:pt x="998555" y="16523"/>
                  </a:lnTo>
                  <a:lnTo>
                    <a:pt x="99855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17958531" y="5207715"/>
              <a:ext cx="824230" cy="18415"/>
            </a:xfrm>
            <a:custGeom>
              <a:avLst/>
              <a:gdLst/>
              <a:ahLst/>
              <a:cxnLst/>
              <a:rect l="l" t="t" r="r" b="b"/>
              <a:pathLst>
                <a:path w="824230" h="18414">
                  <a:moveTo>
                    <a:pt x="823922" y="0"/>
                  </a:moveTo>
                  <a:lnTo>
                    <a:pt x="0" y="0"/>
                  </a:lnTo>
                  <a:lnTo>
                    <a:pt x="0" y="18229"/>
                  </a:lnTo>
                  <a:lnTo>
                    <a:pt x="823922" y="18229"/>
                  </a:lnTo>
                  <a:lnTo>
                    <a:pt x="823922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0" name="object 450" descr=""/>
          <p:cNvSpPr txBox="1"/>
          <p:nvPr/>
        </p:nvSpPr>
        <p:spPr>
          <a:xfrm>
            <a:off x="624158" y="728636"/>
            <a:ext cx="343027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Green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housing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energy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plants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758486" y="10231533"/>
            <a:ext cx="5919470" cy="234950"/>
          </a:xfrm>
          <a:custGeom>
            <a:avLst/>
            <a:gdLst/>
            <a:ahLst/>
            <a:cxnLst/>
            <a:rect l="l" t="t" r="r" b="b"/>
            <a:pathLst>
              <a:path w="5919469" h="234950">
                <a:moveTo>
                  <a:pt x="2959470" y="0"/>
                </a:moveTo>
                <a:lnTo>
                  <a:pt x="2716747" y="388"/>
                </a:lnTo>
                <a:lnTo>
                  <a:pt x="2479427" y="1535"/>
                </a:lnTo>
                <a:lnTo>
                  <a:pt x="2248273" y="3410"/>
                </a:lnTo>
                <a:lnTo>
                  <a:pt x="2024047" y="5981"/>
                </a:lnTo>
                <a:lnTo>
                  <a:pt x="1807509" y="9220"/>
                </a:lnTo>
                <a:lnTo>
                  <a:pt x="1599421" y="13096"/>
                </a:lnTo>
                <a:lnTo>
                  <a:pt x="1400545" y="17579"/>
                </a:lnTo>
                <a:lnTo>
                  <a:pt x="1211643" y="22638"/>
                </a:lnTo>
                <a:lnTo>
                  <a:pt x="1033477" y="28243"/>
                </a:lnTo>
                <a:lnTo>
                  <a:pt x="866807" y="34365"/>
                </a:lnTo>
                <a:lnTo>
                  <a:pt x="762457" y="38718"/>
                </a:lnTo>
                <a:lnTo>
                  <a:pt x="663781" y="43278"/>
                </a:lnTo>
                <a:lnTo>
                  <a:pt x="571005" y="48036"/>
                </a:lnTo>
                <a:lnTo>
                  <a:pt x="484353" y="52983"/>
                </a:lnTo>
                <a:lnTo>
                  <a:pt x="404053" y="58111"/>
                </a:lnTo>
                <a:lnTo>
                  <a:pt x="330329" y="63409"/>
                </a:lnTo>
                <a:lnTo>
                  <a:pt x="263408" y="68870"/>
                </a:lnTo>
                <a:lnTo>
                  <a:pt x="203515" y="74484"/>
                </a:lnTo>
                <a:lnTo>
                  <a:pt x="150875" y="80243"/>
                </a:lnTo>
                <a:lnTo>
                  <a:pt x="105714" y="86137"/>
                </a:lnTo>
                <a:lnTo>
                  <a:pt x="52491" y="95213"/>
                </a:lnTo>
                <a:lnTo>
                  <a:pt x="9810" y="107704"/>
                </a:lnTo>
                <a:lnTo>
                  <a:pt x="0" y="117326"/>
                </a:lnTo>
                <a:lnTo>
                  <a:pt x="1099" y="120556"/>
                </a:lnTo>
                <a:lnTo>
                  <a:pt x="38734" y="136358"/>
                </a:lnTo>
                <a:lnTo>
                  <a:pt x="86009" y="145523"/>
                </a:lnTo>
                <a:lnTo>
                  <a:pt x="127346" y="151482"/>
                </a:lnTo>
                <a:lnTo>
                  <a:pt x="176274" y="157310"/>
                </a:lnTo>
                <a:lnTo>
                  <a:pt x="263408" y="165786"/>
                </a:lnTo>
                <a:lnTo>
                  <a:pt x="330329" y="171247"/>
                </a:lnTo>
                <a:lnTo>
                  <a:pt x="404053" y="176546"/>
                </a:lnTo>
                <a:lnTo>
                  <a:pt x="484353" y="181673"/>
                </a:lnTo>
                <a:lnTo>
                  <a:pt x="571005" y="186620"/>
                </a:lnTo>
                <a:lnTo>
                  <a:pt x="663781" y="191378"/>
                </a:lnTo>
                <a:lnTo>
                  <a:pt x="762457" y="195938"/>
                </a:lnTo>
                <a:lnTo>
                  <a:pt x="866807" y="200291"/>
                </a:lnTo>
                <a:lnTo>
                  <a:pt x="1033477" y="206412"/>
                </a:lnTo>
                <a:lnTo>
                  <a:pt x="1211643" y="212017"/>
                </a:lnTo>
                <a:lnTo>
                  <a:pt x="1400545" y="217075"/>
                </a:lnTo>
                <a:lnTo>
                  <a:pt x="1599421" y="221558"/>
                </a:lnTo>
                <a:lnTo>
                  <a:pt x="1807509" y="225433"/>
                </a:lnTo>
                <a:lnTo>
                  <a:pt x="2024047" y="228671"/>
                </a:lnTo>
                <a:lnTo>
                  <a:pt x="2248273" y="231243"/>
                </a:lnTo>
                <a:lnTo>
                  <a:pt x="2479427" y="233117"/>
                </a:lnTo>
                <a:lnTo>
                  <a:pt x="2716747" y="234263"/>
                </a:lnTo>
                <a:lnTo>
                  <a:pt x="2959470" y="234652"/>
                </a:lnTo>
                <a:lnTo>
                  <a:pt x="3202193" y="234263"/>
                </a:lnTo>
                <a:lnTo>
                  <a:pt x="3439512" y="233117"/>
                </a:lnTo>
                <a:lnTo>
                  <a:pt x="3670666" y="231243"/>
                </a:lnTo>
                <a:lnTo>
                  <a:pt x="3894892" y="228671"/>
                </a:lnTo>
                <a:lnTo>
                  <a:pt x="4111430" y="225433"/>
                </a:lnTo>
                <a:lnTo>
                  <a:pt x="4319518" y="221558"/>
                </a:lnTo>
                <a:lnTo>
                  <a:pt x="4518394" y="217075"/>
                </a:lnTo>
                <a:lnTo>
                  <a:pt x="4707296" y="212017"/>
                </a:lnTo>
                <a:lnTo>
                  <a:pt x="4885462" y="206412"/>
                </a:lnTo>
                <a:lnTo>
                  <a:pt x="5052132" y="200291"/>
                </a:lnTo>
                <a:lnTo>
                  <a:pt x="5156482" y="195938"/>
                </a:lnTo>
                <a:lnTo>
                  <a:pt x="5255158" y="191378"/>
                </a:lnTo>
                <a:lnTo>
                  <a:pt x="5347935" y="186620"/>
                </a:lnTo>
                <a:lnTo>
                  <a:pt x="5434586" y="181673"/>
                </a:lnTo>
                <a:lnTo>
                  <a:pt x="5514886" y="176546"/>
                </a:lnTo>
                <a:lnTo>
                  <a:pt x="5588610" y="171247"/>
                </a:lnTo>
                <a:lnTo>
                  <a:pt x="5655531" y="165786"/>
                </a:lnTo>
                <a:lnTo>
                  <a:pt x="5715424" y="160171"/>
                </a:lnTo>
                <a:lnTo>
                  <a:pt x="5768064" y="154413"/>
                </a:lnTo>
                <a:lnTo>
                  <a:pt x="5813225" y="148518"/>
                </a:lnTo>
                <a:lnTo>
                  <a:pt x="5866448" y="139442"/>
                </a:lnTo>
                <a:lnTo>
                  <a:pt x="5909129" y="126949"/>
                </a:lnTo>
                <a:lnTo>
                  <a:pt x="5918940" y="117326"/>
                </a:lnTo>
                <a:lnTo>
                  <a:pt x="5917840" y="114096"/>
                </a:lnTo>
                <a:lnTo>
                  <a:pt x="5880205" y="98296"/>
                </a:lnTo>
                <a:lnTo>
                  <a:pt x="5832930" y="89132"/>
                </a:lnTo>
                <a:lnTo>
                  <a:pt x="5791594" y="83174"/>
                </a:lnTo>
                <a:lnTo>
                  <a:pt x="5742665" y="77346"/>
                </a:lnTo>
                <a:lnTo>
                  <a:pt x="5655531" y="68870"/>
                </a:lnTo>
                <a:lnTo>
                  <a:pt x="5588610" y="63409"/>
                </a:lnTo>
                <a:lnTo>
                  <a:pt x="5514886" y="58111"/>
                </a:lnTo>
                <a:lnTo>
                  <a:pt x="5434586" y="52983"/>
                </a:lnTo>
                <a:lnTo>
                  <a:pt x="5347935" y="48036"/>
                </a:lnTo>
                <a:lnTo>
                  <a:pt x="5255158" y="43278"/>
                </a:lnTo>
                <a:lnTo>
                  <a:pt x="5156482" y="38718"/>
                </a:lnTo>
                <a:lnTo>
                  <a:pt x="5052132" y="34365"/>
                </a:lnTo>
                <a:lnTo>
                  <a:pt x="4885462" y="28243"/>
                </a:lnTo>
                <a:lnTo>
                  <a:pt x="4707296" y="22638"/>
                </a:lnTo>
                <a:lnTo>
                  <a:pt x="4518394" y="17579"/>
                </a:lnTo>
                <a:lnTo>
                  <a:pt x="4319518" y="13096"/>
                </a:lnTo>
                <a:lnTo>
                  <a:pt x="4111430" y="9220"/>
                </a:lnTo>
                <a:lnTo>
                  <a:pt x="3894892" y="5981"/>
                </a:lnTo>
                <a:lnTo>
                  <a:pt x="3670666" y="3410"/>
                </a:lnTo>
                <a:lnTo>
                  <a:pt x="3439512" y="1535"/>
                </a:lnTo>
                <a:lnTo>
                  <a:pt x="3202193" y="388"/>
                </a:lnTo>
                <a:lnTo>
                  <a:pt x="2959470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2396533" y="2033425"/>
            <a:ext cx="982980" cy="1698625"/>
            <a:chOff x="12396533" y="2033425"/>
            <a:chExt cx="982980" cy="1698625"/>
          </a:xfrm>
        </p:grpSpPr>
        <p:sp>
          <p:nvSpPr>
            <p:cNvPr id="4" name="object 4" descr=""/>
            <p:cNvSpPr/>
            <p:nvPr/>
          </p:nvSpPr>
          <p:spPr>
            <a:xfrm>
              <a:off x="12396533" y="2033425"/>
              <a:ext cx="982980" cy="1698625"/>
            </a:xfrm>
            <a:custGeom>
              <a:avLst/>
              <a:gdLst/>
              <a:ahLst/>
              <a:cxnLst/>
              <a:rect l="l" t="t" r="r" b="b"/>
              <a:pathLst>
                <a:path w="982980" h="1698625">
                  <a:moveTo>
                    <a:pt x="982703" y="0"/>
                  </a:moveTo>
                  <a:lnTo>
                    <a:pt x="0" y="0"/>
                  </a:lnTo>
                  <a:lnTo>
                    <a:pt x="0" y="1698409"/>
                  </a:lnTo>
                  <a:lnTo>
                    <a:pt x="982703" y="1698409"/>
                  </a:lnTo>
                  <a:lnTo>
                    <a:pt x="982703" y="0"/>
                  </a:lnTo>
                  <a:close/>
                </a:path>
              </a:pathLst>
            </a:custGeom>
            <a:solidFill>
              <a:srgbClr val="1DA2DC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396533" y="2033425"/>
              <a:ext cx="306705" cy="1698625"/>
            </a:xfrm>
            <a:custGeom>
              <a:avLst/>
              <a:gdLst/>
              <a:ahLst/>
              <a:cxnLst/>
              <a:rect l="l" t="t" r="r" b="b"/>
              <a:pathLst>
                <a:path w="306704" h="1698625">
                  <a:moveTo>
                    <a:pt x="306147" y="0"/>
                  </a:moveTo>
                  <a:lnTo>
                    <a:pt x="0" y="0"/>
                  </a:lnTo>
                  <a:lnTo>
                    <a:pt x="0" y="1698409"/>
                  </a:lnTo>
                  <a:lnTo>
                    <a:pt x="306147" y="1698409"/>
                  </a:lnTo>
                  <a:lnTo>
                    <a:pt x="306147" y="0"/>
                  </a:lnTo>
                  <a:close/>
                </a:path>
              </a:pathLst>
            </a:custGeom>
            <a:solidFill>
              <a:srgbClr val="73C5E9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459576" y="2114251"/>
              <a:ext cx="856615" cy="765810"/>
            </a:xfrm>
            <a:custGeom>
              <a:avLst/>
              <a:gdLst/>
              <a:ahLst/>
              <a:cxnLst/>
              <a:rect l="l" t="t" r="r" b="b"/>
              <a:pathLst>
                <a:path w="856615" h="765810">
                  <a:moveTo>
                    <a:pt x="45262" y="614400"/>
                  </a:moveTo>
                  <a:lnTo>
                    <a:pt x="0" y="614400"/>
                  </a:lnTo>
                  <a:lnTo>
                    <a:pt x="0" y="663067"/>
                  </a:lnTo>
                  <a:lnTo>
                    <a:pt x="45262" y="663067"/>
                  </a:lnTo>
                  <a:lnTo>
                    <a:pt x="45262" y="614400"/>
                  </a:lnTo>
                  <a:close/>
                </a:path>
                <a:path w="856615" h="765810">
                  <a:moveTo>
                    <a:pt x="45262" y="512000"/>
                  </a:moveTo>
                  <a:lnTo>
                    <a:pt x="0" y="512000"/>
                  </a:lnTo>
                  <a:lnTo>
                    <a:pt x="0" y="560654"/>
                  </a:lnTo>
                  <a:lnTo>
                    <a:pt x="45262" y="560654"/>
                  </a:lnTo>
                  <a:lnTo>
                    <a:pt x="45262" y="512000"/>
                  </a:lnTo>
                  <a:close/>
                </a:path>
                <a:path w="856615" h="765810">
                  <a:moveTo>
                    <a:pt x="45262" y="409600"/>
                  </a:moveTo>
                  <a:lnTo>
                    <a:pt x="0" y="409600"/>
                  </a:lnTo>
                  <a:lnTo>
                    <a:pt x="0" y="458266"/>
                  </a:lnTo>
                  <a:lnTo>
                    <a:pt x="45262" y="458266"/>
                  </a:lnTo>
                  <a:lnTo>
                    <a:pt x="45262" y="409600"/>
                  </a:lnTo>
                  <a:close/>
                </a:path>
                <a:path w="856615" h="765810">
                  <a:moveTo>
                    <a:pt x="45262" y="307200"/>
                  </a:moveTo>
                  <a:lnTo>
                    <a:pt x="0" y="307200"/>
                  </a:lnTo>
                  <a:lnTo>
                    <a:pt x="0" y="355854"/>
                  </a:lnTo>
                  <a:lnTo>
                    <a:pt x="45262" y="355854"/>
                  </a:lnTo>
                  <a:lnTo>
                    <a:pt x="45262" y="307200"/>
                  </a:lnTo>
                  <a:close/>
                </a:path>
                <a:path w="856615" h="765810">
                  <a:moveTo>
                    <a:pt x="45262" y="204800"/>
                  </a:moveTo>
                  <a:lnTo>
                    <a:pt x="0" y="204800"/>
                  </a:lnTo>
                  <a:lnTo>
                    <a:pt x="0" y="253453"/>
                  </a:lnTo>
                  <a:lnTo>
                    <a:pt x="45262" y="253453"/>
                  </a:lnTo>
                  <a:lnTo>
                    <a:pt x="45262" y="204800"/>
                  </a:lnTo>
                  <a:close/>
                </a:path>
                <a:path w="856615" h="765810">
                  <a:moveTo>
                    <a:pt x="45262" y="102400"/>
                  </a:moveTo>
                  <a:lnTo>
                    <a:pt x="0" y="102400"/>
                  </a:lnTo>
                  <a:lnTo>
                    <a:pt x="0" y="151053"/>
                  </a:lnTo>
                  <a:lnTo>
                    <a:pt x="45262" y="151053"/>
                  </a:lnTo>
                  <a:lnTo>
                    <a:pt x="45262" y="102400"/>
                  </a:lnTo>
                  <a:close/>
                </a:path>
                <a:path w="856615" h="765810">
                  <a:moveTo>
                    <a:pt x="45262" y="0"/>
                  </a:moveTo>
                  <a:lnTo>
                    <a:pt x="0" y="0"/>
                  </a:lnTo>
                  <a:lnTo>
                    <a:pt x="0" y="48653"/>
                  </a:lnTo>
                  <a:lnTo>
                    <a:pt x="45262" y="48653"/>
                  </a:lnTo>
                  <a:lnTo>
                    <a:pt x="45262" y="0"/>
                  </a:lnTo>
                  <a:close/>
                </a:path>
                <a:path w="856615" h="765810">
                  <a:moveTo>
                    <a:pt x="127774" y="614400"/>
                  </a:moveTo>
                  <a:lnTo>
                    <a:pt x="82511" y="614400"/>
                  </a:lnTo>
                  <a:lnTo>
                    <a:pt x="82511" y="663067"/>
                  </a:lnTo>
                  <a:lnTo>
                    <a:pt x="127774" y="663067"/>
                  </a:lnTo>
                  <a:lnTo>
                    <a:pt x="127774" y="614400"/>
                  </a:lnTo>
                  <a:close/>
                </a:path>
                <a:path w="856615" h="765810">
                  <a:moveTo>
                    <a:pt x="127774" y="512000"/>
                  </a:moveTo>
                  <a:lnTo>
                    <a:pt x="82511" y="512000"/>
                  </a:lnTo>
                  <a:lnTo>
                    <a:pt x="82511" y="560654"/>
                  </a:lnTo>
                  <a:lnTo>
                    <a:pt x="127774" y="560654"/>
                  </a:lnTo>
                  <a:lnTo>
                    <a:pt x="127774" y="512000"/>
                  </a:lnTo>
                  <a:close/>
                </a:path>
                <a:path w="856615" h="765810">
                  <a:moveTo>
                    <a:pt x="127774" y="409600"/>
                  </a:moveTo>
                  <a:lnTo>
                    <a:pt x="82511" y="409600"/>
                  </a:lnTo>
                  <a:lnTo>
                    <a:pt x="82511" y="458266"/>
                  </a:lnTo>
                  <a:lnTo>
                    <a:pt x="127774" y="458266"/>
                  </a:lnTo>
                  <a:lnTo>
                    <a:pt x="127774" y="409600"/>
                  </a:lnTo>
                  <a:close/>
                </a:path>
                <a:path w="856615" h="765810">
                  <a:moveTo>
                    <a:pt x="127774" y="307200"/>
                  </a:moveTo>
                  <a:lnTo>
                    <a:pt x="82511" y="307200"/>
                  </a:lnTo>
                  <a:lnTo>
                    <a:pt x="82511" y="355854"/>
                  </a:lnTo>
                  <a:lnTo>
                    <a:pt x="127774" y="355854"/>
                  </a:lnTo>
                  <a:lnTo>
                    <a:pt x="127774" y="307200"/>
                  </a:lnTo>
                  <a:close/>
                </a:path>
                <a:path w="856615" h="765810">
                  <a:moveTo>
                    <a:pt x="127774" y="204800"/>
                  </a:moveTo>
                  <a:lnTo>
                    <a:pt x="82511" y="204800"/>
                  </a:lnTo>
                  <a:lnTo>
                    <a:pt x="82511" y="253453"/>
                  </a:lnTo>
                  <a:lnTo>
                    <a:pt x="127774" y="253453"/>
                  </a:lnTo>
                  <a:lnTo>
                    <a:pt x="127774" y="204800"/>
                  </a:lnTo>
                  <a:close/>
                </a:path>
                <a:path w="856615" h="765810">
                  <a:moveTo>
                    <a:pt x="127774" y="102400"/>
                  </a:moveTo>
                  <a:lnTo>
                    <a:pt x="82511" y="102400"/>
                  </a:lnTo>
                  <a:lnTo>
                    <a:pt x="82511" y="151053"/>
                  </a:lnTo>
                  <a:lnTo>
                    <a:pt x="127774" y="151053"/>
                  </a:lnTo>
                  <a:lnTo>
                    <a:pt x="127774" y="102400"/>
                  </a:lnTo>
                  <a:close/>
                </a:path>
                <a:path w="856615" h="765810">
                  <a:moveTo>
                    <a:pt x="127774" y="0"/>
                  </a:moveTo>
                  <a:lnTo>
                    <a:pt x="82511" y="0"/>
                  </a:lnTo>
                  <a:lnTo>
                    <a:pt x="82511" y="48653"/>
                  </a:lnTo>
                  <a:lnTo>
                    <a:pt x="127774" y="48653"/>
                  </a:lnTo>
                  <a:lnTo>
                    <a:pt x="127774" y="0"/>
                  </a:lnTo>
                  <a:close/>
                </a:path>
                <a:path w="856615" h="765810">
                  <a:moveTo>
                    <a:pt x="210286" y="614400"/>
                  </a:moveTo>
                  <a:lnTo>
                    <a:pt x="165023" y="614400"/>
                  </a:lnTo>
                  <a:lnTo>
                    <a:pt x="165023" y="663067"/>
                  </a:lnTo>
                  <a:lnTo>
                    <a:pt x="210286" y="663067"/>
                  </a:lnTo>
                  <a:lnTo>
                    <a:pt x="210286" y="614400"/>
                  </a:lnTo>
                  <a:close/>
                </a:path>
                <a:path w="856615" h="765810">
                  <a:moveTo>
                    <a:pt x="210286" y="512000"/>
                  </a:moveTo>
                  <a:lnTo>
                    <a:pt x="165023" y="512000"/>
                  </a:lnTo>
                  <a:lnTo>
                    <a:pt x="165023" y="560654"/>
                  </a:lnTo>
                  <a:lnTo>
                    <a:pt x="210286" y="560654"/>
                  </a:lnTo>
                  <a:lnTo>
                    <a:pt x="210286" y="512000"/>
                  </a:lnTo>
                  <a:close/>
                </a:path>
                <a:path w="856615" h="765810">
                  <a:moveTo>
                    <a:pt x="210286" y="409600"/>
                  </a:moveTo>
                  <a:lnTo>
                    <a:pt x="165023" y="409600"/>
                  </a:lnTo>
                  <a:lnTo>
                    <a:pt x="165023" y="458266"/>
                  </a:lnTo>
                  <a:lnTo>
                    <a:pt x="210286" y="458266"/>
                  </a:lnTo>
                  <a:lnTo>
                    <a:pt x="210286" y="409600"/>
                  </a:lnTo>
                  <a:close/>
                </a:path>
                <a:path w="856615" h="765810">
                  <a:moveTo>
                    <a:pt x="210286" y="307200"/>
                  </a:moveTo>
                  <a:lnTo>
                    <a:pt x="165023" y="307200"/>
                  </a:lnTo>
                  <a:lnTo>
                    <a:pt x="165023" y="355854"/>
                  </a:lnTo>
                  <a:lnTo>
                    <a:pt x="210286" y="355854"/>
                  </a:lnTo>
                  <a:lnTo>
                    <a:pt x="210286" y="307200"/>
                  </a:lnTo>
                  <a:close/>
                </a:path>
                <a:path w="856615" h="765810">
                  <a:moveTo>
                    <a:pt x="210286" y="204800"/>
                  </a:moveTo>
                  <a:lnTo>
                    <a:pt x="165023" y="204800"/>
                  </a:lnTo>
                  <a:lnTo>
                    <a:pt x="165023" y="253453"/>
                  </a:lnTo>
                  <a:lnTo>
                    <a:pt x="210286" y="253453"/>
                  </a:lnTo>
                  <a:lnTo>
                    <a:pt x="210286" y="204800"/>
                  </a:lnTo>
                  <a:close/>
                </a:path>
                <a:path w="856615" h="765810">
                  <a:moveTo>
                    <a:pt x="210286" y="102400"/>
                  </a:moveTo>
                  <a:lnTo>
                    <a:pt x="165023" y="102400"/>
                  </a:lnTo>
                  <a:lnTo>
                    <a:pt x="165023" y="151053"/>
                  </a:lnTo>
                  <a:lnTo>
                    <a:pt x="210286" y="151053"/>
                  </a:lnTo>
                  <a:lnTo>
                    <a:pt x="210286" y="102400"/>
                  </a:lnTo>
                  <a:close/>
                </a:path>
                <a:path w="856615" h="765810">
                  <a:moveTo>
                    <a:pt x="210286" y="0"/>
                  </a:moveTo>
                  <a:lnTo>
                    <a:pt x="165023" y="0"/>
                  </a:lnTo>
                  <a:lnTo>
                    <a:pt x="165023" y="48653"/>
                  </a:lnTo>
                  <a:lnTo>
                    <a:pt x="210286" y="48653"/>
                  </a:lnTo>
                  <a:lnTo>
                    <a:pt x="210286" y="0"/>
                  </a:lnTo>
                  <a:close/>
                </a:path>
                <a:path w="856615" h="765810">
                  <a:moveTo>
                    <a:pt x="361543" y="614400"/>
                  </a:moveTo>
                  <a:lnTo>
                    <a:pt x="316280" y="614400"/>
                  </a:lnTo>
                  <a:lnTo>
                    <a:pt x="316280" y="663067"/>
                  </a:lnTo>
                  <a:lnTo>
                    <a:pt x="361543" y="663067"/>
                  </a:lnTo>
                  <a:lnTo>
                    <a:pt x="361543" y="614400"/>
                  </a:lnTo>
                  <a:close/>
                </a:path>
                <a:path w="856615" h="765810">
                  <a:moveTo>
                    <a:pt x="361543" y="512000"/>
                  </a:moveTo>
                  <a:lnTo>
                    <a:pt x="316280" y="512000"/>
                  </a:lnTo>
                  <a:lnTo>
                    <a:pt x="316280" y="560654"/>
                  </a:lnTo>
                  <a:lnTo>
                    <a:pt x="361543" y="560654"/>
                  </a:lnTo>
                  <a:lnTo>
                    <a:pt x="361543" y="512000"/>
                  </a:lnTo>
                  <a:close/>
                </a:path>
                <a:path w="856615" h="765810">
                  <a:moveTo>
                    <a:pt x="361543" y="409600"/>
                  </a:moveTo>
                  <a:lnTo>
                    <a:pt x="316280" y="409600"/>
                  </a:lnTo>
                  <a:lnTo>
                    <a:pt x="316280" y="458266"/>
                  </a:lnTo>
                  <a:lnTo>
                    <a:pt x="361543" y="458266"/>
                  </a:lnTo>
                  <a:lnTo>
                    <a:pt x="361543" y="409600"/>
                  </a:lnTo>
                  <a:close/>
                </a:path>
                <a:path w="856615" h="765810">
                  <a:moveTo>
                    <a:pt x="361543" y="307200"/>
                  </a:moveTo>
                  <a:lnTo>
                    <a:pt x="316280" y="307200"/>
                  </a:lnTo>
                  <a:lnTo>
                    <a:pt x="316280" y="355854"/>
                  </a:lnTo>
                  <a:lnTo>
                    <a:pt x="361543" y="355854"/>
                  </a:lnTo>
                  <a:lnTo>
                    <a:pt x="361543" y="307200"/>
                  </a:lnTo>
                  <a:close/>
                </a:path>
                <a:path w="856615" h="765810">
                  <a:moveTo>
                    <a:pt x="361543" y="204800"/>
                  </a:moveTo>
                  <a:lnTo>
                    <a:pt x="316280" y="204800"/>
                  </a:lnTo>
                  <a:lnTo>
                    <a:pt x="316280" y="253453"/>
                  </a:lnTo>
                  <a:lnTo>
                    <a:pt x="361543" y="253453"/>
                  </a:lnTo>
                  <a:lnTo>
                    <a:pt x="361543" y="204800"/>
                  </a:lnTo>
                  <a:close/>
                </a:path>
                <a:path w="856615" h="765810">
                  <a:moveTo>
                    <a:pt x="361543" y="102400"/>
                  </a:moveTo>
                  <a:lnTo>
                    <a:pt x="316280" y="102400"/>
                  </a:lnTo>
                  <a:lnTo>
                    <a:pt x="316280" y="151053"/>
                  </a:lnTo>
                  <a:lnTo>
                    <a:pt x="361543" y="151053"/>
                  </a:lnTo>
                  <a:lnTo>
                    <a:pt x="361543" y="102400"/>
                  </a:lnTo>
                  <a:close/>
                </a:path>
                <a:path w="856615" h="765810">
                  <a:moveTo>
                    <a:pt x="361543" y="0"/>
                  </a:moveTo>
                  <a:lnTo>
                    <a:pt x="316280" y="0"/>
                  </a:lnTo>
                  <a:lnTo>
                    <a:pt x="316280" y="48653"/>
                  </a:lnTo>
                  <a:lnTo>
                    <a:pt x="361543" y="48653"/>
                  </a:lnTo>
                  <a:lnTo>
                    <a:pt x="361543" y="0"/>
                  </a:lnTo>
                  <a:close/>
                </a:path>
                <a:path w="856615" h="765810">
                  <a:moveTo>
                    <a:pt x="444055" y="614400"/>
                  </a:moveTo>
                  <a:lnTo>
                    <a:pt x="398792" y="614400"/>
                  </a:lnTo>
                  <a:lnTo>
                    <a:pt x="398792" y="663067"/>
                  </a:lnTo>
                  <a:lnTo>
                    <a:pt x="444055" y="663067"/>
                  </a:lnTo>
                  <a:lnTo>
                    <a:pt x="444055" y="614400"/>
                  </a:lnTo>
                  <a:close/>
                </a:path>
                <a:path w="856615" h="765810">
                  <a:moveTo>
                    <a:pt x="444055" y="512000"/>
                  </a:moveTo>
                  <a:lnTo>
                    <a:pt x="398792" y="512000"/>
                  </a:lnTo>
                  <a:lnTo>
                    <a:pt x="398792" y="560654"/>
                  </a:lnTo>
                  <a:lnTo>
                    <a:pt x="444055" y="560654"/>
                  </a:lnTo>
                  <a:lnTo>
                    <a:pt x="444055" y="512000"/>
                  </a:lnTo>
                  <a:close/>
                </a:path>
                <a:path w="856615" h="765810">
                  <a:moveTo>
                    <a:pt x="444055" y="409600"/>
                  </a:moveTo>
                  <a:lnTo>
                    <a:pt x="398792" y="409600"/>
                  </a:lnTo>
                  <a:lnTo>
                    <a:pt x="398792" y="458266"/>
                  </a:lnTo>
                  <a:lnTo>
                    <a:pt x="444055" y="458266"/>
                  </a:lnTo>
                  <a:lnTo>
                    <a:pt x="444055" y="409600"/>
                  </a:lnTo>
                  <a:close/>
                </a:path>
                <a:path w="856615" h="765810">
                  <a:moveTo>
                    <a:pt x="444055" y="307200"/>
                  </a:moveTo>
                  <a:lnTo>
                    <a:pt x="398792" y="307200"/>
                  </a:lnTo>
                  <a:lnTo>
                    <a:pt x="398792" y="355854"/>
                  </a:lnTo>
                  <a:lnTo>
                    <a:pt x="444055" y="355854"/>
                  </a:lnTo>
                  <a:lnTo>
                    <a:pt x="444055" y="307200"/>
                  </a:lnTo>
                  <a:close/>
                </a:path>
                <a:path w="856615" h="765810">
                  <a:moveTo>
                    <a:pt x="444055" y="204800"/>
                  </a:moveTo>
                  <a:lnTo>
                    <a:pt x="398792" y="204800"/>
                  </a:lnTo>
                  <a:lnTo>
                    <a:pt x="398792" y="253453"/>
                  </a:lnTo>
                  <a:lnTo>
                    <a:pt x="444055" y="253453"/>
                  </a:lnTo>
                  <a:lnTo>
                    <a:pt x="444055" y="204800"/>
                  </a:lnTo>
                  <a:close/>
                </a:path>
                <a:path w="856615" h="765810">
                  <a:moveTo>
                    <a:pt x="444055" y="102400"/>
                  </a:moveTo>
                  <a:lnTo>
                    <a:pt x="398792" y="102400"/>
                  </a:lnTo>
                  <a:lnTo>
                    <a:pt x="398792" y="151053"/>
                  </a:lnTo>
                  <a:lnTo>
                    <a:pt x="444055" y="151053"/>
                  </a:lnTo>
                  <a:lnTo>
                    <a:pt x="444055" y="102400"/>
                  </a:lnTo>
                  <a:close/>
                </a:path>
                <a:path w="856615" h="765810">
                  <a:moveTo>
                    <a:pt x="444055" y="0"/>
                  </a:moveTo>
                  <a:lnTo>
                    <a:pt x="398792" y="0"/>
                  </a:lnTo>
                  <a:lnTo>
                    <a:pt x="398792" y="48653"/>
                  </a:lnTo>
                  <a:lnTo>
                    <a:pt x="444055" y="48653"/>
                  </a:lnTo>
                  <a:lnTo>
                    <a:pt x="444055" y="0"/>
                  </a:lnTo>
                  <a:close/>
                </a:path>
                <a:path w="856615" h="765810">
                  <a:moveTo>
                    <a:pt x="526567" y="614400"/>
                  </a:moveTo>
                  <a:lnTo>
                    <a:pt x="481304" y="614400"/>
                  </a:lnTo>
                  <a:lnTo>
                    <a:pt x="481304" y="663067"/>
                  </a:lnTo>
                  <a:lnTo>
                    <a:pt x="526567" y="663067"/>
                  </a:lnTo>
                  <a:lnTo>
                    <a:pt x="526567" y="614400"/>
                  </a:lnTo>
                  <a:close/>
                </a:path>
                <a:path w="856615" h="765810">
                  <a:moveTo>
                    <a:pt x="526567" y="512000"/>
                  </a:moveTo>
                  <a:lnTo>
                    <a:pt x="481304" y="512000"/>
                  </a:lnTo>
                  <a:lnTo>
                    <a:pt x="481304" y="560654"/>
                  </a:lnTo>
                  <a:lnTo>
                    <a:pt x="526567" y="560654"/>
                  </a:lnTo>
                  <a:lnTo>
                    <a:pt x="526567" y="512000"/>
                  </a:lnTo>
                  <a:close/>
                </a:path>
                <a:path w="856615" h="765810">
                  <a:moveTo>
                    <a:pt x="526567" y="409600"/>
                  </a:moveTo>
                  <a:lnTo>
                    <a:pt x="481304" y="409600"/>
                  </a:lnTo>
                  <a:lnTo>
                    <a:pt x="481304" y="458266"/>
                  </a:lnTo>
                  <a:lnTo>
                    <a:pt x="526567" y="458266"/>
                  </a:lnTo>
                  <a:lnTo>
                    <a:pt x="526567" y="409600"/>
                  </a:lnTo>
                  <a:close/>
                </a:path>
                <a:path w="856615" h="765810">
                  <a:moveTo>
                    <a:pt x="526567" y="307200"/>
                  </a:moveTo>
                  <a:lnTo>
                    <a:pt x="481304" y="307200"/>
                  </a:lnTo>
                  <a:lnTo>
                    <a:pt x="481304" y="355854"/>
                  </a:lnTo>
                  <a:lnTo>
                    <a:pt x="526567" y="355854"/>
                  </a:lnTo>
                  <a:lnTo>
                    <a:pt x="526567" y="307200"/>
                  </a:lnTo>
                  <a:close/>
                </a:path>
                <a:path w="856615" h="765810">
                  <a:moveTo>
                    <a:pt x="526567" y="204800"/>
                  </a:moveTo>
                  <a:lnTo>
                    <a:pt x="481304" y="204800"/>
                  </a:lnTo>
                  <a:lnTo>
                    <a:pt x="481304" y="253453"/>
                  </a:lnTo>
                  <a:lnTo>
                    <a:pt x="526567" y="253453"/>
                  </a:lnTo>
                  <a:lnTo>
                    <a:pt x="526567" y="204800"/>
                  </a:lnTo>
                  <a:close/>
                </a:path>
                <a:path w="856615" h="765810">
                  <a:moveTo>
                    <a:pt x="526567" y="102400"/>
                  </a:moveTo>
                  <a:lnTo>
                    <a:pt x="481304" y="102400"/>
                  </a:lnTo>
                  <a:lnTo>
                    <a:pt x="481304" y="151053"/>
                  </a:lnTo>
                  <a:lnTo>
                    <a:pt x="526567" y="151053"/>
                  </a:lnTo>
                  <a:lnTo>
                    <a:pt x="526567" y="102400"/>
                  </a:lnTo>
                  <a:close/>
                </a:path>
                <a:path w="856615" h="765810">
                  <a:moveTo>
                    <a:pt x="526567" y="0"/>
                  </a:moveTo>
                  <a:lnTo>
                    <a:pt x="481304" y="0"/>
                  </a:lnTo>
                  <a:lnTo>
                    <a:pt x="481304" y="48653"/>
                  </a:lnTo>
                  <a:lnTo>
                    <a:pt x="526567" y="48653"/>
                  </a:lnTo>
                  <a:lnTo>
                    <a:pt x="526567" y="0"/>
                  </a:lnTo>
                  <a:close/>
                </a:path>
                <a:path w="856615" h="765810">
                  <a:moveTo>
                    <a:pt x="609079" y="614400"/>
                  </a:moveTo>
                  <a:lnTo>
                    <a:pt x="563816" y="614400"/>
                  </a:lnTo>
                  <a:lnTo>
                    <a:pt x="563816" y="663067"/>
                  </a:lnTo>
                  <a:lnTo>
                    <a:pt x="609079" y="663067"/>
                  </a:lnTo>
                  <a:lnTo>
                    <a:pt x="609079" y="614400"/>
                  </a:lnTo>
                  <a:close/>
                </a:path>
                <a:path w="856615" h="765810">
                  <a:moveTo>
                    <a:pt x="609079" y="512000"/>
                  </a:moveTo>
                  <a:lnTo>
                    <a:pt x="563816" y="512000"/>
                  </a:lnTo>
                  <a:lnTo>
                    <a:pt x="563816" y="560654"/>
                  </a:lnTo>
                  <a:lnTo>
                    <a:pt x="609079" y="560654"/>
                  </a:lnTo>
                  <a:lnTo>
                    <a:pt x="609079" y="512000"/>
                  </a:lnTo>
                  <a:close/>
                </a:path>
                <a:path w="856615" h="765810">
                  <a:moveTo>
                    <a:pt x="609079" y="409600"/>
                  </a:moveTo>
                  <a:lnTo>
                    <a:pt x="563816" y="409600"/>
                  </a:lnTo>
                  <a:lnTo>
                    <a:pt x="563816" y="458266"/>
                  </a:lnTo>
                  <a:lnTo>
                    <a:pt x="609079" y="458266"/>
                  </a:lnTo>
                  <a:lnTo>
                    <a:pt x="609079" y="409600"/>
                  </a:lnTo>
                  <a:close/>
                </a:path>
                <a:path w="856615" h="765810">
                  <a:moveTo>
                    <a:pt x="609079" y="307200"/>
                  </a:moveTo>
                  <a:lnTo>
                    <a:pt x="563816" y="307200"/>
                  </a:lnTo>
                  <a:lnTo>
                    <a:pt x="563816" y="355854"/>
                  </a:lnTo>
                  <a:lnTo>
                    <a:pt x="609079" y="355854"/>
                  </a:lnTo>
                  <a:lnTo>
                    <a:pt x="609079" y="307200"/>
                  </a:lnTo>
                  <a:close/>
                </a:path>
                <a:path w="856615" h="765810">
                  <a:moveTo>
                    <a:pt x="609079" y="204800"/>
                  </a:moveTo>
                  <a:lnTo>
                    <a:pt x="563816" y="204800"/>
                  </a:lnTo>
                  <a:lnTo>
                    <a:pt x="563816" y="253453"/>
                  </a:lnTo>
                  <a:lnTo>
                    <a:pt x="609079" y="253453"/>
                  </a:lnTo>
                  <a:lnTo>
                    <a:pt x="609079" y="204800"/>
                  </a:lnTo>
                  <a:close/>
                </a:path>
                <a:path w="856615" h="765810">
                  <a:moveTo>
                    <a:pt x="609079" y="102400"/>
                  </a:moveTo>
                  <a:lnTo>
                    <a:pt x="563816" y="102400"/>
                  </a:lnTo>
                  <a:lnTo>
                    <a:pt x="563816" y="151053"/>
                  </a:lnTo>
                  <a:lnTo>
                    <a:pt x="609079" y="151053"/>
                  </a:lnTo>
                  <a:lnTo>
                    <a:pt x="609079" y="102400"/>
                  </a:lnTo>
                  <a:close/>
                </a:path>
                <a:path w="856615" h="765810">
                  <a:moveTo>
                    <a:pt x="609079" y="0"/>
                  </a:moveTo>
                  <a:lnTo>
                    <a:pt x="563816" y="0"/>
                  </a:lnTo>
                  <a:lnTo>
                    <a:pt x="563816" y="48653"/>
                  </a:lnTo>
                  <a:lnTo>
                    <a:pt x="609079" y="48653"/>
                  </a:lnTo>
                  <a:lnTo>
                    <a:pt x="609079" y="0"/>
                  </a:lnTo>
                  <a:close/>
                </a:path>
                <a:path w="856615" h="765810">
                  <a:moveTo>
                    <a:pt x="691591" y="614400"/>
                  </a:moveTo>
                  <a:lnTo>
                    <a:pt x="646328" y="614400"/>
                  </a:lnTo>
                  <a:lnTo>
                    <a:pt x="646328" y="663067"/>
                  </a:lnTo>
                  <a:lnTo>
                    <a:pt x="691591" y="663067"/>
                  </a:lnTo>
                  <a:lnTo>
                    <a:pt x="691591" y="614400"/>
                  </a:lnTo>
                  <a:close/>
                </a:path>
                <a:path w="856615" h="765810">
                  <a:moveTo>
                    <a:pt x="691591" y="512000"/>
                  </a:moveTo>
                  <a:lnTo>
                    <a:pt x="646328" y="512000"/>
                  </a:lnTo>
                  <a:lnTo>
                    <a:pt x="646328" y="560654"/>
                  </a:lnTo>
                  <a:lnTo>
                    <a:pt x="691591" y="560654"/>
                  </a:lnTo>
                  <a:lnTo>
                    <a:pt x="691591" y="512000"/>
                  </a:lnTo>
                  <a:close/>
                </a:path>
                <a:path w="856615" h="765810">
                  <a:moveTo>
                    <a:pt x="691591" y="409600"/>
                  </a:moveTo>
                  <a:lnTo>
                    <a:pt x="646328" y="409600"/>
                  </a:lnTo>
                  <a:lnTo>
                    <a:pt x="646328" y="458266"/>
                  </a:lnTo>
                  <a:lnTo>
                    <a:pt x="691591" y="458266"/>
                  </a:lnTo>
                  <a:lnTo>
                    <a:pt x="691591" y="409600"/>
                  </a:lnTo>
                  <a:close/>
                </a:path>
                <a:path w="856615" h="765810">
                  <a:moveTo>
                    <a:pt x="691591" y="307200"/>
                  </a:moveTo>
                  <a:lnTo>
                    <a:pt x="646328" y="307200"/>
                  </a:lnTo>
                  <a:lnTo>
                    <a:pt x="646328" y="355854"/>
                  </a:lnTo>
                  <a:lnTo>
                    <a:pt x="691591" y="355854"/>
                  </a:lnTo>
                  <a:lnTo>
                    <a:pt x="691591" y="307200"/>
                  </a:lnTo>
                  <a:close/>
                </a:path>
                <a:path w="856615" h="765810">
                  <a:moveTo>
                    <a:pt x="691591" y="204800"/>
                  </a:moveTo>
                  <a:lnTo>
                    <a:pt x="646328" y="204800"/>
                  </a:lnTo>
                  <a:lnTo>
                    <a:pt x="646328" y="253453"/>
                  </a:lnTo>
                  <a:lnTo>
                    <a:pt x="691591" y="253453"/>
                  </a:lnTo>
                  <a:lnTo>
                    <a:pt x="691591" y="204800"/>
                  </a:lnTo>
                  <a:close/>
                </a:path>
                <a:path w="856615" h="765810">
                  <a:moveTo>
                    <a:pt x="691591" y="102400"/>
                  </a:moveTo>
                  <a:lnTo>
                    <a:pt x="646328" y="102400"/>
                  </a:lnTo>
                  <a:lnTo>
                    <a:pt x="646328" y="151053"/>
                  </a:lnTo>
                  <a:lnTo>
                    <a:pt x="691591" y="151053"/>
                  </a:lnTo>
                  <a:lnTo>
                    <a:pt x="691591" y="102400"/>
                  </a:lnTo>
                  <a:close/>
                </a:path>
                <a:path w="856615" h="765810">
                  <a:moveTo>
                    <a:pt x="691591" y="0"/>
                  </a:moveTo>
                  <a:lnTo>
                    <a:pt x="646328" y="0"/>
                  </a:lnTo>
                  <a:lnTo>
                    <a:pt x="646328" y="48653"/>
                  </a:lnTo>
                  <a:lnTo>
                    <a:pt x="691591" y="48653"/>
                  </a:lnTo>
                  <a:lnTo>
                    <a:pt x="691591" y="0"/>
                  </a:lnTo>
                  <a:close/>
                </a:path>
                <a:path w="856615" h="765810">
                  <a:moveTo>
                    <a:pt x="774090" y="614400"/>
                  </a:moveTo>
                  <a:lnTo>
                    <a:pt x="728827" y="614400"/>
                  </a:lnTo>
                  <a:lnTo>
                    <a:pt x="728827" y="663067"/>
                  </a:lnTo>
                  <a:lnTo>
                    <a:pt x="774090" y="663067"/>
                  </a:lnTo>
                  <a:lnTo>
                    <a:pt x="774090" y="614400"/>
                  </a:lnTo>
                  <a:close/>
                </a:path>
                <a:path w="856615" h="765810">
                  <a:moveTo>
                    <a:pt x="774090" y="512000"/>
                  </a:moveTo>
                  <a:lnTo>
                    <a:pt x="728827" y="512000"/>
                  </a:lnTo>
                  <a:lnTo>
                    <a:pt x="728827" y="560654"/>
                  </a:lnTo>
                  <a:lnTo>
                    <a:pt x="774090" y="560654"/>
                  </a:lnTo>
                  <a:lnTo>
                    <a:pt x="774090" y="512000"/>
                  </a:lnTo>
                  <a:close/>
                </a:path>
                <a:path w="856615" h="765810">
                  <a:moveTo>
                    <a:pt x="774090" y="409600"/>
                  </a:moveTo>
                  <a:lnTo>
                    <a:pt x="728827" y="409600"/>
                  </a:lnTo>
                  <a:lnTo>
                    <a:pt x="728827" y="458266"/>
                  </a:lnTo>
                  <a:lnTo>
                    <a:pt x="774090" y="458266"/>
                  </a:lnTo>
                  <a:lnTo>
                    <a:pt x="774090" y="409600"/>
                  </a:lnTo>
                  <a:close/>
                </a:path>
                <a:path w="856615" h="765810">
                  <a:moveTo>
                    <a:pt x="774090" y="307200"/>
                  </a:moveTo>
                  <a:lnTo>
                    <a:pt x="728827" y="307200"/>
                  </a:lnTo>
                  <a:lnTo>
                    <a:pt x="728827" y="355854"/>
                  </a:lnTo>
                  <a:lnTo>
                    <a:pt x="774090" y="355854"/>
                  </a:lnTo>
                  <a:lnTo>
                    <a:pt x="774090" y="307200"/>
                  </a:lnTo>
                  <a:close/>
                </a:path>
                <a:path w="856615" h="765810">
                  <a:moveTo>
                    <a:pt x="774090" y="204800"/>
                  </a:moveTo>
                  <a:lnTo>
                    <a:pt x="728827" y="204800"/>
                  </a:lnTo>
                  <a:lnTo>
                    <a:pt x="728827" y="253453"/>
                  </a:lnTo>
                  <a:lnTo>
                    <a:pt x="774090" y="253453"/>
                  </a:lnTo>
                  <a:lnTo>
                    <a:pt x="774090" y="204800"/>
                  </a:lnTo>
                  <a:close/>
                </a:path>
                <a:path w="856615" h="765810">
                  <a:moveTo>
                    <a:pt x="774090" y="102400"/>
                  </a:moveTo>
                  <a:lnTo>
                    <a:pt x="728827" y="102400"/>
                  </a:lnTo>
                  <a:lnTo>
                    <a:pt x="728827" y="151053"/>
                  </a:lnTo>
                  <a:lnTo>
                    <a:pt x="774090" y="151053"/>
                  </a:lnTo>
                  <a:lnTo>
                    <a:pt x="774090" y="102400"/>
                  </a:lnTo>
                  <a:close/>
                </a:path>
                <a:path w="856615" h="765810">
                  <a:moveTo>
                    <a:pt x="774090" y="0"/>
                  </a:moveTo>
                  <a:lnTo>
                    <a:pt x="728827" y="0"/>
                  </a:lnTo>
                  <a:lnTo>
                    <a:pt x="728827" y="48653"/>
                  </a:lnTo>
                  <a:lnTo>
                    <a:pt x="774090" y="48653"/>
                  </a:lnTo>
                  <a:lnTo>
                    <a:pt x="774090" y="0"/>
                  </a:lnTo>
                  <a:close/>
                </a:path>
                <a:path w="856615" h="765810">
                  <a:moveTo>
                    <a:pt x="856602" y="716813"/>
                  </a:moveTo>
                  <a:lnTo>
                    <a:pt x="811326" y="716813"/>
                  </a:lnTo>
                  <a:lnTo>
                    <a:pt x="811326" y="765467"/>
                  </a:lnTo>
                  <a:lnTo>
                    <a:pt x="856602" y="765467"/>
                  </a:lnTo>
                  <a:lnTo>
                    <a:pt x="856602" y="716813"/>
                  </a:lnTo>
                  <a:close/>
                </a:path>
                <a:path w="856615" h="765810">
                  <a:moveTo>
                    <a:pt x="856602" y="614400"/>
                  </a:moveTo>
                  <a:lnTo>
                    <a:pt x="811326" y="614400"/>
                  </a:lnTo>
                  <a:lnTo>
                    <a:pt x="811326" y="663067"/>
                  </a:lnTo>
                  <a:lnTo>
                    <a:pt x="856602" y="663067"/>
                  </a:lnTo>
                  <a:lnTo>
                    <a:pt x="856602" y="614400"/>
                  </a:lnTo>
                  <a:close/>
                </a:path>
                <a:path w="856615" h="765810">
                  <a:moveTo>
                    <a:pt x="856602" y="512000"/>
                  </a:moveTo>
                  <a:lnTo>
                    <a:pt x="811326" y="512000"/>
                  </a:lnTo>
                  <a:lnTo>
                    <a:pt x="811326" y="560654"/>
                  </a:lnTo>
                  <a:lnTo>
                    <a:pt x="856602" y="560654"/>
                  </a:lnTo>
                  <a:lnTo>
                    <a:pt x="856602" y="512000"/>
                  </a:lnTo>
                  <a:close/>
                </a:path>
                <a:path w="856615" h="765810">
                  <a:moveTo>
                    <a:pt x="856602" y="409600"/>
                  </a:moveTo>
                  <a:lnTo>
                    <a:pt x="811326" y="409600"/>
                  </a:lnTo>
                  <a:lnTo>
                    <a:pt x="811326" y="458266"/>
                  </a:lnTo>
                  <a:lnTo>
                    <a:pt x="856602" y="458266"/>
                  </a:lnTo>
                  <a:lnTo>
                    <a:pt x="856602" y="409600"/>
                  </a:lnTo>
                  <a:close/>
                </a:path>
                <a:path w="856615" h="765810">
                  <a:moveTo>
                    <a:pt x="856602" y="307200"/>
                  </a:moveTo>
                  <a:lnTo>
                    <a:pt x="811326" y="307200"/>
                  </a:lnTo>
                  <a:lnTo>
                    <a:pt x="811326" y="355854"/>
                  </a:lnTo>
                  <a:lnTo>
                    <a:pt x="856602" y="355854"/>
                  </a:lnTo>
                  <a:lnTo>
                    <a:pt x="856602" y="307200"/>
                  </a:lnTo>
                  <a:close/>
                </a:path>
                <a:path w="856615" h="765810">
                  <a:moveTo>
                    <a:pt x="856602" y="204800"/>
                  </a:moveTo>
                  <a:lnTo>
                    <a:pt x="811326" y="204800"/>
                  </a:lnTo>
                  <a:lnTo>
                    <a:pt x="811326" y="253453"/>
                  </a:lnTo>
                  <a:lnTo>
                    <a:pt x="856602" y="253453"/>
                  </a:lnTo>
                  <a:lnTo>
                    <a:pt x="856602" y="204800"/>
                  </a:lnTo>
                  <a:close/>
                </a:path>
                <a:path w="856615" h="765810">
                  <a:moveTo>
                    <a:pt x="856602" y="102400"/>
                  </a:moveTo>
                  <a:lnTo>
                    <a:pt x="811326" y="102400"/>
                  </a:lnTo>
                  <a:lnTo>
                    <a:pt x="811326" y="151053"/>
                  </a:lnTo>
                  <a:lnTo>
                    <a:pt x="856602" y="151053"/>
                  </a:lnTo>
                  <a:lnTo>
                    <a:pt x="856602" y="102400"/>
                  </a:lnTo>
                  <a:close/>
                </a:path>
                <a:path w="856615" h="765810">
                  <a:moveTo>
                    <a:pt x="856602" y="0"/>
                  </a:moveTo>
                  <a:lnTo>
                    <a:pt x="811326" y="0"/>
                  </a:lnTo>
                  <a:lnTo>
                    <a:pt x="811326" y="48653"/>
                  </a:lnTo>
                  <a:lnTo>
                    <a:pt x="856602" y="48653"/>
                  </a:lnTo>
                  <a:lnTo>
                    <a:pt x="856602" y="0"/>
                  </a:lnTo>
                  <a:close/>
                </a:path>
              </a:pathLst>
            </a:custGeom>
            <a:solidFill>
              <a:srgbClr val="FFFFFF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459576" y="2831064"/>
              <a:ext cx="856615" cy="765810"/>
            </a:xfrm>
            <a:custGeom>
              <a:avLst/>
              <a:gdLst/>
              <a:ahLst/>
              <a:cxnLst/>
              <a:rect l="l" t="t" r="r" b="b"/>
              <a:pathLst>
                <a:path w="856615" h="765810">
                  <a:moveTo>
                    <a:pt x="45262" y="614413"/>
                  </a:moveTo>
                  <a:lnTo>
                    <a:pt x="0" y="614413"/>
                  </a:lnTo>
                  <a:lnTo>
                    <a:pt x="0" y="663067"/>
                  </a:lnTo>
                  <a:lnTo>
                    <a:pt x="45262" y="663067"/>
                  </a:lnTo>
                  <a:lnTo>
                    <a:pt x="45262" y="614413"/>
                  </a:lnTo>
                  <a:close/>
                </a:path>
                <a:path w="856615" h="765810">
                  <a:moveTo>
                    <a:pt x="45262" y="512000"/>
                  </a:moveTo>
                  <a:lnTo>
                    <a:pt x="0" y="512000"/>
                  </a:lnTo>
                  <a:lnTo>
                    <a:pt x="0" y="560654"/>
                  </a:lnTo>
                  <a:lnTo>
                    <a:pt x="45262" y="560654"/>
                  </a:lnTo>
                  <a:lnTo>
                    <a:pt x="45262" y="512000"/>
                  </a:lnTo>
                  <a:close/>
                </a:path>
                <a:path w="856615" h="765810">
                  <a:moveTo>
                    <a:pt x="45262" y="409613"/>
                  </a:moveTo>
                  <a:lnTo>
                    <a:pt x="0" y="409613"/>
                  </a:lnTo>
                  <a:lnTo>
                    <a:pt x="0" y="458266"/>
                  </a:lnTo>
                  <a:lnTo>
                    <a:pt x="45262" y="458266"/>
                  </a:lnTo>
                  <a:lnTo>
                    <a:pt x="45262" y="409613"/>
                  </a:lnTo>
                  <a:close/>
                </a:path>
                <a:path w="856615" h="765810">
                  <a:moveTo>
                    <a:pt x="45262" y="307200"/>
                  </a:moveTo>
                  <a:lnTo>
                    <a:pt x="0" y="307200"/>
                  </a:lnTo>
                  <a:lnTo>
                    <a:pt x="0" y="355854"/>
                  </a:lnTo>
                  <a:lnTo>
                    <a:pt x="45262" y="355854"/>
                  </a:lnTo>
                  <a:lnTo>
                    <a:pt x="45262" y="307200"/>
                  </a:lnTo>
                  <a:close/>
                </a:path>
                <a:path w="856615" h="765810">
                  <a:moveTo>
                    <a:pt x="45262" y="204800"/>
                  </a:moveTo>
                  <a:lnTo>
                    <a:pt x="0" y="204800"/>
                  </a:lnTo>
                  <a:lnTo>
                    <a:pt x="0" y="253453"/>
                  </a:lnTo>
                  <a:lnTo>
                    <a:pt x="45262" y="253453"/>
                  </a:lnTo>
                  <a:lnTo>
                    <a:pt x="45262" y="204800"/>
                  </a:lnTo>
                  <a:close/>
                </a:path>
                <a:path w="856615" h="765810">
                  <a:moveTo>
                    <a:pt x="45262" y="102400"/>
                  </a:moveTo>
                  <a:lnTo>
                    <a:pt x="0" y="102400"/>
                  </a:lnTo>
                  <a:lnTo>
                    <a:pt x="0" y="151053"/>
                  </a:lnTo>
                  <a:lnTo>
                    <a:pt x="45262" y="151053"/>
                  </a:lnTo>
                  <a:lnTo>
                    <a:pt x="45262" y="102400"/>
                  </a:lnTo>
                  <a:close/>
                </a:path>
                <a:path w="856615" h="765810">
                  <a:moveTo>
                    <a:pt x="45262" y="0"/>
                  </a:moveTo>
                  <a:lnTo>
                    <a:pt x="0" y="0"/>
                  </a:lnTo>
                  <a:lnTo>
                    <a:pt x="0" y="48653"/>
                  </a:lnTo>
                  <a:lnTo>
                    <a:pt x="45262" y="48653"/>
                  </a:lnTo>
                  <a:lnTo>
                    <a:pt x="45262" y="0"/>
                  </a:lnTo>
                  <a:close/>
                </a:path>
                <a:path w="856615" h="765810">
                  <a:moveTo>
                    <a:pt x="127774" y="614413"/>
                  </a:moveTo>
                  <a:lnTo>
                    <a:pt x="82511" y="614413"/>
                  </a:lnTo>
                  <a:lnTo>
                    <a:pt x="82511" y="663067"/>
                  </a:lnTo>
                  <a:lnTo>
                    <a:pt x="127774" y="663067"/>
                  </a:lnTo>
                  <a:lnTo>
                    <a:pt x="127774" y="614413"/>
                  </a:lnTo>
                  <a:close/>
                </a:path>
                <a:path w="856615" h="765810">
                  <a:moveTo>
                    <a:pt x="127774" y="512000"/>
                  </a:moveTo>
                  <a:lnTo>
                    <a:pt x="82511" y="512000"/>
                  </a:lnTo>
                  <a:lnTo>
                    <a:pt x="82511" y="560654"/>
                  </a:lnTo>
                  <a:lnTo>
                    <a:pt x="127774" y="560654"/>
                  </a:lnTo>
                  <a:lnTo>
                    <a:pt x="127774" y="512000"/>
                  </a:lnTo>
                  <a:close/>
                </a:path>
                <a:path w="856615" h="765810">
                  <a:moveTo>
                    <a:pt x="127774" y="409613"/>
                  </a:moveTo>
                  <a:lnTo>
                    <a:pt x="82511" y="409613"/>
                  </a:lnTo>
                  <a:lnTo>
                    <a:pt x="82511" y="458266"/>
                  </a:lnTo>
                  <a:lnTo>
                    <a:pt x="127774" y="458266"/>
                  </a:lnTo>
                  <a:lnTo>
                    <a:pt x="127774" y="409613"/>
                  </a:lnTo>
                  <a:close/>
                </a:path>
                <a:path w="856615" h="765810">
                  <a:moveTo>
                    <a:pt x="127774" y="307200"/>
                  </a:moveTo>
                  <a:lnTo>
                    <a:pt x="82511" y="307200"/>
                  </a:lnTo>
                  <a:lnTo>
                    <a:pt x="82511" y="355854"/>
                  </a:lnTo>
                  <a:lnTo>
                    <a:pt x="127774" y="355854"/>
                  </a:lnTo>
                  <a:lnTo>
                    <a:pt x="127774" y="307200"/>
                  </a:lnTo>
                  <a:close/>
                </a:path>
                <a:path w="856615" h="765810">
                  <a:moveTo>
                    <a:pt x="127774" y="204800"/>
                  </a:moveTo>
                  <a:lnTo>
                    <a:pt x="82511" y="204800"/>
                  </a:lnTo>
                  <a:lnTo>
                    <a:pt x="82511" y="253453"/>
                  </a:lnTo>
                  <a:lnTo>
                    <a:pt x="127774" y="253453"/>
                  </a:lnTo>
                  <a:lnTo>
                    <a:pt x="127774" y="204800"/>
                  </a:lnTo>
                  <a:close/>
                </a:path>
                <a:path w="856615" h="765810">
                  <a:moveTo>
                    <a:pt x="127774" y="102400"/>
                  </a:moveTo>
                  <a:lnTo>
                    <a:pt x="82511" y="102400"/>
                  </a:lnTo>
                  <a:lnTo>
                    <a:pt x="82511" y="151053"/>
                  </a:lnTo>
                  <a:lnTo>
                    <a:pt x="127774" y="151053"/>
                  </a:lnTo>
                  <a:lnTo>
                    <a:pt x="127774" y="102400"/>
                  </a:lnTo>
                  <a:close/>
                </a:path>
                <a:path w="856615" h="765810">
                  <a:moveTo>
                    <a:pt x="127774" y="0"/>
                  </a:moveTo>
                  <a:lnTo>
                    <a:pt x="82511" y="0"/>
                  </a:lnTo>
                  <a:lnTo>
                    <a:pt x="82511" y="48653"/>
                  </a:lnTo>
                  <a:lnTo>
                    <a:pt x="127774" y="48653"/>
                  </a:lnTo>
                  <a:lnTo>
                    <a:pt x="127774" y="0"/>
                  </a:lnTo>
                  <a:close/>
                </a:path>
                <a:path w="856615" h="765810">
                  <a:moveTo>
                    <a:pt x="210286" y="614413"/>
                  </a:moveTo>
                  <a:lnTo>
                    <a:pt x="165023" y="614413"/>
                  </a:lnTo>
                  <a:lnTo>
                    <a:pt x="165023" y="663067"/>
                  </a:lnTo>
                  <a:lnTo>
                    <a:pt x="210286" y="663067"/>
                  </a:lnTo>
                  <a:lnTo>
                    <a:pt x="210286" y="614413"/>
                  </a:lnTo>
                  <a:close/>
                </a:path>
                <a:path w="856615" h="765810">
                  <a:moveTo>
                    <a:pt x="210286" y="512000"/>
                  </a:moveTo>
                  <a:lnTo>
                    <a:pt x="165023" y="512000"/>
                  </a:lnTo>
                  <a:lnTo>
                    <a:pt x="165023" y="560654"/>
                  </a:lnTo>
                  <a:lnTo>
                    <a:pt x="210286" y="560654"/>
                  </a:lnTo>
                  <a:lnTo>
                    <a:pt x="210286" y="512000"/>
                  </a:lnTo>
                  <a:close/>
                </a:path>
                <a:path w="856615" h="765810">
                  <a:moveTo>
                    <a:pt x="210286" y="409613"/>
                  </a:moveTo>
                  <a:lnTo>
                    <a:pt x="165023" y="409613"/>
                  </a:lnTo>
                  <a:lnTo>
                    <a:pt x="165023" y="458266"/>
                  </a:lnTo>
                  <a:lnTo>
                    <a:pt x="210286" y="458266"/>
                  </a:lnTo>
                  <a:lnTo>
                    <a:pt x="210286" y="409613"/>
                  </a:lnTo>
                  <a:close/>
                </a:path>
                <a:path w="856615" h="765810">
                  <a:moveTo>
                    <a:pt x="210286" y="307200"/>
                  </a:moveTo>
                  <a:lnTo>
                    <a:pt x="165023" y="307200"/>
                  </a:lnTo>
                  <a:lnTo>
                    <a:pt x="165023" y="355854"/>
                  </a:lnTo>
                  <a:lnTo>
                    <a:pt x="210286" y="355854"/>
                  </a:lnTo>
                  <a:lnTo>
                    <a:pt x="210286" y="307200"/>
                  </a:lnTo>
                  <a:close/>
                </a:path>
                <a:path w="856615" h="765810">
                  <a:moveTo>
                    <a:pt x="210286" y="204800"/>
                  </a:moveTo>
                  <a:lnTo>
                    <a:pt x="165023" y="204800"/>
                  </a:lnTo>
                  <a:lnTo>
                    <a:pt x="165023" y="253453"/>
                  </a:lnTo>
                  <a:lnTo>
                    <a:pt x="210286" y="253453"/>
                  </a:lnTo>
                  <a:lnTo>
                    <a:pt x="210286" y="204800"/>
                  </a:lnTo>
                  <a:close/>
                </a:path>
                <a:path w="856615" h="765810">
                  <a:moveTo>
                    <a:pt x="210286" y="102400"/>
                  </a:moveTo>
                  <a:lnTo>
                    <a:pt x="165023" y="102400"/>
                  </a:lnTo>
                  <a:lnTo>
                    <a:pt x="165023" y="151053"/>
                  </a:lnTo>
                  <a:lnTo>
                    <a:pt x="210286" y="151053"/>
                  </a:lnTo>
                  <a:lnTo>
                    <a:pt x="210286" y="102400"/>
                  </a:lnTo>
                  <a:close/>
                </a:path>
                <a:path w="856615" h="765810">
                  <a:moveTo>
                    <a:pt x="210286" y="0"/>
                  </a:moveTo>
                  <a:lnTo>
                    <a:pt x="165023" y="0"/>
                  </a:lnTo>
                  <a:lnTo>
                    <a:pt x="165023" y="48653"/>
                  </a:lnTo>
                  <a:lnTo>
                    <a:pt x="210286" y="48653"/>
                  </a:lnTo>
                  <a:lnTo>
                    <a:pt x="210286" y="0"/>
                  </a:lnTo>
                  <a:close/>
                </a:path>
                <a:path w="856615" h="765810">
                  <a:moveTo>
                    <a:pt x="361543" y="614413"/>
                  </a:moveTo>
                  <a:lnTo>
                    <a:pt x="316280" y="614413"/>
                  </a:lnTo>
                  <a:lnTo>
                    <a:pt x="316280" y="663067"/>
                  </a:lnTo>
                  <a:lnTo>
                    <a:pt x="361543" y="663067"/>
                  </a:lnTo>
                  <a:lnTo>
                    <a:pt x="361543" y="614413"/>
                  </a:lnTo>
                  <a:close/>
                </a:path>
                <a:path w="856615" h="765810">
                  <a:moveTo>
                    <a:pt x="361543" y="512000"/>
                  </a:moveTo>
                  <a:lnTo>
                    <a:pt x="316280" y="512000"/>
                  </a:lnTo>
                  <a:lnTo>
                    <a:pt x="316280" y="560654"/>
                  </a:lnTo>
                  <a:lnTo>
                    <a:pt x="361543" y="560654"/>
                  </a:lnTo>
                  <a:lnTo>
                    <a:pt x="361543" y="512000"/>
                  </a:lnTo>
                  <a:close/>
                </a:path>
                <a:path w="856615" h="765810">
                  <a:moveTo>
                    <a:pt x="361543" y="409613"/>
                  </a:moveTo>
                  <a:lnTo>
                    <a:pt x="316280" y="409613"/>
                  </a:lnTo>
                  <a:lnTo>
                    <a:pt x="316280" y="458266"/>
                  </a:lnTo>
                  <a:lnTo>
                    <a:pt x="361543" y="458266"/>
                  </a:lnTo>
                  <a:lnTo>
                    <a:pt x="361543" y="409613"/>
                  </a:lnTo>
                  <a:close/>
                </a:path>
                <a:path w="856615" h="765810">
                  <a:moveTo>
                    <a:pt x="361543" y="307200"/>
                  </a:moveTo>
                  <a:lnTo>
                    <a:pt x="316280" y="307200"/>
                  </a:lnTo>
                  <a:lnTo>
                    <a:pt x="316280" y="355854"/>
                  </a:lnTo>
                  <a:lnTo>
                    <a:pt x="361543" y="355854"/>
                  </a:lnTo>
                  <a:lnTo>
                    <a:pt x="361543" y="307200"/>
                  </a:lnTo>
                  <a:close/>
                </a:path>
                <a:path w="856615" h="765810">
                  <a:moveTo>
                    <a:pt x="361543" y="204800"/>
                  </a:moveTo>
                  <a:lnTo>
                    <a:pt x="316280" y="204800"/>
                  </a:lnTo>
                  <a:lnTo>
                    <a:pt x="316280" y="253453"/>
                  </a:lnTo>
                  <a:lnTo>
                    <a:pt x="361543" y="253453"/>
                  </a:lnTo>
                  <a:lnTo>
                    <a:pt x="361543" y="204800"/>
                  </a:lnTo>
                  <a:close/>
                </a:path>
                <a:path w="856615" h="765810">
                  <a:moveTo>
                    <a:pt x="361543" y="102400"/>
                  </a:moveTo>
                  <a:lnTo>
                    <a:pt x="316280" y="102400"/>
                  </a:lnTo>
                  <a:lnTo>
                    <a:pt x="316280" y="151053"/>
                  </a:lnTo>
                  <a:lnTo>
                    <a:pt x="361543" y="151053"/>
                  </a:lnTo>
                  <a:lnTo>
                    <a:pt x="361543" y="102400"/>
                  </a:lnTo>
                  <a:close/>
                </a:path>
                <a:path w="856615" h="765810">
                  <a:moveTo>
                    <a:pt x="361543" y="0"/>
                  </a:moveTo>
                  <a:lnTo>
                    <a:pt x="316280" y="0"/>
                  </a:lnTo>
                  <a:lnTo>
                    <a:pt x="316280" y="48653"/>
                  </a:lnTo>
                  <a:lnTo>
                    <a:pt x="361543" y="48653"/>
                  </a:lnTo>
                  <a:lnTo>
                    <a:pt x="361543" y="0"/>
                  </a:lnTo>
                  <a:close/>
                </a:path>
                <a:path w="856615" h="765810">
                  <a:moveTo>
                    <a:pt x="444055" y="614413"/>
                  </a:moveTo>
                  <a:lnTo>
                    <a:pt x="398792" y="614413"/>
                  </a:lnTo>
                  <a:lnTo>
                    <a:pt x="398792" y="663067"/>
                  </a:lnTo>
                  <a:lnTo>
                    <a:pt x="444055" y="663067"/>
                  </a:lnTo>
                  <a:lnTo>
                    <a:pt x="444055" y="614413"/>
                  </a:lnTo>
                  <a:close/>
                </a:path>
                <a:path w="856615" h="765810">
                  <a:moveTo>
                    <a:pt x="444055" y="512000"/>
                  </a:moveTo>
                  <a:lnTo>
                    <a:pt x="398792" y="512000"/>
                  </a:lnTo>
                  <a:lnTo>
                    <a:pt x="398792" y="560654"/>
                  </a:lnTo>
                  <a:lnTo>
                    <a:pt x="444055" y="560654"/>
                  </a:lnTo>
                  <a:lnTo>
                    <a:pt x="444055" y="512000"/>
                  </a:lnTo>
                  <a:close/>
                </a:path>
                <a:path w="856615" h="765810">
                  <a:moveTo>
                    <a:pt x="444055" y="409613"/>
                  </a:moveTo>
                  <a:lnTo>
                    <a:pt x="398792" y="409613"/>
                  </a:lnTo>
                  <a:lnTo>
                    <a:pt x="398792" y="458266"/>
                  </a:lnTo>
                  <a:lnTo>
                    <a:pt x="444055" y="458266"/>
                  </a:lnTo>
                  <a:lnTo>
                    <a:pt x="444055" y="409613"/>
                  </a:lnTo>
                  <a:close/>
                </a:path>
                <a:path w="856615" h="765810">
                  <a:moveTo>
                    <a:pt x="444055" y="307200"/>
                  </a:moveTo>
                  <a:lnTo>
                    <a:pt x="398792" y="307200"/>
                  </a:lnTo>
                  <a:lnTo>
                    <a:pt x="398792" y="355854"/>
                  </a:lnTo>
                  <a:lnTo>
                    <a:pt x="444055" y="355854"/>
                  </a:lnTo>
                  <a:lnTo>
                    <a:pt x="444055" y="307200"/>
                  </a:lnTo>
                  <a:close/>
                </a:path>
                <a:path w="856615" h="765810">
                  <a:moveTo>
                    <a:pt x="444055" y="204800"/>
                  </a:moveTo>
                  <a:lnTo>
                    <a:pt x="398792" y="204800"/>
                  </a:lnTo>
                  <a:lnTo>
                    <a:pt x="398792" y="253453"/>
                  </a:lnTo>
                  <a:lnTo>
                    <a:pt x="444055" y="253453"/>
                  </a:lnTo>
                  <a:lnTo>
                    <a:pt x="444055" y="204800"/>
                  </a:lnTo>
                  <a:close/>
                </a:path>
                <a:path w="856615" h="765810">
                  <a:moveTo>
                    <a:pt x="444055" y="102400"/>
                  </a:moveTo>
                  <a:lnTo>
                    <a:pt x="398792" y="102400"/>
                  </a:lnTo>
                  <a:lnTo>
                    <a:pt x="398792" y="151053"/>
                  </a:lnTo>
                  <a:lnTo>
                    <a:pt x="444055" y="151053"/>
                  </a:lnTo>
                  <a:lnTo>
                    <a:pt x="444055" y="102400"/>
                  </a:lnTo>
                  <a:close/>
                </a:path>
                <a:path w="856615" h="765810">
                  <a:moveTo>
                    <a:pt x="444055" y="0"/>
                  </a:moveTo>
                  <a:lnTo>
                    <a:pt x="398792" y="0"/>
                  </a:lnTo>
                  <a:lnTo>
                    <a:pt x="398792" y="48653"/>
                  </a:lnTo>
                  <a:lnTo>
                    <a:pt x="444055" y="48653"/>
                  </a:lnTo>
                  <a:lnTo>
                    <a:pt x="444055" y="0"/>
                  </a:lnTo>
                  <a:close/>
                </a:path>
                <a:path w="856615" h="765810">
                  <a:moveTo>
                    <a:pt x="526567" y="614413"/>
                  </a:moveTo>
                  <a:lnTo>
                    <a:pt x="481304" y="614413"/>
                  </a:lnTo>
                  <a:lnTo>
                    <a:pt x="481304" y="663067"/>
                  </a:lnTo>
                  <a:lnTo>
                    <a:pt x="526567" y="663067"/>
                  </a:lnTo>
                  <a:lnTo>
                    <a:pt x="526567" y="614413"/>
                  </a:lnTo>
                  <a:close/>
                </a:path>
                <a:path w="856615" h="765810">
                  <a:moveTo>
                    <a:pt x="526567" y="512000"/>
                  </a:moveTo>
                  <a:lnTo>
                    <a:pt x="481304" y="512000"/>
                  </a:lnTo>
                  <a:lnTo>
                    <a:pt x="481304" y="560654"/>
                  </a:lnTo>
                  <a:lnTo>
                    <a:pt x="526567" y="560654"/>
                  </a:lnTo>
                  <a:lnTo>
                    <a:pt x="526567" y="512000"/>
                  </a:lnTo>
                  <a:close/>
                </a:path>
                <a:path w="856615" h="765810">
                  <a:moveTo>
                    <a:pt x="526567" y="409613"/>
                  </a:moveTo>
                  <a:lnTo>
                    <a:pt x="481304" y="409613"/>
                  </a:lnTo>
                  <a:lnTo>
                    <a:pt x="481304" y="458266"/>
                  </a:lnTo>
                  <a:lnTo>
                    <a:pt x="526567" y="458266"/>
                  </a:lnTo>
                  <a:lnTo>
                    <a:pt x="526567" y="409613"/>
                  </a:lnTo>
                  <a:close/>
                </a:path>
                <a:path w="856615" h="765810">
                  <a:moveTo>
                    <a:pt x="526567" y="307200"/>
                  </a:moveTo>
                  <a:lnTo>
                    <a:pt x="481304" y="307200"/>
                  </a:lnTo>
                  <a:lnTo>
                    <a:pt x="481304" y="355854"/>
                  </a:lnTo>
                  <a:lnTo>
                    <a:pt x="526567" y="355854"/>
                  </a:lnTo>
                  <a:lnTo>
                    <a:pt x="526567" y="307200"/>
                  </a:lnTo>
                  <a:close/>
                </a:path>
                <a:path w="856615" h="765810">
                  <a:moveTo>
                    <a:pt x="526567" y="204800"/>
                  </a:moveTo>
                  <a:lnTo>
                    <a:pt x="481304" y="204800"/>
                  </a:lnTo>
                  <a:lnTo>
                    <a:pt x="481304" y="253453"/>
                  </a:lnTo>
                  <a:lnTo>
                    <a:pt x="526567" y="253453"/>
                  </a:lnTo>
                  <a:lnTo>
                    <a:pt x="526567" y="204800"/>
                  </a:lnTo>
                  <a:close/>
                </a:path>
                <a:path w="856615" h="765810">
                  <a:moveTo>
                    <a:pt x="526567" y="102400"/>
                  </a:moveTo>
                  <a:lnTo>
                    <a:pt x="481304" y="102400"/>
                  </a:lnTo>
                  <a:lnTo>
                    <a:pt x="481304" y="151053"/>
                  </a:lnTo>
                  <a:lnTo>
                    <a:pt x="526567" y="151053"/>
                  </a:lnTo>
                  <a:lnTo>
                    <a:pt x="526567" y="102400"/>
                  </a:lnTo>
                  <a:close/>
                </a:path>
                <a:path w="856615" h="765810">
                  <a:moveTo>
                    <a:pt x="526567" y="0"/>
                  </a:moveTo>
                  <a:lnTo>
                    <a:pt x="481304" y="0"/>
                  </a:lnTo>
                  <a:lnTo>
                    <a:pt x="481304" y="48653"/>
                  </a:lnTo>
                  <a:lnTo>
                    <a:pt x="526567" y="48653"/>
                  </a:lnTo>
                  <a:lnTo>
                    <a:pt x="526567" y="0"/>
                  </a:lnTo>
                  <a:close/>
                </a:path>
                <a:path w="856615" h="765810">
                  <a:moveTo>
                    <a:pt x="609079" y="614413"/>
                  </a:moveTo>
                  <a:lnTo>
                    <a:pt x="563816" y="614413"/>
                  </a:lnTo>
                  <a:lnTo>
                    <a:pt x="563816" y="663067"/>
                  </a:lnTo>
                  <a:lnTo>
                    <a:pt x="609079" y="663067"/>
                  </a:lnTo>
                  <a:lnTo>
                    <a:pt x="609079" y="614413"/>
                  </a:lnTo>
                  <a:close/>
                </a:path>
                <a:path w="856615" h="765810">
                  <a:moveTo>
                    <a:pt x="609079" y="512000"/>
                  </a:moveTo>
                  <a:lnTo>
                    <a:pt x="563816" y="512000"/>
                  </a:lnTo>
                  <a:lnTo>
                    <a:pt x="563816" y="560654"/>
                  </a:lnTo>
                  <a:lnTo>
                    <a:pt x="609079" y="560654"/>
                  </a:lnTo>
                  <a:lnTo>
                    <a:pt x="609079" y="512000"/>
                  </a:lnTo>
                  <a:close/>
                </a:path>
                <a:path w="856615" h="765810">
                  <a:moveTo>
                    <a:pt x="609079" y="409613"/>
                  </a:moveTo>
                  <a:lnTo>
                    <a:pt x="563816" y="409613"/>
                  </a:lnTo>
                  <a:lnTo>
                    <a:pt x="563816" y="458266"/>
                  </a:lnTo>
                  <a:lnTo>
                    <a:pt x="609079" y="458266"/>
                  </a:lnTo>
                  <a:lnTo>
                    <a:pt x="609079" y="409613"/>
                  </a:lnTo>
                  <a:close/>
                </a:path>
                <a:path w="856615" h="765810">
                  <a:moveTo>
                    <a:pt x="609079" y="307200"/>
                  </a:moveTo>
                  <a:lnTo>
                    <a:pt x="563816" y="307200"/>
                  </a:lnTo>
                  <a:lnTo>
                    <a:pt x="563816" y="355854"/>
                  </a:lnTo>
                  <a:lnTo>
                    <a:pt x="609079" y="355854"/>
                  </a:lnTo>
                  <a:lnTo>
                    <a:pt x="609079" y="307200"/>
                  </a:lnTo>
                  <a:close/>
                </a:path>
                <a:path w="856615" h="765810">
                  <a:moveTo>
                    <a:pt x="609079" y="204800"/>
                  </a:moveTo>
                  <a:lnTo>
                    <a:pt x="563816" y="204800"/>
                  </a:lnTo>
                  <a:lnTo>
                    <a:pt x="563816" y="253453"/>
                  </a:lnTo>
                  <a:lnTo>
                    <a:pt x="609079" y="253453"/>
                  </a:lnTo>
                  <a:lnTo>
                    <a:pt x="609079" y="204800"/>
                  </a:lnTo>
                  <a:close/>
                </a:path>
                <a:path w="856615" h="765810">
                  <a:moveTo>
                    <a:pt x="609079" y="102400"/>
                  </a:moveTo>
                  <a:lnTo>
                    <a:pt x="563816" y="102400"/>
                  </a:lnTo>
                  <a:lnTo>
                    <a:pt x="563816" y="151053"/>
                  </a:lnTo>
                  <a:lnTo>
                    <a:pt x="609079" y="151053"/>
                  </a:lnTo>
                  <a:lnTo>
                    <a:pt x="609079" y="102400"/>
                  </a:lnTo>
                  <a:close/>
                </a:path>
                <a:path w="856615" h="765810">
                  <a:moveTo>
                    <a:pt x="609079" y="0"/>
                  </a:moveTo>
                  <a:lnTo>
                    <a:pt x="563816" y="0"/>
                  </a:lnTo>
                  <a:lnTo>
                    <a:pt x="563816" y="48653"/>
                  </a:lnTo>
                  <a:lnTo>
                    <a:pt x="609079" y="48653"/>
                  </a:lnTo>
                  <a:lnTo>
                    <a:pt x="609079" y="0"/>
                  </a:lnTo>
                  <a:close/>
                </a:path>
                <a:path w="856615" h="765810">
                  <a:moveTo>
                    <a:pt x="691591" y="614413"/>
                  </a:moveTo>
                  <a:lnTo>
                    <a:pt x="646328" y="614413"/>
                  </a:lnTo>
                  <a:lnTo>
                    <a:pt x="646328" y="663067"/>
                  </a:lnTo>
                  <a:lnTo>
                    <a:pt x="691591" y="663067"/>
                  </a:lnTo>
                  <a:lnTo>
                    <a:pt x="691591" y="614413"/>
                  </a:lnTo>
                  <a:close/>
                </a:path>
                <a:path w="856615" h="765810">
                  <a:moveTo>
                    <a:pt x="691591" y="512000"/>
                  </a:moveTo>
                  <a:lnTo>
                    <a:pt x="646328" y="512000"/>
                  </a:lnTo>
                  <a:lnTo>
                    <a:pt x="646328" y="560654"/>
                  </a:lnTo>
                  <a:lnTo>
                    <a:pt x="691591" y="560654"/>
                  </a:lnTo>
                  <a:lnTo>
                    <a:pt x="691591" y="512000"/>
                  </a:lnTo>
                  <a:close/>
                </a:path>
                <a:path w="856615" h="765810">
                  <a:moveTo>
                    <a:pt x="691591" y="409613"/>
                  </a:moveTo>
                  <a:lnTo>
                    <a:pt x="646328" y="409613"/>
                  </a:lnTo>
                  <a:lnTo>
                    <a:pt x="646328" y="458266"/>
                  </a:lnTo>
                  <a:lnTo>
                    <a:pt x="691591" y="458266"/>
                  </a:lnTo>
                  <a:lnTo>
                    <a:pt x="691591" y="409613"/>
                  </a:lnTo>
                  <a:close/>
                </a:path>
                <a:path w="856615" h="765810">
                  <a:moveTo>
                    <a:pt x="691591" y="307200"/>
                  </a:moveTo>
                  <a:lnTo>
                    <a:pt x="646328" y="307200"/>
                  </a:lnTo>
                  <a:lnTo>
                    <a:pt x="646328" y="355854"/>
                  </a:lnTo>
                  <a:lnTo>
                    <a:pt x="691591" y="355854"/>
                  </a:lnTo>
                  <a:lnTo>
                    <a:pt x="691591" y="307200"/>
                  </a:lnTo>
                  <a:close/>
                </a:path>
                <a:path w="856615" h="765810">
                  <a:moveTo>
                    <a:pt x="691591" y="204800"/>
                  </a:moveTo>
                  <a:lnTo>
                    <a:pt x="646328" y="204800"/>
                  </a:lnTo>
                  <a:lnTo>
                    <a:pt x="646328" y="253453"/>
                  </a:lnTo>
                  <a:lnTo>
                    <a:pt x="691591" y="253453"/>
                  </a:lnTo>
                  <a:lnTo>
                    <a:pt x="691591" y="204800"/>
                  </a:lnTo>
                  <a:close/>
                </a:path>
                <a:path w="856615" h="765810">
                  <a:moveTo>
                    <a:pt x="691591" y="102400"/>
                  </a:moveTo>
                  <a:lnTo>
                    <a:pt x="646328" y="102400"/>
                  </a:lnTo>
                  <a:lnTo>
                    <a:pt x="646328" y="151053"/>
                  </a:lnTo>
                  <a:lnTo>
                    <a:pt x="691591" y="151053"/>
                  </a:lnTo>
                  <a:lnTo>
                    <a:pt x="691591" y="102400"/>
                  </a:lnTo>
                  <a:close/>
                </a:path>
                <a:path w="856615" h="765810">
                  <a:moveTo>
                    <a:pt x="691591" y="0"/>
                  </a:moveTo>
                  <a:lnTo>
                    <a:pt x="646328" y="0"/>
                  </a:lnTo>
                  <a:lnTo>
                    <a:pt x="646328" y="48653"/>
                  </a:lnTo>
                  <a:lnTo>
                    <a:pt x="691591" y="48653"/>
                  </a:lnTo>
                  <a:lnTo>
                    <a:pt x="691591" y="0"/>
                  </a:lnTo>
                  <a:close/>
                </a:path>
                <a:path w="856615" h="765810">
                  <a:moveTo>
                    <a:pt x="774090" y="614413"/>
                  </a:moveTo>
                  <a:lnTo>
                    <a:pt x="728827" y="614413"/>
                  </a:lnTo>
                  <a:lnTo>
                    <a:pt x="728827" y="663067"/>
                  </a:lnTo>
                  <a:lnTo>
                    <a:pt x="774090" y="663067"/>
                  </a:lnTo>
                  <a:lnTo>
                    <a:pt x="774090" y="614413"/>
                  </a:lnTo>
                  <a:close/>
                </a:path>
                <a:path w="856615" h="765810">
                  <a:moveTo>
                    <a:pt x="774090" y="512000"/>
                  </a:moveTo>
                  <a:lnTo>
                    <a:pt x="728827" y="512000"/>
                  </a:lnTo>
                  <a:lnTo>
                    <a:pt x="728827" y="560654"/>
                  </a:lnTo>
                  <a:lnTo>
                    <a:pt x="774090" y="560654"/>
                  </a:lnTo>
                  <a:lnTo>
                    <a:pt x="774090" y="512000"/>
                  </a:lnTo>
                  <a:close/>
                </a:path>
                <a:path w="856615" h="765810">
                  <a:moveTo>
                    <a:pt x="774090" y="409613"/>
                  </a:moveTo>
                  <a:lnTo>
                    <a:pt x="728827" y="409613"/>
                  </a:lnTo>
                  <a:lnTo>
                    <a:pt x="728827" y="458266"/>
                  </a:lnTo>
                  <a:lnTo>
                    <a:pt x="774090" y="458266"/>
                  </a:lnTo>
                  <a:lnTo>
                    <a:pt x="774090" y="409613"/>
                  </a:lnTo>
                  <a:close/>
                </a:path>
                <a:path w="856615" h="765810">
                  <a:moveTo>
                    <a:pt x="774090" y="307200"/>
                  </a:moveTo>
                  <a:lnTo>
                    <a:pt x="728827" y="307200"/>
                  </a:lnTo>
                  <a:lnTo>
                    <a:pt x="728827" y="355854"/>
                  </a:lnTo>
                  <a:lnTo>
                    <a:pt x="774090" y="355854"/>
                  </a:lnTo>
                  <a:lnTo>
                    <a:pt x="774090" y="307200"/>
                  </a:lnTo>
                  <a:close/>
                </a:path>
                <a:path w="856615" h="765810">
                  <a:moveTo>
                    <a:pt x="774090" y="204800"/>
                  </a:moveTo>
                  <a:lnTo>
                    <a:pt x="728827" y="204800"/>
                  </a:lnTo>
                  <a:lnTo>
                    <a:pt x="728827" y="253453"/>
                  </a:lnTo>
                  <a:lnTo>
                    <a:pt x="774090" y="253453"/>
                  </a:lnTo>
                  <a:lnTo>
                    <a:pt x="774090" y="204800"/>
                  </a:lnTo>
                  <a:close/>
                </a:path>
                <a:path w="856615" h="765810">
                  <a:moveTo>
                    <a:pt x="774090" y="102400"/>
                  </a:moveTo>
                  <a:lnTo>
                    <a:pt x="728827" y="102400"/>
                  </a:lnTo>
                  <a:lnTo>
                    <a:pt x="728827" y="151053"/>
                  </a:lnTo>
                  <a:lnTo>
                    <a:pt x="774090" y="151053"/>
                  </a:lnTo>
                  <a:lnTo>
                    <a:pt x="774090" y="102400"/>
                  </a:lnTo>
                  <a:close/>
                </a:path>
                <a:path w="856615" h="765810">
                  <a:moveTo>
                    <a:pt x="774090" y="0"/>
                  </a:moveTo>
                  <a:lnTo>
                    <a:pt x="728827" y="0"/>
                  </a:lnTo>
                  <a:lnTo>
                    <a:pt x="728827" y="48653"/>
                  </a:lnTo>
                  <a:lnTo>
                    <a:pt x="774090" y="48653"/>
                  </a:lnTo>
                  <a:lnTo>
                    <a:pt x="774090" y="0"/>
                  </a:lnTo>
                  <a:close/>
                </a:path>
                <a:path w="856615" h="765810">
                  <a:moveTo>
                    <a:pt x="856602" y="716813"/>
                  </a:moveTo>
                  <a:lnTo>
                    <a:pt x="811326" y="716813"/>
                  </a:lnTo>
                  <a:lnTo>
                    <a:pt x="811326" y="765467"/>
                  </a:lnTo>
                  <a:lnTo>
                    <a:pt x="856602" y="765467"/>
                  </a:lnTo>
                  <a:lnTo>
                    <a:pt x="856602" y="716813"/>
                  </a:lnTo>
                  <a:close/>
                </a:path>
                <a:path w="856615" h="765810">
                  <a:moveTo>
                    <a:pt x="856602" y="614413"/>
                  </a:moveTo>
                  <a:lnTo>
                    <a:pt x="811326" y="614413"/>
                  </a:lnTo>
                  <a:lnTo>
                    <a:pt x="811326" y="663067"/>
                  </a:lnTo>
                  <a:lnTo>
                    <a:pt x="856602" y="663067"/>
                  </a:lnTo>
                  <a:lnTo>
                    <a:pt x="856602" y="614413"/>
                  </a:lnTo>
                  <a:close/>
                </a:path>
                <a:path w="856615" h="765810">
                  <a:moveTo>
                    <a:pt x="856602" y="512000"/>
                  </a:moveTo>
                  <a:lnTo>
                    <a:pt x="811326" y="512000"/>
                  </a:lnTo>
                  <a:lnTo>
                    <a:pt x="811326" y="560654"/>
                  </a:lnTo>
                  <a:lnTo>
                    <a:pt x="856602" y="560654"/>
                  </a:lnTo>
                  <a:lnTo>
                    <a:pt x="856602" y="512000"/>
                  </a:lnTo>
                  <a:close/>
                </a:path>
                <a:path w="856615" h="765810">
                  <a:moveTo>
                    <a:pt x="856602" y="409613"/>
                  </a:moveTo>
                  <a:lnTo>
                    <a:pt x="811326" y="409613"/>
                  </a:lnTo>
                  <a:lnTo>
                    <a:pt x="811326" y="458266"/>
                  </a:lnTo>
                  <a:lnTo>
                    <a:pt x="856602" y="458266"/>
                  </a:lnTo>
                  <a:lnTo>
                    <a:pt x="856602" y="409613"/>
                  </a:lnTo>
                  <a:close/>
                </a:path>
                <a:path w="856615" h="765810">
                  <a:moveTo>
                    <a:pt x="856602" y="307200"/>
                  </a:moveTo>
                  <a:lnTo>
                    <a:pt x="811326" y="307200"/>
                  </a:lnTo>
                  <a:lnTo>
                    <a:pt x="811326" y="355854"/>
                  </a:lnTo>
                  <a:lnTo>
                    <a:pt x="856602" y="355854"/>
                  </a:lnTo>
                  <a:lnTo>
                    <a:pt x="856602" y="307200"/>
                  </a:lnTo>
                  <a:close/>
                </a:path>
                <a:path w="856615" h="765810">
                  <a:moveTo>
                    <a:pt x="856602" y="204800"/>
                  </a:moveTo>
                  <a:lnTo>
                    <a:pt x="811326" y="204800"/>
                  </a:lnTo>
                  <a:lnTo>
                    <a:pt x="811326" y="253453"/>
                  </a:lnTo>
                  <a:lnTo>
                    <a:pt x="856602" y="253453"/>
                  </a:lnTo>
                  <a:lnTo>
                    <a:pt x="856602" y="204800"/>
                  </a:lnTo>
                  <a:close/>
                </a:path>
                <a:path w="856615" h="765810">
                  <a:moveTo>
                    <a:pt x="856602" y="102400"/>
                  </a:moveTo>
                  <a:lnTo>
                    <a:pt x="811326" y="102400"/>
                  </a:lnTo>
                  <a:lnTo>
                    <a:pt x="811326" y="151053"/>
                  </a:lnTo>
                  <a:lnTo>
                    <a:pt x="856602" y="151053"/>
                  </a:lnTo>
                  <a:lnTo>
                    <a:pt x="856602" y="102400"/>
                  </a:lnTo>
                  <a:close/>
                </a:path>
                <a:path w="856615" h="765810">
                  <a:moveTo>
                    <a:pt x="856602" y="0"/>
                  </a:moveTo>
                  <a:lnTo>
                    <a:pt x="811326" y="0"/>
                  </a:lnTo>
                  <a:lnTo>
                    <a:pt x="811326" y="48653"/>
                  </a:lnTo>
                  <a:lnTo>
                    <a:pt x="856602" y="48653"/>
                  </a:lnTo>
                  <a:lnTo>
                    <a:pt x="856602" y="0"/>
                  </a:lnTo>
                  <a:close/>
                </a:path>
              </a:pathLst>
            </a:custGeom>
            <a:solidFill>
              <a:srgbClr val="FFFFFF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459576" y="3547878"/>
              <a:ext cx="856615" cy="48895"/>
            </a:xfrm>
            <a:custGeom>
              <a:avLst/>
              <a:gdLst/>
              <a:ahLst/>
              <a:cxnLst/>
              <a:rect l="l" t="t" r="r" b="b"/>
              <a:pathLst>
                <a:path w="856615" h="48895">
                  <a:moveTo>
                    <a:pt x="45262" y="0"/>
                  </a:moveTo>
                  <a:lnTo>
                    <a:pt x="0" y="0"/>
                  </a:lnTo>
                  <a:lnTo>
                    <a:pt x="0" y="48653"/>
                  </a:lnTo>
                  <a:lnTo>
                    <a:pt x="45262" y="48653"/>
                  </a:lnTo>
                  <a:lnTo>
                    <a:pt x="45262" y="0"/>
                  </a:lnTo>
                  <a:close/>
                </a:path>
                <a:path w="856615" h="48895">
                  <a:moveTo>
                    <a:pt x="127774" y="0"/>
                  </a:moveTo>
                  <a:lnTo>
                    <a:pt x="82511" y="0"/>
                  </a:lnTo>
                  <a:lnTo>
                    <a:pt x="82511" y="48653"/>
                  </a:lnTo>
                  <a:lnTo>
                    <a:pt x="127774" y="48653"/>
                  </a:lnTo>
                  <a:lnTo>
                    <a:pt x="127774" y="0"/>
                  </a:lnTo>
                  <a:close/>
                </a:path>
                <a:path w="856615" h="48895">
                  <a:moveTo>
                    <a:pt x="210286" y="0"/>
                  </a:moveTo>
                  <a:lnTo>
                    <a:pt x="165023" y="0"/>
                  </a:lnTo>
                  <a:lnTo>
                    <a:pt x="165023" y="48653"/>
                  </a:lnTo>
                  <a:lnTo>
                    <a:pt x="210286" y="48653"/>
                  </a:lnTo>
                  <a:lnTo>
                    <a:pt x="210286" y="0"/>
                  </a:lnTo>
                  <a:close/>
                </a:path>
                <a:path w="856615" h="48895">
                  <a:moveTo>
                    <a:pt x="361543" y="0"/>
                  </a:moveTo>
                  <a:lnTo>
                    <a:pt x="316280" y="0"/>
                  </a:lnTo>
                  <a:lnTo>
                    <a:pt x="316280" y="48653"/>
                  </a:lnTo>
                  <a:lnTo>
                    <a:pt x="361543" y="48653"/>
                  </a:lnTo>
                  <a:lnTo>
                    <a:pt x="361543" y="0"/>
                  </a:lnTo>
                  <a:close/>
                </a:path>
                <a:path w="856615" h="48895">
                  <a:moveTo>
                    <a:pt x="444055" y="0"/>
                  </a:moveTo>
                  <a:lnTo>
                    <a:pt x="398792" y="0"/>
                  </a:lnTo>
                  <a:lnTo>
                    <a:pt x="398792" y="48653"/>
                  </a:lnTo>
                  <a:lnTo>
                    <a:pt x="444055" y="48653"/>
                  </a:lnTo>
                  <a:lnTo>
                    <a:pt x="444055" y="0"/>
                  </a:lnTo>
                  <a:close/>
                </a:path>
                <a:path w="856615" h="48895">
                  <a:moveTo>
                    <a:pt x="526567" y="0"/>
                  </a:moveTo>
                  <a:lnTo>
                    <a:pt x="481304" y="0"/>
                  </a:lnTo>
                  <a:lnTo>
                    <a:pt x="481304" y="48653"/>
                  </a:lnTo>
                  <a:lnTo>
                    <a:pt x="526567" y="48653"/>
                  </a:lnTo>
                  <a:lnTo>
                    <a:pt x="526567" y="0"/>
                  </a:lnTo>
                  <a:close/>
                </a:path>
                <a:path w="856615" h="48895">
                  <a:moveTo>
                    <a:pt x="609079" y="0"/>
                  </a:moveTo>
                  <a:lnTo>
                    <a:pt x="563816" y="0"/>
                  </a:lnTo>
                  <a:lnTo>
                    <a:pt x="563816" y="48653"/>
                  </a:lnTo>
                  <a:lnTo>
                    <a:pt x="609079" y="48653"/>
                  </a:lnTo>
                  <a:lnTo>
                    <a:pt x="609079" y="0"/>
                  </a:lnTo>
                  <a:close/>
                </a:path>
                <a:path w="856615" h="48895">
                  <a:moveTo>
                    <a:pt x="691591" y="0"/>
                  </a:moveTo>
                  <a:lnTo>
                    <a:pt x="646328" y="0"/>
                  </a:lnTo>
                  <a:lnTo>
                    <a:pt x="646328" y="48653"/>
                  </a:lnTo>
                  <a:lnTo>
                    <a:pt x="691591" y="48653"/>
                  </a:lnTo>
                  <a:lnTo>
                    <a:pt x="691591" y="0"/>
                  </a:lnTo>
                  <a:close/>
                </a:path>
                <a:path w="856615" h="48895">
                  <a:moveTo>
                    <a:pt x="774090" y="0"/>
                  </a:moveTo>
                  <a:lnTo>
                    <a:pt x="728827" y="0"/>
                  </a:lnTo>
                  <a:lnTo>
                    <a:pt x="728827" y="48653"/>
                  </a:lnTo>
                  <a:lnTo>
                    <a:pt x="774090" y="48653"/>
                  </a:lnTo>
                  <a:lnTo>
                    <a:pt x="774090" y="0"/>
                  </a:lnTo>
                  <a:close/>
                </a:path>
                <a:path w="856615" h="48895">
                  <a:moveTo>
                    <a:pt x="856602" y="0"/>
                  </a:moveTo>
                  <a:lnTo>
                    <a:pt x="811326" y="0"/>
                  </a:lnTo>
                  <a:lnTo>
                    <a:pt x="811326" y="48653"/>
                  </a:lnTo>
                  <a:lnTo>
                    <a:pt x="856602" y="48653"/>
                  </a:lnTo>
                  <a:lnTo>
                    <a:pt x="856602" y="0"/>
                  </a:lnTo>
                  <a:close/>
                </a:path>
              </a:pathLst>
            </a:custGeom>
            <a:solidFill>
              <a:srgbClr val="FFFFFF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6004581" y="2028681"/>
            <a:ext cx="1170940" cy="1703705"/>
            <a:chOff x="16004581" y="2028681"/>
            <a:chExt cx="1170940" cy="1703705"/>
          </a:xfrm>
        </p:grpSpPr>
        <p:sp>
          <p:nvSpPr>
            <p:cNvPr id="10" name="object 10" descr=""/>
            <p:cNvSpPr/>
            <p:nvPr/>
          </p:nvSpPr>
          <p:spPr>
            <a:xfrm>
              <a:off x="16004581" y="2028681"/>
              <a:ext cx="1170940" cy="1703705"/>
            </a:xfrm>
            <a:custGeom>
              <a:avLst/>
              <a:gdLst/>
              <a:ahLst/>
              <a:cxnLst/>
              <a:rect l="l" t="t" r="r" b="b"/>
              <a:pathLst>
                <a:path w="1170940" h="1703704">
                  <a:moveTo>
                    <a:pt x="1170456" y="0"/>
                  </a:moveTo>
                  <a:lnTo>
                    <a:pt x="0" y="0"/>
                  </a:lnTo>
                  <a:lnTo>
                    <a:pt x="0" y="1703152"/>
                  </a:lnTo>
                  <a:lnTo>
                    <a:pt x="1170456" y="1703152"/>
                  </a:lnTo>
                  <a:lnTo>
                    <a:pt x="1170456" y="0"/>
                  </a:lnTo>
                  <a:close/>
                </a:path>
              </a:pathLst>
            </a:custGeom>
            <a:solidFill>
              <a:srgbClr val="1DA2DC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6004581" y="2028681"/>
              <a:ext cx="365125" cy="1703705"/>
            </a:xfrm>
            <a:custGeom>
              <a:avLst/>
              <a:gdLst/>
              <a:ahLst/>
              <a:cxnLst/>
              <a:rect l="l" t="t" r="r" b="b"/>
              <a:pathLst>
                <a:path w="365125" h="1703704">
                  <a:moveTo>
                    <a:pt x="364638" y="0"/>
                  </a:moveTo>
                  <a:lnTo>
                    <a:pt x="0" y="0"/>
                  </a:lnTo>
                  <a:lnTo>
                    <a:pt x="0" y="1703152"/>
                  </a:lnTo>
                  <a:lnTo>
                    <a:pt x="364638" y="1703152"/>
                  </a:lnTo>
                  <a:lnTo>
                    <a:pt x="364638" y="0"/>
                  </a:lnTo>
                  <a:close/>
                </a:path>
              </a:pathLst>
            </a:custGeom>
            <a:solidFill>
              <a:srgbClr val="73C5E9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6079674" y="2114517"/>
              <a:ext cx="1020444" cy="1404620"/>
            </a:xfrm>
            <a:custGeom>
              <a:avLst/>
              <a:gdLst/>
              <a:ahLst/>
              <a:cxnLst/>
              <a:rect l="l" t="t" r="r" b="b"/>
              <a:pathLst>
                <a:path w="1020444" h="1404620">
                  <a:moveTo>
                    <a:pt x="53911" y="1150048"/>
                  </a:moveTo>
                  <a:lnTo>
                    <a:pt x="0" y="1150048"/>
                  </a:lnTo>
                  <a:lnTo>
                    <a:pt x="0" y="1404391"/>
                  </a:lnTo>
                  <a:lnTo>
                    <a:pt x="53911" y="1404391"/>
                  </a:lnTo>
                  <a:lnTo>
                    <a:pt x="53911" y="1150048"/>
                  </a:lnTo>
                  <a:close/>
                </a:path>
                <a:path w="1020444" h="1404620">
                  <a:moveTo>
                    <a:pt x="53911" y="862533"/>
                  </a:moveTo>
                  <a:lnTo>
                    <a:pt x="0" y="862533"/>
                  </a:lnTo>
                  <a:lnTo>
                    <a:pt x="0" y="1116876"/>
                  </a:lnTo>
                  <a:lnTo>
                    <a:pt x="53911" y="1116876"/>
                  </a:lnTo>
                  <a:lnTo>
                    <a:pt x="53911" y="862533"/>
                  </a:lnTo>
                  <a:close/>
                </a:path>
                <a:path w="1020444" h="1404620">
                  <a:moveTo>
                    <a:pt x="53911" y="575030"/>
                  </a:moveTo>
                  <a:lnTo>
                    <a:pt x="0" y="575030"/>
                  </a:lnTo>
                  <a:lnTo>
                    <a:pt x="0" y="829360"/>
                  </a:lnTo>
                  <a:lnTo>
                    <a:pt x="53911" y="829360"/>
                  </a:lnTo>
                  <a:lnTo>
                    <a:pt x="53911" y="575030"/>
                  </a:lnTo>
                  <a:close/>
                </a:path>
                <a:path w="1020444" h="1404620">
                  <a:moveTo>
                    <a:pt x="53911" y="287515"/>
                  </a:moveTo>
                  <a:lnTo>
                    <a:pt x="0" y="287515"/>
                  </a:lnTo>
                  <a:lnTo>
                    <a:pt x="0" y="541845"/>
                  </a:lnTo>
                  <a:lnTo>
                    <a:pt x="53911" y="541845"/>
                  </a:lnTo>
                  <a:lnTo>
                    <a:pt x="53911" y="287515"/>
                  </a:lnTo>
                  <a:close/>
                </a:path>
                <a:path w="1020444" h="1404620">
                  <a:moveTo>
                    <a:pt x="53911" y="0"/>
                  </a:moveTo>
                  <a:lnTo>
                    <a:pt x="0" y="0"/>
                  </a:lnTo>
                  <a:lnTo>
                    <a:pt x="0" y="254342"/>
                  </a:lnTo>
                  <a:lnTo>
                    <a:pt x="53911" y="254342"/>
                  </a:lnTo>
                  <a:lnTo>
                    <a:pt x="53911" y="0"/>
                  </a:lnTo>
                  <a:close/>
                </a:path>
                <a:path w="1020444" h="1404620">
                  <a:moveTo>
                    <a:pt x="152184" y="1150048"/>
                  </a:moveTo>
                  <a:lnTo>
                    <a:pt x="98272" y="1150048"/>
                  </a:lnTo>
                  <a:lnTo>
                    <a:pt x="98272" y="1404391"/>
                  </a:lnTo>
                  <a:lnTo>
                    <a:pt x="152184" y="1404391"/>
                  </a:lnTo>
                  <a:lnTo>
                    <a:pt x="152184" y="1150048"/>
                  </a:lnTo>
                  <a:close/>
                </a:path>
                <a:path w="1020444" h="1404620">
                  <a:moveTo>
                    <a:pt x="152184" y="862533"/>
                  </a:moveTo>
                  <a:lnTo>
                    <a:pt x="98272" y="862533"/>
                  </a:lnTo>
                  <a:lnTo>
                    <a:pt x="98272" y="1116876"/>
                  </a:lnTo>
                  <a:lnTo>
                    <a:pt x="152184" y="1116876"/>
                  </a:lnTo>
                  <a:lnTo>
                    <a:pt x="152184" y="862533"/>
                  </a:lnTo>
                  <a:close/>
                </a:path>
                <a:path w="1020444" h="1404620">
                  <a:moveTo>
                    <a:pt x="152184" y="575030"/>
                  </a:moveTo>
                  <a:lnTo>
                    <a:pt x="98272" y="575030"/>
                  </a:lnTo>
                  <a:lnTo>
                    <a:pt x="98272" y="829360"/>
                  </a:lnTo>
                  <a:lnTo>
                    <a:pt x="152184" y="829360"/>
                  </a:lnTo>
                  <a:lnTo>
                    <a:pt x="152184" y="575030"/>
                  </a:lnTo>
                  <a:close/>
                </a:path>
                <a:path w="1020444" h="1404620">
                  <a:moveTo>
                    <a:pt x="152184" y="287515"/>
                  </a:moveTo>
                  <a:lnTo>
                    <a:pt x="98272" y="287515"/>
                  </a:lnTo>
                  <a:lnTo>
                    <a:pt x="98272" y="541845"/>
                  </a:lnTo>
                  <a:lnTo>
                    <a:pt x="152184" y="541845"/>
                  </a:lnTo>
                  <a:lnTo>
                    <a:pt x="152184" y="287515"/>
                  </a:lnTo>
                  <a:close/>
                </a:path>
                <a:path w="1020444" h="1404620">
                  <a:moveTo>
                    <a:pt x="152184" y="0"/>
                  </a:moveTo>
                  <a:lnTo>
                    <a:pt x="98272" y="0"/>
                  </a:lnTo>
                  <a:lnTo>
                    <a:pt x="98272" y="254342"/>
                  </a:lnTo>
                  <a:lnTo>
                    <a:pt x="152184" y="254342"/>
                  </a:lnTo>
                  <a:lnTo>
                    <a:pt x="152184" y="0"/>
                  </a:lnTo>
                  <a:close/>
                </a:path>
                <a:path w="1020444" h="1404620">
                  <a:moveTo>
                    <a:pt x="250456" y="1150048"/>
                  </a:moveTo>
                  <a:lnTo>
                    <a:pt x="196545" y="1150048"/>
                  </a:lnTo>
                  <a:lnTo>
                    <a:pt x="196545" y="1404391"/>
                  </a:lnTo>
                  <a:lnTo>
                    <a:pt x="250456" y="1404391"/>
                  </a:lnTo>
                  <a:lnTo>
                    <a:pt x="250456" y="1150048"/>
                  </a:lnTo>
                  <a:close/>
                </a:path>
                <a:path w="1020444" h="1404620">
                  <a:moveTo>
                    <a:pt x="250456" y="862533"/>
                  </a:moveTo>
                  <a:lnTo>
                    <a:pt x="196545" y="862533"/>
                  </a:lnTo>
                  <a:lnTo>
                    <a:pt x="196545" y="1116876"/>
                  </a:lnTo>
                  <a:lnTo>
                    <a:pt x="250456" y="1116876"/>
                  </a:lnTo>
                  <a:lnTo>
                    <a:pt x="250456" y="862533"/>
                  </a:lnTo>
                  <a:close/>
                </a:path>
                <a:path w="1020444" h="1404620">
                  <a:moveTo>
                    <a:pt x="250456" y="575030"/>
                  </a:moveTo>
                  <a:lnTo>
                    <a:pt x="196545" y="575030"/>
                  </a:lnTo>
                  <a:lnTo>
                    <a:pt x="196545" y="829360"/>
                  </a:lnTo>
                  <a:lnTo>
                    <a:pt x="250456" y="829360"/>
                  </a:lnTo>
                  <a:lnTo>
                    <a:pt x="250456" y="575030"/>
                  </a:lnTo>
                  <a:close/>
                </a:path>
                <a:path w="1020444" h="1404620">
                  <a:moveTo>
                    <a:pt x="250456" y="287515"/>
                  </a:moveTo>
                  <a:lnTo>
                    <a:pt x="196545" y="287515"/>
                  </a:lnTo>
                  <a:lnTo>
                    <a:pt x="196545" y="541845"/>
                  </a:lnTo>
                  <a:lnTo>
                    <a:pt x="250456" y="541845"/>
                  </a:lnTo>
                  <a:lnTo>
                    <a:pt x="250456" y="287515"/>
                  </a:lnTo>
                  <a:close/>
                </a:path>
                <a:path w="1020444" h="1404620">
                  <a:moveTo>
                    <a:pt x="250456" y="0"/>
                  </a:moveTo>
                  <a:lnTo>
                    <a:pt x="196545" y="0"/>
                  </a:lnTo>
                  <a:lnTo>
                    <a:pt x="196545" y="254342"/>
                  </a:lnTo>
                  <a:lnTo>
                    <a:pt x="250456" y="254342"/>
                  </a:lnTo>
                  <a:lnTo>
                    <a:pt x="250456" y="0"/>
                  </a:lnTo>
                  <a:close/>
                </a:path>
                <a:path w="1020444" h="1404620">
                  <a:moveTo>
                    <a:pt x="430618" y="1150048"/>
                  </a:moveTo>
                  <a:lnTo>
                    <a:pt x="376707" y="1150048"/>
                  </a:lnTo>
                  <a:lnTo>
                    <a:pt x="376707" y="1404391"/>
                  </a:lnTo>
                  <a:lnTo>
                    <a:pt x="430618" y="1404391"/>
                  </a:lnTo>
                  <a:lnTo>
                    <a:pt x="430618" y="1150048"/>
                  </a:lnTo>
                  <a:close/>
                </a:path>
                <a:path w="1020444" h="1404620">
                  <a:moveTo>
                    <a:pt x="430618" y="862533"/>
                  </a:moveTo>
                  <a:lnTo>
                    <a:pt x="376707" y="862533"/>
                  </a:lnTo>
                  <a:lnTo>
                    <a:pt x="376707" y="1116876"/>
                  </a:lnTo>
                  <a:lnTo>
                    <a:pt x="430618" y="1116876"/>
                  </a:lnTo>
                  <a:lnTo>
                    <a:pt x="430618" y="862533"/>
                  </a:lnTo>
                  <a:close/>
                </a:path>
                <a:path w="1020444" h="1404620">
                  <a:moveTo>
                    <a:pt x="430618" y="575030"/>
                  </a:moveTo>
                  <a:lnTo>
                    <a:pt x="376707" y="575030"/>
                  </a:lnTo>
                  <a:lnTo>
                    <a:pt x="376707" y="829360"/>
                  </a:lnTo>
                  <a:lnTo>
                    <a:pt x="430618" y="829360"/>
                  </a:lnTo>
                  <a:lnTo>
                    <a:pt x="430618" y="575030"/>
                  </a:lnTo>
                  <a:close/>
                </a:path>
                <a:path w="1020444" h="1404620">
                  <a:moveTo>
                    <a:pt x="430618" y="287515"/>
                  </a:moveTo>
                  <a:lnTo>
                    <a:pt x="376707" y="287515"/>
                  </a:lnTo>
                  <a:lnTo>
                    <a:pt x="376707" y="541845"/>
                  </a:lnTo>
                  <a:lnTo>
                    <a:pt x="430618" y="541845"/>
                  </a:lnTo>
                  <a:lnTo>
                    <a:pt x="430618" y="287515"/>
                  </a:lnTo>
                  <a:close/>
                </a:path>
                <a:path w="1020444" h="1404620">
                  <a:moveTo>
                    <a:pt x="430618" y="0"/>
                  </a:moveTo>
                  <a:lnTo>
                    <a:pt x="376707" y="0"/>
                  </a:lnTo>
                  <a:lnTo>
                    <a:pt x="376707" y="254342"/>
                  </a:lnTo>
                  <a:lnTo>
                    <a:pt x="430618" y="254342"/>
                  </a:lnTo>
                  <a:lnTo>
                    <a:pt x="430618" y="0"/>
                  </a:lnTo>
                  <a:close/>
                </a:path>
                <a:path w="1020444" h="1404620">
                  <a:moveTo>
                    <a:pt x="528904" y="1150048"/>
                  </a:moveTo>
                  <a:lnTo>
                    <a:pt x="474992" y="1150048"/>
                  </a:lnTo>
                  <a:lnTo>
                    <a:pt x="474992" y="1404391"/>
                  </a:lnTo>
                  <a:lnTo>
                    <a:pt x="528904" y="1404391"/>
                  </a:lnTo>
                  <a:lnTo>
                    <a:pt x="528904" y="1150048"/>
                  </a:lnTo>
                  <a:close/>
                </a:path>
                <a:path w="1020444" h="1404620">
                  <a:moveTo>
                    <a:pt x="528904" y="862533"/>
                  </a:moveTo>
                  <a:lnTo>
                    <a:pt x="474992" y="862533"/>
                  </a:lnTo>
                  <a:lnTo>
                    <a:pt x="474992" y="1116876"/>
                  </a:lnTo>
                  <a:lnTo>
                    <a:pt x="528904" y="1116876"/>
                  </a:lnTo>
                  <a:lnTo>
                    <a:pt x="528904" y="862533"/>
                  </a:lnTo>
                  <a:close/>
                </a:path>
                <a:path w="1020444" h="1404620">
                  <a:moveTo>
                    <a:pt x="528904" y="575030"/>
                  </a:moveTo>
                  <a:lnTo>
                    <a:pt x="474992" y="575030"/>
                  </a:lnTo>
                  <a:lnTo>
                    <a:pt x="474992" y="829360"/>
                  </a:lnTo>
                  <a:lnTo>
                    <a:pt x="528904" y="829360"/>
                  </a:lnTo>
                  <a:lnTo>
                    <a:pt x="528904" y="575030"/>
                  </a:lnTo>
                  <a:close/>
                </a:path>
                <a:path w="1020444" h="1404620">
                  <a:moveTo>
                    <a:pt x="528904" y="287515"/>
                  </a:moveTo>
                  <a:lnTo>
                    <a:pt x="474992" y="287515"/>
                  </a:lnTo>
                  <a:lnTo>
                    <a:pt x="474992" y="541845"/>
                  </a:lnTo>
                  <a:lnTo>
                    <a:pt x="528904" y="541845"/>
                  </a:lnTo>
                  <a:lnTo>
                    <a:pt x="528904" y="287515"/>
                  </a:lnTo>
                  <a:close/>
                </a:path>
                <a:path w="1020444" h="1404620">
                  <a:moveTo>
                    <a:pt x="528904" y="0"/>
                  </a:moveTo>
                  <a:lnTo>
                    <a:pt x="474992" y="0"/>
                  </a:lnTo>
                  <a:lnTo>
                    <a:pt x="474992" y="254342"/>
                  </a:lnTo>
                  <a:lnTo>
                    <a:pt x="528904" y="254342"/>
                  </a:lnTo>
                  <a:lnTo>
                    <a:pt x="528904" y="0"/>
                  </a:lnTo>
                  <a:close/>
                </a:path>
                <a:path w="1020444" h="1404620">
                  <a:moveTo>
                    <a:pt x="627176" y="1150048"/>
                  </a:moveTo>
                  <a:lnTo>
                    <a:pt x="573252" y="1150048"/>
                  </a:lnTo>
                  <a:lnTo>
                    <a:pt x="573252" y="1404391"/>
                  </a:lnTo>
                  <a:lnTo>
                    <a:pt x="627176" y="1404391"/>
                  </a:lnTo>
                  <a:lnTo>
                    <a:pt x="627176" y="1150048"/>
                  </a:lnTo>
                  <a:close/>
                </a:path>
                <a:path w="1020444" h="1404620">
                  <a:moveTo>
                    <a:pt x="627176" y="862533"/>
                  </a:moveTo>
                  <a:lnTo>
                    <a:pt x="573252" y="862533"/>
                  </a:lnTo>
                  <a:lnTo>
                    <a:pt x="573252" y="1116876"/>
                  </a:lnTo>
                  <a:lnTo>
                    <a:pt x="627176" y="1116876"/>
                  </a:lnTo>
                  <a:lnTo>
                    <a:pt x="627176" y="862533"/>
                  </a:lnTo>
                  <a:close/>
                </a:path>
                <a:path w="1020444" h="1404620">
                  <a:moveTo>
                    <a:pt x="627176" y="575030"/>
                  </a:moveTo>
                  <a:lnTo>
                    <a:pt x="573252" y="575030"/>
                  </a:lnTo>
                  <a:lnTo>
                    <a:pt x="573252" y="829360"/>
                  </a:lnTo>
                  <a:lnTo>
                    <a:pt x="627176" y="829360"/>
                  </a:lnTo>
                  <a:lnTo>
                    <a:pt x="627176" y="575030"/>
                  </a:lnTo>
                  <a:close/>
                </a:path>
                <a:path w="1020444" h="1404620">
                  <a:moveTo>
                    <a:pt x="627176" y="287515"/>
                  </a:moveTo>
                  <a:lnTo>
                    <a:pt x="573252" y="287515"/>
                  </a:lnTo>
                  <a:lnTo>
                    <a:pt x="573252" y="541845"/>
                  </a:lnTo>
                  <a:lnTo>
                    <a:pt x="627176" y="541845"/>
                  </a:lnTo>
                  <a:lnTo>
                    <a:pt x="627176" y="287515"/>
                  </a:lnTo>
                  <a:close/>
                </a:path>
                <a:path w="1020444" h="1404620">
                  <a:moveTo>
                    <a:pt x="627176" y="0"/>
                  </a:moveTo>
                  <a:lnTo>
                    <a:pt x="573252" y="0"/>
                  </a:lnTo>
                  <a:lnTo>
                    <a:pt x="573252" y="254342"/>
                  </a:lnTo>
                  <a:lnTo>
                    <a:pt x="627176" y="254342"/>
                  </a:lnTo>
                  <a:lnTo>
                    <a:pt x="627176" y="0"/>
                  </a:lnTo>
                  <a:close/>
                </a:path>
                <a:path w="1020444" h="1404620">
                  <a:moveTo>
                    <a:pt x="725449" y="1150048"/>
                  </a:moveTo>
                  <a:lnTo>
                    <a:pt x="671537" y="1150048"/>
                  </a:lnTo>
                  <a:lnTo>
                    <a:pt x="671537" y="1404391"/>
                  </a:lnTo>
                  <a:lnTo>
                    <a:pt x="725449" y="1404391"/>
                  </a:lnTo>
                  <a:lnTo>
                    <a:pt x="725449" y="1150048"/>
                  </a:lnTo>
                  <a:close/>
                </a:path>
                <a:path w="1020444" h="1404620">
                  <a:moveTo>
                    <a:pt x="725449" y="862533"/>
                  </a:moveTo>
                  <a:lnTo>
                    <a:pt x="671537" y="862533"/>
                  </a:lnTo>
                  <a:lnTo>
                    <a:pt x="671537" y="1116876"/>
                  </a:lnTo>
                  <a:lnTo>
                    <a:pt x="725449" y="1116876"/>
                  </a:lnTo>
                  <a:lnTo>
                    <a:pt x="725449" y="862533"/>
                  </a:lnTo>
                  <a:close/>
                </a:path>
                <a:path w="1020444" h="1404620">
                  <a:moveTo>
                    <a:pt x="725449" y="575030"/>
                  </a:moveTo>
                  <a:lnTo>
                    <a:pt x="671537" y="575030"/>
                  </a:lnTo>
                  <a:lnTo>
                    <a:pt x="671537" y="829360"/>
                  </a:lnTo>
                  <a:lnTo>
                    <a:pt x="725449" y="829360"/>
                  </a:lnTo>
                  <a:lnTo>
                    <a:pt x="725449" y="575030"/>
                  </a:lnTo>
                  <a:close/>
                </a:path>
                <a:path w="1020444" h="1404620">
                  <a:moveTo>
                    <a:pt x="725449" y="287515"/>
                  </a:moveTo>
                  <a:lnTo>
                    <a:pt x="671537" y="287515"/>
                  </a:lnTo>
                  <a:lnTo>
                    <a:pt x="671537" y="541845"/>
                  </a:lnTo>
                  <a:lnTo>
                    <a:pt x="725449" y="541845"/>
                  </a:lnTo>
                  <a:lnTo>
                    <a:pt x="725449" y="287515"/>
                  </a:lnTo>
                  <a:close/>
                </a:path>
                <a:path w="1020444" h="1404620">
                  <a:moveTo>
                    <a:pt x="725449" y="0"/>
                  </a:moveTo>
                  <a:lnTo>
                    <a:pt x="671537" y="0"/>
                  </a:lnTo>
                  <a:lnTo>
                    <a:pt x="671537" y="254342"/>
                  </a:lnTo>
                  <a:lnTo>
                    <a:pt x="725449" y="254342"/>
                  </a:lnTo>
                  <a:lnTo>
                    <a:pt x="725449" y="0"/>
                  </a:lnTo>
                  <a:close/>
                </a:path>
                <a:path w="1020444" h="1404620">
                  <a:moveTo>
                    <a:pt x="823722" y="1150048"/>
                  </a:moveTo>
                  <a:lnTo>
                    <a:pt x="769810" y="1150048"/>
                  </a:lnTo>
                  <a:lnTo>
                    <a:pt x="769810" y="1404391"/>
                  </a:lnTo>
                  <a:lnTo>
                    <a:pt x="823722" y="1404391"/>
                  </a:lnTo>
                  <a:lnTo>
                    <a:pt x="823722" y="1150048"/>
                  </a:lnTo>
                  <a:close/>
                </a:path>
                <a:path w="1020444" h="1404620">
                  <a:moveTo>
                    <a:pt x="823722" y="862533"/>
                  </a:moveTo>
                  <a:lnTo>
                    <a:pt x="769810" y="862533"/>
                  </a:lnTo>
                  <a:lnTo>
                    <a:pt x="769810" y="1116876"/>
                  </a:lnTo>
                  <a:lnTo>
                    <a:pt x="823722" y="1116876"/>
                  </a:lnTo>
                  <a:lnTo>
                    <a:pt x="823722" y="862533"/>
                  </a:lnTo>
                  <a:close/>
                </a:path>
                <a:path w="1020444" h="1404620">
                  <a:moveTo>
                    <a:pt x="823722" y="575030"/>
                  </a:moveTo>
                  <a:lnTo>
                    <a:pt x="769810" y="575030"/>
                  </a:lnTo>
                  <a:lnTo>
                    <a:pt x="769810" y="829360"/>
                  </a:lnTo>
                  <a:lnTo>
                    <a:pt x="823722" y="829360"/>
                  </a:lnTo>
                  <a:lnTo>
                    <a:pt x="823722" y="575030"/>
                  </a:lnTo>
                  <a:close/>
                </a:path>
                <a:path w="1020444" h="1404620">
                  <a:moveTo>
                    <a:pt x="823722" y="287515"/>
                  </a:moveTo>
                  <a:lnTo>
                    <a:pt x="769810" y="287515"/>
                  </a:lnTo>
                  <a:lnTo>
                    <a:pt x="769810" y="541845"/>
                  </a:lnTo>
                  <a:lnTo>
                    <a:pt x="823722" y="541845"/>
                  </a:lnTo>
                  <a:lnTo>
                    <a:pt x="823722" y="287515"/>
                  </a:lnTo>
                  <a:close/>
                </a:path>
                <a:path w="1020444" h="1404620">
                  <a:moveTo>
                    <a:pt x="823722" y="0"/>
                  </a:moveTo>
                  <a:lnTo>
                    <a:pt x="769810" y="0"/>
                  </a:lnTo>
                  <a:lnTo>
                    <a:pt x="769810" y="254342"/>
                  </a:lnTo>
                  <a:lnTo>
                    <a:pt x="823722" y="254342"/>
                  </a:lnTo>
                  <a:lnTo>
                    <a:pt x="823722" y="0"/>
                  </a:lnTo>
                  <a:close/>
                </a:path>
                <a:path w="1020444" h="1404620">
                  <a:moveTo>
                    <a:pt x="922007" y="1150048"/>
                  </a:moveTo>
                  <a:lnTo>
                    <a:pt x="868083" y="1150048"/>
                  </a:lnTo>
                  <a:lnTo>
                    <a:pt x="868083" y="1404391"/>
                  </a:lnTo>
                  <a:lnTo>
                    <a:pt x="922007" y="1404391"/>
                  </a:lnTo>
                  <a:lnTo>
                    <a:pt x="922007" y="1150048"/>
                  </a:lnTo>
                  <a:close/>
                </a:path>
                <a:path w="1020444" h="1404620">
                  <a:moveTo>
                    <a:pt x="922007" y="862533"/>
                  </a:moveTo>
                  <a:lnTo>
                    <a:pt x="868083" y="862533"/>
                  </a:lnTo>
                  <a:lnTo>
                    <a:pt x="868083" y="1116876"/>
                  </a:lnTo>
                  <a:lnTo>
                    <a:pt x="922007" y="1116876"/>
                  </a:lnTo>
                  <a:lnTo>
                    <a:pt x="922007" y="862533"/>
                  </a:lnTo>
                  <a:close/>
                </a:path>
                <a:path w="1020444" h="1404620">
                  <a:moveTo>
                    <a:pt x="922007" y="575030"/>
                  </a:moveTo>
                  <a:lnTo>
                    <a:pt x="868083" y="575030"/>
                  </a:lnTo>
                  <a:lnTo>
                    <a:pt x="868083" y="829360"/>
                  </a:lnTo>
                  <a:lnTo>
                    <a:pt x="922007" y="829360"/>
                  </a:lnTo>
                  <a:lnTo>
                    <a:pt x="922007" y="575030"/>
                  </a:lnTo>
                  <a:close/>
                </a:path>
                <a:path w="1020444" h="1404620">
                  <a:moveTo>
                    <a:pt x="922007" y="287515"/>
                  </a:moveTo>
                  <a:lnTo>
                    <a:pt x="868083" y="287515"/>
                  </a:lnTo>
                  <a:lnTo>
                    <a:pt x="868083" y="541845"/>
                  </a:lnTo>
                  <a:lnTo>
                    <a:pt x="922007" y="541845"/>
                  </a:lnTo>
                  <a:lnTo>
                    <a:pt x="922007" y="287515"/>
                  </a:lnTo>
                  <a:close/>
                </a:path>
                <a:path w="1020444" h="1404620">
                  <a:moveTo>
                    <a:pt x="922007" y="0"/>
                  </a:moveTo>
                  <a:lnTo>
                    <a:pt x="868083" y="0"/>
                  </a:lnTo>
                  <a:lnTo>
                    <a:pt x="868083" y="254342"/>
                  </a:lnTo>
                  <a:lnTo>
                    <a:pt x="922007" y="254342"/>
                  </a:lnTo>
                  <a:lnTo>
                    <a:pt x="922007" y="0"/>
                  </a:lnTo>
                  <a:close/>
                </a:path>
                <a:path w="1020444" h="1404620">
                  <a:moveTo>
                    <a:pt x="1020267" y="1150048"/>
                  </a:moveTo>
                  <a:lnTo>
                    <a:pt x="966355" y="1150048"/>
                  </a:lnTo>
                  <a:lnTo>
                    <a:pt x="966355" y="1404391"/>
                  </a:lnTo>
                  <a:lnTo>
                    <a:pt x="1020267" y="1404391"/>
                  </a:lnTo>
                  <a:lnTo>
                    <a:pt x="1020267" y="1150048"/>
                  </a:lnTo>
                  <a:close/>
                </a:path>
                <a:path w="1020444" h="1404620">
                  <a:moveTo>
                    <a:pt x="1020267" y="862533"/>
                  </a:moveTo>
                  <a:lnTo>
                    <a:pt x="966355" y="862533"/>
                  </a:lnTo>
                  <a:lnTo>
                    <a:pt x="966355" y="1116876"/>
                  </a:lnTo>
                  <a:lnTo>
                    <a:pt x="1020267" y="1116876"/>
                  </a:lnTo>
                  <a:lnTo>
                    <a:pt x="1020267" y="862533"/>
                  </a:lnTo>
                  <a:close/>
                </a:path>
                <a:path w="1020444" h="1404620">
                  <a:moveTo>
                    <a:pt x="1020267" y="575030"/>
                  </a:moveTo>
                  <a:lnTo>
                    <a:pt x="966355" y="575030"/>
                  </a:lnTo>
                  <a:lnTo>
                    <a:pt x="966355" y="829360"/>
                  </a:lnTo>
                  <a:lnTo>
                    <a:pt x="1020267" y="829360"/>
                  </a:lnTo>
                  <a:lnTo>
                    <a:pt x="1020267" y="575030"/>
                  </a:lnTo>
                  <a:close/>
                </a:path>
                <a:path w="1020444" h="1404620">
                  <a:moveTo>
                    <a:pt x="1020267" y="287515"/>
                  </a:moveTo>
                  <a:lnTo>
                    <a:pt x="966355" y="287515"/>
                  </a:lnTo>
                  <a:lnTo>
                    <a:pt x="966355" y="541845"/>
                  </a:lnTo>
                  <a:lnTo>
                    <a:pt x="1020267" y="541845"/>
                  </a:lnTo>
                  <a:lnTo>
                    <a:pt x="1020267" y="287515"/>
                  </a:lnTo>
                  <a:close/>
                </a:path>
                <a:path w="1020444" h="1404620">
                  <a:moveTo>
                    <a:pt x="1020267" y="0"/>
                  </a:moveTo>
                  <a:lnTo>
                    <a:pt x="966355" y="0"/>
                  </a:lnTo>
                  <a:lnTo>
                    <a:pt x="966355" y="254342"/>
                  </a:lnTo>
                  <a:lnTo>
                    <a:pt x="1020267" y="254342"/>
                  </a:lnTo>
                  <a:lnTo>
                    <a:pt x="1020267" y="0"/>
                  </a:lnTo>
                  <a:close/>
                </a:path>
              </a:pathLst>
            </a:custGeom>
            <a:solidFill>
              <a:srgbClr val="FFFFFF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13268873" y="1708911"/>
            <a:ext cx="1170940" cy="2023110"/>
            <a:chOff x="13268873" y="1708911"/>
            <a:chExt cx="1170940" cy="2023110"/>
          </a:xfrm>
        </p:grpSpPr>
        <p:sp>
          <p:nvSpPr>
            <p:cNvPr id="14" name="object 14" descr=""/>
            <p:cNvSpPr/>
            <p:nvPr/>
          </p:nvSpPr>
          <p:spPr>
            <a:xfrm>
              <a:off x="13268884" y="1708911"/>
              <a:ext cx="1170940" cy="2023110"/>
            </a:xfrm>
            <a:custGeom>
              <a:avLst/>
              <a:gdLst/>
              <a:ahLst/>
              <a:cxnLst/>
              <a:rect l="l" t="t" r="r" b="b"/>
              <a:pathLst>
                <a:path w="1170940" h="2023110">
                  <a:moveTo>
                    <a:pt x="1170456" y="0"/>
                  </a:moveTo>
                  <a:lnTo>
                    <a:pt x="0" y="0"/>
                  </a:lnTo>
                  <a:lnTo>
                    <a:pt x="0" y="2022922"/>
                  </a:lnTo>
                  <a:lnTo>
                    <a:pt x="1170456" y="2022922"/>
                  </a:lnTo>
                  <a:lnTo>
                    <a:pt x="1170456" y="0"/>
                  </a:lnTo>
                  <a:close/>
                </a:path>
              </a:pathLst>
            </a:custGeom>
            <a:solidFill>
              <a:srgbClr val="1DA2DC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268873" y="1708911"/>
              <a:ext cx="365125" cy="2023110"/>
            </a:xfrm>
            <a:custGeom>
              <a:avLst/>
              <a:gdLst/>
              <a:ahLst/>
              <a:cxnLst/>
              <a:rect l="l" t="t" r="r" b="b"/>
              <a:pathLst>
                <a:path w="365125" h="2023110">
                  <a:moveTo>
                    <a:pt x="364648" y="0"/>
                  </a:moveTo>
                  <a:lnTo>
                    <a:pt x="0" y="0"/>
                  </a:lnTo>
                  <a:lnTo>
                    <a:pt x="0" y="2022922"/>
                  </a:lnTo>
                  <a:lnTo>
                    <a:pt x="364648" y="2022922"/>
                  </a:lnTo>
                  <a:lnTo>
                    <a:pt x="364648" y="0"/>
                  </a:lnTo>
                  <a:close/>
                </a:path>
              </a:pathLst>
            </a:custGeom>
            <a:solidFill>
              <a:srgbClr val="73C5E9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343967" y="1805171"/>
              <a:ext cx="1020444" cy="1739900"/>
            </a:xfrm>
            <a:custGeom>
              <a:avLst/>
              <a:gdLst/>
              <a:ahLst/>
              <a:cxnLst/>
              <a:rect l="l" t="t" r="r" b="b"/>
              <a:pathLst>
                <a:path w="1020444" h="1739900">
                  <a:moveTo>
                    <a:pt x="53911" y="1516024"/>
                  </a:moveTo>
                  <a:lnTo>
                    <a:pt x="0" y="1516024"/>
                  </a:lnTo>
                  <a:lnTo>
                    <a:pt x="0" y="1739544"/>
                  </a:lnTo>
                  <a:lnTo>
                    <a:pt x="53911" y="1739544"/>
                  </a:lnTo>
                  <a:lnTo>
                    <a:pt x="53911" y="1516024"/>
                  </a:lnTo>
                  <a:close/>
                </a:path>
                <a:path w="1020444" h="1739900">
                  <a:moveTo>
                    <a:pt x="53911" y="1263345"/>
                  </a:moveTo>
                  <a:lnTo>
                    <a:pt x="0" y="1263345"/>
                  </a:lnTo>
                  <a:lnTo>
                    <a:pt x="0" y="1486865"/>
                  </a:lnTo>
                  <a:lnTo>
                    <a:pt x="53911" y="1486865"/>
                  </a:lnTo>
                  <a:lnTo>
                    <a:pt x="53911" y="1263345"/>
                  </a:lnTo>
                  <a:close/>
                </a:path>
                <a:path w="1020444" h="1739900">
                  <a:moveTo>
                    <a:pt x="53911" y="1010678"/>
                  </a:moveTo>
                  <a:lnTo>
                    <a:pt x="0" y="1010678"/>
                  </a:lnTo>
                  <a:lnTo>
                    <a:pt x="0" y="1234198"/>
                  </a:lnTo>
                  <a:lnTo>
                    <a:pt x="53911" y="1234198"/>
                  </a:lnTo>
                  <a:lnTo>
                    <a:pt x="53911" y="1010678"/>
                  </a:lnTo>
                  <a:close/>
                </a:path>
                <a:path w="1020444" h="1739900">
                  <a:moveTo>
                    <a:pt x="53911" y="758024"/>
                  </a:moveTo>
                  <a:lnTo>
                    <a:pt x="0" y="758024"/>
                  </a:lnTo>
                  <a:lnTo>
                    <a:pt x="0" y="981532"/>
                  </a:lnTo>
                  <a:lnTo>
                    <a:pt x="53911" y="981532"/>
                  </a:lnTo>
                  <a:lnTo>
                    <a:pt x="53911" y="758024"/>
                  </a:lnTo>
                  <a:close/>
                </a:path>
                <a:path w="1020444" h="1739900">
                  <a:moveTo>
                    <a:pt x="53911" y="505345"/>
                  </a:moveTo>
                  <a:lnTo>
                    <a:pt x="0" y="505345"/>
                  </a:lnTo>
                  <a:lnTo>
                    <a:pt x="0" y="728865"/>
                  </a:lnTo>
                  <a:lnTo>
                    <a:pt x="53911" y="728865"/>
                  </a:lnTo>
                  <a:lnTo>
                    <a:pt x="53911" y="505345"/>
                  </a:lnTo>
                  <a:close/>
                </a:path>
                <a:path w="1020444" h="1739900">
                  <a:moveTo>
                    <a:pt x="53911" y="252666"/>
                  </a:moveTo>
                  <a:lnTo>
                    <a:pt x="0" y="252666"/>
                  </a:lnTo>
                  <a:lnTo>
                    <a:pt x="0" y="476186"/>
                  </a:lnTo>
                  <a:lnTo>
                    <a:pt x="53911" y="476186"/>
                  </a:lnTo>
                  <a:lnTo>
                    <a:pt x="53911" y="252666"/>
                  </a:lnTo>
                  <a:close/>
                </a:path>
                <a:path w="1020444" h="1739900">
                  <a:moveTo>
                    <a:pt x="53911" y="0"/>
                  </a:moveTo>
                  <a:lnTo>
                    <a:pt x="0" y="0"/>
                  </a:lnTo>
                  <a:lnTo>
                    <a:pt x="0" y="223520"/>
                  </a:lnTo>
                  <a:lnTo>
                    <a:pt x="53911" y="223520"/>
                  </a:lnTo>
                  <a:lnTo>
                    <a:pt x="53911" y="0"/>
                  </a:lnTo>
                  <a:close/>
                </a:path>
                <a:path w="1020444" h="1739900">
                  <a:moveTo>
                    <a:pt x="152184" y="1516024"/>
                  </a:moveTo>
                  <a:lnTo>
                    <a:pt x="98272" y="1516024"/>
                  </a:lnTo>
                  <a:lnTo>
                    <a:pt x="98272" y="1739544"/>
                  </a:lnTo>
                  <a:lnTo>
                    <a:pt x="152184" y="1739544"/>
                  </a:lnTo>
                  <a:lnTo>
                    <a:pt x="152184" y="1516024"/>
                  </a:lnTo>
                  <a:close/>
                </a:path>
                <a:path w="1020444" h="1739900">
                  <a:moveTo>
                    <a:pt x="152184" y="1263345"/>
                  </a:moveTo>
                  <a:lnTo>
                    <a:pt x="98272" y="1263345"/>
                  </a:lnTo>
                  <a:lnTo>
                    <a:pt x="98272" y="1486865"/>
                  </a:lnTo>
                  <a:lnTo>
                    <a:pt x="152184" y="1486865"/>
                  </a:lnTo>
                  <a:lnTo>
                    <a:pt x="152184" y="1263345"/>
                  </a:lnTo>
                  <a:close/>
                </a:path>
                <a:path w="1020444" h="1739900">
                  <a:moveTo>
                    <a:pt x="152184" y="1010678"/>
                  </a:moveTo>
                  <a:lnTo>
                    <a:pt x="98272" y="1010678"/>
                  </a:lnTo>
                  <a:lnTo>
                    <a:pt x="98272" y="1234198"/>
                  </a:lnTo>
                  <a:lnTo>
                    <a:pt x="152184" y="1234198"/>
                  </a:lnTo>
                  <a:lnTo>
                    <a:pt x="152184" y="1010678"/>
                  </a:lnTo>
                  <a:close/>
                </a:path>
                <a:path w="1020444" h="1739900">
                  <a:moveTo>
                    <a:pt x="152184" y="758024"/>
                  </a:moveTo>
                  <a:lnTo>
                    <a:pt x="98272" y="758024"/>
                  </a:lnTo>
                  <a:lnTo>
                    <a:pt x="98272" y="981532"/>
                  </a:lnTo>
                  <a:lnTo>
                    <a:pt x="152184" y="981532"/>
                  </a:lnTo>
                  <a:lnTo>
                    <a:pt x="152184" y="758024"/>
                  </a:lnTo>
                  <a:close/>
                </a:path>
                <a:path w="1020444" h="1739900">
                  <a:moveTo>
                    <a:pt x="152184" y="505345"/>
                  </a:moveTo>
                  <a:lnTo>
                    <a:pt x="98272" y="505345"/>
                  </a:lnTo>
                  <a:lnTo>
                    <a:pt x="98272" y="728865"/>
                  </a:lnTo>
                  <a:lnTo>
                    <a:pt x="152184" y="728865"/>
                  </a:lnTo>
                  <a:lnTo>
                    <a:pt x="152184" y="505345"/>
                  </a:lnTo>
                  <a:close/>
                </a:path>
                <a:path w="1020444" h="1739900">
                  <a:moveTo>
                    <a:pt x="152184" y="252666"/>
                  </a:moveTo>
                  <a:lnTo>
                    <a:pt x="98272" y="252666"/>
                  </a:lnTo>
                  <a:lnTo>
                    <a:pt x="98272" y="476186"/>
                  </a:lnTo>
                  <a:lnTo>
                    <a:pt x="152184" y="476186"/>
                  </a:lnTo>
                  <a:lnTo>
                    <a:pt x="152184" y="252666"/>
                  </a:lnTo>
                  <a:close/>
                </a:path>
                <a:path w="1020444" h="1739900">
                  <a:moveTo>
                    <a:pt x="152184" y="0"/>
                  </a:moveTo>
                  <a:lnTo>
                    <a:pt x="98272" y="0"/>
                  </a:lnTo>
                  <a:lnTo>
                    <a:pt x="98272" y="223520"/>
                  </a:lnTo>
                  <a:lnTo>
                    <a:pt x="152184" y="223520"/>
                  </a:lnTo>
                  <a:lnTo>
                    <a:pt x="152184" y="0"/>
                  </a:lnTo>
                  <a:close/>
                </a:path>
                <a:path w="1020444" h="1739900">
                  <a:moveTo>
                    <a:pt x="250456" y="1516024"/>
                  </a:moveTo>
                  <a:lnTo>
                    <a:pt x="196545" y="1516024"/>
                  </a:lnTo>
                  <a:lnTo>
                    <a:pt x="196545" y="1739544"/>
                  </a:lnTo>
                  <a:lnTo>
                    <a:pt x="250456" y="1739544"/>
                  </a:lnTo>
                  <a:lnTo>
                    <a:pt x="250456" y="1516024"/>
                  </a:lnTo>
                  <a:close/>
                </a:path>
                <a:path w="1020444" h="1739900">
                  <a:moveTo>
                    <a:pt x="250456" y="1263345"/>
                  </a:moveTo>
                  <a:lnTo>
                    <a:pt x="196545" y="1263345"/>
                  </a:lnTo>
                  <a:lnTo>
                    <a:pt x="196545" y="1486865"/>
                  </a:lnTo>
                  <a:lnTo>
                    <a:pt x="250456" y="1486865"/>
                  </a:lnTo>
                  <a:lnTo>
                    <a:pt x="250456" y="1263345"/>
                  </a:lnTo>
                  <a:close/>
                </a:path>
                <a:path w="1020444" h="1739900">
                  <a:moveTo>
                    <a:pt x="250456" y="1010678"/>
                  </a:moveTo>
                  <a:lnTo>
                    <a:pt x="196545" y="1010678"/>
                  </a:lnTo>
                  <a:lnTo>
                    <a:pt x="196545" y="1234198"/>
                  </a:lnTo>
                  <a:lnTo>
                    <a:pt x="250456" y="1234198"/>
                  </a:lnTo>
                  <a:lnTo>
                    <a:pt x="250456" y="1010678"/>
                  </a:lnTo>
                  <a:close/>
                </a:path>
                <a:path w="1020444" h="1739900">
                  <a:moveTo>
                    <a:pt x="250456" y="758024"/>
                  </a:moveTo>
                  <a:lnTo>
                    <a:pt x="196545" y="758024"/>
                  </a:lnTo>
                  <a:lnTo>
                    <a:pt x="196545" y="981532"/>
                  </a:lnTo>
                  <a:lnTo>
                    <a:pt x="250456" y="981532"/>
                  </a:lnTo>
                  <a:lnTo>
                    <a:pt x="250456" y="758024"/>
                  </a:lnTo>
                  <a:close/>
                </a:path>
                <a:path w="1020444" h="1739900">
                  <a:moveTo>
                    <a:pt x="250456" y="505345"/>
                  </a:moveTo>
                  <a:lnTo>
                    <a:pt x="196545" y="505345"/>
                  </a:lnTo>
                  <a:lnTo>
                    <a:pt x="196545" y="728865"/>
                  </a:lnTo>
                  <a:lnTo>
                    <a:pt x="250456" y="728865"/>
                  </a:lnTo>
                  <a:lnTo>
                    <a:pt x="250456" y="505345"/>
                  </a:lnTo>
                  <a:close/>
                </a:path>
                <a:path w="1020444" h="1739900">
                  <a:moveTo>
                    <a:pt x="250456" y="252666"/>
                  </a:moveTo>
                  <a:lnTo>
                    <a:pt x="196545" y="252666"/>
                  </a:lnTo>
                  <a:lnTo>
                    <a:pt x="196545" y="476186"/>
                  </a:lnTo>
                  <a:lnTo>
                    <a:pt x="250456" y="476186"/>
                  </a:lnTo>
                  <a:lnTo>
                    <a:pt x="250456" y="252666"/>
                  </a:lnTo>
                  <a:close/>
                </a:path>
                <a:path w="1020444" h="1739900">
                  <a:moveTo>
                    <a:pt x="250456" y="0"/>
                  </a:moveTo>
                  <a:lnTo>
                    <a:pt x="196545" y="0"/>
                  </a:lnTo>
                  <a:lnTo>
                    <a:pt x="196545" y="223520"/>
                  </a:lnTo>
                  <a:lnTo>
                    <a:pt x="250456" y="223520"/>
                  </a:lnTo>
                  <a:lnTo>
                    <a:pt x="250456" y="0"/>
                  </a:lnTo>
                  <a:close/>
                </a:path>
                <a:path w="1020444" h="1739900">
                  <a:moveTo>
                    <a:pt x="430618" y="1516024"/>
                  </a:moveTo>
                  <a:lnTo>
                    <a:pt x="376707" y="1516024"/>
                  </a:lnTo>
                  <a:lnTo>
                    <a:pt x="376707" y="1739544"/>
                  </a:lnTo>
                  <a:lnTo>
                    <a:pt x="430618" y="1739544"/>
                  </a:lnTo>
                  <a:lnTo>
                    <a:pt x="430618" y="1516024"/>
                  </a:lnTo>
                  <a:close/>
                </a:path>
                <a:path w="1020444" h="1739900">
                  <a:moveTo>
                    <a:pt x="430618" y="1263345"/>
                  </a:moveTo>
                  <a:lnTo>
                    <a:pt x="376707" y="1263345"/>
                  </a:lnTo>
                  <a:lnTo>
                    <a:pt x="376707" y="1486865"/>
                  </a:lnTo>
                  <a:lnTo>
                    <a:pt x="430618" y="1486865"/>
                  </a:lnTo>
                  <a:lnTo>
                    <a:pt x="430618" y="1263345"/>
                  </a:lnTo>
                  <a:close/>
                </a:path>
                <a:path w="1020444" h="1739900">
                  <a:moveTo>
                    <a:pt x="430618" y="1010678"/>
                  </a:moveTo>
                  <a:lnTo>
                    <a:pt x="376707" y="1010678"/>
                  </a:lnTo>
                  <a:lnTo>
                    <a:pt x="376707" y="1234198"/>
                  </a:lnTo>
                  <a:lnTo>
                    <a:pt x="430618" y="1234198"/>
                  </a:lnTo>
                  <a:lnTo>
                    <a:pt x="430618" y="1010678"/>
                  </a:lnTo>
                  <a:close/>
                </a:path>
                <a:path w="1020444" h="1739900">
                  <a:moveTo>
                    <a:pt x="430618" y="758024"/>
                  </a:moveTo>
                  <a:lnTo>
                    <a:pt x="376707" y="758024"/>
                  </a:lnTo>
                  <a:lnTo>
                    <a:pt x="376707" y="981532"/>
                  </a:lnTo>
                  <a:lnTo>
                    <a:pt x="430618" y="981532"/>
                  </a:lnTo>
                  <a:lnTo>
                    <a:pt x="430618" y="758024"/>
                  </a:lnTo>
                  <a:close/>
                </a:path>
                <a:path w="1020444" h="1739900">
                  <a:moveTo>
                    <a:pt x="430618" y="505345"/>
                  </a:moveTo>
                  <a:lnTo>
                    <a:pt x="376707" y="505345"/>
                  </a:lnTo>
                  <a:lnTo>
                    <a:pt x="376707" y="728865"/>
                  </a:lnTo>
                  <a:lnTo>
                    <a:pt x="430618" y="728865"/>
                  </a:lnTo>
                  <a:lnTo>
                    <a:pt x="430618" y="505345"/>
                  </a:lnTo>
                  <a:close/>
                </a:path>
                <a:path w="1020444" h="1739900">
                  <a:moveTo>
                    <a:pt x="430618" y="252666"/>
                  </a:moveTo>
                  <a:lnTo>
                    <a:pt x="376707" y="252666"/>
                  </a:lnTo>
                  <a:lnTo>
                    <a:pt x="376707" y="476186"/>
                  </a:lnTo>
                  <a:lnTo>
                    <a:pt x="430618" y="476186"/>
                  </a:lnTo>
                  <a:lnTo>
                    <a:pt x="430618" y="252666"/>
                  </a:lnTo>
                  <a:close/>
                </a:path>
                <a:path w="1020444" h="1739900">
                  <a:moveTo>
                    <a:pt x="430618" y="0"/>
                  </a:moveTo>
                  <a:lnTo>
                    <a:pt x="376707" y="0"/>
                  </a:lnTo>
                  <a:lnTo>
                    <a:pt x="376707" y="223520"/>
                  </a:lnTo>
                  <a:lnTo>
                    <a:pt x="430618" y="223520"/>
                  </a:lnTo>
                  <a:lnTo>
                    <a:pt x="430618" y="0"/>
                  </a:lnTo>
                  <a:close/>
                </a:path>
                <a:path w="1020444" h="1739900">
                  <a:moveTo>
                    <a:pt x="528904" y="1516024"/>
                  </a:moveTo>
                  <a:lnTo>
                    <a:pt x="474992" y="1516024"/>
                  </a:lnTo>
                  <a:lnTo>
                    <a:pt x="474992" y="1739544"/>
                  </a:lnTo>
                  <a:lnTo>
                    <a:pt x="528904" y="1739544"/>
                  </a:lnTo>
                  <a:lnTo>
                    <a:pt x="528904" y="1516024"/>
                  </a:lnTo>
                  <a:close/>
                </a:path>
                <a:path w="1020444" h="1739900">
                  <a:moveTo>
                    <a:pt x="528904" y="1263345"/>
                  </a:moveTo>
                  <a:lnTo>
                    <a:pt x="474992" y="1263345"/>
                  </a:lnTo>
                  <a:lnTo>
                    <a:pt x="474992" y="1486865"/>
                  </a:lnTo>
                  <a:lnTo>
                    <a:pt x="528904" y="1486865"/>
                  </a:lnTo>
                  <a:lnTo>
                    <a:pt x="528904" y="1263345"/>
                  </a:lnTo>
                  <a:close/>
                </a:path>
                <a:path w="1020444" h="1739900">
                  <a:moveTo>
                    <a:pt x="528904" y="1010678"/>
                  </a:moveTo>
                  <a:lnTo>
                    <a:pt x="474992" y="1010678"/>
                  </a:lnTo>
                  <a:lnTo>
                    <a:pt x="474992" y="1234198"/>
                  </a:lnTo>
                  <a:lnTo>
                    <a:pt x="528904" y="1234198"/>
                  </a:lnTo>
                  <a:lnTo>
                    <a:pt x="528904" y="1010678"/>
                  </a:lnTo>
                  <a:close/>
                </a:path>
                <a:path w="1020444" h="1739900">
                  <a:moveTo>
                    <a:pt x="528904" y="758024"/>
                  </a:moveTo>
                  <a:lnTo>
                    <a:pt x="474992" y="758024"/>
                  </a:lnTo>
                  <a:lnTo>
                    <a:pt x="474992" y="981532"/>
                  </a:lnTo>
                  <a:lnTo>
                    <a:pt x="528904" y="981532"/>
                  </a:lnTo>
                  <a:lnTo>
                    <a:pt x="528904" y="758024"/>
                  </a:lnTo>
                  <a:close/>
                </a:path>
                <a:path w="1020444" h="1739900">
                  <a:moveTo>
                    <a:pt x="528904" y="505345"/>
                  </a:moveTo>
                  <a:lnTo>
                    <a:pt x="474992" y="505345"/>
                  </a:lnTo>
                  <a:lnTo>
                    <a:pt x="474992" y="728865"/>
                  </a:lnTo>
                  <a:lnTo>
                    <a:pt x="528904" y="728865"/>
                  </a:lnTo>
                  <a:lnTo>
                    <a:pt x="528904" y="505345"/>
                  </a:lnTo>
                  <a:close/>
                </a:path>
                <a:path w="1020444" h="1739900">
                  <a:moveTo>
                    <a:pt x="528904" y="252666"/>
                  </a:moveTo>
                  <a:lnTo>
                    <a:pt x="474992" y="252666"/>
                  </a:lnTo>
                  <a:lnTo>
                    <a:pt x="474992" y="476186"/>
                  </a:lnTo>
                  <a:lnTo>
                    <a:pt x="528904" y="476186"/>
                  </a:lnTo>
                  <a:lnTo>
                    <a:pt x="528904" y="252666"/>
                  </a:lnTo>
                  <a:close/>
                </a:path>
                <a:path w="1020444" h="1739900">
                  <a:moveTo>
                    <a:pt x="528904" y="0"/>
                  </a:moveTo>
                  <a:lnTo>
                    <a:pt x="474992" y="0"/>
                  </a:lnTo>
                  <a:lnTo>
                    <a:pt x="474992" y="223520"/>
                  </a:lnTo>
                  <a:lnTo>
                    <a:pt x="528904" y="223520"/>
                  </a:lnTo>
                  <a:lnTo>
                    <a:pt x="528904" y="0"/>
                  </a:lnTo>
                  <a:close/>
                </a:path>
                <a:path w="1020444" h="1739900">
                  <a:moveTo>
                    <a:pt x="627176" y="1516024"/>
                  </a:moveTo>
                  <a:lnTo>
                    <a:pt x="573252" y="1516024"/>
                  </a:lnTo>
                  <a:lnTo>
                    <a:pt x="573252" y="1739544"/>
                  </a:lnTo>
                  <a:lnTo>
                    <a:pt x="627176" y="1739544"/>
                  </a:lnTo>
                  <a:lnTo>
                    <a:pt x="627176" y="1516024"/>
                  </a:lnTo>
                  <a:close/>
                </a:path>
                <a:path w="1020444" h="1739900">
                  <a:moveTo>
                    <a:pt x="627176" y="1263345"/>
                  </a:moveTo>
                  <a:lnTo>
                    <a:pt x="573252" y="1263345"/>
                  </a:lnTo>
                  <a:lnTo>
                    <a:pt x="573252" y="1486865"/>
                  </a:lnTo>
                  <a:lnTo>
                    <a:pt x="627176" y="1486865"/>
                  </a:lnTo>
                  <a:lnTo>
                    <a:pt x="627176" y="1263345"/>
                  </a:lnTo>
                  <a:close/>
                </a:path>
                <a:path w="1020444" h="1739900">
                  <a:moveTo>
                    <a:pt x="627176" y="1010678"/>
                  </a:moveTo>
                  <a:lnTo>
                    <a:pt x="573252" y="1010678"/>
                  </a:lnTo>
                  <a:lnTo>
                    <a:pt x="573252" y="1234198"/>
                  </a:lnTo>
                  <a:lnTo>
                    <a:pt x="627176" y="1234198"/>
                  </a:lnTo>
                  <a:lnTo>
                    <a:pt x="627176" y="1010678"/>
                  </a:lnTo>
                  <a:close/>
                </a:path>
                <a:path w="1020444" h="1739900">
                  <a:moveTo>
                    <a:pt x="627176" y="758024"/>
                  </a:moveTo>
                  <a:lnTo>
                    <a:pt x="573252" y="758024"/>
                  </a:lnTo>
                  <a:lnTo>
                    <a:pt x="573252" y="981532"/>
                  </a:lnTo>
                  <a:lnTo>
                    <a:pt x="627176" y="981532"/>
                  </a:lnTo>
                  <a:lnTo>
                    <a:pt x="627176" y="758024"/>
                  </a:lnTo>
                  <a:close/>
                </a:path>
                <a:path w="1020444" h="1739900">
                  <a:moveTo>
                    <a:pt x="627176" y="505345"/>
                  </a:moveTo>
                  <a:lnTo>
                    <a:pt x="573252" y="505345"/>
                  </a:lnTo>
                  <a:lnTo>
                    <a:pt x="573252" y="728865"/>
                  </a:lnTo>
                  <a:lnTo>
                    <a:pt x="627176" y="728865"/>
                  </a:lnTo>
                  <a:lnTo>
                    <a:pt x="627176" y="505345"/>
                  </a:lnTo>
                  <a:close/>
                </a:path>
                <a:path w="1020444" h="1739900">
                  <a:moveTo>
                    <a:pt x="627176" y="252666"/>
                  </a:moveTo>
                  <a:lnTo>
                    <a:pt x="573252" y="252666"/>
                  </a:lnTo>
                  <a:lnTo>
                    <a:pt x="573252" y="476186"/>
                  </a:lnTo>
                  <a:lnTo>
                    <a:pt x="627176" y="476186"/>
                  </a:lnTo>
                  <a:lnTo>
                    <a:pt x="627176" y="252666"/>
                  </a:lnTo>
                  <a:close/>
                </a:path>
                <a:path w="1020444" h="1739900">
                  <a:moveTo>
                    <a:pt x="627176" y="0"/>
                  </a:moveTo>
                  <a:lnTo>
                    <a:pt x="573252" y="0"/>
                  </a:lnTo>
                  <a:lnTo>
                    <a:pt x="573252" y="223520"/>
                  </a:lnTo>
                  <a:lnTo>
                    <a:pt x="627176" y="223520"/>
                  </a:lnTo>
                  <a:lnTo>
                    <a:pt x="627176" y="0"/>
                  </a:lnTo>
                  <a:close/>
                </a:path>
                <a:path w="1020444" h="1739900">
                  <a:moveTo>
                    <a:pt x="725449" y="1516024"/>
                  </a:moveTo>
                  <a:lnTo>
                    <a:pt x="671537" y="1516024"/>
                  </a:lnTo>
                  <a:lnTo>
                    <a:pt x="671537" y="1739544"/>
                  </a:lnTo>
                  <a:lnTo>
                    <a:pt x="725449" y="1739544"/>
                  </a:lnTo>
                  <a:lnTo>
                    <a:pt x="725449" y="1516024"/>
                  </a:lnTo>
                  <a:close/>
                </a:path>
                <a:path w="1020444" h="1739900">
                  <a:moveTo>
                    <a:pt x="725449" y="1263345"/>
                  </a:moveTo>
                  <a:lnTo>
                    <a:pt x="671537" y="1263345"/>
                  </a:lnTo>
                  <a:lnTo>
                    <a:pt x="671537" y="1486865"/>
                  </a:lnTo>
                  <a:lnTo>
                    <a:pt x="725449" y="1486865"/>
                  </a:lnTo>
                  <a:lnTo>
                    <a:pt x="725449" y="1263345"/>
                  </a:lnTo>
                  <a:close/>
                </a:path>
                <a:path w="1020444" h="1739900">
                  <a:moveTo>
                    <a:pt x="725449" y="1010678"/>
                  </a:moveTo>
                  <a:lnTo>
                    <a:pt x="671537" y="1010678"/>
                  </a:lnTo>
                  <a:lnTo>
                    <a:pt x="671537" y="1234198"/>
                  </a:lnTo>
                  <a:lnTo>
                    <a:pt x="725449" y="1234198"/>
                  </a:lnTo>
                  <a:lnTo>
                    <a:pt x="725449" y="1010678"/>
                  </a:lnTo>
                  <a:close/>
                </a:path>
                <a:path w="1020444" h="1739900">
                  <a:moveTo>
                    <a:pt x="725449" y="758024"/>
                  </a:moveTo>
                  <a:lnTo>
                    <a:pt x="671537" y="758024"/>
                  </a:lnTo>
                  <a:lnTo>
                    <a:pt x="671537" y="981532"/>
                  </a:lnTo>
                  <a:lnTo>
                    <a:pt x="725449" y="981532"/>
                  </a:lnTo>
                  <a:lnTo>
                    <a:pt x="725449" y="758024"/>
                  </a:lnTo>
                  <a:close/>
                </a:path>
                <a:path w="1020444" h="1739900">
                  <a:moveTo>
                    <a:pt x="725449" y="505345"/>
                  </a:moveTo>
                  <a:lnTo>
                    <a:pt x="671537" y="505345"/>
                  </a:lnTo>
                  <a:lnTo>
                    <a:pt x="671537" y="728865"/>
                  </a:lnTo>
                  <a:lnTo>
                    <a:pt x="725449" y="728865"/>
                  </a:lnTo>
                  <a:lnTo>
                    <a:pt x="725449" y="505345"/>
                  </a:lnTo>
                  <a:close/>
                </a:path>
                <a:path w="1020444" h="1739900">
                  <a:moveTo>
                    <a:pt x="725449" y="252666"/>
                  </a:moveTo>
                  <a:lnTo>
                    <a:pt x="671537" y="252666"/>
                  </a:lnTo>
                  <a:lnTo>
                    <a:pt x="671537" y="476186"/>
                  </a:lnTo>
                  <a:lnTo>
                    <a:pt x="725449" y="476186"/>
                  </a:lnTo>
                  <a:lnTo>
                    <a:pt x="725449" y="252666"/>
                  </a:lnTo>
                  <a:close/>
                </a:path>
                <a:path w="1020444" h="1739900">
                  <a:moveTo>
                    <a:pt x="725449" y="0"/>
                  </a:moveTo>
                  <a:lnTo>
                    <a:pt x="671537" y="0"/>
                  </a:lnTo>
                  <a:lnTo>
                    <a:pt x="671537" y="223520"/>
                  </a:lnTo>
                  <a:lnTo>
                    <a:pt x="725449" y="223520"/>
                  </a:lnTo>
                  <a:lnTo>
                    <a:pt x="725449" y="0"/>
                  </a:lnTo>
                  <a:close/>
                </a:path>
                <a:path w="1020444" h="1739900">
                  <a:moveTo>
                    <a:pt x="823722" y="1516024"/>
                  </a:moveTo>
                  <a:lnTo>
                    <a:pt x="769810" y="1516024"/>
                  </a:lnTo>
                  <a:lnTo>
                    <a:pt x="769810" y="1739544"/>
                  </a:lnTo>
                  <a:lnTo>
                    <a:pt x="823722" y="1739544"/>
                  </a:lnTo>
                  <a:lnTo>
                    <a:pt x="823722" y="1516024"/>
                  </a:lnTo>
                  <a:close/>
                </a:path>
                <a:path w="1020444" h="1739900">
                  <a:moveTo>
                    <a:pt x="823722" y="1263345"/>
                  </a:moveTo>
                  <a:lnTo>
                    <a:pt x="769810" y="1263345"/>
                  </a:lnTo>
                  <a:lnTo>
                    <a:pt x="769810" y="1486865"/>
                  </a:lnTo>
                  <a:lnTo>
                    <a:pt x="823722" y="1486865"/>
                  </a:lnTo>
                  <a:lnTo>
                    <a:pt x="823722" y="1263345"/>
                  </a:lnTo>
                  <a:close/>
                </a:path>
                <a:path w="1020444" h="1739900">
                  <a:moveTo>
                    <a:pt x="823722" y="1010678"/>
                  </a:moveTo>
                  <a:lnTo>
                    <a:pt x="769810" y="1010678"/>
                  </a:lnTo>
                  <a:lnTo>
                    <a:pt x="769810" y="1234198"/>
                  </a:lnTo>
                  <a:lnTo>
                    <a:pt x="823722" y="1234198"/>
                  </a:lnTo>
                  <a:lnTo>
                    <a:pt x="823722" y="1010678"/>
                  </a:lnTo>
                  <a:close/>
                </a:path>
                <a:path w="1020444" h="1739900">
                  <a:moveTo>
                    <a:pt x="823722" y="758024"/>
                  </a:moveTo>
                  <a:lnTo>
                    <a:pt x="769810" y="758024"/>
                  </a:lnTo>
                  <a:lnTo>
                    <a:pt x="769810" y="981532"/>
                  </a:lnTo>
                  <a:lnTo>
                    <a:pt x="823722" y="981532"/>
                  </a:lnTo>
                  <a:lnTo>
                    <a:pt x="823722" y="758024"/>
                  </a:lnTo>
                  <a:close/>
                </a:path>
                <a:path w="1020444" h="1739900">
                  <a:moveTo>
                    <a:pt x="823722" y="505345"/>
                  </a:moveTo>
                  <a:lnTo>
                    <a:pt x="769810" y="505345"/>
                  </a:lnTo>
                  <a:lnTo>
                    <a:pt x="769810" y="728865"/>
                  </a:lnTo>
                  <a:lnTo>
                    <a:pt x="823722" y="728865"/>
                  </a:lnTo>
                  <a:lnTo>
                    <a:pt x="823722" y="505345"/>
                  </a:lnTo>
                  <a:close/>
                </a:path>
                <a:path w="1020444" h="1739900">
                  <a:moveTo>
                    <a:pt x="823722" y="252666"/>
                  </a:moveTo>
                  <a:lnTo>
                    <a:pt x="769810" y="252666"/>
                  </a:lnTo>
                  <a:lnTo>
                    <a:pt x="769810" y="476186"/>
                  </a:lnTo>
                  <a:lnTo>
                    <a:pt x="823722" y="476186"/>
                  </a:lnTo>
                  <a:lnTo>
                    <a:pt x="823722" y="252666"/>
                  </a:lnTo>
                  <a:close/>
                </a:path>
                <a:path w="1020444" h="1739900">
                  <a:moveTo>
                    <a:pt x="823722" y="0"/>
                  </a:moveTo>
                  <a:lnTo>
                    <a:pt x="769810" y="0"/>
                  </a:lnTo>
                  <a:lnTo>
                    <a:pt x="769810" y="223520"/>
                  </a:lnTo>
                  <a:lnTo>
                    <a:pt x="823722" y="223520"/>
                  </a:lnTo>
                  <a:lnTo>
                    <a:pt x="823722" y="0"/>
                  </a:lnTo>
                  <a:close/>
                </a:path>
                <a:path w="1020444" h="1739900">
                  <a:moveTo>
                    <a:pt x="921994" y="1516024"/>
                  </a:moveTo>
                  <a:lnTo>
                    <a:pt x="868083" y="1516024"/>
                  </a:lnTo>
                  <a:lnTo>
                    <a:pt x="868083" y="1739544"/>
                  </a:lnTo>
                  <a:lnTo>
                    <a:pt x="921994" y="1739544"/>
                  </a:lnTo>
                  <a:lnTo>
                    <a:pt x="921994" y="1516024"/>
                  </a:lnTo>
                  <a:close/>
                </a:path>
                <a:path w="1020444" h="1739900">
                  <a:moveTo>
                    <a:pt x="921994" y="1263345"/>
                  </a:moveTo>
                  <a:lnTo>
                    <a:pt x="868083" y="1263345"/>
                  </a:lnTo>
                  <a:lnTo>
                    <a:pt x="868083" y="1486865"/>
                  </a:lnTo>
                  <a:lnTo>
                    <a:pt x="921994" y="1486865"/>
                  </a:lnTo>
                  <a:lnTo>
                    <a:pt x="921994" y="1263345"/>
                  </a:lnTo>
                  <a:close/>
                </a:path>
                <a:path w="1020444" h="1739900">
                  <a:moveTo>
                    <a:pt x="921994" y="1010678"/>
                  </a:moveTo>
                  <a:lnTo>
                    <a:pt x="868083" y="1010678"/>
                  </a:lnTo>
                  <a:lnTo>
                    <a:pt x="868083" y="1234198"/>
                  </a:lnTo>
                  <a:lnTo>
                    <a:pt x="921994" y="1234198"/>
                  </a:lnTo>
                  <a:lnTo>
                    <a:pt x="921994" y="1010678"/>
                  </a:lnTo>
                  <a:close/>
                </a:path>
                <a:path w="1020444" h="1739900">
                  <a:moveTo>
                    <a:pt x="921994" y="758024"/>
                  </a:moveTo>
                  <a:lnTo>
                    <a:pt x="868083" y="758024"/>
                  </a:lnTo>
                  <a:lnTo>
                    <a:pt x="868083" y="981532"/>
                  </a:lnTo>
                  <a:lnTo>
                    <a:pt x="921994" y="981532"/>
                  </a:lnTo>
                  <a:lnTo>
                    <a:pt x="921994" y="758024"/>
                  </a:lnTo>
                  <a:close/>
                </a:path>
                <a:path w="1020444" h="1739900">
                  <a:moveTo>
                    <a:pt x="921994" y="505345"/>
                  </a:moveTo>
                  <a:lnTo>
                    <a:pt x="868083" y="505345"/>
                  </a:lnTo>
                  <a:lnTo>
                    <a:pt x="868083" y="728865"/>
                  </a:lnTo>
                  <a:lnTo>
                    <a:pt x="921994" y="728865"/>
                  </a:lnTo>
                  <a:lnTo>
                    <a:pt x="921994" y="505345"/>
                  </a:lnTo>
                  <a:close/>
                </a:path>
                <a:path w="1020444" h="1739900">
                  <a:moveTo>
                    <a:pt x="921994" y="252666"/>
                  </a:moveTo>
                  <a:lnTo>
                    <a:pt x="868083" y="252666"/>
                  </a:lnTo>
                  <a:lnTo>
                    <a:pt x="868083" y="476186"/>
                  </a:lnTo>
                  <a:lnTo>
                    <a:pt x="921994" y="476186"/>
                  </a:lnTo>
                  <a:lnTo>
                    <a:pt x="921994" y="252666"/>
                  </a:lnTo>
                  <a:close/>
                </a:path>
                <a:path w="1020444" h="1739900">
                  <a:moveTo>
                    <a:pt x="921994" y="0"/>
                  </a:moveTo>
                  <a:lnTo>
                    <a:pt x="868083" y="0"/>
                  </a:lnTo>
                  <a:lnTo>
                    <a:pt x="868083" y="223520"/>
                  </a:lnTo>
                  <a:lnTo>
                    <a:pt x="921994" y="223520"/>
                  </a:lnTo>
                  <a:lnTo>
                    <a:pt x="921994" y="0"/>
                  </a:lnTo>
                  <a:close/>
                </a:path>
                <a:path w="1020444" h="1739900">
                  <a:moveTo>
                    <a:pt x="1020267" y="1516024"/>
                  </a:moveTo>
                  <a:lnTo>
                    <a:pt x="966355" y="1516024"/>
                  </a:lnTo>
                  <a:lnTo>
                    <a:pt x="966355" y="1739544"/>
                  </a:lnTo>
                  <a:lnTo>
                    <a:pt x="1020267" y="1739544"/>
                  </a:lnTo>
                  <a:lnTo>
                    <a:pt x="1020267" y="1516024"/>
                  </a:lnTo>
                  <a:close/>
                </a:path>
                <a:path w="1020444" h="1739900">
                  <a:moveTo>
                    <a:pt x="1020267" y="1263345"/>
                  </a:moveTo>
                  <a:lnTo>
                    <a:pt x="966355" y="1263345"/>
                  </a:lnTo>
                  <a:lnTo>
                    <a:pt x="966355" y="1486865"/>
                  </a:lnTo>
                  <a:lnTo>
                    <a:pt x="1020267" y="1486865"/>
                  </a:lnTo>
                  <a:lnTo>
                    <a:pt x="1020267" y="1263345"/>
                  </a:lnTo>
                  <a:close/>
                </a:path>
                <a:path w="1020444" h="1739900">
                  <a:moveTo>
                    <a:pt x="1020267" y="1010678"/>
                  </a:moveTo>
                  <a:lnTo>
                    <a:pt x="966355" y="1010678"/>
                  </a:lnTo>
                  <a:lnTo>
                    <a:pt x="966355" y="1234198"/>
                  </a:lnTo>
                  <a:lnTo>
                    <a:pt x="1020267" y="1234198"/>
                  </a:lnTo>
                  <a:lnTo>
                    <a:pt x="1020267" y="1010678"/>
                  </a:lnTo>
                  <a:close/>
                </a:path>
                <a:path w="1020444" h="1739900">
                  <a:moveTo>
                    <a:pt x="1020267" y="758024"/>
                  </a:moveTo>
                  <a:lnTo>
                    <a:pt x="966355" y="758024"/>
                  </a:lnTo>
                  <a:lnTo>
                    <a:pt x="966355" y="981532"/>
                  </a:lnTo>
                  <a:lnTo>
                    <a:pt x="1020267" y="981532"/>
                  </a:lnTo>
                  <a:lnTo>
                    <a:pt x="1020267" y="758024"/>
                  </a:lnTo>
                  <a:close/>
                </a:path>
                <a:path w="1020444" h="1739900">
                  <a:moveTo>
                    <a:pt x="1020267" y="505345"/>
                  </a:moveTo>
                  <a:lnTo>
                    <a:pt x="966355" y="505345"/>
                  </a:lnTo>
                  <a:lnTo>
                    <a:pt x="966355" y="728865"/>
                  </a:lnTo>
                  <a:lnTo>
                    <a:pt x="1020267" y="728865"/>
                  </a:lnTo>
                  <a:lnTo>
                    <a:pt x="1020267" y="505345"/>
                  </a:lnTo>
                  <a:close/>
                </a:path>
                <a:path w="1020444" h="1739900">
                  <a:moveTo>
                    <a:pt x="1020267" y="252666"/>
                  </a:moveTo>
                  <a:lnTo>
                    <a:pt x="966355" y="252666"/>
                  </a:lnTo>
                  <a:lnTo>
                    <a:pt x="966355" y="476186"/>
                  </a:lnTo>
                  <a:lnTo>
                    <a:pt x="1020267" y="476186"/>
                  </a:lnTo>
                  <a:lnTo>
                    <a:pt x="1020267" y="252666"/>
                  </a:lnTo>
                  <a:close/>
                </a:path>
                <a:path w="1020444" h="1739900">
                  <a:moveTo>
                    <a:pt x="1020267" y="0"/>
                  </a:moveTo>
                  <a:lnTo>
                    <a:pt x="966355" y="0"/>
                  </a:lnTo>
                  <a:lnTo>
                    <a:pt x="966355" y="223520"/>
                  </a:lnTo>
                  <a:lnTo>
                    <a:pt x="1020267" y="223520"/>
                  </a:lnTo>
                  <a:lnTo>
                    <a:pt x="1020267" y="0"/>
                  </a:lnTo>
                  <a:close/>
                </a:path>
              </a:pathLst>
            </a:custGeom>
            <a:solidFill>
              <a:srgbClr val="FFFFFF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14123224" y="968808"/>
            <a:ext cx="2205990" cy="2763520"/>
            <a:chOff x="14123224" y="968808"/>
            <a:chExt cx="2205990" cy="2763520"/>
          </a:xfrm>
        </p:grpSpPr>
        <p:sp>
          <p:nvSpPr>
            <p:cNvPr id="18" name="object 18" descr=""/>
            <p:cNvSpPr/>
            <p:nvPr/>
          </p:nvSpPr>
          <p:spPr>
            <a:xfrm>
              <a:off x="15516857" y="1876675"/>
              <a:ext cx="812165" cy="1855470"/>
            </a:xfrm>
            <a:custGeom>
              <a:avLst/>
              <a:gdLst/>
              <a:ahLst/>
              <a:cxnLst/>
              <a:rect l="l" t="t" r="r" b="b"/>
              <a:pathLst>
                <a:path w="812165" h="1855470">
                  <a:moveTo>
                    <a:pt x="811797" y="0"/>
                  </a:moveTo>
                  <a:lnTo>
                    <a:pt x="0" y="0"/>
                  </a:lnTo>
                  <a:lnTo>
                    <a:pt x="0" y="1855158"/>
                  </a:lnTo>
                  <a:lnTo>
                    <a:pt x="811797" y="1855158"/>
                  </a:lnTo>
                  <a:lnTo>
                    <a:pt x="811797" y="0"/>
                  </a:lnTo>
                  <a:close/>
                </a:path>
              </a:pathLst>
            </a:custGeom>
            <a:solidFill>
              <a:srgbClr val="1DA2DC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516857" y="1876675"/>
              <a:ext cx="253365" cy="1855470"/>
            </a:xfrm>
            <a:custGeom>
              <a:avLst/>
              <a:gdLst/>
              <a:ahLst/>
              <a:cxnLst/>
              <a:rect l="l" t="t" r="r" b="b"/>
              <a:pathLst>
                <a:path w="253365" h="1855470">
                  <a:moveTo>
                    <a:pt x="252903" y="0"/>
                  </a:moveTo>
                  <a:lnTo>
                    <a:pt x="0" y="0"/>
                  </a:lnTo>
                  <a:lnTo>
                    <a:pt x="0" y="1855158"/>
                  </a:lnTo>
                  <a:lnTo>
                    <a:pt x="252903" y="1855158"/>
                  </a:lnTo>
                  <a:lnTo>
                    <a:pt x="252903" y="0"/>
                  </a:lnTo>
                  <a:close/>
                </a:path>
              </a:pathLst>
            </a:custGeom>
            <a:solidFill>
              <a:srgbClr val="73C5E9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516848" y="1978132"/>
              <a:ext cx="812165" cy="1607820"/>
            </a:xfrm>
            <a:custGeom>
              <a:avLst/>
              <a:gdLst/>
              <a:ahLst/>
              <a:cxnLst/>
              <a:rect l="l" t="t" r="r" b="b"/>
              <a:pathLst>
                <a:path w="812165" h="1607820">
                  <a:moveTo>
                    <a:pt x="811796" y="1591906"/>
                  </a:moveTo>
                  <a:lnTo>
                    <a:pt x="0" y="1591906"/>
                  </a:lnTo>
                  <a:lnTo>
                    <a:pt x="0" y="1607413"/>
                  </a:lnTo>
                  <a:lnTo>
                    <a:pt x="811796" y="1607413"/>
                  </a:lnTo>
                  <a:lnTo>
                    <a:pt x="811796" y="1591906"/>
                  </a:lnTo>
                  <a:close/>
                </a:path>
                <a:path w="812165" h="1607820">
                  <a:moveTo>
                    <a:pt x="811796" y="1469453"/>
                  </a:moveTo>
                  <a:lnTo>
                    <a:pt x="0" y="1469453"/>
                  </a:lnTo>
                  <a:lnTo>
                    <a:pt x="0" y="1484960"/>
                  </a:lnTo>
                  <a:lnTo>
                    <a:pt x="811796" y="1484960"/>
                  </a:lnTo>
                  <a:lnTo>
                    <a:pt x="811796" y="1469453"/>
                  </a:lnTo>
                  <a:close/>
                </a:path>
                <a:path w="812165" h="1607820">
                  <a:moveTo>
                    <a:pt x="811796" y="1347000"/>
                  </a:moveTo>
                  <a:lnTo>
                    <a:pt x="0" y="1347000"/>
                  </a:lnTo>
                  <a:lnTo>
                    <a:pt x="0" y="1362506"/>
                  </a:lnTo>
                  <a:lnTo>
                    <a:pt x="811796" y="1362506"/>
                  </a:lnTo>
                  <a:lnTo>
                    <a:pt x="811796" y="1347000"/>
                  </a:lnTo>
                  <a:close/>
                </a:path>
                <a:path w="812165" h="1607820">
                  <a:moveTo>
                    <a:pt x="811796" y="1224534"/>
                  </a:moveTo>
                  <a:lnTo>
                    <a:pt x="0" y="1224534"/>
                  </a:lnTo>
                  <a:lnTo>
                    <a:pt x="0" y="1240053"/>
                  </a:lnTo>
                  <a:lnTo>
                    <a:pt x="811796" y="1240053"/>
                  </a:lnTo>
                  <a:lnTo>
                    <a:pt x="811796" y="1224534"/>
                  </a:lnTo>
                  <a:close/>
                </a:path>
                <a:path w="812165" h="1607820">
                  <a:moveTo>
                    <a:pt x="811796" y="1102080"/>
                  </a:moveTo>
                  <a:lnTo>
                    <a:pt x="0" y="1102080"/>
                  </a:lnTo>
                  <a:lnTo>
                    <a:pt x="0" y="1117587"/>
                  </a:lnTo>
                  <a:lnTo>
                    <a:pt x="811796" y="1117587"/>
                  </a:lnTo>
                  <a:lnTo>
                    <a:pt x="811796" y="1102080"/>
                  </a:lnTo>
                  <a:close/>
                </a:path>
                <a:path w="812165" h="1607820">
                  <a:moveTo>
                    <a:pt x="811796" y="979639"/>
                  </a:moveTo>
                  <a:lnTo>
                    <a:pt x="0" y="979639"/>
                  </a:lnTo>
                  <a:lnTo>
                    <a:pt x="0" y="995146"/>
                  </a:lnTo>
                  <a:lnTo>
                    <a:pt x="811796" y="995146"/>
                  </a:lnTo>
                  <a:lnTo>
                    <a:pt x="811796" y="979639"/>
                  </a:lnTo>
                  <a:close/>
                </a:path>
                <a:path w="812165" h="1607820">
                  <a:moveTo>
                    <a:pt x="811796" y="857173"/>
                  </a:moveTo>
                  <a:lnTo>
                    <a:pt x="0" y="857173"/>
                  </a:lnTo>
                  <a:lnTo>
                    <a:pt x="0" y="872693"/>
                  </a:lnTo>
                  <a:lnTo>
                    <a:pt x="811796" y="872693"/>
                  </a:lnTo>
                  <a:lnTo>
                    <a:pt x="811796" y="857173"/>
                  </a:lnTo>
                  <a:close/>
                </a:path>
                <a:path w="812165" h="1607820">
                  <a:moveTo>
                    <a:pt x="811796" y="734720"/>
                  </a:moveTo>
                  <a:lnTo>
                    <a:pt x="0" y="734720"/>
                  </a:lnTo>
                  <a:lnTo>
                    <a:pt x="0" y="750227"/>
                  </a:lnTo>
                  <a:lnTo>
                    <a:pt x="811796" y="750227"/>
                  </a:lnTo>
                  <a:lnTo>
                    <a:pt x="811796" y="734720"/>
                  </a:lnTo>
                  <a:close/>
                </a:path>
                <a:path w="812165" h="1607820">
                  <a:moveTo>
                    <a:pt x="811796" y="612267"/>
                  </a:moveTo>
                  <a:lnTo>
                    <a:pt x="0" y="612267"/>
                  </a:lnTo>
                  <a:lnTo>
                    <a:pt x="0" y="627773"/>
                  </a:lnTo>
                  <a:lnTo>
                    <a:pt x="811796" y="627773"/>
                  </a:lnTo>
                  <a:lnTo>
                    <a:pt x="811796" y="612267"/>
                  </a:lnTo>
                  <a:close/>
                </a:path>
                <a:path w="812165" h="1607820">
                  <a:moveTo>
                    <a:pt x="811796" y="489813"/>
                  </a:moveTo>
                  <a:lnTo>
                    <a:pt x="0" y="489813"/>
                  </a:lnTo>
                  <a:lnTo>
                    <a:pt x="0" y="505320"/>
                  </a:lnTo>
                  <a:lnTo>
                    <a:pt x="811796" y="505320"/>
                  </a:lnTo>
                  <a:lnTo>
                    <a:pt x="811796" y="489813"/>
                  </a:lnTo>
                  <a:close/>
                </a:path>
                <a:path w="812165" h="1607820">
                  <a:moveTo>
                    <a:pt x="811796" y="367360"/>
                  </a:moveTo>
                  <a:lnTo>
                    <a:pt x="0" y="367360"/>
                  </a:lnTo>
                  <a:lnTo>
                    <a:pt x="0" y="382866"/>
                  </a:lnTo>
                  <a:lnTo>
                    <a:pt x="811796" y="382866"/>
                  </a:lnTo>
                  <a:lnTo>
                    <a:pt x="811796" y="367360"/>
                  </a:lnTo>
                  <a:close/>
                </a:path>
                <a:path w="812165" h="1607820">
                  <a:moveTo>
                    <a:pt x="811796" y="244906"/>
                  </a:moveTo>
                  <a:lnTo>
                    <a:pt x="0" y="244906"/>
                  </a:lnTo>
                  <a:lnTo>
                    <a:pt x="0" y="260413"/>
                  </a:lnTo>
                  <a:lnTo>
                    <a:pt x="811796" y="260413"/>
                  </a:lnTo>
                  <a:lnTo>
                    <a:pt x="811796" y="244906"/>
                  </a:lnTo>
                  <a:close/>
                </a:path>
                <a:path w="812165" h="1607820">
                  <a:moveTo>
                    <a:pt x="811796" y="122453"/>
                  </a:moveTo>
                  <a:lnTo>
                    <a:pt x="0" y="122453"/>
                  </a:lnTo>
                  <a:lnTo>
                    <a:pt x="0" y="137960"/>
                  </a:lnTo>
                  <a:lnTo>
                    <a:pt x="811796" y="137960"/>
                  </a:lnTo>
                  <a:lnTo>
                    <a:pt x="811796" y="122453"/>
                  </a:lnTo>
                  <a:close/>
                </a:path>
                <a:path w="812165" h="1607820">
                  <a:moveTo>
                    <a:pt x="811796" y="0"/>
                  </a:moveTo>
                  <a:lnTo>
                    <a:pt x="0" y="0"/>
                  </a:lnTo>
                  <a:lnTo>
                    <a:pt x="0" y="15506"/>
                  </a:lnTo>
                  <a:lnTo>
                    <a:pt x="811796" y="15506"/>
                  </a:lnTo>
                  <a:lnTo>
                    <a:pt x="811796" y="0"/>
                  </a:lnTo>
                  <a:close/>
                </a:path>
              </a:pathLst>
            </a:custGeom>
            <a:solidFill>
              <a:srgbClr val="FFFFFF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4123224" y="1159723"/>
              <a:ext cx="1488440" cy="2572385"/>
            </a:xfrm>
            <a:custGeom>
              <a:avLst/>
              <a:gdLst/>
              <a:ahLst/>
              <a:cxnLst/>
              <a:rect l="l" t="t" r="r" b="b"/>
              <a:pathLst>
                <a:path w="1488440" h="2572385">
                  <a:moveTo>
                    <a:pt x="1488216" y="0"/>
                  </a:moveTo>
                  <a:lnTo>
                    <a:pt x="0" y="0"/>
                  </a:lnTo>
                  <a:lnTo>
                    <a:pt x="0" y="2572110"/>
                  </a:lnTo>
                  <a:lnTo>
                    <a:pt x="1488216" y="2572110"/>
                  </a:lnTo>
                  <a:lnTo>
                    <a:pt x="1488216" y="0"/>
                  </a:lnTo>
                  <a:close/>
                </a:path>
              </a:pathLst>
            </a:custGeom>
            <a:solidFill>
              <a:srgbClr val="1DA2DC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123224" y="1159723"/>
              <a:ext cx="464184" cy="2572385"/>
            </a:xfrm>
            <a:custGeom>
              <a:avLst/>
              <a:gdLst/>
              <a:ahLst/>
              <a:cxnLst/>
              <a:rect l="l" t="t" r="r" b="b"/>
              <a:pathLst>
                <a:path w="464184" h="2572385">
                  <a:moveTo>
                    <a:pt x="463640" y="0"/>
                  </a:moveTo>
                  <a:lnTo>
                    <a:pt x="0" y="0"/>
                  </a:lnTo>
                  <a:lnTo>
                    <a:pt x="0" y="2572110"/>
                  </a:lnTo>
                  <a:lnTo>
                    <a:pt x="463640" y="2572110"/>
                  </a:lnTo>
                  <a:lnTo>
                    <a:pt x="463640" y="0"/>
                  </a:lnTo>
                  <a:close/>
                </a:path>
              </a:pathLst>
            </a:custGeom>
            <a:solidFill>
              <a:srgbClr val="73C5E9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4218705" y="1282121"/>
              <a:ext cx="1297305" cy="1314450"/>
            </a:xfrm>
            <a:custGeom>
              <a:avLst/>
              <a:gdLst/>
              <a:ahLst/>
              <a:cxnLst/>
              <a:rect l="l" t="t" r="r" b="b"/>
              <a:pathLst>
                <a:path w="1297305" h="1314450">
                  <a:moveTo>
                    <a:pt x="68554" y="465239"/>
                  </a:moveTo>
                  <a:lnTo>
                    <a:pt x="0" y="465239"/>
                  </a:lnTo>
                  <a:lnTo>
                    <a:pt x="0" y="538924"/>
                  </a:lnTo>
                  <a:lnTo>
                    <a:pt x="68554" y="538924"/>
                  </a:lnTo>
                  <a:lnTo>
                    <a:pt x="68554" y="465239"/>
                  </a:lnTo>
                  <a:close/>
                </a:path>
                <a:path w="1297305" h="1314450">
                  <a:moveTo>
                    <a:pt x="68554" y="310159"/>
                  </a:moveTo>
                  <a:lnTo>
                    <a:pt x="0" y="310159"/>
                  </a:lnTo>
                  <a:lnTo>
                    <a:pt x="0" y="383857"/>
                  </a:lnTo>
                  <a:lnTo>
                    <a:pt x="68554" y="383857"/>
                  </a:lnTo>
                  <a:lnTo>
                    <a:pt x="68554" y="310159"/>
                  </a:lnTo>
                  <a:close/>
                </a:path>
                <a:path w="1297305" h="1314450">
                  <a:moveTo>
                    <a:pt x="68554" y="155079"/>
                  </a:moveTo>
                  <a:lnTo>
                    <a:pt x="0" y="155079"/>
                  </a:lnTo>
                  <a:lnTo>
                    <a:pt x="0" y="228765"/>
                  </a:lnTo>
                  <a:lnTo>
                    <a:pt x="68554" y="228765"/>
                  </a:lnTo>
                  <a:lnTo>
                    <a:pt x="68554" y="155079"/>
                  </a:lnTo>
                  <a:close/>
                </a:path>
                <a:path w="1297305" h="1314450">
                  <a:moveTo>
                    <a:pt x="68554" y="0"/>
                  </a:moveTo>
                  <a:lnTo>
                    <a:pt x="0" y="0"/>
                  </a:lnTo>
                  <a:lnTo>
                    <a:pt x="0" y="73698"/>
                  </a:lnTo>
                  <a:lnTo>
                    <a:pt x="68554" y="73698"/>
                  </a:lnTo>
                  <a:lnTo>
                    <a:pt x="68554" y="0"/>
                  </a:lnTo>
                  <a:close/>
                </a:path>
                <a:path w="1297305" h="1314450">
                  <a:moveTo>
                    <a:pt x="193497" y="465239"/>
                  </a:moveTo>
                  <a:lnTo>
                    <a:pt x="124942" y="465239"/>
                  </a:lnTo>
                  <a:lnTo>
                    <a:pt x="124942" y="538924"/>
                  </a:lnTo>
                  <a:lnTo>
                    <a:pt x="193497" y="538924"/>
                  </a:lnTo>
                  <a:lnTo>
                    <a:pt x="193497" y="465239"/>
                  </a:lnTo>
                  <a:close/>
                </a:path>
                <a:path w="1297305" h="1314450">
                  <a:moveTo>
                    <a:pt x="193497" y="310159"/>
                  </a:moveTo>
                  <a:lnTo>
                    <a:pt x="124942" y="310159"/>
                  </a:lnTo>
                  <a:lnTo>
                    <a:pt x="124942" y="383857"/>
                  </a:lnTo>
                  <a:lnTo>
                    <a:pt x="193497" y="383857"/>
                  </a:lnTo>
                  <a:lnTo>
                    <a:pt x="193497" y="310159"/>
                  </a:lnTo>
                  <a:close/>
                </a:path>
                <a:path w="1297305" h="1314450">
                  <a:moveTo>
                    <a:pt x="193497" y="155079"/>
                  </a:moveTo>
                  <a:lnTo>
                    <a:pt x="124942" y="155079"/>
                  </a:lnTo>
                  <a:lnTo>
                    <a:pt x="124942" y="228765"/>
                  </a:lnTo>
                  <a:lnTo>
                    <a:pt x="193497" y="228765"/>
                  </a:lnTo>
                  <a:lnTo>
                    <a:pt x="193497" y="155079"/>
                  </a:lnTo>
                  <a:close/>
                </a:path>
                <a:path w="1297305" h="1314450">
                  <a:moveTo>
                    <a:pt x="193497" y="0"/>
                  </a:moveTo>
                  <a:lnTo>
                    <a:pt x="124942" y="0"/>
                  </a:lnTo>
                  <a:lnTo>
                    <a:pt x="124942" y="73698"/>
                  </a:lnTo>
                  <a:lnTo>
                    <a:pt x="193497" y="73698"/>
                  </a:lnTo>
                  <a:lnTo>
                    <a:pt x="193497" y="0"/>
                  </a:lnTo>
                  <a:close/>
                </a:path>
                <a:path w="1297305" h="1314450">
                  <a:moveTo>
                    <a:pt x="318452" y="465239"/>
                  </a:moveTo>
                  <a:lnTo>
                    <a:pt x="249897" y="465239"/>
                  </a:lnTo>
                  <a:lnTo>
                    <a:pt x="249897" y="538924"/>
                  </a:lnTo>
                  <a:lnTo>
                    <a:pt x="318452" y="538924"/>
                  </a:lnTo>
                  <a:lnTo>
                    <a:pt x="318452" y="465239"/>
                  </a:lnTo>
                  <a:close/>
                </a:path>
                <a:path w="1297305" h="1314450">
                  <a:moveTo>
                    <a:pt x="318452" y="310159"/>
                  </a:moveTo>
                  <a:lnTo>
                    <a:pt x="249897" y="310159"/>
                  </a:lnTo>
                  <a:lnTo>
                    <a:pt x="249897" y="383857"/>
                  </a:lnTo>
                  <a:lnTo>
                    <a:pt x="318452" y="383857"/>
                  </a:lnTo>
                  <a:lnTo>
                    <a:pt x="318452" y="310159"/>
                  </a:lnTo>
                  <a:close/>
                </a:path>
                <a:path w="1297305" h="1314450">
                  <a:moveTo>
                    <a:pt x="318452" y="155079"/>
                  </a:moveTo>
                  <a:lnTo>
                    <a:pt x="249897" y="155079"/>
                  </a:lnTo>
                  <a:lnTo>
                    <a:pt x="249897" y="228765"/>
                  </a:lnTo>
                  <a:lnTo>
                    <a:pt x="318452" y="228765"/>
                  </a:lnTo>
                  <a:lnTo>
                    <a:pt x="318452" y="155079"/>
                  </a:lnTo>
                  <a:close/>
                </a:path>
                <a:path w="1297305" h="1314450">
                  <a:moveTo>
                    <a:pt x="318452" y="0"/>
                  </a:moveTo>
                  <a:lnTo>
                    <a:pt x="249897" y="0"/>
                  </a:lnTo>
                  <a:lnTo>
                    <a:pt x="249897" y="73698"/>
                  </a:lnTo>
                  <a:lnTo>
                    <a:pt x="318452" y="73698"/>
                  </a:lnTo>
                  <a:lnTo>
                    <a:pt x="318452" y="0"/>
                  </a:lnTo>
                  <a:close/>
                </a:path>
                <a:path w="1297305" h="1314450">
                  <a:moveTo>
                    <a:pt x="547535" y="1085557"/>
                  </a:moveTo>
                  <a:lnTo>
                    <a:pt x="478980" y="1085557"/>
                  </a:lnTo>
                  <a:lnTo>
                    <a:pt x="478980" y="1159256"/>
                  </a:lnTo>
                  <a:lnTo>
                    <a:pt x="547535" y="1159256"/>
                  </a:lnTo>
                  <a:lnTo>
                    <a:pt x="547535" y="1085557"/>
                  </a:lnTo>
                  <a:close/>
                </a:path>
                <a:path w="1297305" h="1314450">
                  <a:moveTo>
                    <a:pt x="547535" y="930478"/>
                  </a:moveTo>
                  <a:lnTo>
                    <a:pt x="478980" y="930478"/>
                  </a:lnTo>
                  <a:lnTo>
                    <a:pt x="478980" y="1004176"/>
                  </a:lnTo>
                  <a:lnTo>
                    <a:pt x="547535" y="1004176"/>
                  </a:lnTo>
                  <a:lnTo>
                    <a:pt x="547535" y="930478"/>
                  </a:lnTo>
                  <a:close/>
                </a:path>
                <a:path w="1297305" h="1314450">
                  <a:moveTo>
                    <a:pt x="547535" y="775385"/>
                  </a:moveTo>
                  <a:lnTo>
                    <a:pt x="478980" y="775385"/>
                  </a:lnTo>
                  <a:lnTo>
                    <a:pt x="478980" y="849083"/>
                  </a:lnTo>
                  <a:lnTo>
                    <a:pt x="547535" y="849083"/>
                  </a:lnTo>
                  <a:lnTo>
                    <a:pt x="547535" y="775385"/>
                  </a:lnTo>
                  <a:close/>
                </a:path>
                <a:path w="1297305" h="1314450">
                  <a:moveTo>
                    <a:pt x="547535" y="620318"/>
                  </a:moveTo>
                  <a:lnTo>
                    <a:pt x="478980" y="620318"/>
                  </a:lnTo>
                  <a:lnTo>
                    <a:pt x="478980" y="694016"/>
                  </a:lnTo>
                  <a:lnTo>
                    <a:pt x="547535" y="694016"/>
                  </a:lnTo>
                  <a:lnTo>
                    <a:pt x="547535" y="620318"/>
                  </a:lnTo>
                  <a:close/>
                </a:path>
                <a:path w="1297305" h="1314450">
                  <a:moveTo>
                    <a:pt x="547535" y="465239"/>
                  </a:moveTo>
                  <a:lnTo>
                    <a:pt x="478980" y="465239"/>
                  </a:lnTo>
                  <a:lnTo>
                    <a:pt x="478980" y="538924"/>
                  </a:lnTo>
                  <a:lnTo>
                    <a:pt x="547535" y="538924"/>
                  </a:lnTo>
                  <a:lnTo>
                    <a:pt x="547535" y="465239"/>
                  </a:lnTo>
                  <a:close/>
                </a:path>
                <a:path w="1297305" h="1314450">
                  <a:moveTo>
                    <a:pt x="547535" y="310159"/>
                  </a:moveTo>
                  <a:lnTo>
                    <a:pt x="478980" y="310159"/>
                  </a:lnTo>
                  <a:lnTo>
                    <a:pt x="478980" y="383857"/>
                  </a:lnTo>
                  <a:lnTo>
                    <a:pt x="547535" y="383857"/>
                  </a:lnTo>
                  <a:lnTo>
                    <a:pt x="547535" y="310159"/>
                  </a:lnTo>
                  <a:close/>
                </a:path>
                <a:path w="1297305" h="1314450">
                  <a:moveTo>
                    <a:pt x="547535" y="155079"/>
                  </a:moveTo>
                  <a:lnTo>
                    <a:pt x="478980" y="155079"/>
                  </a:lnTo>
                  <a:lnTo>
                    <a:pt x="478980" y="228765"/>
                  </a:lnTo>
                  <a:lnTo>
                    <a:pt x="547535" y="228765"/>
                  </a:lnTo>
                  <a:lnTo>
                    <a:pt x="547535" y="155079"/>
                  </a:lnTo>
                  <a:close/>
                </a:path>
                <a:path w="1297305" h="1314450">
                  <a:moveTo>
                    <a:pt x="547535" y="0"/>
                  </a:moveTo>
                  <a:lnTo>
                    <a:pt x="478980" y="0"/>
                  </a:lnTo>
                  <a:lnTo>
                    <a:pt x="478980" y="73698"/>
                  </a:lnTo>
                  <a:lnTo>
                    <a:pt x="547535" y="73698"/>
                  </a:lnTo>
                  <a:lnTo>
                    <a:pt x="547535" y="0"/>
                  </a:lnTo>
                  <a:close/>
                </a:path>
                <a:path w="1297305" h="1314450">
                  <a:moveTo>
                    <a:pt x="672490" y="1085557"/>
                  </a:moveTo>
                  <a:lnTo>
                    <a:pt x="603935" y="1085557"/>
                  </a:lnTo>
                  <a:lnTo>
                    <a:pt x="603935" y="1159256"/>
                  </a:lnTo>
                  <a:lnTo>
                    <a:pt x="672490" y="1159256"/>
                  </a:lnTo>
                  <a:lnTo>
                    <a:pt x="672490" y="1085557"/>
                  </a:lnTo>
                  <a:close/>
                </a:path>
                <a:path w="1297305" h="1314450">
                  <a:moveTo>
                    <a:pt x="672490" y="930478"/>
                  </a:moveTo>
                  <a:lnTo>
                    <a:pt x="603935" y="930478"/>
                  </a:lnTo>
                  <a:lnTo>
                    <a:pt x="603935" y="1004176"/>
                  </a:lnTo>
                  <a:lnTo>
                    <a:pt x="672490" y="1004176"/>
                  </a:lnTo>
                  <a:lnTo>
                    <a:pt x="672490" y="930478"/>
                  </a:lnTo>
                  <a:close/>
                </a:path>
                <a:path w="1297305" h="1314450">
                  <a:moveTo>
                    <a:pt x="672490" y="775385"/>
                  </a:moveTo>
                  <a:lnTo>
                    <a:pt x="603935" y="775385"/>
                  </a:lnTo>
                  <a:lnTo>
                    <a:pt x="603935" y="849083"/>
                  </a:lnTo>
                  <a:lnTo>
                    <a:pt x="672490" y="849083"/>
                  </a:lnTo>
                  <a:lnTo>
                    <a:pt x="672490" y="775385"/>
                  </a:lnTo>
                  <a:close/>
                </a:path>
                <a:path w="1297305" h="1314450">
                  <a:moveTo>
                    <a:pt x="672490" y="620318"/>
                  </a:moveTo>
                  <a:lnTo>
                    <a:pt x="603935" y="620318"/>
                  </a:lnTo>
                  <a:lnTo>
                    <a:pt x="603935" y="694016"/>
                  </a:lnTo>
                  <a:lnTo>
                    <a:pt x="672490" y="694016"/>
                  </a:lnTo>
                  <a:lnTo>
                    <a:pt x="672490" y="620318"/>
                  </a:lnTo>
                  <a:close/>
                </a:path>
                <a:path w="1297305" h="1314450">
                  <a:moveTo>
                    <a:pt x="672490" y="465239"/>
                  </a:moveTo>
                  <a:lnTo>
                    <a:pt x="603935" y="465239"/>
                  </a:lnTo>
                  <a:lnTo>
                    <a:pt x="603935" y="538924"/>
                  </a:lnTo>
                  <a:lnTo>
                    <a:pt x="672490" y="538924"/>
                  </a:lnTo>
                  <a:lnTo>
                    <a:pt x="672490" y="465239"/>
                  </a:lnTo>
                  <a:close/>
                </a:path>
                <a:path w="1297305" h="1314450">
                  <a:moveTo>
                    <a:pt x="672490" y="310159"/>
                  </a:moveTo>
                  <a:lnTo>
                    <a:pt x="603935" y="310159"/>
                  </a:lnTo>
                  <a:lnTo>
                    <a:pt x="603935" y="383857"/>
                  </a:lnTo>
                  <a:lnTo>
                    <a:pt x="672490" y="383857"/>
                  </a:lnTo>
                  <a:lnTo>
                    <a:pt x="672490" y="310159"/>
                  </a:lnTo>
                  <a:close/>
                </a:path>
                <a:path w="1297305" h="1314450">
                  <a:moveTo>
                    <a:pt x="672490" y="155079"/>
                  </a:moveTo>
                  <a:lnTo>
                    <a:pt x="603935" y="155079"/>
                  </a:lnTo>
                  <a:lnTo>
                    <a:pt x="603935" y="228765"/>
                  </a:lnTo>
                  <a:lnTo>
                    <a:pt x="672490" y="228765"/>
                  </a:lnTo>
                  <a:lnTo>
                    <a:pt x="672490" y="155079"/>
                  </a:lnTo>
                  <a:close/>
                </a:path>
                <a:path w="1297305" h="1314450">
                  <a:moveTo>
                    <a:pt x="672490" y="0"/>
                  </a:moveTo>
                  <a:lnTo>
                    <a:pt x="603935" y="0"/>
                  </a:lnTo>
                  <a:lnTo>
                    <a:pt x="603935" y="73698"/>
                  </a:lnTo>
                  <a:lnTo>
                    <a:pt x="672490" y="73698"/>
                  </a:lnTo>
                  <a:lnTo>
                    <a:pt x="672490" y="0"/>
                  </a:lnTo>
                  <a:close/>
                </a:path>
                <a:path w="1297305" h="1314450">
                  <a:moveTo>
                    <a:pt x="797445" y="1085557"/>
                  </a:moveTo>
                  <a:lnTo>
                    <a:pt x="728891" y="1085557"/>
                  </a:lnTo>
                  <a:lnTo>
                    <a:pt x="728891" y="1159256"/>
                  </a:lnTo>
                  <a:lnTo>
                    <a:pt x="797445" y="1159256"/>
                  </a:lnTo>
                  <a:lnTo>
                    <a:pt x="797445" y="1085557"/>
                  </a:lnTo>
                  <a:close/>
                </a:path>
                <a:path w="1297305" h="1314450">
                  <a:moveTo>
                    <a:pt x="797445" y="930478"/>
                  </a:moveTo>
                  <a:lnTo>
                    <a:pt x="728891" y="930478"/>
                  </a:lnTo>
                  <a:lnTo>
                    <a:pt x="728891" y="1004176"/>
                  </a:lnTo>
                  <a:lnTo>
                    <a:pt x="797445" y="1004176"/>
                  </a:lnTo>
                  <a:lnTo>
                    <a:pt x="797445" y="930478"/>
                  </a:lnTo>
                  <a:close/>
                </a:path>
                <a:path w="1297305" h="1314450">
                  <a:moveTo>
                    <a:pt x="797445" y="775385"/>
                  </a:moveTo>
                  <a:lnTo>
                    <a:pt x="728891" y="775385"/>
                  </a:lnTo>
                  <a:lnTo>
                    <a:pt x="728891" y="849083"/>
                  </a:lnTo>
                  <a:lnTo>
                    <a:pt x="797445" y="849083"/>
                  </a:lnTo>
                  <a:lnTo>
                    <a:pt x="797445" y="775385"/>
                  </a:lnTo>
                  <a:close/>
                </a:path>
                <a:path w="1297305" h="1314450">
                  <a:moveTo>
                    <a:pt x="797445" y="620318"/>
                  </a:moveTo>
                  <a:lnTo>
                    <a:pt x="728891" y="620318"/>
                  </a:lnTo>
                  <a:lnTo>
                    <a:pt x="728891" y="694016"/>
                  </a:lnTo>
                  <a:lnTo>
                    <a:pt x="797445" y="694016"/>
                  </a:lnTo>
                  <a:lnTo>
                    <a:pt x="797445" y="620318"/>
                  </a:lnTo>
                  <a:close/>
                </a:path>
                <a:path w="1297305" h="1314450">
                  <a:moveTo>
                    <a:pt x="797445" y="465239"/>
                  </a:moveTo>
                  <a:lnTo>
                    <a:pt x="728891" y="465239"/>
                  </a:lnTo>
                  <a:lnTo>
                    <a:pt x="728891" y="538924"/>
                  </a:lnTo>
                  <a:lnTo>
                    <a:pt x="797445" y="538924"/>
                  </a:lnTo>
                  <a:lnTo>
                    <a:pt x="797445" y="465239"/>
                  </a:lnTo>
                  <a:close/>
                </a:path>
                <a:path w="1297305" h="1314450">
                  <a:moveTo>
                    <a:pt x="797445" y="310159"/>
                  </a:moveTo>
                  <a:lnTo>
                    <a:pt x="728891" y="310159"/>
                  </a:lnTo>
                  <a:lnTo>
                    <a:pt x="728891" y="383857"/>
                  </a:lnTo>
                  <a:lnTo>
                    <a:pt x="797445" y="383857"/>
                  </a:lnTo>
                  <a:lnTo>
                    <a:pt x="797445" y="310159"/>
                  </a:lnTo>
                  <a:close/>
                </a:path>
                <a:path w="1297305" h="1314450">
                  <a:moveTo>
                    <a:pt x="797445" y="155079"/>
                  </a:moveTo>
                  <a:lnTo>
                    <a:pt x="728891" y="155079"/>
                  </a:lnTo>
                  <a:lnTo>
                    <a:pt x="728891" y="228765"/>
                  </a:lnTo>
                  <a:lnTo>
                    <a:pt x="797445" y="228765"/>
                  </a:lnTo>
                  <a:lnTo>
                    <a:pt x="797445" y="155079"/>
                  </a:lnTo>
                  <a:close/>
                </a:path>
                <a:path w="1297305" h="1314450">
                  <a:moveTo>
                    <a:pt x="797445" y="0"/>
                  </a:moveTo>
                  <a:lnTo>
                    <a:pt x="728891" y="0"/>
                  </a:lnTo>
                  <a:lnTo>
                    <a:pt x="728891" y="73698"/>
                  </a:lnTo>
                  <a:lnTo>
                    <a:pt x="797445" y="73698"/>
                  </a:lnTo>
                  <a:lnTo>
                    <a:pt x="797445" y="0"/>
                  </a:lnTo>
                  <a:close/>
                </a:path>
                <a:path w="1297305" h="1314450">
                  <a:moveTo>
                    <a:pt x="922388" y="1085557"/>
                  </a:moveTo>
                  <a:lnTo>
                    <a:pt x="853833" y="1085557"/>
                  </a:lnTo>
                  <a:lnTo>
                    <a:pt x="853833" y="1159256"/>
                  </a:lnTo>
                  <a:lnTo>
                    <a:pt x="922388" y="1159256"/>
                  </a:lnTo>
                  <a:lnTo>
                    <a:pt x="922388" y="1085557"/>
                  </a:lnTo>
                  <a:close/>
                </a:path>
                <a:path w="1297305" h="1314450">
                  <a:moveTo>
                    <a:pt x="922388" y="930478"/>
                  </a:moveTo>
                  <a:lnTo>
                    <a:pt x="853833" y="930478"/>
                  </a:lnTo>
                  <a:lnTo>
                    <a:pt x="853833" y="1004176"/>
                  </a:lnTo>
                  <a:lnTo>
                    <a:pt x="922388" y="1004176"/>
                  </a:lnTo>
                  <a:lnTo>
                    <a:pt x="922388" y="930478"/>
                  </a:lnTo>
                  <a:close/>
                </a:path>
                <a:path w="1297305" h="1314450">
                  <a:moveTo>
                    <a:pt x="922388" y="775385"/>
                  </a:moveTo>
                  <a:lnTo>
                    <a:pt x="853833" y="775385"/>
                  </a:lnTo>
                  <a:lnTo>
                    <a:pt x="853833" y="849083"/>
                  </a:lnTo>
                  <a:lnTo>
                    <a:pt x="922388" y="849083"/>
                  </a:lnTo>
                  <a:lnTo>
                    <a:pt x="922388" y="775385"/>
                  </a:lnTo>
                  <a:close/>
                </a:path>
                <a:path w="1297305" h="1314450">
                  <a:moveTo>
                    <a:pt x="922388" y="620318"/>
                  </a:moveTo>
                  <a:lnTo>
                    <a:pt x="853833" y="620318"/>
                  </a:lnTo>
                  <a:lnTo>
                    <a:pt x="853833" y="694016"/>
                  </a:lnTo>
                  <a:lnTo>
                    <a:pt x="922388" y="694016"/>
                  </a:lnTo>
                  <a:lnTo>
                    <a:pt x="922388" y="620318"/>
                  </a:lnTo>
                  <a:close/>
                </a:path>
                <a:path w="1297305" h="1314450">
                  <a:moveTo>
                    <a:pt x="922388" y="465239"/>
                  </a:moveTo>
                  <a:lnTo>
                    <a:pt x="853833" y="465239"/>
                  </a:lnTo>
                  <a:lnTo>
                    <a:pt x="853833" y="538924"/>
                  </a:lnTo>
                  <a:lnTo>
                    <a:pt x="922388" y="538924"/>
                  </a:lnTo>
                  <a:lnTo>
                    <a:pt x="922388" y="465239"/>
                  </a:lnTo>
                  <a:close/>
                </a:path>
                <a:path w="1297305" h="1314450">
                  <a:moveTo>
                    <a:pt x="922388" y="310159"/>
                  </a:moveTo>
                  <a:lnTo>
                    <a:pt x="853833" y="310159"/>
                  </a:lnTo>
                  <a:lnTo>
                    <a:pt x="853833" y="383857"/>
                  </a:lnTo>
                  <a:lnTo>
                    <a:pt x="922388" y="383857"/>
                  </a:lnTo>
                  <a:lnTo>
                    <a:pt x="922388" y="310159"/>
                  </a:lnTo>
                  <a:close/>
                </a:path>
                <a:path w="1297305" h="1314450">
                  <a:moveTo>
                    <a:pt x="922388" y="155079"/>
                  </a:moveTo>
                  <a:lnTo>
                    <a:pt x="853833" y="155079"/>
                  </a:lnTo>
                  <a:lnTo>
                    <a:pt x="853833" y="228765"/>
                  </a:lnTo>
                  <a:lnTo>
                    <a:pt x="922388" y="228765"/>
                  </a:lnTo>
                  <a:lnTo>
                    <a:pt x="922388" y="155079"/>
                  </a:lnTo>
                  <a:close/>
                </a:path>
                <a:path w="1297305" h="1314450">
                  <a:moveTo>
                    <a:pt x="922388" y="0"/>
                  </a:moveTo>
                  <a:lnTo>
                    <a:pt x="853833" y="0"/>
                  </a:lnTo>
                  <a:lnTo>
                    <a:pt x="853833" y="73698"/>
                  </a:lnTo>
                  <a:lnTo>
                    <a:pt x="922388" y="73698"/>
                  </a:lnTo>
                  <a:lnTo>
                    <a:pt x="922388" y="0"/>
                  </a:lnTo>
                  <a:close/>
                </a:path>
                <a:path w="1297305" h="1314450">
                  <a:moveTo>
                    <a:pt x="1047343" y="1240637"/>
                  </a:moveTo>
                  <a:lnTo>
                    <a:pt x="978801" y="1240637"/>
                  </a:lnTo>
                  <a:lnTo>
                    <a:pt x="978801" y="1314323"/>
                  </a:lnTo>
                  <a:lnTo>
                    <a:pt x="1047343" y="1314323"/>
                  </a:lnTo>
                  <a:lnTo>
                    <a:pt x="1047343" y="1240637"/>
                  </a:lnTo>
                  <a:close/>
                </a:path>
                <a:path w="1297305" h="1314450">
                  <a:moveTo>
                    <a:pt x="1047343" y="1085557"/>
                  </a:moveTo>
                  <a:lnTo>
                    <a:pt x="978801" y="1085557"/>
                  </a:lnTo>
                  <a:lnTo>
                    <a:pt x="978801" y="1159256"/>
                  </a:lnTo>
                  <a:lnTo>
                    <a:pt x="1047343" y="1159256"/>
                  </a:lnTo>
                  <a:lnTo>
                    <a:pt x="1047343" y="1085557"/>
                  </a:lnTo>
                  <a:close/>
                </a:path>
                <a:path w="1297305" h="1314450">
                  <a:moveTo>
                    <a:pt x="1047343" y="930478"/>
                  </a:moveTo>
                  <a:lnTo>
                    <a:pt x="978801" y="930478"/>
                  </a:lnTo>
                  <a:lnTo>
                    <a:pt x="978801" y="1004176"/>
                  </a:lnTo>
                  <a:lnTo>
                    <a:pt x="1047343" y="1004176"/>
                  </a:lnTo>
                  <a:lnTo>
                    <a:pt x="1047343" y="930478"/>
                  </a:lnTo>
                  <a:close/>
                </a:path>
                <a:path w="1297305" h="1314450">
                  <a:moveTo>
                    <a:pt x="1047343" y="775385"/>
                  </a:moveTo>
                  <a:lnTo>
                    <a:pt x="978801" y="775385"/>
                  </a:lnTo>
                  <a:lnTo>
                    <a:pt x="978801" y="849083"/>
                  </a:lnTo>
                  <a:lnTo>
                    <a:pt x="1047343" y="849083"/>
                  </a:lnTo>
                  <a:lnTo>
                    <a:pt x="1047343" y="775385"/>
                  </a:lnTo>
                  <a:close/>
                </a:path>
                <a:path w="1297305" h="1314450">
                  <a:moveTo>
                    <a:pt x="1047343" y="620318"/>
                  </a:moveTo>
                  <a:lnTo>
                    <a:pt x="978801" y="620318"/>
                  </a:lnTo>
                  <a:lnTo>
                    <a:pt x="978801" y="694016"/>
                  </a:lnTo>
                  <a:lnTo>
                    <a:pt x="1047343" y="694016"/>
                  </a:lnTo>
                  <a:lnTo>
                    <a:pt x="1047343" y="620318"/>
                  </a:lnTo>
                  <a:close/>
                </a:path>
                <a:path w="1297305" h="1314450">
                  <a:moveTo>
                    <a:pt x="1047343" y="465239"/>
                  </a:moveTo>
                  <a:lnTo>
                    <a:pt x="978801" y="465239"/>
                  </a:lnTo>
                  <a:lnTo>
                    <a:pt x="978801" y="538924"/>
                  </a:lnTo>
                  <a:lnTo>
                    <a:pt x="1047343" y="538924"/>
                  </a:lnTo>
                  <a:lnTo>
                    <a:pt x="1047343" y="465239"/>
                  </a:lnTo>
                  <a:close/>
                </a:path>
                <a:path w="1297305" h="1314450">
                  <a:moveTo>
                    <a:pt x="1047343" y="310159"/>
                  </a:moveTo>
                  <a:lnTo>
                    <a:pt x="978801" y="310159"/>
                  </a:lnTo>
                  <a:lnTo>
                    <a:pt x="978801" y="383857"/>
                  </a:lnTo>
                  <a:lnTo>
                    <a:pt x="1047343" y="383857"/>
                  </a:lnTo>
                  <a:lnTo>
                    <a:pt x="1047343" y="310159"/>
                  </a:lnTo>
                  <a:close/>
                </a:path>
                <a:path w="1297305" h="1314450">
                  <a:moveTo>
                    <a:pt x="1047343" y="155079"/>
                  </a:moveTo>
                  <a:lnTo>
                    <a:pt x="978801" y="155079"/>
                  </a:lnTo>
                  <a:lnTo>
                    <a:pt x="978801" y="228765"/>
                  </a:lnTo>
                  <a:lnTo>
                    <a:pt x="1047343" y="228765"/>
                  </a:lnTo>
                  <a:lnTo>
                    <a:pt x="1047343" y="155079"/>
                  </a:lnTo>
                  <a:close/>
                </a:path>
                <a:path w="1297305" h="1314450">
                  <a:moveTo>
                    <a:pt x="1047343" y="0"/>
                  </a:moveTo>
                  <a:lnTo>
                    <a:pt x="978801" y="0"/>
                  </a:lnTo>
                  <a:lnTo>
                    <a:pt x="978801" y="73698"/>
                  </a:lnTo>
                  <a:lnTo>
                    <a:pt x="1047343" y="73698"/>
                  </a:lnTo>
                  <a:lnTo>
                    <a:pt x="1047343" y="0"/>
                  </a:lnTo>
                  <a:close/>
                </a:path>
                <a:path w="1297305" h="1314450">
                  <a:moveTo>
                    <a:pt x="1172298" y="1240637"/>
                  </a:moveTo>
                  <a:lnTo>
                    <a:pt x="1103744" y="1240637"/>
                  </a:lnTo>
                  <a:lnTo>
                    <a:pt x="1103744" y="1314323"/>
                  </a:lnTo>
                  <a:lnTo>
                    <a:pt x="1172298" y="1314323"/>
                  </a:lnTo>
                  <a:lnTo>
                    <a:pt x="1172298" y="1240637"/>
                  </a:lnTo>
                  <a:close/>
                </a:path>
                <a:path w="1297305" h="1314450">
                  <a:moveTo>
                    <a:pt x="1172298" y="1085557"/>
                  </a:moveTo>
                  <a:lnTo>
                    <a:pt x="1103744" y="1085557"/>
                  </a:lnTo>
                  <a:lnTo>
                    <a:pt x="1103744" y="1159256"/>
                  </a:lnTo>
                  <a:lnTo>
                    <a:pt x="1172298" y="1159256"/>
                  </a:lnTo>
                  <a:lnTo>
                    <a:pt x="1172298" y="1085557"/>
                  </a:lnTo>
                  <a:close/>
                </a:path>
                <a:path w="1297305" h="1314450">
                  <a:moveTo>
                    <a:pt x="1172298" y="930478"/>
                  </a:moveTo>
                  <a:lnTo>
                    <a:pt x="1103744" y="930478"/>
                  </a:lnTo>
                  <a:lnTo>
                    <a:pt x="1103744" y="1004176"/>
                  </a:lnTo>
                  <a:lnTo>
                    <a:pt x="1172298" y="1004176"/>
                  </a:lnTo>
                  <a:lnTo>
                    <a:pt x="1172298" y="930478"/>
                  </a:lnTo>
                  <a:close/>
                </a:path>
                <a:path w="1297305" h="1314450">
                  <a:moveTo>
                    <a:pt x="1172298" y="775385"/>
                  </a:moveTo>
                  <a:lnTo>
                    <a:pt x="1103744" y="775385"/>
                  </a:lnTo>
                  <a:lnTo>
                    <a:pt x="1103744" y="849083"/>
                  </a:lnTo>
                  <a:lnTo>
                    <a:pt x="1172298" y="849083"/>
                  </a:lnTo>
                  <a:lnTo>
                    <a:pt x="1172298" y="775385"/>
                  </a:lnTo>
                  <a:close/>
                </a:path>
                <a:path w="1297305" h="1314450">
                  <a:moveTo>
                    <a:pt x="1172298" y="620318"/>
                  </a:moveTo>
                  <a:lnTo>
                    <a:pt x="1103744" y="620318"/>
                  </a:lnTo>
                  <a:lnTo>
                    <a:pt x="1103744" y="694016"/>
                  </a:lnTo>
                  <a:lnTo>
                    <a:pt x="1172298" y="694016"/>
                  </a:lnTo>
                  <a:lnTo>
                    <a:pt x="1172298" y="620318"/>
                  </a:lnTo>
                  <a:close/>
                </a:path>
                <a:path w="1297305" h="1314450">
                  <a:moveTo>
                    <a:pt x="1172298" y="465239"/>
                  </a:moveTo>
                  <a:lnTo>
                    <a:pt x="1103744" y="465239"/>
                  </a:lnTo>
                  <a:lnTo>
                    <a:pt x="1103744" y="538924"/>
                  </a:lnTo>
                  <a:lnTo>
                    <a:pt x="1172298" y="538924"/>
                  </a:lnTo>
                  <a:lnTo>
                    <a:pt x="1172298" y="465239"/>
                  </a:lnTo>
                  <a:close/>
                </a:path>
                <a:path w="1297305" h="1314450">
                  <a:moveTo>
                    <a:pt x="1172298" y="310159"/>
                  </a:moveTo>
                  <a:lnTo>
                    <a:pt x="1103744" y="310159"/>
                  </a:lnTo>
                  <a:lnTo>
                    <a:pt x="1103744" y="383857"/>
                  </a:lnTo>
                  <a:lnTo>
                    <a:pt x="1172298" y="383857"/>
                  </a:lnTo>
                  <a:lnTo>
                    <a:pt x="1172298" y="310159"/>
                  </a:lnTo>
                  <a:close/>
                </a:path>
                <a:path w="1297305" h="1314450">
                  <a:moveTo>
                    <a:pt x="1172298" y="155079"/>
                  </a:moveTo>
                  <a:lnTo>
                    <a:pt x="1103744" y="155079"/>
                  </a:lnTo>
                  <a:lnTo>
                    <a:pt x="1103744" y="228765"/>
                  </a:lnTo>
                  <a:lnTo>
                    <a:pt x="1172298" y="228765"/>
                  </a:lnTo>
                  <a:lnTo>
                    <a:pt x="1172298" y="155079"/>
                  </a:lnTo>
                  <a:close/>
                </a:path>
                <a:path w="1297305" h="1314450">
                  <a:moveTo>
                    <a:pt x="1172298" y="0"/>
                  </a:moveTo>
                  <a:lnTo>
                    <a:pt x="1103744" y="0"/>
                  </a:lnTo>
                  <a:lnTo>
                    <a:pt x="1103744" y="73698"/>
                  </a:lnTo>
                  <a:lnTo>
                    <a:pt x="1172298" y="73698"/>
                  </a:lnTo>
                  <a:lnTo>
                    <a:pt x="1172298" y="0"/>
                  </a:lnTo>
                  <a:close/>
                </a:path>
                <a:path w="1297305" h="1314450">
                  <a:moveTo>
                    <a:pt x="1297254" y="1240637"/>
                  </a:moveTo>
                  <a:lnTo>
                    <a:pt x="1228699" y="1240637"/>
                  </a:lnTo>
                  <a:lnTo>
                    <a:pt x="1228699" y="1314323"/>
                  </a:lnTo>
                  <a:lnTo>
                    <a:pt x="1297254" y="1314323"/>
                  </a:lnTo>
                  <a:lnTo>
                    <a:pt x="1297254" y="1240637"/>
                  </a:lnTo>
                  <a:close/>
                </a:path>
                <a:path w="1297305" h="1314450">
                  <a:moveTo>
                    <a:pt x="1297254" y="1085557"/>
                  </a:moveTo>
                  <a:lnTo>
                    <a:pt x="1228699" y="1085557"/>
                  </a:lnTo>
                  <a:lnTo>
                    <a:pt x="1228699" y="1159256"/>
                  </a:lnTo>
                  <a:lnTo>
                    <a:pt x="1297254" y="1159256"/>
                  </a:lnTo>
                  <a:lnTo>
                    <a:pt x="1297254" y="1085557"/>
                  </a:lnTo>
                  <a:close/>
                </a:path>
                <a:path w="1297305" h="1314450">
                  <a:moveTo>
                    <a:pt x="1297254" y="930478"/>
                  </a:moveTo>
                  <a:lnTo>
                    <a:pt x="1228699" y="930478"/>
                  </a:lnTo>
                  <a:lnTo>
                    <a:pt x="1228699" y="1004176"/>
                  </a:lnTo>
                  <a:lnTo>
                    <a:pt x="1297254" y="1004176"/>
                  </a:lnTo>
                  <a:lnTo>
                    <a:pt x="1297254" y="930478"/>
                  </a:lnTo>
                  <a:close/>
                </a:path>
                <a:path w="1297305" h="1314450">
                  <a:moveTo>
                    <a:pt x="1297254" y="775385"/>
                  </a:moveTo>
                  <a:lnTo>
                    <a:pt x="1228699" y="775385"/>
                  </a:lnTo>
                  <a:lnTo>
                    <a:pt x="1228699" y="849083"/>
                  </a:lnTo>
                  <a:lnTo>
                    <a:pt x="1297254" y="849083"/>
                  </a:lnTo>
                  <a:lnTo>
                    <a:pt x="1297254" y="775385"/>
                  </a:lnTo>
                  <a:close/>
                </a:path>
                <a:path w="1297305" h="1314450">
                  <a:moveTo>
                    <a:pt x="1297254" y="620318"/>
                  </a:moveTo>
                  <a:lnTo>
                    <a:pt x="1228699" y="620318"/>
                  </a:lnTo>
                  <a:lnTo>
                    <a:pt x="1228699" y="694016"/>
                  </a:lnTo>
                  <a:lnTo>
                    <a:pt x="1297254" y="694016"/>
                  </a:lnTo>
                  <a:lnTo>
                    <a:pt x="1297254" y="620318"/>
                  </a:lnTo>
                  <a:close/>
                </a:path>
                <a:path w="1297305" h="1314450">
                  <a:moveTo>
                    <a:pt x="1297254" y="465239"/>
                  </a:moveTo>
                  <a:lnTo>
                    <a:pt x="1228699" y="465239"/>
                  </a:lnTo>
                  <a:lnTo>
                    <a:pt x="1228699" y="538924"/>
                  </a:lnTo>
                  <a:lnTo>
                    <a:pt x="1297254" y="538924"/>
                  </a:lnTo>
                  <a:lnTo>
                    <a:pt x="1297254" y="465239"/>
                  </a:lnTo>
                  <a:close/>
                </a:path>
                <a:path w="1297305" h="1314450">
                  <a:moveTo>
                    <a:pt x="1297254" y="310159"/>
                  </a:moveTo>
                  <a:lnTo>
                    <a:pt x="1228699" y="310159"/>
                  </a:lnTo>
                  <a:lnTo>
                    <a:pt x="1228699" y="383857"/>
                  </a:lnTo>
                  <a:lnTo>
                    <a:pt x="1297254" y="383857"/>
                  </a:lnTo>
                  <a:lnTo>
                    <a:pt x="1297254" y="310159"/>
                  </a:lnTo>
                  <a:close/>
                </a:path>
                <a:path w="1297305" h="1314450">
                  <a:moveTo>
                    <a:pt x="1297254" y="155079"/>
                  </a:moveTo>
                  <a:lnTo>
                    <a:pt x="1228699" y="155079"/>
                  </a:lnTo>
                  <a:lnTo>
                    <a:pt x="1228699" y="228765"/>
                  </a:lnTo>
                  <a:lnTo>
                    <a:pt x="1297254" y="228765"/>
                  </a:lnTo>
                  <a:lnTo>
                    <a:pt x="1297254" y="155079"/>
                  </a:lnTo>
                  <a:close/>
                </a:path>
                <a:path w="1297305" h="1314450">
                  <a:moveTo>
                    <a:pt x="1297254" y="0"/>
                  </a:moveTo>
                  <a:lnTo>
                    <a:pt x="1228699" y="0"/>
                  </a:lnTo>
                  <a:lnTo>
                    <a:pt x="1228699" y="73698"/>
                  </a:lnTo>
                  <a:lnTo>
                    <a:pt x="1297254" y="73698"/>
                  </a:lnTo>
                  <a:lnTo>
                    <a:pt x="1297254" y="0"/>
                  </a:lnTo>
                  <a:close/>
                </a:path>
              </a:pathLst>
            </a:custGeom>
            <a:solidFill>
              <a:srgbClr val="FFFFFF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218705" y="2522759"/>
              <a:ext cx="1297305" cy="1004569"/>
            </a:xfrm>
            <a:custGeom>
              <a:avLst/>
              <a:gdLst/>
              <a:ahLst/>
              <a:cxnLst/>
              <a:rect l="l" t="t" r="r" b="b"/>
              <a:pathLst>
                <a:path w="1297305" h="1004570">
                  <a:moveTo>
                    <a:pt x="68554" y="930465"/>
                  </a:moveTo>
                  <a:lnTo>
                    <a:pt x="0" y="930465"/>
                  </a:lnTo>
                  <a:lnTo>
                    <a:pt x="0" y="1004163"/>
                  </a:lnTo>
                  <a:lnTo>
                    <a:pt x="68554" y="1004163"/>
                  </a:lnTo>
                  <a:lnTo>
                    <a:pt x="68554" y="930465"/>
                  </a:lnTo>
                  <a:close/>
                </a:path>
                <a:path w="1297305" h="1004570">
                  <a:moveTo>
                    <a:pt x="193497" y="930465"/>
                  </a:moveTo>
                  <a:lnTo>
                    <a:pt x="124942" y="930465"/>
                  </a:lnTo>
                  <a:lnTo>
                    <a:pt x="124942" y="1004163"/>
                  </a:lnTo>
                  <a:lnTo>
                    <a:pt x="193497" y="1004163"/>
                  </a:lnTo>
                  <a:lnTo>
                    <a:pt x="193497" y="930465"/>
                  </a:lnTo>
                  <a:close/>
                </a:path>
                <a:path w="1297305" h="1004570">
                  <a:moveTo>
                    <a:pt x="318452" y="930465"/>
                  </a:moveTo>
                  <a:lnTo>
                    <a:pt x="249897" y="930465"/>
                  </a:lnTo>
                  <a:lnTo>
                    <a:pt x="249897" y="1004163"/>
                  </a:lnTo>
                  <a:lnTo>
                    <a:pt x="318452" y="1004163"/>
                  </a:lnTo>
                  <a:lnTo>
                    <a:pt x="318452" y="930465"/>
                  </a:lnTo>
                  <a:close/>
                </a:path>
                <a:path w="1297305" h="1004570">
                  <a:moveTo>
                    <a:pt x="547535" y="930465"/>
                  </a:moveTo>
                  <a:lnTo>
                    <a:pt x="478980" y="930465"/>
                  </a:lnTo>
                  <a:lnTo>
                    <a:pt x="478980" y="1004163"/>
                  </a:lnTo>
                  <a:lnTo>
                    <a:pt x="547535" y="1004163"/>
                  </a:lnTo>
                  <a:lnTo>
                    <a:pt x="547535" y="930465"/>
                  </a:lnTo>
                  <a:close/>
                </a:path>
                <a:path w="1297305" h="1004570">
                  <a:moveTo>
                    <a:pt x="547535" y="775398"/>
                  </a:moveTo>
                  <a:lnTo>
                    <a:pt x="478980" y="775398"/>
                  </a:lnTo>
                  <a:lnTo>
                    <a:pt x="478980" y="849096"/>
                  </a:lnTo>
                  <a:lnTo>
                    <a:pt x="547535" y="849096"/>
                  </a:lnTo>
                  <a:lnTo>
                    <a:pt x="547535" y="775398"/>
                  </a:lnTo>
                  <a:close/>
                </a:path>
                <a:path w="1297305" h="1004570">
                  <a:moveTo>
                    <a:pt x="547535" y="620318"/>
                  </a:moveTo>
                  <a:lnTo>
                    <a:pt x="478980" y="620318"/>
                  </a:lnTo>
                  <a:lnTo>
                    <a:pt x="478980" y="694004"/>
                  </a:lnTo>
                  <a:lnTo>
                    <a:pt x="547535" y="694004"/>
                  </a:lnTo>
                  <a:lnTo>
                    <a:pt x="547535" y="620318"/>
                  </a:lnTo>
                  <a:close/>
                </a:path>
                <a:path w="1297305" h="1004570">
                  <a:moveTo>
                    <a:pt x="547535" y="465239"/>
                  </a:moveTo>
                  <a:lnTo>
                    <a:pt x="478980" y="465239"/>
                  </a:lnTo>
                  <a:lnTo>
                    <a:pt x="478980" y="538937"/>
                  </a:lnTo>
                  <a:lnTo>
                    <a:pt x="547535" y="538937"/>
                  </a:lnTo>
                  <a:lnTo>
                    <a:pt x="547535" y="465239"/>
                  </a:lnTo>
                  <a:close/>
                </a:path>
                <a:path w="1297305" h="1004570">
                  <a:moveTo>
                    <a:pt x="547535" y="310159"/>
                  </a:moveTo>
                  <a:lnTo>
                    <a:pt x="478980" y="310159"/>
                  </a:lnTo>
                  <a:lnTo>
                    <a:pt x="478980" y="383844"/>
                  </a:lnTo>
                  <a:lnTo>
                    <a:pt x="547535" y="383844"/>
                  </a:lnTo>
                  <a:lnTo>
                    <a:pt x="547535" y="310159"/>
                  </a:lnTo>
                  <a:close/>
                </a:path>
                <a:path w="1297305" h="1004570">
                  <a:moveTo>
                    <a:pt x="547535" y="155079"/>
                  </a:moveTo>
                  <a:lnTo>
                    <a:pt x="478980" y="155079"/>
                  </a:lnTo>
                  <a:lnTo>
                    <a:pt x="478980" y="228777"/>
                  </a:lnTo>
                  <a:lnTo>
                    <a:pt x="547535" y="228777"/>
                  </a:lnTo>
                  <a:lnTo>
                    <a:pt x="547535" y="155079"/>
                  </a:lnTo>
                  <a:close/>
                </a:path>
                <a:path w="1297305" h="1004570">
                  <a:moveTo>
                    <a:pt x="547535" y="0"/>
                  </a:moveTo>
                  <a:lnTo>
                    <a:pt x="478980" y="0"/>
                  </a:lnTo>
                  <a:lnTo>
                    <a:pt x="478980" y="73685"/>
                  </a:lnTo>
                  <a:lnTo>
                    <a:pt x="547535" y="73685"/>
                  </a:lnTo>
                  <a:lnTo>
                    <a:pt x="547535" y="0"/>
                  </a:lnTo>
                  <a:close/>
                </a:path>
                <a:path w="1297305" h="1004570">
                  <a:moveTo>
                    <a:pt x="672490" y="930465"/>
                  </a:moveTo>
                  <a:lnTo>
                    <a:pt x="603935" y="930465"/>
                  </a:lnTo>
                  <a:lnTo>
                    <a:pt x="603935" y="1004163"/>
                  </a:lnTo>
                  <a:lnTo>
                    <a:pt x="672490" y="1004163"/>
                  </a:lnTo>
                  <a:lnTo>
                    <a:pt x="672490" y="930465"/>
                  </a:lnTo>
                  <a:close/>
                </a:path>
                <a:path w="1297305" h="1004570">
                  <a:moveTo>
                    <a:pt x="672490" y="775398"/>
                  </a:moveTo>
                  <a:lnTo>
                    <a:pt x="603935" y="775398"/>
                  </a:lnTo>
                  <a:lnTo>
                    <a:pt x="603935" y="849096"/>
                  </a:lnTo>
                  <a:lnTo>
                    <a:pt x="672490" y="849096"/>
                  </a:lnTo>
                  <a:lnTo>
                    <a:pt x="672490" y="775398"/>
                  </a:lnTo>
                  <a:close/>
                </a:path>
                <a:path w="1297305" h="1004570">
                  <a:moveTo>
                    <a:pt x="672490" y="620318"/>
                  </a:moveTo>
                  <a:lnTo>
                    <a:pt x="603935" y="620318"/>
                  </a:lnTo>
                  <a:lnTo>
                    <a:pt x="603935" y="694004"/>
                  </a:lnTo>
                  <a:lnTo>
                    <a:pt x="672490" y="694004"/>
                  </a:lnTo>
                  <a:lnTo>
                    <a:pt x="672490" y="620318"/>
                  </a:lnTo>
                  <a:close/>
                </a:path>
                <a:path w="1297305" h="1004570">
                  <a:moveTo>
                    <a:pt x="672490" y="465239"/>
                  </a:moveTo>
                  <a:lnTo>
                    <a:pt x="603935" y="465239"/>
                  </a:lnTo>
                  <a:lnTo>
                    <a:pt x="603935" y="538937"/>
                  </a:lnTo>
                  <a:lnTo>
                    <a:pt x="672490" y="538937"/>
                  </a:lnTo>
                  <a:lnTo>
                    <a:pt x="672490" y="465239"/>
                  </a:lnTo>
                  <a:close/>
                </a:path>
                <a:path w="1297305" h="1004570">
                  <a:moveTo>
                    <a:pt x="672490" y="310159"/>
                  </a:moveTo>
                  <a:lnTo>
                    <a:pt x="603935" y="310159"/>
                  </a:lnTo>
                  <a:lnTo>
                    <a:pt x="603935" y="383844"/>
                  </a:lnTo>
                  <a:lnTo>
                    <a:pt x="672490" y="383844"/>
                  </a:lnTo>
                  <a:lnTo>
                    <a:pt x="672490" y="310159"/>
                  </a:lnTo>
                  <a:close/>
                </a:path>
                <a:path w="1297305" h="1004570">
                  <a:moveTo>
                    <a:pt x="672490" y="155079"/>
                  </a:moveTo>
                  <a:lnTo>
                    <a:pt x="603935" y="155079"/>
                  </a:lnTo>
                  <a:lnTo>
                    <a:pt x="603935" y="228777"/>
                  </a:lnTo>
                  <a:lnTo>
                    <a:pt x="672490" y="228777"/>
                  </a:lnTo>
                  <a:lnTo>
                    <a:pt x="672490" y="155079"/>
                  </a:lnTo>
                  <a:close/>
                </a:path>
                <a:path w="1297305" h="1004570">
                  <a:moveTo>
                    <a:pt x="672490" y="0"/>
                  </a:moveTo>
                  <a:lnTo>
                    <a:pt x="603935" y="0"/>
                  </a:lnTo>
                  <a:lnTo>
                    <a:pt x="603935" y="73685"/>
                  </a:lnTo>
                  <a:lnTo>
                    <a:pt x="672490" y="73685"/>
                  </a:lnTo>
                  <a:lnTo>
                    <a:pt x="672490" y="0"/>
                  </a:lnTo>
                  <a:close/>
                </a:path>
                <a:path w="1297305" h="1004570">
                  <a:moveTo>
                    <a:pt x="797445" y="930465"/>
                  </a:moveTo>
                  <a:lnTo>
                    <a:pt x="728891" y="930465"/>
                  </a:lnTo>
                  <a:lnTo>
                    <a:pt x="728891" y="1004163"/>
                  </a:lnTo>
                  <a:lnTo>
                    <a:pt x="797445" y="1004163"/>
                  </a:lnTo>
                  <a:lnTo>
                    <a:pt x="797445" y="930465"/>
                  </a:lnTo>
                  <a:close/>
                </a:path>
                <a:path w="1297305" h="1004570">
                  <a:moveTo>
                    <a:pt x="797445" y="775398"/>
                  </a:moveTo>
                  <a:lnTo>
                    <a:pt x="728891" y="775398"/>
                  </a:lnTo>
                  <a:lnTo>
                    <a:pt x="728891" y="849096"/>
                  </a:lnTo>
                  <a:lnTo>
                    <a:pt x="797445" y="849096"/>
                  </a:lnTo>
                  <a:lnTo>
                    <a:pt x="797445" y="775398"/>
                  </a:lnTo>
                  <a:close/>
                </a:path>
                <a:path w="1297305" h="1004570">
                  <a:moveTo>
                    <a:pt x="797445" y="620318"/>
                  </a:moveTo>
                  <a:lnTo>
                    <a:pt x="728891" y="620318"/>
                  </a:lnTo>
                  <a:lnTo>
                    <a:pt x="728891" y="694004"/>
                  </a:lnTo>
                  <a:lnTo>
                    <a:pt x="797445" y="694004"/>
                  </a:lnTo>
                  <a:lnTo>
                    <a:pt x="797445" y="620318"/>
                  </a:lnTo>
                  <a:close/>
                </a:path>
                <a:path w="1297305" h="1004570">
                  <a:moveTo>
                    <a:pt x="797445" y="465239"/>
                  </a:moveTo>
                  <a:lnTo>
                    <a:pt x="728891" y="465239"/>
                  </a:lnTo>
                  <a:lnTo>
                    <a:pt x="728891" y="538937"/>
                  </a:lnTo>
                  <a:lnTo>
                    <a:pt x="797445" y="538937"/>
                  </a:lnTo>
                  <a:lnTo>
                    <a:pt x="797445" y="465239"/>
                  </a:lnTo>
                  <a:close/>
                </a:path>
                <a:path w="1297305" h="1004570">
                  <a:moveTo>
                    <a:pt x="797445" y="310159"/>
                  </a:moveTo>
                  <a:lnTo>
                    <a:pt x="728891" y="310159"/>
                  </a:lnTo>
                  <a:lnTo>
                    <a:pt x="728891" y="383844"/>
                  </a:lnTo>
                  <a:lnTo>
                    <a:pt x="797445" y="383844"/>
                  </a:lnTo>
                  <a:lnTo>
                    <a:pt x="797445" y="310159"/>
                  </a:lnTo>
                  <a:close/>
                </a:path>
                <a:path w="1297305" h="1004570">
                  <a:moveTo>
                    <a:pt x="797445" y="155079"/>
                  </a:moveTo>
                  <a:lnTo>
                    <a:pt x="728891" y="155079"/>
                  </a:lnTo>
                  <a:lnTo>
                    <a:pt x="728891" y="228777"/>
                  </a:lnTo>
                  <a:lnTo>
                    <a:pt x="797445" y="228777"/>
                  </a:lnTo>
                  <a:lnTo>
                    <a:pt x="797445" y="155079"/>
                  </a:lnTo>
                  <a:close/>
                </a:path>
                <a:path w="1297305" h="1004570">
                  <a:moveTo>
                    <a:pt x="797445" y="0"/>
                  </a:moveTo>
                  <a:lnTo>
                    <a:pt x="728891" y="0"/>
                  </a:lnTo>
                  <a:lnTo>
                    <a:pt x="728891" y="73685"/>
                  </a:lnTo>
                  <a:lnTo>
                    <a:pt x="797445" y="73685"/>
                  </a:lnTo>
                  <a:lnTo>
                    <a:pt x="797445" y="0"/>
                  </a:lnTo>
                  <a:close/>
                </a:path>
                <a:path w="1297305" h="1004570">
                  <a:moveTo>
                    <a:pt x="922388" y="930465"/>
                  </a:moveTo>
                  <a:lnTo>
                    <a:pt x="853833" y="930465"/>
                  </a:lnTo>
                  <a:lnTo>
                    <a:pt x="853833" y="1004163"/>
                  </a:lnTo>
                  <a:lnTo>
                    <a:pt x="922388" y="1004163"/>
                  </a:lnTo>
                  <a:lnTo>
                    <a:pt x="922388" y="930465"/>
                  </a:lnTo>
                  <a:close/>
                </a:path>
                <a:path w="1297305" h="1004570">
                  <a:moveTo>
                    <a:pt x="922388" y="775398"/>
                  </a:moveTo>
                  <a:lnTo>
                    <a:pt x="853833" y="775398"/>
                  </a:lnTo>
                  <a:lnTo>
                    <a:pt x="853833" y="849096"/>
                  </a:lnTo>
                  <a:lnTo>
                    <a:pt x="922388" y="849096"/>
                  </a:lnTo>
                  <a:lnTo>
                    <a:pt x="922388" y="775398"/>
                  </a:lnTo>
                  <a:close/>
                </a:path>
                <a:path w="1297305" h="1004570">
                  <a:moveTo>
                    <a:pt x="922388" y="620318"/>
                  </a:moveTo>
                  <a:lnTo>
                    <a:pt x="853833" y="620318"/>
                  </a:lnTo>
                  <a:lnTo>
                    <a:pt x="853833" y="694004"/>
                  </a:lnTo>
                  <a:lnTo>
                    <a:pt x="922388" y="694004"/>
                  </a:lnTo>
                  <a:lnTo>
                    <a:pt x="922388" y="620318"/>
                  </a:lnTo>
                  <a:close/>
                </a:path>
                <a:path w="1297305" h="1004570">
                  <a:moveTo>
                    <a:pt x="922388" y="465239"/>
                  </a:moveTo>
                  <a:lnTo>
                    <a:pt x="853833" y="465239"/>
                  </a:lnTo>
                  <a:lnTo>
                    <a:pt x="853833" y="538937"/>
                  </a:lnTo>
                  <a:lnTo>
                    <a:pt x="922388" y="538937"/>
                  </a:lnTo>
                  <a:lnTo>
                    <a:pt x="922388" y="465239"/>
                  </a:lnTo>
                  <a:close/>
                </a:path>
                <a:path w="1297305" h="1004570">
                  <a:moveTo>
                    <a:pt x="922388" y="310159"/>
                  </a:moveTo>
                  <a:lnTo>
                    <a:pt x="853833" y="310159"/>
                  </a:lnTo>
                  <a:lnTo>
                    <a:pt x="853833" y="383844"/>
                  </a:lnTo>
                  <a:lnTo>
                    <a:pt x="922388" y="383844"/>
                  </a:lnTo>
                  <a:lnTo>
                    <a:pt x="922388" y="310159"/>
                  </a:lnTo>
                  <a:close/>
                </a:path>
                <a:path w="1297305" h="1004570">
                  <a:moveTo>
                    <a:pt x="922388" y="155079"/>
                  </a:moveTo>
                  <a:lnTo>
                    <a:pt x="853833" y="155079"/>
                  </a:lnTo>
                  <a:lnTo>
                    <a:pt x="853833" y="228777"/>
                  </a:lnTo>
                  <a:lnTo>
                    <a:pt x="922388" y="228777"/>
                  </a:lnTo>
                  <a:lnTo>
                    <a:pt x="922388" y="155079"/>
                  </a:lnTo>
                  <a:close/>
                </a:path>
                <a:path w="1297305" h="1004570">
                  <a:moveTo>
                    <a:pt x="922388" y="0"/>
                  </a:moveTo>
                  <a:lnTo>
                    <a:pt x="853833" y="0"/>
                  </a:lnTo>
                  <a:lnTo>
                    <a:pt x="853833" y="73685"/>
                  </a:lnTo>
                  <a:lnTo>
                    <a:pt x="922388" y="73685"/>
                  </a:lnTo>
                  <a:lnTo>
                    <a:pt x="922388" y="0"/>
                  </a:lnTo>
                  <a:close/>
                </a:path>
                <a:path w="1297305" h="1004570">
                  <a:moveTo>
                    <a:pt x="1047343" y="930465"/>
                  </a:moveTo>
                  <a:lnTo>
                    <a:pt x="978801" y="930465"/>
                  </a:lnTo>
                  <a:lnTo>
                    <a:pt x="978801" y="1004163"/>
                  </a:lnTo>
                  <a:lnTo>
                    <a:pt x="1047343" y="1004163"/>
                  </a:lnTo>
                  <a:lnTo>
                    <a:pt x="1047343" y="930465"/>
                  </a:lnTo>
                  <a:close/>
                </a:path>
                <a:path w="1297305" h="1004570">
                  <a:moveTo>
                    <a:pt x="1047343" y="775398"/>
                  </a:moveTo>
                  <a:lnTo>
                    <a:pt x="978801" y="775398"/>
                  </a:lnTo>
                  <a:lnTo>
                    <a:pt x="978801" y="849096"/>
                  </a:lnTo>
                  <a:lnTo>
                    <a:pt x="1047343" y="849096"/>
                  </a:lnTo>
                  <a:lnTo>
                    <a:pt x="1047343" y="775398"/>
                  </a:lnTo>
                  <a:close/>
                </a:path>
                <a:path w="1297305" h="1004570">
                  <a:moveTo>
                    <a:pt x="1047343" y="620318"/>
                  </a:moveTo>
                  <a:lnTo>
                    <a:pt x="978801" y="620318"/>
                  </a:lnTo>
                  <a:lnTo>
                    <a:pt x="978801" y="694004"/>
                  </a:lnTo>
                  <a:lnTo>
                    <a:pt x="1047343" y="694004"/>
                  </a:lnTo>
                  <a:lnTo>
                    <a:pt x="1047343" y="620318"/>
                  </a:lnTo>
                  <a:close/>
                </a:path>
                <a:path w="1297305" h="1004570">
                  <a:moveTo>
                    <a:pt x="1047343" y="465239"/>
                  </a:moveTo>
                  <a:lnTo>
                    <a:pt x="978801" y="465239"/>
                  </a:lnTo>
                  <a:lnTo>
                    <a:pt x="978801" y="538937"/>
                  </a:lnTo>
                  <a:lnTo>
                    <a:pt x="1047343" y="538937"/>
                  </a:lnTo>
                  <a:lnTo>
                    <a:pt x="1047343" y="465239"/>
                  </a:lnTo>
                  <a:close/>
                </a:path>
                <a:path w="1297305" h="1004570">
                  <a:moveTo>
                    <a:pt x="1047343" y="310159"/>
                  </a:moveTo>
                  <a:lnTo>
                    <a:pt x="978801" y="310159"/>
                  </a:lnTo>
                  <a:lnTo>
                    <a:pt x="978801" y="383844"/>
                  </a:lnTo>
                  <a:lnTo>
                    <a:pt x="1047343" y="383844"/>
                  </a:lnTo>
                  <a:lnTo>
                    <a:pt x="1047343" y="310159"/>
                  </a:lnTo>
                  <a:close/>
                </a:path>
                <a:path w="1297305" h="1004570">
                  <a:moveTo>
                    <a:pt x="1047343" y="155079"/>
                  </a:moveTo>
                  <a:lnTo>
                    <a:pt x="978801" y="155079"/>
                  </a:lnTo>
                  <a:lnTo>
                    <a:pt x="978801" y="228777"/>
                  </a:lnTo>
                  <a:lnTo>
                    <a:pt x="1047343" y="228777"/>
                  </a:lnTo>
                  <a:lnTo>
                    <a:pt x="1047343" y="155079"/>
                  </a:lnTo>
                  <a:close/>
                </a:path>
                <a:path w="1297305" h="1004570">
                  <a:moveTo>
                    <a:pt x="1047343" y="0"/>
                  </a:moveTo>
                  <a:lnTo>
                    <a:pt x="978801" y="0"/>
                  </a:lnTo>
                  <a:lnTo>
                    <a:pt x="978801" y="73685"/>
                  </a:lnTo>
                  <a:lnTo>
                    <a:pt x="1047343" y="73685"/>
                  </a:lnTo>
                  <a:lnTo>
                    <a:pt x="1047343" y="0"/>
                  </a:lnTo>
                  <a:close/>
                </a:path>
                <a:path w="1297305" h="1004570">
                  <a:moveTo>
                    <a:pt x="1172298" y="930465"/>
                  </a:moveTo>
                  <a:lnTo>
                    <a:pt x="1103744" y="930465"/>
                  </a:lnTo>
                  <a:lnTo>
                    <a:pt x="1103744" y="1004163"/>
                  </a:lnTo>
                  <a:lnTo>
                    <a:pt x="1172298" y="1004163"/>
                  </a:lnTo>
                  <a:lnTo>
                    <a:pt x="1172298" y="930465"/>
                  </a:lnTo>
                  <a:close/>
                </a:path>
                <a:path w="1297305" h="1004570">
                  <a:moveTo>
                    <a:pt x="1172298" y="775398"/>
                  </a:moveTo>
                  <a:lnTo>
                    <a:pt x="1103744" y="775398"/>
                  </a:lnTo>
                  <a:lnTo>
                    <a:pt x="1103744" y="849096"/>
                  </a:lnTo>
                  <a:lnTo>
                    <a:pt x="1172298" y="849096"/>
                  </a:lnTo>
                  <a:lnTo>
                    <a:pt x="1172298" y="775398"/>
                  </a:lnTo>
                  <a:close/>
                </a:path>
                <a:path w="1297305" h="1004570">
                  <a:moveTo>
                    <a:pt x="1172298" y="620318"/>
                  </a:moveTo>
                  <a:lnTo>
                    <a:pt x="1103744" y="620318"/>
                  </a:lnTo>
                  <a:lnTo>
                    <a:pt x="1103744" y="694004"/>
                  </a:lnTo>
                  <a:lnTo>
                    <a:pt x="1172298" y="694004"/>
                  </a:lnTo>
                  <a:lnTo>
                    <a:pt x="1172298" y="620318"/>
                  </a:lnTo>
                  <a:close/>
                </a:path>
                <a:path w="1297305" h="1004570">
                  <a:moveTo>
                    <a:pt x="1172298" y="465239"/>
                  </a:moveTo>
                  <a:lnTo>
                    <a:pt x="1103744" y="465239"/>
                  </a:lnTo>
                  <a:lnTo>
                    <a:pt x="1103744" y="538937"/>
                  </a:lnTo>
                  <a:lnTo>
                    <a:pt x="1172298" y="538937"/>
                  </a:lnTo>
                  <a:lnTo>
                    <a:pt x="1172298" y="465239"/>
                  </a:lnTo>
                  <a:close/>
                </a:path>
                <a:path w="1297305" h="1004570">
                  <a:moveTo>
                    <a:pt x="1172298" y="310159"/>
                  </a:moveTo>
                  <a:lnTo>
                    <a:pt x="1103744" y="310159"/>
                  </a:lnTo>
                  <a:lnTo>
                    <a:pt x="1103744" y="383844"/>
                  </a:lnTo>
                  <a:lnTo>
                    <a:pt x="1172298" y="383844"/>
                  </a:lnTo>
                  <a:lnTo>
                    <a:pt x="1172298" y="310159"/>
                  </a:lnTo>
                  <a:close/>
                </a:path>
                <a:path w="1297305" h="1004570">
                  <a:moveTo>
                    <a:pt x="1172298" y="155079"/>
                  </a:moveTo>
                  <a:lnTo>
                    <a:pt x="1103744" y="155079"/>
                  </a:lnTo>
                  <a:lnTo>
                    <a:pt x="1103744" y="228777"/>
                  </a:lnTo>
                  <a:lnTo>
                    <a:pt x="1172298" y="228777"/>
                  </a:lnTo>
                  <a:lnTo>
                    <a:pt x="1172298" y="155079"/>
                  </a:lnTo>
                  <a:close/>
                </a:path>
                <a:path w="1297305" h="1004570">
                  <a:moveTo>
                    <a:pt x="1297254" y="930465"/>
                  </a:moveTo>
                  <a:lnTo>
                    <a:pt x="1228699" y="930465"/>
                  </a:lnTo>
                  <a:lnTo>
                    <a:pt x="1228699" y="1004163"/>
                  </a:lnTo>
                  <a:lnTo>
                    <a:pt x="1297254" y="1004163"/>
                  </a:lnTo>
                  <a:lnTo>
                    <a:pt x="1297254" y="930465"/>
                  </a:lnTo>
                  <a:close/>
                </a:path>
                <a:path w="1297305" h="1004570">
                  <a:moveTo>
                    <a:pt x="1297254" y="775398"/>
                  </a:moveTo>
                  <a:lnTo>
                    <a:pt x="1228699" y="775398"/>
                  </a:lnTo>
                  <a:lnTo>
                    <a:pt x="1228699" y="849096"/>
                  </a:lnTo>
                  <a:lnTo>
                    <a:pt x="1297254" y="849096"/>
                  </a:lnTo>
                  <a:lnTo>
                    <a:pt x="1297254" y="775398"/>
                  </a:lnTo>
                  <a:close/>
                </a:path>
                <a:path w="1297305" h="1004570">
                  <a:moveTo>
                    <a:pt x="1297254" y="620318"/>
                  </a:moveTo>
                  <a:lnTo>
                    <a:pt x="1228699" y="620318"/>
                  </a:lnTo>
                  <a:lnTo>
                    <a:pt x="1228699" y="694004"/>
                  </a:lnTo>
                  <a:lnTo>
                    <a:pt x="1297254" y="694004"/>
                  </a:lnTo>
                  <a:lnTo>
                    <a:pt x="1297254" y="620318"/>
                  </a:lnTo>
                  <a:close/>
                </a:path>
                <a:path w="1297305" h="1004570">
                  <a:moveTo>
                    <a:pt x="1297254" y="465239"/>
                  </a:moveTo>
                  <a:lnTo>
                    <a:pt x="1228699" y="465239"/>
                  </a:lnTo>
                  <a:lnTo>
                    <a:pt x="1228699" y="538937"/>
                  </a:lnTo>
                  <a:lnTo>
                    <a:pt x="1297254" y="538937"/>
                  </a:lnTo>
                  <a:lnTo>
                    <a:pt x="1297254" y="465239"/>
                  </a:lnTo>
                  <a:close/>
                </a:path>
                <a:path w="1297305" h="1004570">
                  <a:moveTo>
                    <a:pt x="1297254" y="310159"/>
                  </a:moveTo>
                  <a:lnTo>
                    <a:pt x="1228699" y="310159"/>
                  </a:lnTo>
                  <a:lnTo>
                    <a:pt x="1228699" y="383844"/>
                  </a:lnTo>
                  <a:lnTo>
                    <a:pt x="1297254" y="383844"/>
                  </a:lnTo>
                  <a:lnTo>
                    <a:pt x="1297254" y="310159"/>
                  </a:lnTo>
                  <a:close/>
                </a:path>
                <a:path w="1297305" h="1004570">
                  <a:moveTo>
                    <a:pt x="1297254" y="155079"/>
                  </a:moveTo>
                  <a:lnTo>
                    <a:pt x="1228699" y="155079"/>
                  </a:lnTo>
                  <a:lnTo>
                    <a:pt x="1228699" y="228777"/>
                  </a:lnTo>
                  <a:lnTo>
                    <a:pt x="1297254" y="228777"/>
                  </a:lnTo>
                  <a:lnTo>
                    <a:pt x="1297254" y="155079"/>
                  </a:lnTo>
                  <a:close/>
                </a:path>
              </a:pathLst>
            </a:custGeom>
            <a:solidFill>
              <a:srgbClr val="FFFFFF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332176" y="968811"/>
              <a:ext cx="1070610" cy="191135"/>
            </a:xfrm>
            <a:custGeom>
              <a:avLst/>
              <a:gdLst/>
              <a:ahLst/>
              <a:cxnLst/>
              <a:rect l="l" t="t" r="r" b="b"/>
              <a:pathLst>
                <a:path w="1070609" h="191134">
                  <a:moveTo>
                    <a:pt x="978608" y="0"/>
                  </a:moveTo>
                  <a:lnTo>
                    <a:pt x="91704" y="0"/>
                  </a:lnTo>
                  <a:lnTo>
                    <a:pt x="56008" y="6926"/>
                  </a:lnTo>
                  <a:lnTo>
                    <a:pt x="26859" y="25817"/>
                  </a:lnTo>
                  <a:lnTo>
                    <a:pt x="7206" y="53834"/>
                  </a:lnTo>
                  <a:lnTo>
                    <a:pt x="0" y="88143"/>
                  </a:lnTo>
                  <a:lnTo>
                    <a:pt x="0" y="190915"/>
                  </a:lnTo>
                  <a:lnTo>
                    <a:pt x="1070312" y="190915"/>
                  </a:lnTo>
                  <a:lnTo>
                    <a:pt x="1070312" y="88143"/>
                  </a:lnTo>
                  <a:lnTo>
                    <a:pt x="1063106" y="53834"/>
                  </a:lnTo>
                  <a:lnTo>
                    <a:pt x="1043453" y="25817"/>
                  </a:lnTo>
                  <a:lnTo>
                    <a:pt x="1014304" y="6926"/>
                  </a:lnTo>
                  <a:lnTo>
                    <a:pt x="978608" y="0"/>
                  </a:lnTo>
                  <a:close/>
                </a:path>
              </a:pathLst>
            </a:custGeom>
            <a:solidFill>
              <a:srgbClr val="1DA2DC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4332179" y="968808"/>
              <a:ext cx="492759" cy="191135"/>
            </a:xfrm>
            <a:custGeom>
              <a:avLst/>
              <a:gdLst/>
              <a:ahLst/>
              <a:cxnLst/>
              <a:rect l="l" t="t" r="r" b="b"/>
              <a:pathLst>
                <a:path w="492759" h="191134">
                  <a:moveTo>
                    <a:pt x="492225" y="0"/>
                  </a:moveTo>
                  <a:lnTo>
                    <a:pt x="91567" y="0"/>
                  </a:lnTo>
                  <a:lnTo>
                    <a:pt x="55924" y="6077"/>
                  </a:lnTo>
                  <a:lnTo>
                    <a:pt x="26818" y="22652"/>
                  </a:lnTo>
                  <a:lnTo>
                    <a:pt x="7195" y="47235"/>
                  </a:lnTo>
                  <a:lnTo>
                    <a:pt x="0" y="77337"/>
                  </a:lnTo>
                  <a:lnTo>
                    <a:pt x="0" y="190915"/>
                  </a:lnTo>
                  <a:lnTo>
                    <a:pt x="492225" y="190915"/>
                  </a:lnTo>
                  <a:lnTo>
                    <a:pt x="492225" y="0"/>
                  </a:lnTo>
                  <a:close/>
                </a:path>
              </a:pathLst>
            </a:custGeom>
            <a:solidFill>
              <a:srgbClr val="73C5E9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11204133" y="2844880"/>
            <a:ext cx="3148965" cy="1087120"/>
            <a:chOff x="11204133" y="2844880"/>
            <a:chExt cx="3148965" cy="1087120"/>
          </a:xfrm>
        </p:grpSpPr>
        <p:sp>
          <p:nvSpPr>
            <p:cNvPr id="28" name="object 28" descr=""/>
            <p:cNvSpPr/>
            <p:nvPr/>
          </p:nvSpPr>
          <p:spPr>
            <a:xfrm>
              <a:off x="11204133" y="3866502"/>
              <a:ext cx="3063875" cy="65405"/>
            </a:xfrm>
            <a:custGeom>
              <a:avLst/>
              <a:gdLst/>
              <a:ahLst/>
              <a:cxnLst/>
              <a:rect l="l" t="t" r="r" b="b"/>
              <a:pathLst>
                <a:path w="3063875" h="65404">
                  <a:moveTo>
                    <a:pt x="1613270" y="0"/>
                  </a:moveTo>
                  <a:lnTo>
                    <a:pt x="1370301" y="134"/>
                  </a:lnTo>
                  <a:lnTo>
                    <a:pt x="1137240" y="1047"/>
                  </a:lnTo>
                  <a:lnTo>
                    <a:pt x="917944" y="2680"/>
                  </a:lnTo>
                  <a:lnTo>
                    <a:pt x="715272" y="4972"/>
                  </a:lnTo>
                  <a:lnTo>
                    <a:pt x="532083" y="7862"/>
                  </a:lnTo>
                  <a:lnTo>
                    <a:pt x="422192" y="10090"/>
                  </a:lnTo>
                  <a:lnTo>
                    <a:pt x="323077" y="12539"/>
                  </a:lnTo>
                  <a:lnTo>
                    <a:pt x="235586" y="15191"/>
                  </a:lnTo>
                  <a:lnTo>
                    <a:pt x="160565" y="18027"/>
                  </a:lnTo>
                  <a:lnTo>
                    <a:pt x="98861" y="21030"/>
                  </a:lnTo>
                  <a:lnTo>
                    <a:pt x="51321" y="24182"/>
                  </a:lnTo>
                  <a:lnTo>
                    <a:pt x="8423" y="29148"/>
                  </a:lnTo>
                  <a:lnTo>
                    <a:pt x="0" y="32592"/>
                  </a:lnTo>
                  <a:lnTo>
                    <a:pt x="2123" y="34326"/>
                  </a:lnTo>
                  <a:lnTo>
                    <a:pt x="51321" y="41002"/>
                  </a:lnTo>
                  <a:lnTo>
                    <a:pt x="98861" y="44154"/>
                  </a:lnTo>
                  <a:lnTo>
                    <a:pt x="196463" y="48597"/>
                  </a:lnTo>
                  <a:lnTo>
                    <a:pt x="277825" y="51343"/>
                  </a:lnTo>
                  <a:lnTo>
                    <a:pt x="371234" y="53896"/>
                  </a:lnTo>
                  <a:lnTo>
                    <a:pt x="475843" y="56237"/>
                  </a:lnTo>
                  <a:lnTo>
                    <a:pt x="590805" y="58348"/>
                  </a:lnTo>
                  <a:lnTo>
                    <a:pt x="780806" y="61045"/>
                  </a:lnTo>
                  <a:lnTo>
                    <a:pt x="989337" y="63124"/>
                  </a:lnTo>
                  <a:lnTo>
                    <a:pt x="1213539" y="64524"/>
                  </a:lnTo>
                  <a:lnTo>
                    <a:pt x="1450553" y="65185"/>
                  </a:lnTo>
                  <a:lnTo>
                    <a:pt x="1693523" y="65050"/>
                  </a:lnTo>
                  <a:lnTo>
                    <a:pt x="1926586" y="64137"/>
                  </a:lnTo>
                  <a:lnTo>
                    <a:pt x="2145884" y="62504"/>
                  </a:lnTo>
                  <a:lnTo>
                    <a:pt x="2348557" y="60212"/>
                  </a:lnTo>
                  <a:lnTo>
                    <a:pt x="2531748" y="57322"/>
                  </a:lnTo>
                  <a:lnTo>
                    <a:pt x="2641639" y="55094"/>
                  </a:lnTo>
                  <a:lnTo>
                    <a:pt x="2740755" y="52645"/>
                  </a:lnTo>
                  <a:lnTo>
                    <a:pt x="2828246" y="49993"/>
                  </a:lnTo>
                  <a:lnTo>
                    <a:pt x="2903268" y="47157"/>
                  </a:lnTo>
                  <a:lnTo>
                    <a:pt x="2964972" y="44154"/>
                  </a:lnTo>
                  <a:lnTo>
                    <a:pt x="3012511" y="41002"/>
                  </a:lnTo>
                  <a:lnTo>
                    <a:pt x="3055410" y="36036"/>
                  </a:lnTo>
                  <a:lnTo>
                    <a:pt x="3063833" y="32592"/>
                  </a:lnTo>
                  <a:lnTo>
                    <a:pt x="3061709" y="30858"/>
                  </a:lnTo>
                  <a:lnTo>
                    <a:pt x="3012511" y="24182"/>
                  </a:lnTo>
                  <a:lnTo>
                    <a:pt x="2964972" y="21030"/>
                  </a:lnTo>
                  <a:lnTo>
                    <a:pt x="2867369" y="16587"/>
                  </a:lnTo>
                  <a:lnTo>
                    <a:pt x="2786006" y="13841"/>
                  </a:lnTo>
                  <a:lnTo>
                    <a:pt x="2692597" y="11288"/>
                  </a:lnTo>
                  <a:lnTo>
                    <a:pt x="2587988" y="8947"/>
                  </a:lnTo>
                  <a:lnTo>
                    <a:pt x="2473025" y="6836"/>
                  </a:lnTo>
                  <a:lnTo>
                    <a:pt x="2283023" y="4139"/>
                  </a:lnTo>
                  <a:lnTo>
                    <a:pt x="2074491" y="2060"/>
                  </a:lnTo>
                  <a:lnTo>
                    <a:pt x="1850287" y="660"/>
                  </a:lnTo>
                  <a:lnTo>
                    <a:pt x="1613270" y="0"/>
                  </a:lnTo>
                  <a:close/>
                </a:path>
              </a:pathLst>
            </a:custGeom>
            <a:solidFill>
              <a:srgbClr val="259CA6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1274639" y="2844880"/>
              <a:ext cx="453390" cy="1052195"/>
            </a:xfrm>
            <a:custGeom>
              <a:avLst/>
              <a:gdLst/>
              <a:ahLst/>
              <a:cxnLst/>
              <a:rect l="l" t="t" r="r" b="b"/>
              <a:pathLst>
                <a:path w="453390" h="1052195">
                  <a:moveTo>
                    <a:pt x="425298" y="0"/>
                  </a:moveTo>
                  <a:lnTo>
                    <a:pt x="29423" y="111999"/>
                  </a:lnTo>
                  <a:lnTo>
                    <a:pt x="0" y="150176"/>
                  </a:lnTo>
                  <a:lnTo>
                    <a:pt x="0" y="1052033"/>
                  </a:lnTo>
                  <a:lnTo>
                    <a:pt x="453357" y="1052033"/>
                  </a:lnTo>
                  <a:lnTo>
                    <a:pt x="453357" y="32431"/>
                  </a:lnTo>
                  <a:lnTo>
                    <a:pt x="449538" y="17260"/>
                  </a:lnTo>
                  <a:lnTo>
                    <a:pt x="439484" y="5951"/>
                  </a:lnTo>
                  <a:lnTo>
                    <a:pt x="425298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66952" y="2859850"/>
              <a:ext cx="268724" cy="603646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1394266" y="3003644"/>
              <a:ext cx="214629" cy="117475"/>
            </a:xfrm>
            <a:custGeom>
              <a:avLst/>
              <a:gdLst/>
              <a:ahLst/>
              <a:cxnLst/>
              <a:rect l="l" t="t" r="r" b="b"/>
              <a:pathLst>
                <a:path w="214629" h="117475">
                  <a:moveTo>
                    <a:pt x="207271" y="0"/>
                  </a:moveTo>
                  <a:lnTo>
                    <a:pt x="198852" y="0"/>
                  </a:lnTo>
                  <a:lnTo>
                    <a:pt x="6827" y="0"/>
                  </a:lnTo>
                  <a:lnTo>
                    <a:pt x="0" y="6827"/>
                  </a:lnTo>
                  <a:lnTo>
                    <a:pt x="0" y="110101"/>
                  </a:lnTo>
                  <a:lnTo>
                    <a:pt x="6827" y="116928"/>
                  </a:lnTo>
                  <a:lnTo>
                    <a:pt x="207271" y="116928"/>
                  </a:lnTo>
                  <a:lnTo>
                    <a:pt x="214098" y="110101"/>
                  </a:lnTo>
                  <a:lnTo>
                    <a:pt x="214098" y="6827"/>
                  </a:lnTo>
                  <a:lnTo>
                    <a:pt x="207271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7561" y="3206498"/>
              <a:ext cx="91630" cy="18346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1399542" y="3008718"/>
              <a:ext cx="203835" cy="107314"/>
            </a:xfrm>
            <a:custGeom>
              <a:avLst/>
              <a:gdLst/>
              <a:ahLst/>
              <a:cxnLst/>
              <a:rect l="l" t="t" r="r" b="b"/>
              <a:pathLst>
                <a:path w="203834" h="107314">
                  <a:moveTo>
                    <a:pt x="196716" y="0"/>
                  </a:moveTo>
                  <a:lnTo>
                    <a:pt x="188297" y="0"/>
                  </a:lnTo>
                  <a:lnTo>
                    <a:pt x="6827" y="0"/>
                  </a:lnTo>
                  <a:lnTo>
                    <a:pt x="0" y="6827"/>
                  </a:lnTo>
                  <a:lnTo>
                    <a:pt x="0" y="99955"/>
                  </a:lnTo>
                  <a:lnTo>
                    <a:pt x="6827" y="106782"/>
                  </a:lnTo>
                  <a:lnTo>
                    <a:pt x="196716" y="106782"/>
                  </a:lnTo>
                  <a:lnTo>
                    <a:pt x="203543" y="99955"/>
                  </a:lnTo>
                  <a:lnTo>
                    <a:pt x="203543" y="6827"/>
                  </a:lnTo>
                  <a:lnTo>
                    <a:pt x="196716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51405" y="3018293"/>
              <a:ext cx="2901616" cy="877073"/>
            </a:xfrm>
            <a:prstGeom prst="rect">
              <a:avLst/>
            </a:prstGeom>
          </p:spPr>
        </p:pic>
      </p:grpSp>
      <p:pic>
        <p:nvPicPr>
          <p:cNvPr id="35" name="object 3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211849" y="2840510"/>
            <a:ext cx="2105859" cy="1091221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11849" y="4301435"/>
            <a:ext cx="2105859" cy="1091221"/>
          </a:xfrm>
          <a:prstGeom prst="rect">
            <a:avLst/>
          </a:prstGeom>
        </p:spPr>
      </p:pic>
      <p:grpSp>
        <p:nvGrpSpPr>
          <p:cNvPr id="37" name="object 37" descr=""/>
          <p:cNvGrpSpPr/>
          <p:nvPr/>
        </p:nvGrpSpPr>
        <p:grpSpPr>
          <a:xfrm>
            <a:off x="3978571" y="1825031"/>
            <a:ext cx="1159510" cy="1402715"/>
            <a:chOff x="3978571" y="1825031"/>
            <a:chExt cx="1159510" cy="1402715"/>
          </a:xfrm>
        </p:grpSpPr>
        <p:sp>
          <p:nvSpPr>
            <p:cNvPr id="38" name="object 38" descr=""/>
            <p:cNvSpPr/>
            <p:nvPr/>
          </p:nvSpPr>
          <p:spPr>
            <a:xfrm>
              <a:off x="4533317" y="3125444"/>
              <a:ext cx="553085" cy="102235"/>
            </a:xfrm>
            <a:custGeom>
              <a:avLst/>
              <a:gdLst/>
              <a:ahLst/>
              <a:cxnLst/>
              <a:rect l="l" t="t" r="r" b="b"/>
              <a:pathLst>
                <a:path w="553085" h="102235">
                  <a:moveTo>
                    <a:pt x="552716" y="0"/>
                  </a:moveTo>
                  <a:lnTo>
                    <a:pt x="0" y="0"/>
                  </a:lnTo>
                  <a:lnTo>
                    <a:pt x="0" y="102153"/>
                  </a:lnTo>
                  <a:lnTo>
                    <a:pt x="552716" y="102153"/>
                  </a:lnTo>
                  <a:lnTo>
                    <a:pt x="552716" y="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978571" y="2006541"/>
              <a:ext cx="550545" cy="1185545"/>
            </a:xfrm>
            <a:custGeom>
              <a:avLst/>
              <a:gdLst/>
              <a:ahLst/>
              <a:cxnLst/>
              <a:rect l="l" t="t" r="r" b="b"/>
              <a:pathLst>
                <a:path w="550545" h="1185545">
                  <a:moveTo>
                    <a:pt x="32365" y="0"/>
                  </a:moveTo>
                  <a:lnTo>
                    <a:pt x="0" y="0"/>
                  </a:lnTo>
                  <a:lnTo>
                    <a:pt x="0" y="1052742"/>
                  </a:lnTo>
                  <a:lnTo>
                    <a:pt x="6757" y="1094526"/>
                  </a:lnTo>
                  <a:lnTo>
                    <a:pt x="25564" y="1130847"/>
                  </a:lnTo>
                  <a:lnTo>
                    <a:pt x="54226" y="1159509"/>
                  </a:lnTo>
                  <a:lnTo>
                    <a:pt x="90547" y="1178316"/>
                  </a:lnTo>
                  <a:lnTo>
                    <a:pt x="132331" y="1185073"/>
                  </a:lnTo>
                  <a:lnTo>
                    <a:pt x="316723" y="1185073"/>
                  </a:lnTo>
                  <a:lnTo>
                    <a:pt x="358502" y="1178316"/>
                  </a:lnTo>
                  <a:lnTo>
                    <a:pt x="394823" y="1159509"/>
                  </a:lnTo>
                  <a:lnTo>
                    <a:pt x="423486" y="1130847"/>
                  </a:lnTo>
                  <a:lnTo>
                    <a:pt x="442296" y="1094526"/>
                  </a:lnTo>
                  <a:lnTo>
                    <a:pt x="449054" y="1052742"/>
                  </a:lnTo>
                  <a:lnTo>
                    <a:pt x="449054" y="216098"/>
                  </a:lnTo>
                  <a:lnTo>
                    <a:pt x="456921" y="177225"/>
                  </a:lnTo>
                  <a:lnTo>
                    <a:pt x="478362" y="145445"/>
                  </a:lnTo>
                  <a:lnTo>
                    <a:pt x="510138" y="124001"/>
                  </a:lnTo>
                  <a:lnTo>
                    <a:pt x="549009" y="116132"/>
                  </a:lnTo>
                  <a:lnTo>
                    <a:pt x="550182" y="116132"/>
                  </a:lnTo>
                  <a:lnTo>
                    <a:pt x="550182" y="83767"/>
                  </a:lnTo>
                  <a:lnTo>
                    <a:pt x="549009" y="83767"/>
                  </a:lnTo>
                  <a:lnTo>
                    <a:pt x="507231" y="90525"/>
                  </a:lnTo>
                  <a:lnTo>
                    <a:pt x="470913" y="109334"/>
                  </a:lnTo>
                  <a:lnTo>
                    <a:pt x="442252" y="137998"/>
                  </a:lnTo>
                  <a:lnTo>
                    <a:pt x="423445" y="174318"/>
                  </a:lnTo>
                  <a:lnTo>
                    <a:pt x="416688" y="216098"/>
                  </a:lnTo>
                  <a:lnTo>
                    <a:pt x="416688" y="1052742"/>
                  </a:lnTo>
                  <a:lnTo>
                    <a:pt x="408820" y="1091615"/>
                  </a:lnTo>
                  <a:lnTo>
                    <a:pt x="387375" y="1123395"/>
                  </a:lnTo>
                  <a:lnTo>
                    <a:pt x="355596" y="1144839"/>
                  </a:lnTo>
                  <a:lnTo>
                    <a:pt x="316723" y="1152708"/>
                  </a:lnTo>
                  <a:lnTo>
                    <a:pt x="132331" y="1152708"/>
                  </a:lnTo>
                  <a:lnTo>
                    <a:pt x="93458" y="1144839"/>
                  </a:lnTo>
                  <a:lnTo>
                    <a:pt x="61678" y="1123395"/>
                  </a:lnTo>
                  <a:lnTo>
                    <a:pt x="40234" y="1091615"/>
                  </a:lnTo>
                  <a:lnTo>
                    <a:pt x="32365" y="1052742"/>
                  </a:lnTo>
                  <a:lnTo>
                    <a:pt x="32365" y="0"/>
                  </a:lnTo>
                  <a:close/>
                </a:path>
              </a:pathLst>
            </a:custGeom>
            <a:solidFill>
              <a:srgbClr val="B8C0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481381" y="1825031"/>
              <a:ext cx="656590" cy="1320800"/>
            </a:xfrm>
            <a:custGeom>
              <a:avLst/>
              <a:gdLst/>
              <a:ahLst/>
              <a:cxnLst/>
              <a:rect l="l" t="t" r="r" b="b"/>
              <a:pathLst>
                <a:path w="656589" h="1320800">
                  <a:moveTo>
                    <a:pt x="595803" y="0"/>
                  </a:moveTo>
                  <a:lnTo>
                    <a:pt x="60783" y="0"/>
                  </a:lnTo>
                  <a:lnTo>
                    <a:pt x="37123" y="4776"/>
                  </a:lnTo>
                  <a:lnTo>
                    <a:pt x="17803" y="17803"/>
                  </a:lnTo>
                  <a:lnTo>
                    <a:pt x="4776" y="37123"/>
                  </a:lnTo>
                  <a:lnTo>
                    <a:pt x="0" y="60783"/>
                  </a:lnTo>
                  <a:lnTo>
                    <a:pt x="0" y="1259563"/>
                  </a:lnTo>
                  <a:lnTo>
                    <a:pt x="4776" y="1283223"/>
                  </a:lnTo>
                  <a:lnTo>
                    <a:pt x="17803" y="1302544"/>
                  </a:lnTo>
                  <a:lnTo>
                    <a:pt x="37123" y="1315570"/>
                  </a:lnTo>
                  <a:lnTo>
                    <a:pt x="60783" y="1320347"/>
                  </a:lnTo>
                  <a:lnTo>
                    <a:pt x="595803" y="1320347"/>
                  </a:lnTo>
                  <a:lnTo>
                    <a:pt x="619463" y="1315570"/>
                  </a:lnTo>
                  <a:lnTo>
                    <a:pt x="638784" y="1302544"/>
                  </a:lnTo>
                  <a:lnTo>
                    <a:pt x="651810" y="1283223"/>
                  </a:lnTo>
                  <a:lnTo>
                    <a:pt x="656587" y="1259563"/>
                  </a:lnTo>
                  <a:lnTo>
                    <a:pt x="656587" y="60783"/>
                  </a:lnTo>
                  <a:lnTo>
                    <a:pt x="651810" y="37123"/>
                  </a:lnTo>
                  <a:lnTo>
                    <a:pt x="638784" y="17803"/>
                  </a:lnTo>
                  <a:lnTo>
                    <a:pt x="619463" y="4776"/>
                  </a:lnTo>
                  <a:lnTo>
                    <a:pt x="595803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564070" y="1950233"/>
              <a:ext cx="491490" cy="351790"/>
            </a:xfrm>
            <a:custGeom>
              <a:avLst/>
              <a:gdLst/>
              <a:ahLst/>
              <a:cxnLst/>
              <a:rect l="l" t="t" r="r" b="b"/>
              <a:pathLst>
                <a:path w="491489" h="351789">
                  <a:moveTo>
                    <a:pt x="491210" y="0"/>
                  </a:moveTo>
                  <a:lnTo>
                    <a:pt x="0" y="0"/>
                  </a:lnTo>
                  <a:lnTo>
                    <a:pt x="0" y="351465"/>
                  </a:lnTo>
                  <a:lnTo>
                    <a:pt x="491210" y="351465"/>
                  </a:lnTo>
                  <a:lnTo>
                    <a:pt x="491210" y="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610684" y="2106504"/>
              <a:ext cx="407670" cy="109855"/>
            </a:xfrm>
            <a:custGeom>
              <a:avLst/>
              <a:gdLst/>
              <a:ahLst/>
              <a:cxnLst/>
              <a:rect l="l" t="t" r="r" b="b"/>
              <a:pathLst>
                <a:path w="407670" h="109855">
                  <a:moveTo>
                    <a:pt x="80391" y="24066"/>
                  </a:moveTo>
                  <a:lnTo>
                    <a:pt x="40944" y="24066"/>
                  </a:lnTo>
                  <a:lnTo>
                    <a:pt x="40944" y="85255"/>
                  </a:lnTo>
                  <a:lnTo>
                    <a:pt x="80391" y="85255"/>
                  </a:lnTo>
                  <a:lnTo>
                    <a:pt x="80391" y="24066"/>
                  </a:lnTo>
                  <a:close/>
                </a:path>
                <a:path w="407670" h="109855">
                  <a:moveTo>
                    <a:pt x="135509" y="24066"/>
                  </a:moveTo>
                  <a:lnTo>
                    <a:pt x="96062" y="24066"/>
                  </a:lnTo>
                  <a:lnTo>
                    <a:pt x="96062" y="85255"/>
                  </a:lnTo>
                  <a:lnTo>
                    <a:pt x="135509" y="85255"/>
                  </a:lnTo>
                  <a:lnTo>
                    <a:pt x="135509" y="24066"/>
                  </a:lnTo>
                  <a:close/>
                </a:path>
                <a:path w="407670" h="109855">
                  <a:moveTo>
                    <a:pt x="190627" y="24066"/>
                  </a:moveTo>
                  <a:lnTo>
                    <a:pt x="151180" y="24066"/>
                  </a:lnTo>
                  <a:lnTo>
                    <a:pt x="151180" y="85255"/>
                  </a:lnTo>
                  <a:lnTo>
                    <a:pt x="190627" y="85255"/>
                  </a:lnTo>
                  <a:lnTo>
                    <a:pt x="190627" y="24066"/>
                  </a:lnTo>
                  <a:close/>
                </a:path>
                <a:path w="407670" h="109855">
                  <a:moveTo>
                    <a:pt x="245745" y="24066"/>
                  </a:moveTo>
                  <a:lnTo>
                    <a:pt x="206298" y="24066"/>
                  </a:lnTo>
                  <a:lnTo>
                    <a:pt x="206298" y="85255"/>
                  </a:lnTo>
                  <a:lnTo>
                    <a:pt x="245745" y="85255"/>
                  </a:lnTo>
                  <a:lnTo>
                    <a:pt x="245745" y="24066"/>
                  </a:lnTo>
                  <a:close/>
                </a:path>
                <a:path w="407670" h="109855">
                  <a:moveTo>
                    <a:pt x="407073" y="32956"/>
                  </a:moveTo>
                  <a:lnTo>
                    <a:pt x="404469" y="20142"/>
                  </a:lnTo>
                  <a:lnTo>
                    <a:pt x="398729" y="11620"/>
                  </a:lnTo>
                  <a:lnTo>
                    <a:pt x="397408" y="9652"/>
                  </a:lnTo>
                  <a:lnTo>
                    <a:pt x="395439" y="8331"/>
                  </a:lnTo>
                  <a:lnTo>
                    <a:pt x="395439" y="32956"/>
                  </a:lnTo>
                  <a:lnTo>
                    <a:pt x="395439" y="76365"/>
                  </a:lnTo>
                  <a:lnTo>
                    <a:pt x="393750" y="84658"/>
                  </a:lnTo>
                  <a:lnTo>
                    <a:pt x="389178" y="91440"/>
                  </a:lnTo>
                  <a:lnTo>
                    <a:pt x="382397" y="96012"/>
                  </a:lnTo>
                  <a:lnTo>
                    <a:pt x="374116" y="97688"/>
                  </a:lnTo>
                  <a:lnTo>
                    <a:pt x="32956" y="97688"/>
                  </a:lnTo>
                  <a:lnTo>
                    <a:pt x="24663" y="96012"/>
                  </a:lnTo>
                  <a:lnTo>
                    <a:pt x="17881" y="91440"/>
                  </a:lnTo>
                  <a:lnTo>
                    <a:pt x="13309" y="84658"/>
                  </a:lnTo>
                  <a:lnTo>
                    <a:pt x="11633" y="76365"/>
                  </a:lnTo>
                  <a:lnTo>
                    <a:pt x="11633" y="32956"/>
                  </a:lnTo>
                  <a:lnTo>
                    <a:pt x="13309" y="24663"/>
                  </a:lnTo>
                  <a:lnTo>
                    <a:pt x="17881" y="17881"/>
                  </a:lnTo>
                  <a:lnTo>
                    <a:pt x="24663" y="13309"/>
                  </a:lnTo>
                  <a:lnTo>
                    <a:pt x="32956" y="11620"/>
                  </a:lnTo>
                  <a:lnTo>
                    <a:pt x="374116" y="11620"/>
                  </a:lnTo>
                  <a:lnTo>
                    <a:pt x="382397" y="13309"/>
                  </a:lnTo>
                  <a:lnTo>
                    <a:pt x="389178" y="17881"/>
                  </a:lnTo>
                  <a:lnTo>
                    <a:pt x="393750" y="24663"/>
                  </a:lnTo>
                  <a:lnTo>
                    <a:pt x="395439" y="32956"/>
                  </a:lnTo>
                  <a:lnTo>
                    <a:pt x="395439" y="8331"/>
                  </a:lnTo>
                  <a:lnTo>
                    <a:pt x="386930" y="2590"/>
                  </a:lnTo>
                  <a:lnTo>
                    <a:pt x="374116" y="0"/>
                  </a:lnTo>
                  <a:lnTo>
                    <a:pt x="32956" y="0"/>
                  </a:lnTo>
                  <a:lnTo>
                    <a:pt x="20142" y="2590"/>
                  </a:lnTo>
                  <a:lnTo>
                    <a:pt x="9664" y="9652"/>
                  </a:lnTo>
                  <a:lnTo>
                    <a:pt x="2590" y="20142"/>
                  </a:lnTo>
                  <a:lnTo>
                    <a:pt x="0" y="32956"/>
                  </a:lnTo>
                  <a:lnTo>
                    <a:pt x="0" y="76365"/>
                  </a:lnTo>
                  <a:lnTo>
                    <a:pt x="2590" y="89179"/>
                  </a:lnTo>
                  <a:lnTo>
                    <a:pt x="9664" y="99656"/>
                  </a:lnTo>
                  <a:lnTo>
                    <a:pt x="20142" y="106730"/>
                  </a:lnTo>
                  <a:lnTo>
                    <a:pt x="32956" y="109321"/>
                  </a:lnTo>
                  <a:lnTo>
                    <a:pt x="374116" y="109321"/>
                  </a:lnTo>
                  <a:lnTo>
                    <a:pt x="407073" y="76365"/>
                  </a:lnTo>
                  <a:lnTo>
                    <a:pt x="407073" y="32956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/>
          <p:nvPr/>
        </p:nvSpPr>
        <p:spPr>
          <a:xfrm>
            <a:off x="3755148" y="1800078"/>
            <a:ext cx="34290" cy="83185"/>
          </a:xfrm>
          <a:custGeom>
            <a:avLst/>
            <a:gdLst/>
            <a:ahLst/>
            <a:cxnLst/>
            <a:rect l="l" t="t" r="r" b="b"/>
            <a:pathLst>
              <a:path w="34289" h="83185">
                <a:moveTo>
                  <a:pt x="33705" y="57632"/>
                </a:moveTo>
                <a:lnTo>
                  <a:pt x="0" y="57632"/>
                </a:lnTo>
                <a:lnTo>
                  <a:pt x="0" y="82905"/>
                </a:lnTo>
                <a:lnTo>
                  <a:pt x="33705" y="82905"/>
                </a:lnTo>
                <a:lnTo>
                  <a:pt x="33705" y="57632"/>
                </a:lnTo>
                <a:close/>
              </a:path>
              <a:path w="34289" h="83185">
                <a:moveTo>
                  <a:pt x="33705" y="0"/>
                </a:moveTo>
                <a:lnTo>
                  <a:pt x="0" y="0"/>
                </a:lnTo>
                <a:lnTo>
                  <a:pt x="0" y="37896"/>
                </a:lnTo>
                <a:lnTo>
                  <a:pt x="33705" y="37896"/>
                </a:lnTo>
                <a:lnTo>
                  <a:pt x="33705" y="0"/>
                </a:lnTo>
                <a:close/>
              </a:path>
            </a:pathLst>
          </a:custGeom>
          <a:solidFill>
            <a:srgbClr val="CFD9D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" name="object 44" descr=""/>
          <p:cNvGrpSpPr/>
          <p:nvPr/>
        </p:nvGrpSpPr>
        <p:grpSpPr>
          <a:xfrm>
            <a:off x="3755142" y="1768692"/>
            <a:ext cx="316230" cy="273685"/>
            <a:chOff x="3755142" y="1768692"/>
            <a:chExt cx="316230" cy="273685"/>
          </a:xfrm>
        </p:grpSpPr>
        <p:sp>
          <p:nvSpPr>
            <p:cNvPr id="45" name="object 45" descr=""/>
            <p:cNvSpPr/>
            <p:nvPr/>
          </p:nvSpPr>
          <p:spPr>
            <a:xfrm>
              <a:off x="3788854" y="1768696"/>
              <a:ext cx="282575" cy="273685"/>
            </a:xfrm>
            <a:custGeom>
              <a:avLst/>
              <a:gdLst/>
              <a:ahLst/>
              <a:cxnLst/>
              <a:rect l="l" t="t" r="r" b="b"/>
              <a:pathLst>
                <a:path w="282575" h="273685">
                  <a:moveTo>
                    <a:pt x="282168" y="5664"/>
                  </a:moveTo>
                  <a:lnTo>
                    <a:pt x="276504" y="0"/>
                  </a:lnTo>
                  <a:lnTo>
                    <a:pt x="269519" y="0"/>
                  </a:lnTo>
                  <a:lnTo>
                    <a:pt x="137134" y="0"/>
                  </a:lnTo>
                  <a:lnTo>
                    <a:pt x="131470" y="5664"/>
                  </a:lnTo>
                  <a:lnTo>
                    <a:pt x="131470" y="20231"/>
                  </a:lnTo>
                  <a:lnTo>
                    <a:pt x="0" y="20231"/>
                  </a:lnTo>
                  <a:lnTo>
                    <a:pt x="0" y="127977"/>
                  </a:lnTo>
                  <a:lnTo>
                    <a:pt x="131470" y="127977"/>
                  </a:lnTo>
                  <a:lnTo>
                    <a:pt x="131470" y="180441"/>
                  </a:lnTo>
                  <a:lnTo>
                    <a:pt x="137134" y="186093"/>
                  </a:lnTo>
                  <a:lnTo>
                    <a:pt x="164350" y="186093"/>
                  </a:lnTo>
                  <a:lnTo>
                    <a:pt x="164350" y="267411"/>
                  </a:lnTo>
                  <a:lnTo>
                    <a:pt x="170002" y="273075"/>
                  </a:lnTo>
                  <a:lnTo>
                    <a:pt x="243636" y="273075"/>
                  </a:lnTo>
                  <a:lnTo>
                    <a:pt x="249301" y="267411"/>
                  </a:lnTo>
                  <a:lnTo>
                    <a:pt x="249301" y="186093"/>
                  </a:lnTo>
                  <a:lnTo>
                    <a:pt x="276504" y="186093"/>
                  </a:lnTo>
                  <a:lnTo>
                    <a:pt x="282168" y="180441"/>
                  </a:lnTo>
                  <a:lnTo>
                    <a:pt x="282168" y="5664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755136" y="1808892"/>
              <a:ext cx="10795" cy="69850"/>
            </a:xfrm>
            <a:custGeom>
              <a:avLst/>
              <a:gdLst/>
              <a:ahLst/>
              <a:cxnLst/>
              <a:rect l="l" t="t" r="r" b="b"/>
              <a:pathLst>
                <a:path w="10795" h="69850">
                  <a:moveTo>
                    <a:pt x="10198" y="53606"/>
                  </a:moveTo>
                  <a:lnTo>
                    <a:pt x="0" y="53606"/>
                  </a:lnTo>
                  <a:lnTo>
                    <a:pt x="0" y="69291"/>
                  </a:lnTo>
                  <a:lnTo>
                    <a:pt x="10198" y="69291"/>
                  </a:lnTo>
                  <a:lnTo>
                    <a:pt x="10198" y="53606"/>
                  </a:lnTo>
                  <a:close/>
                </a:path>
                <a:path w="10795" h="69850">
                  <a:moveTo>
                    <a:pt x="10198" y="0"/>
                  </a:moveTo>
                  <a:lnTo>
                    <a:pt x="0" y="0"/>
                  </a:lnTo>
                  <a:lnTo>
                    <a:pt x="0" y="20231"/>
                  </a:lnTo>
                  <a:lnTo>
                    <a:pt x="10198" y="20231"/>
                  </a:lnTo>
                  <a:lnTo>
                    <a:pt x="10198" y="0"/>
                  </a:lnTo>
                  <a:close/>
                </a:path>
              </a:pathLst>
            </a:custGeom>
            <a:solidFill>
              <a:srgbClr val="58575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4626210" y="2505142"/>
            <a:ext cx="367030" cy="294005"/>
            <a:chOff x="4626210" y="2505142"/>
            <a:chExt cx="367030" cy="294005"/>
          </a:xfrm>
        </p:grpSpPr>
        <p:sp>
          <p:nvSpPr>
            <p:cNvPr id="48" name="object 48" descr=""/>
            <p:cNvSpPr/>
            <p:nvPr/>
          </p:nvSpPr>
          <p:spPr>
            <a:xfrm>
              <a:off x="4626210" y="2505142"/>
              <a:ext cx="367030" cy="294005"/>
            </a:xfrm>
            <a:custGeom>
              <a:avLst/>
              <a:gdLst/>
              <a:ahLst/>
              <a:cxnLst/>
              <a:rect l="l" t="t" r="r" b="b"/>
              <a:pathLst>
                <a:path w="367029" h="294005">
                  <a:moveTo>
                    <a:pt x="183463" y="0"/>
                  </a:moveTo>
                  <a:lnTo>
                    <a:pt x="173652" y="2405"/>
                  </a:lnTo>
                  <a:lnTo>
                    <a:pt x="165809" y="9620"/>
                  </a:lnTo>
                  <a:lnTo>
                    <a:pt x="3384" y="261434"/>
                  </a:lnTo>
                  <a:lnTo>
                    <a:pt x="0" y="272393"/>
                  </a:lnTo>
                  <a:lnTo>
                    <a:pt x="2591" y="282874"/>
                  </a:lnTo>
                  <a:lnTo>
                    <a:pt x="9993" y="290735"/>
                  </a:lnTo>
                  <a:lnTo>
                    <a:pt x="21038" y="293831"/>
                  </a:lnTo>
                  <a:lnTo>
                    <a:pt x="345887" y="293831"/>
                  </a:lnTo>
                  <a:lnTo>
                    <a:pt x="356932" y="290735"/>
                  </a:lnTo>
                  <a:lnTo>
                    <a:pt x="364334" y="282874"/>
                  </a:lnTo>
                  <a:lnTo>
                    <a:pt x="366926" y="272393"/>
                  </a:lnTo>
                  <a:lnTo>
                    <a:pt x="363541" y="261434"/>
                  </a:lnTo>
                  <a:lnTo>
                    <a:pt x="201116" y="9620"/>
                  </a:lnTo>
                  <a:lnTo>
                    <a:pt x="193273" y="2405"/>
                  </a:lnTo>
                  <a:lnTo>
                    <a:pt x="183463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666850" y="2547309"/>
              <a:ext cx="285750" cy="229870"/>
            </a:xfrm>
            <a:custGeom>
              <a:avLst/>
              <a:gdLst/>
              <a:ahLst/>
              <a:cxnLst/>
              <a:rect l="l" t="t" r="r" b="b"/>
              <a:pathLst>
                <a:path w="285750" h="229869">
                  <a:moveTo>
                    <a:pt x="150581" y="0"/>
                  </a:moveTo>
                  <a:lnTo>
                    <a:pt x="135063" y="0"/>
                  </a:lnTo>
                  <a:lnTo>
                    <a:pt x="127922" y="3884"/>
                  </a:lnTo>
                  <a:lnTo>
                    <a:pt x="313" y="201732"/>
                  </a:lnTo>
                  <a:lnTo>
                    <a:pt x="0" y="210401"/>
                  </a:lnTo>
                  <a:lnTo>
                    <a:pt x="8083" y="225249"/>
                  </a:lnTo>
                  <a:lnTo>
                    <a:pt x="15549" y="229678"/>
                  </a:lnTo>
                  <a:lnTo>
                    <a:pt x="270096" y="229678"/>
                  </a:lnTo>
                  <a:lnTo>
                    <a:pt x="277562" y="225249"/>
                  </a:lnTo>
                  <a:lnTo>
                    <a:pt x="283178" y="214946"/>
                  </a:lnTo>
                  <a:lnTo>
                    <a:pt x="19706" y="214946"/>
                  </a:lnTo>
                  <a:lnTo>
                    <a:pt x="17653" y="212035"/>
                  </a:lnTo>
                  <a:lnTo>
                    <a:pt x="16282" y="209522"/>
                  </a:lnTo>
                  <a:lnTo>
                    <a:pt x="14952" y="206213"/>
                  </a:lnTo>
                  <a:lnTo>
                    <a:pt x="137597" y="16062"/>
                  </a:lnTo>
                  <a:lnTo>
                    <a:pt x="140048" y="14722"/>
                  </a:lnTo>
                  <a:lnTo>
                    <a:pt x="164712" y="14722"/>
                  </a:lnTo>
                  <a:lnTo>
                    <a:pt x="157722" y="3884"/>
                  </a:lnTo>
                  <a:lnTo>
                    <a:pt x="150581" y="0"/>
                  </a:lnTo>
                  <a:close/>
                </a:path>
                <a:path w="285750" h="229869">
                  <a:moveTo>
                    <a:pt x="164712" y="14722"/>
                  </a:moveTo>
                  <a:lnTo>
                    <a:pt x="145597" y="14722"/>
                  </a:lnTo>
                  <a:lnTo>
                    <a:pt x="148047" y="16062"/>
                  </a:lnTo>
                  <a:lnTo>
                    <a:pt x="270703" y="206213"/>
                  </a:lnTo>
                  <a:lnTo>
                    <a:pt x="269363" y="209522"/>
                  </a:lnTo>
                  <a:lnTo>
                    <a:pt x="267991" y="212035"/>
                  </a:lnTo>
                  <a:lnTo>
                    <a:pt x="265939" y="214946"/>
                  </a:lnTo>
                  <a:lnTo>
                    <a:pt x="283178" y="214946"/>
                  </a:lnTo>
                  <a:lnTo>
                    <a:pt x="285656" y="210401"/>
                  </a:lnTo>
                  <a:lnTo>
                    <a:pt x="285324" y="201721"/>
                  </a:lnTo>
                  <a:lnTo>
                    <a:pt x="164712" y="14722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62237" y="2617923"/>
              <a:ext cx="88793" cy="137723"/>
            </a:xfrm>
            <a:prstGeom prst="rect">
              <a:avLst/>
            </a:prstGeom>
          </p:spPr>
        </p:pic>
      </p:grpSp>
      <p:sp>
        <p:nvSpPr>
          <p:cNvPr id="51" name="object 51" descr=""/>
          <p:cNvSpPr/>
          <p:nvPr/>
        </p:nvSpPr>
        <p:spPr>
          <a:xfrm>
            <a:off x="1636202" y="7881901"/>
            <a:ext cx="107950" cy="19050"/>
          </a:xfrm>
          <a:custGeom>
            <a:avLst/>
            <a:gdLst/>
            <a:ahLst/>
            <a:cxnLst/>
            <a:rect l="l" t="t" r="r" b="b"/>
            <a:pathLst>
              <a:path w="107950" h="19050">
                <a:moveTo>
                  <a:pt x="0" y="19049"/>
                </a:moveTo>
                <a:lnTo>
                  <a:pt x="107808" y="19049"/>
                </a:lnTo>
                <a:lnTo>
                  <a:pt x="107808" y="0"/>
                </a:lnTo>
                <a:lnTo>
                  <a:pt x="0" y="0"/>
                </a:lnTo>
                <a:lnTo>
                  <a:pt x="0" y="19049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789140" y="7881901"/>
            <a:ext cx="124460" cy="19050"/>
          </a:xfrm>
          <a:custGeom>
            <a:avLst/>
            <a:gdLst/>
            <a:ahLst/>
            <a:cxnLst/>
            <a:rect l="l" t="t" r="r" b="b"/>
            <a:pathLst>
              <a:path w="124460" h="19050">
                <a:moveTo>
                  <a:pt x="0" y="19049"/>
                </a:moveTo>
                <a:lnTo>
                  <a:pt x="124132" y="19049"/>
                </a:lnTo>
                <a:lnTo>
                  <a:pt x="124132" y="0"/>
                </a:lnTo>
                <a:lnTo>
                  <a:pt x="0" y="0"/>
                </a:lnTo>
                <a:lnTo>
                  <a:pt x="0" y="19049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1958402" y="7881901"/>
            <a:ext cx="527685" cy="19050"/>
          </a:xfrm>
          <a:custGeom>
            <a:avLst/>
            <a:gdLst/>
            <a:ahLst/>
            <a:cxnLst/>
            <a:rect l="l" t="t" r="r" b="b"/>
            <a:pathLst>
              <a:path w="527685" h="19050">
                <a:moveTo>
                  <a:pt x="0" y="19049"/>
                </a:moveTo>
                <a:lnTo>
                  <a:pt x="527093" y="19049"/>
                </a:lnTo>
                <a:lnTo>
                  <a:pt x="527093" y="0"/>
                </a:lnTo>
                <a:lnTo>
                  <a:pt x="0" y="0"/>
                </a:lnTo>
                <a:lnTo>
                  <a:pt x="0" y="19049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636202" y="7739660"/>
            <a:ext cx="22860" cy="142240"/>
          </a:xfrm>
          <a:custGeom>
            <a:avLst/>
            <a:gdLst/>
            <a:ahLst/>
            <a:cxnLst/>
            <a:rect l="l" t="t" r="r" b="b"/>
            <a:pathLst>
              <a:path w="22860" h="142240">
                <a:moveTo>
                  <a:pt x="0" y="142239"/>
                </a:moveTo>
                <a:lnTo>
                  <a:pt x="22564" y="142239"/>
                </a:lnTo>
                <a:lnTo>
                  <a:pt x="22564" y="0"/>
                </a:lnTo>
                <a:lnTo>
                  <a:pt x="0" y="0"/>
                </a:lnTo>
                <a:lnTo>
                  <a:pt x="0" y="142239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721456" y="7739660"/>
            <a:ext cx="22860" cy="142240"/>
          </a:xfrm>
          <a:custGeom>
            <a:avLst/>
            <a:gdLst/>
            <a:ahLst/>
            <a:cxnLst/>
            <a:rect l="l" t="t" r="r" b="b"/>
            <a:pathLst>
              <a:path w="22860" h="142240">
                <a:moveTo>
                  <a:pt x="0" y="142239"/>
                </a:moveTo>
                <a:lnTo>
                  <a:pt x="22554" y="142239"/>
                </a:lnTo>
                <a:lnTo>
                  <a:pt x="22554" y="0"/>
                </a:lnTo>
                <a:lnTo>
                  <a:pt x="0" y="0"/>
                </a:lnTo>
                <a:lnTo>
                  <a:pt x="0" y="142239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1789140" y="7739660"/>
            <a:ext cx="22860" cy="142240"/>
          </a:xfrm>
          <a:custGeom>
            <a:avLst/>
            <a:gdLst/>
            <a:ahLst/>
            <a:cxnLst/>
            <a:rect l="l" t="t" r="r" b="b"/>
            <a:pathLst>
              <a:path w="22860" h="142240">
                <a:moveTo>
                  <a:pt x="0" y="142239"/>
                </a:moveTo>
                <a:lnTo>
                  <a:pt x="22564" y="142239"/>
                </a:lnTo>
                <a:lnTo>
                  <a:pt x="22564" y="0"/>
                </a:lnTo>
                <a:lnTo>
                  <a:pt x="0" y="0"/>
                </a:lnTo>
                <a:lnTo>
                  <a:pt x="0" y="142239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1890718" y="7739660"/>
            <a:ext cx="22860" cy="142240"/>
          </a:xfrm>
          <a:custGeom>
            <a:avLst/>
            <a:gdLst/>
            <a:ahLst/>
            <a:cxnLst/>
            <a:rect l="l" t="t" r="r" b="b"/>
            <a:pathLst>
              <a:path w="22860" h="142240">
                <a:moveTo>
                  <a:pt x="0" y="142239"/>
                </a:moveTo>
                <a:lnTo>
                  <a:pt x="22554" y="142239"/>
                </a:lnTo>
                <a:lnTo>
                  <a:pt x="22554" y="0"/>
                </a:lnTo>
                <a:lnTo>
                  <a:pt x="0" y="0"/>
                </a:lnTo>
                <a:lnTo>
                  <a:pt x="0" y="142239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1958402" y="7739660"/>
            <a:ext cx="22860" cy="142240"/>
          </a:xfrm>
          <a:custGeom>
            <a:avLst/>
            <a:gdLst/>
            <a:ahLst/>
            <a:cxnLst/>
            <a:rect l="l" t="t" r="r" b="b"/>
            <a:pathLst>
              <a:path w="22860" h="142240">
                <a:moveTo>
                  <a:pt x="0" y="142239"/>
                </a:moveTo>
                <a:lnTo>
                  <a:pt x="22564" y="142239"/>
                </a:lnTo>
                <a:lnTo>
                  <a:pt x="22564" y="0"/>
                </a:lnTo>
                <a:lnTo>
                  <a:pt x="0" y="0"/>
                </a:lnTo>
                <a:lnTo>
                  <a:pt x="0" y="142239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2462931" y="7739660"/>
            <a:ext cx="22860" cy="142240"/>
          </a:xfrm>
          <a:custGeom>
            <a:avLst/>
            <a:gdLst/>
            <a:ahLst/>
            <a:cxnLst/>
            <a:rect l="l" t="t" r="r" b="b"/>
            <a:pathLst>
              <a:path w="22860" h="142240">
                <a:moveTo>
                  <a:pt x="0" y="142239"/>
                </a:moveTo>
                <a:lnTo>
                  <a:pt x="22564" y="142239"/>
                </a:lnTo>
                <a:lnTo>
                  <a:pt x="22564" y="0"/>
                </a:lnTo>
                <a:lnTo>
                  <a:pt x="0" y="0"/>
                </a:lnTo>
                <a:lnTo>
                  <a:pt x="0" y="142239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1636202" y="6733820"/>
            <a:ext cx="22860" cy="1005840"/>
          </a:xfrm>
          <a:custGeom>
            <a:avLst/>
            <a:gdLst/>
            <a:ahLst/>
            <a:cxnLst/>
            <a:rect l="l" t="t" r="r" b="b"/>
            <a:pathLst>
              <a:path w="22860" h="1005840">
                <a:moveTo>
                  <a:pt x="0" y="1005840"/>
                </a:moveTo>
                <a:lnTo>
                  <a:pt x="22564" y="1005840"/>
                </a:lnTo>
                <a:lnTo>
                  <a:pt x="22564" y="0"/>
                </a:lnTo>
                <a:lnTo>
                  <a:pt x="0" y="0"/>
                </a:lnTo>
                <a:lnTo>
                  <a:pt x="0" y="1005840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1721456" y="6733820"/>
            <a:ext cx="22860" cy="1005840"/>
          </a:xfrm>
          <a:custGeom>
            <a:avLst/>
            <a:gdLst/>
            <a:ahLst/>
            <a:cxnLst/>
            <a:rect l="l" t="t" r="r" b="b"/>
            <a:pathLst>
              <a:path w="22860" h="1005840">
                <a:moveTo>
                  <a:pt x="0" y="1005840"/>
                </a:moveTo>
                <a:lnTo>
                  <a:pt x="22554" y="1005840"/>
                </a:lnTo>
                <a:lnTo>
                  <a:pt x="22554" y="0"/>
                </a:lnTo>
                <a:lnTo>
                  <a:pt x="0" y="0"/>
                </a:lnTo>
                <a:lnTo>
                  <a:pt x="0" y="1005840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1789140" y="6733820"/>
            <a:ext cx="22860" cy="1005840"/>
          </a:xfrm>
          <a:custGeom>
            <a:avLst/>
            <a:gdLst/>
            <a:ahLst/>
            <a:cxnLst/>
            <a:rect l="l" t="t" r="r" b="b"/>
            <a:pathLst>
              <a:path w="22860" h="1005840">
                <a:moveTo>
                  <a:pt x="0" y="1005840"/>
                </a:moveTo>
                <a:lnTo>
                  <a:pt x="22564" y="1005840"/>
                </a:lnTo>
                <a:lnTo>
                  <a:pt x="22564" y="0"/>
                </a:lnTo>
                <a:lnTo>
                  <a:pt x="0" y="0"/>
                </a:lnTo>
                <a:lnTo>
                  <a:pt x="0" y="1005840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1890718" y="6733820"/>
            <a:ext cx="22860" cy="1005840"/>
          </a:xfrm>
          <a:custGeom>
            <a:avLst/>
            <a:gdLst/>
            <a:ahLst/>
            <a:cxnLst/>
            <a:rect l="l" t="t" r="r" b="b"/>
            <a:pathLst>
              <a:path w="22860" h="1005840">
                <a:moveTo>
                  <a:pt x="0" y="1005840"/>
                </a:moveTo>
                <a:lnTo>
                  <a:pt x="22554" y="1005840"/>
                </a:lnTo>
                <a:lnTo>
                  <a:pt x="22554" y="0"/>
                </a:lnTo>
                <a:lnTo>
                  <a:pt x="0" y="0"/>
                </a:lnTo>
                <a:lnTo>
                  <a:pt x="0" y="1005840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958402" y="6733820"/>
            <a:ext cx="22860" cy="1005840"/>
          </a:xfrm>
          <a:custGeom>
            <a:avLst/>
            <a:gdLst/>
            <a:ahLst/>
            <a:cxnLst/>
            <a:rect l="l" t="t" r="r" b="b"/>
            <a:pathLst>
              <a:path w="22860" h="1005840">
                <a:moveTo>
                  <a:pt x="0" y="1005840"/>
                </a:moveTo>
                <a:lnTo>
                  <a:pt x="22564" y="1005840"/>
                </a:lnTo>
                <a:lnTo>
                  <a:pt x="22564" y="0"/>
                </a:lnTo>
                <a:lnTo>
                  <a:pt x="0" y="0"/>
                </a:lnTo>
                <a:lnTo>
                  <a:pt x="0" y="1005840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1636202" y="6714770"/>
            <a:ext cx="22860" cy="19050"/>
          </a:xfrm>
          <a:custGeom>
            <a:avLst/>
            <a:gdLst/>
            <a:ahLst/>
            <a:cxnLst/>
            <a:rect l="l" t="t" r="r" b="b"/>
            <a:pathLst>
              <a:path w="22860" h="19050">
                <a:moveTo>
                  <a:pt x="0" y="19050"/>
                </a:moveTo>
                <a:lnTo>
                  <a:pt x="22564" y="19050"/>
                </a:lnTo>
                <a:lnTo>
                  <a:pt x="22564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1721456" y="6714770"/>
            <a:ext cx="90805" cy="19050"/>
          </a:xfrm>
          <a:custGeom>
            <a:avLst/>
            <a:gdLst/>
            <a:ahLst/>
            <a:cxnLst/>
            <a:rect l="l" t="t" r="r" b="b"/>
            <a:pathLst>
              <a:path w="90805" h="19050">
                <a:moveTo>
                  <a:pt x="0" y="19050"/>
                </a:moveTo>
                <a:lnTo>
                  <a:pt x="90248" y="19050"/>
                </a:lnTo>
                <a:lnTo>
                  <a:pt x="90248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1890718" y="6714770"/>
            <a:ext cx="90805" cy="19050"/>
          </a:xfrm>
          <a:custGeom>
            <a:avLst/>
            <a:gdLst/>
            <a:ahLst/>
            <a:cxnLst/>
            <a:rect l="l" t="t" r="r" b="b"/>
            <a:pathLst>
              <a:path w="90805" h="19050">
                <a:moveTo>
                  <a:pt x="0" y="19050"/>
                </a:moveTo>
                <a:lnTo>
                  <a:pt x="90248" y="19050"/>
                </a:lnTo>
                <a:lnTo>
                  <a:pt x="90248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1636202" y="6483630"/>
            <a:ext cx="22860" cy="231140"/>
          </a:xfrm>
          <a:custGeom>
            <a:avLst/>
            <a:gdLst/>
            <a:ahLst/>
            <a:cxnLst/>
            <a:rect l="l" t="t" r="r" b="b"/>
            <a:pathLst>
              <a:path w="22860" h="231140">
                <a:moveTo>
                  <a:pt x="0" y="231140"/>
                </a:moveTo>
                <a:lnTo>
                  <a:pt x="22564" y="231140"/>
                </a:lnTo>
                <a:lnTo>
                  <a:pt x="22564" y="0"/>
                </a:lnTo>
                <a:lnTo>
                  <a:pt x="0" y="0"/>
                </a:lnTo>
                <a:lnTo>
                  <a:pt x="0" y="231140"/>
                </a:lnTo>
                <a:close/>
              </a:path>
            </a:pathLst>
          </a:custGeom>
          <a:solidFill>
            <a:srgbClr val="494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1839544" y="6350818"/>
            <a:ext cx="31750" cy="78105"/>
          </a:xfrm>
          <a:custGeom>
            <a:avLst/>
            <a:gdLst/>
            <a:ahLst/>
            <a:cxnLst/>
            <a:rect l="l" t="t" r="r" b="b"/>
            <a:pathLst>
              <a:path w="31750" h="78104">
                <a:moveTo>
                  <a:pt x="31559" y="53962"/>
                </a:moveTo>
                <a:lnTo>
                  <a:pt x="0" y="53962"/>
                </a:lnTo>
                <a:lnTo>
                  <a:pt x="0" y="77635"/>
                </a:lnTo>
                <a:lnTo>
                  <a:pt x="31559" y="77635"/>
                </a:lnTo>
                <a:lnTo>
                  <a:pt x="31559" y="53962"/>
                </a:lnTo>
                <a:close/>
              </a:path>
              <a:path w="31750" h="78104">
                <a:moveTo>
                  <a:pt x="31559" y="0"/>
                </a:moveTo>
                <a:lnTo>
                  <a:pt x="0" y="0"/>
                </a:lnTo>
                <a:lnTo>
                  <a:pt x="0" y="35496"/>
                </a:lnTo>
                <a:lnTo>
                  <a:pt x="31559" y="35496"/>
                </a:lnTo>
                <a:lnTo>
                  <a:pt x="31559" y="0"/>
                </a:lnTo>
                <a:close/>
              </a:path>
            </a:pathLst>
          </a:custGeom>
          <a:solidFill>
            <a:srgbClr val="CFD9D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0" name="object 70" descr=""/>
          <p:cNvGrpSpPr/>
          <p:nvPr/>
        </p:nvGrpSpPr>
        <p:grpSpPr>
          <a:xfrm>
            <a:off x="1575320" y="6321440"/>
            <a:ext cx="295910" cy="255904"/>
            <a:chOff x="1575320" y="6321440"/>
            <a:chExt cx="295910" cy="255904"/>
          </a:xfrm>
        </p:grpSpPr>
        <p:sp>
          <p:nvSpPr>
            <p:cNvPr id="71" name="object 71" descr=""/>
            <p:cNvSpPr/>
            <p:nvPr/>
          </p:nvSpPr>
          <p:spPr>
            <a:xfrm>
              <a:off x="1575308" y="6321443"/>
              <a:ext cx="264795" cy="255904"/>
            </a:xfrm>
            <a:custGeom>
              <a:avLst/>
              <a:gdLst/>
              <a:ahLst/>
              <a:cxnLst/>
              <a:rect l="l" t="t" r="r" b="b"/>
              <a:pathLst>
                <a:path w="264794" h="255904">
                  <a:moveTo>
                    <a:pt x="264236" y="18948"/>
                  </a:moveTo>
                  <a:lnTo>
                    <a:pt x="141109" y="18948"/>
                  </a:lnTo>
                  <a:lnTo>
                    <a:pt x="141109" y="5295"/>
                  </a:lnTo>
                  <a:lnTo>
                    <a:pt x="135813" y="0"/>
                  </a:lnTo>
                  <a:lnTo>
                    <a:pt x="11836" y="0"/>
                  </a:lnTo>
                  <a:lnTo>
                    <a:pt x="5308" y="0"/>
                  </a:lnTo>
                  <a:lnTo>
                    <a:pt x="0" y="5295"/>
                  </a:lnTo>
                  <a:lnTo>
                    <a:pt x="0" y="168960"/>
                  </a:lnTo>
                  <a:lnTo>
                    <a:pt x="5308" y="174256"/>
                  </a:lnTo>
                  <a:lnTo>
                    <a:pt x="30784" y="174256"/>
                  </a:lnTo>
                  <a:lnTo>
                    <a:pt x="30784" y="250418"/>
                  </a:lnTo>
                  <a:lnTo>
                    <a:pt x="36080" y="255714"/>
                  </a:lnTo>
                  <a:lnTo>
                    <a:pt x="105029" y="255714"/>
                  </a:lnTo>
                  <a:lnTo>
                    <a:pt x="110337" y="250418"/>
                  </a:lnTo>
                  <a:lnTo>
                    <a:pt x="110337" y="174256"/>
                  </a:lnTo>
                  <a:lnTo>
                    <a:pt x="135813" y="174256"/>
                  </a:lnTo>
                  <a:lnTo>
                    <a:pt x="141109" y="168960"/>
                  </a:lnTo>
                  <a:lnTo>
                    <a:pt x="141109" y="119837"/>
                  </a:lnTo>
                  <a:lnTo>
                    <a:pt x="264236" y="119837"/>
                  </a:lnTo>
                  <a:lnTo>
                    <a:pt x="264236" y="18948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861566" y="6359086"/>
              <a:ext cx="10160" cy="65405"/>
            </a:xfrm>
            <a:custGeom>
              <a:avLst/>
              <a:gdLst/>
              <a:ahLst/>
              <a:cxnLst/>
              <a:rect l="l" t="t" r="r" b="b"/>
              <a:pathLst>
                <a:path w="10160" h="65404">
                  <a:moveTo>
                    <a:pt x="9537" y="50203"/>
                  </a:moveTo>
                  <a:lnTo>
                    <a:pt x="0" y="50203"/>
                  </a:lnTo>
                  <a:lnTo>
                    <a:pt x="0" y="64884"/>
                  </a:lnTo>
                  <a:lnTo>
                    <a:pt x="9537" y="64884"/>
                  </a:lnTo>
                  <a:lnTo>
                    <a:pt x="9537" y="50203"/>
                  </a:lnTo>
                  <a:close/>
                </a:path>
                <a:path w="10160" h="65404">
                  <a:moveTo>
                    <a:pt x="9537" y="0"/>
                  </a:moveTo>
                  <a:lnTo>
                    <a:pt x="0" y="0"/>
                  </a:lnTo>
                  <a:lnTo>
                    <a:pt x="0" y="18948"/>
                  </a:lnTo>
                  <a:lnTo>
                    <a:pt x="9537" y="18948"/>
                  </a:lnTo>
                  <a:lnTo>
                    <a:pt x="9537" y="0"/>
                  </a:lnTo>
                  <a:close/>
                </a:path>
              </a:pathLst>
            </a:custGeom>
            <a:solidFill>
              <a:srgbClr val="58575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" name="object 73" descr=""/>
          <p:cNvGrpSpPr/>
          <p:nvPr/>
        </p:nvGrpSpPr>
        <p:grpSpPr>
          <a:xfrm>
            <a:off x="2066994" y="6880622"/>
            <a:ext cx="790575" cy="911860"/>
            <a:chOff x="2066994" y="6880622"/>
            <a:chExt cx="790575" cy="911860"/>
          </a:xfrm>
        </p:grpSpPr>
        <p:sp>
          <p:nvSpPr>
            <p:cNvPr id="74" name="object 74" descr=""/>
            <p:cNvSpPr/>
            <p:nvPr/>
          </p:nvSpPr>
          <p:spPr>
            <a:xfrm>
              <a:off x="2130753" y="7625527"/>
              <a:ext cx="662940" cy="167005"/>
            </a:xfrm>
            <a:custGeom>
              <a:avLst/>
              <a:gdLst/>
              <a:ahLst/>
              <a:cxnLst/>
              <a:rect l="l" t="t" r="r" b="b"/>
              <a:pathLst>
                <a:path w="662939" h="167004">
                  <a:moveTo>
                    <a:pt x="662733" y="0"/>
                  </a:moveTo>
                  <a:lnTo>
                    <a:pt x="0" y="0"/>
                  </a:lnTo>
                  <a:lnTo>
                    <a:pt x="0" y="119891"/>
                  </a:lnTo>
                  <a:lnTo>
                    <a:pt x="3690" y="138165"/>
                  </a:lnTo>
                  <a:lnTo>
                    <a:pt x="13753" y="153089"/>
                  </a:lnTo>
                  <a:lnTo>
                    <a:pt x="28677" y="163152"/>
                  </a:lnTo>
                  <a:lnTo>
                    <a:pt x="46951" y="166843"/>
                  </a:lnTo>
                  <a:lnTo>
                    <a:pt x="615782" y="166843"/>
                  </a:lnTo>
                  <a:lnTo>
                    <a:pt x="634055" y="163152"/>
                  </a:lnTo>
                  <a:lnTo>
                    <a:pt x="648980" y="153089"/>
                  </a:lnTo>
                  <a:lnTo>
                    <a:pt x="659043" y="138165"/>
                  </a:lnTo>
                  <a:lnTo>
                    <a:pt x="662733" y="119891"/>
                  </a:lnTo>
                  <a:lnTo>
                    <a:pt x="662733" y="0"/>
                  </a:lnTo>
                  <a:close/>
                </a:path>
              </a:pathLst>
            </a:custGeom>
            <a:solidFill>
              <a:srgbClr val="D4D5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130751" y="7625526"/>
              <a:ext cx="662940" cy="99695"/>
            </a:xfrm>
            <a:custGeom>
              <a:avLst/>
              <a:gdLst/>
              <a:ahLst/>
              <a:cxnLst/>
              <a:rect l="l" t="t" r="r" b="b"/>
              <a:pathLst>
                <a:path w="662939" h="99695">
                  <a:moveTo>
                    <a:pt x="662733" y="0"/>
                  </a:moveTo>
                  <a:lnTo>
                    <a:pt x="0" y="0"/>
                  </a:lnTo>
                  <a:lnTo>
                    <a:pt x="0" y="99609"/>
                  </a:lnTo>
                  <a:lnTo>
                    <a:pt x="662733" y="99609"/>
                  </a:lnTo>
                  <a:lnTo>
                    <a:pt x="662733" y="0"/>
                  </a:lnTo>
                  <a:close/>
                </a:path>
              </a:pathLst>
            </a:custGeom>
            <a:solidFill>
              <a:srgbClr val="D4D5D7">
                <a:alpha val="54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066994" y="6880622"/>
              <a:ext cx="790575" cy="790575"/>
            </a:xfrm>
            <a:custGeom>
              <a:avLst/>
              <a:gdLst/>
              <a:ahLst/>
              <a:cxnLst/>
              <a:rect l="l" t="t" r="r" b="b"/>
              <a:pathLst>
                <a:path w="790575" h="790575">
                  <a:moveTo>
                    <a:pt x="732009" y="0"/>
                  </a:moveTo>
                  <a:lnTo>
                    <a:pt x="58239" y="0"/>
                  </a:lnTo>
                  <a:lnTo>
                    <a:pt x="35568" y="4578"/>
                  </a:lnTo>
                  <a:lnTo>
                    <a:pt x="17057" y="17062"/>
                  </a:lnTo>
                  <a:lnTo>
                    <a:pt x="4576" y="35577"/>
                  </a:lnTo>
                  <a:lnTo>
                    <a:pt x="0" y="58249"/>
                  </a:lnTo>
                  <a:lnTo>
                    <a:pt x="0" y="732019"/>
                  </a:lnTo>
                  <a:lnTo>
                    <a:pt x="4576" y="754689"/>
                  </a:lnTo>
                  <a:lnTo>
                    <a:pt x="17057" y="773201"/>
                  </a:lnTo>
                  <a:lnTo>
                    <a:pt x="35568" y="785682"/>
                  </a:lnTo>
                  <a:lnTo>
                    <a:pt x="58239" y="790258"/>
                  </a:lnTo>
                  <a:lnTo>
                    <a:pt x="732009" y="790258"/>
                  </a:lnTo>
                  <a:lnTo>
                    <a:pt x="754679" y="785682"/>
                  </a:lnTo>
                  <a:lnTo>
                    <a:pt x="773191" y="773201"/>
                  </a:lnTo>
                  <a:lnTo>
                    <a:pt x="785671" y="754689"/>
                  </a:lnTo>
                  <a:lnTo>
                    <a:pt x="790248" y="732019"/>
                  </a:lnTo>
                  <a:lnTo>
                    <a:pt x="790248" y="58249"/>
                  </a:lnTo>
                  <a:lnTo>
                    <a:pt x="785671" y="35577"/>
                  </a:lnTo>
                  <a:lnTo>
                    <a:pt x="773191" y="17062"/>
                  </a:lnTo>
                  <a:lnTo>
                    <a:pt x="754679" y="4578"/>
                  </a:lnTo>
                  <a:lnTo>
                    <a:pt x="732009" y="0"/>
                  </a:lnTo>
                  <a:close/>
                </a:path>
              </a:pathLst>
            </a:custGeom>
            <a:solidFill>
              <a:srgbClr val="D4D5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105463" y="6919098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39" h="713740">
                  <a:moveTo>
                    <a:pt x="652912" y="0"/>
                  </a:moveTo>
                  <a:lnTo>
                    <a:pt x="60406" y="0"/>
                  </a:lnTo>
                  <a:lnTo>
                    <a:pt x="36920" y="4754"/>
                  </a:lnTo>
                  <a:lnTo>
                    <a:pt x="17716" y="17712"/>
                  </a:lnTo>
                  <a:lnTo>
                    <a:pt x="4756" y="36916"/>
                  </a:lnTo>
                  <a:lnTo>
                    <a:pt x="0" y="60406"/>
                  </a:lnTo>
                  <a:lnTo>
                    <a:pt x="0" y="652901"/>
                  </a:lnTo>
                  <a:lnTo>
                    <a:pt x="4756" y="676393"/>
                  </a:lnTo>
                  <a:lnTo>
                    <a:pt x="17716" y="695600"/>
                  </a:lnTo>
                  <a:lnTo>
                    <a:pt x="36920" y="708562"/>
                  </a:lnTo>
                  <a:lnTo>
                    <a:pt x="60406" y="713318"/>
                  </a:lnTo>
                  <a:lnTo>
                    <a:pt x="652912" y="713318"/>
                  </a:lnTo>
                  <a:lnTo>
                    <a:pt x="676396" y="708562"/>
                  </a:lnTo>
                  <a:lnTo>
                    <a:pt x="695596" y="695600"/>
                  </a:lnTo>
                  <a:lnTo>
                    <a:pt x="696054" y="694921"/>
                  </a:lnTo>
                  <a:lnTo>
                    <a:pt x="60406" y="694921"/>
                  </a:lnTo>
                  <a:lnTo>
                    <a:pt x="44066" y="691614"/>
                  </a:lnTo>
                  <a:lnTo>
                    <a:pt x="30712" y="682600"/>
                  </a:lnTo>
                  <a:lnTo>
                    <a:pt x="21702" y="669242"/>
                  </a:lnTo>
                  <a:lnTo>
                    <a:pt x="18397" y="652901"/>
                  </a:lnTo>
                  <a:lnTo>
                    <a:pt x="18397" y="60406"/>
                  </a:lnTo>
                  <a:lnTo>
                    <a:pt x="21702" y="44065"/>
                  </a:lnTo>
                  <a:lnTo>
                    <a:pt x="30712" y="30707"/>
                  </a:lnTo>
                  <a:lnTo>
                    <a:pt x="44066" y="21693"/>
                  </a:lnTo>
                  <a:lnTo>
                    <a:pt x="60406" y="18386"/>
                  </a:lnTo>
                  <a:lnTo>
                    <a:pt x="696051" y="18386"/>
                  </a:lnTo>
                  <a:lnTo>
                    <a:pt x="695596" y="17712"/>
                  </a:lnTo>
                  <a:lnTo>
                    <a:pt x="676396" y="4754"/>
                  </a:lnTo>
                  <a:lnTo>
                    <a:pt x="652912" y="0"/>
                  </a:lnTo>
                  <a:close/>
                </a:path>
                <a:path w="713739" h="713740">
                  <a:moveTo>
                    <a:pt x="696051" y="18386"/>
                  </a:moveTo>
                  <a:lnTo>
                    <a:pt x="652912" y="18386"/>
                  </a:lnTo>
                  <a:lnTo>
                    <a:pt x="669251" y="21693"/>
                  </a:lnTo>
                  <a:lnTo>
                    <a:pt x="682606" y="30707"/>
                  </a:lnTo>
                  <a:lnTo>
                    <a:pt x="691615" y="44065"/>
                  </a:lnTo>
                  <a:lnTo>
                    <a:pt x="694921" y="60406"/>
                  </a:lnTo>
                  <a:lnTo>
                    <a:pt x="694921" y="652901"/>
                  </a:lnTo>
                  <a:lnTo>
                    <a:pt x="691615" y="669242"/>
                  </a:lnTo>
                  <a:lnTo>
                    <a:pt x="682606" y="682600"/>
                  </a:lnTo>
                  <a:lnTo>
                    <a:pt x="669251" y="691614"/>
                  </a:lnTo>
                  <a:lnTo>
                    <a:pt x="652912" y="694921"/>
                  </a:lnTo>
                  <a:lnTo>
                    <a:pt x="696054" y="694921"/>
                  </a:lnTo>
                  <a:lnTo>
                    <a:pt x="708553" y="676393"/>
                  </a:lnTo>
                  <a:lnTo>
                    <a:pt x="713308" y="652901"/>
                  </a:lnTo>
                  <a:lnTo>
                    <a:pt x="713308" y="60406"/>
                  </a:lnTo>
                  <a:lnTo>
                    <a:pt x="708553" y="36916"/>
                  </a:lnTo>
                  <a:lnTo>
                    <a:pt x="696051" y="18386"/>
                  </a:lnTo>
                  <a:close/>
                </a:path>
              </a:pathLst>
            </a:custGeom>
            <a:solidFill>
              <a:srgbClr val="B9B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2066994" y="7138117"/>
              <a:ext cx="790575" cy="71120"/>
            </a:xfrm>
            <a:custGeom>
              <a:avLst/>
              <a:gdLst/>
              <a:ahLst/>
              <a:cxnLst/>
              <a:rect l="l" t="t" r="r" b="b"/>
              <a:pathLst>
                <a:path w="790575" h="71120">
                  <a:moveTo>
                    <a:pt x="790248" y="0"/>
                  </a:moveTo>
                  <a:lnTo>
                    <a:pt x="0" y="0"/>
                  </a:lnTo>
                  <a:lnTo>
                    <a:pt x="0" y="70500"/>
                  </a:lnTo>
                  <a:lnTo>
                    <a:pt x="790248" y="70500"/>
                  </a:lnTo>
                  <a:lnTo>
                    <a:pt x="790248" y="0"/>
                  </a:lnTo>
                  <a:close/>
                </a:path>
              </a:pathLst>
            </a:custGeom>
            <a:solidFill>
              <a:srgbClr val="4944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58953" y="7322040"/>
              <a:ext cx="211511" cy="211511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38934" y="7242388"/>
              <a:ext cx="204884" cy="165858"/>
            </a:xfrm>
            <a:prstGeom prst="rect">
              <a:avLst/>
            </a:prstGeom>
          </p:spPr>
        </p:pic>
      </p:grpSp>
      <p:grpSp>
        <p:nvGrpSpPr>
          <p:cNvPr id="81" name="object 81" descr=""/>
          <p:cNvGrpSpPr/>
          <p:nvPr/>
        </p:nvGrpSpPr>
        <p:grpSpPr>
          <a:xfrm>
            <a:off x="1600587" y="1960634"/>
            <a:ext cx="1430020" cy="814705"/>
            <a:chOff x="1600587" y="1960634"/>
            <a:chExt cx="1430020" cy="814705"/>
          </a:xfrm>
        </p:grpSpPr>
        <p:sp>
          <p:nvSpPr>
            <p:cNvPr id="82" name="object 82" descr=""/>
            <p:cNvSpPr/>
            <p:nvPr/>
          </p:nvSpPr>
          <p:spPr>
            <a:xfrm>
              <a:off x="1742669" y="2022073"/>
              <a:ext cx="1287780" cy="753110"/>
            </a:xfrm>
            <a:custGeom>
              <a:avLst/>
              <a:gdLst/>
              <a:ahLst/>
              <a:cxnLst/>
              <a:rect l="l" t="t" r="r" b="b"/>
              <a:pathLst>
                <a:path w="1287780" h="753110">
                  <a:moveTo>
                    <a:pt x="1165084" y="0"/>
                  </a:moveTo>
                  <a:lnTo>
                    <a:pt x="0" y="0"/>
                  </a:lnTo>
                  <a:lnTo>
                    <a:pt x="0" y="33067"/>
                  </a:lnTo>
                  <a:lnTo>
                    <a:pt x="1165084" y="33067"/>
                  </a:lnTo>
                  <a:lnTo>
                    <a:pt x="1199821" y="40083"/>
                  </a:lnTo>
                  <a:lnTo>
                    <a:pt x="1228219" y="59205"/>
                  </a:lnTo>
                  <a:lnTo>
                    <a:pt x="1247381" y="87542"/>
                  </a:lnTo>
                  <a:lnTo>
                    <a:pt x="1254412" y="122205"/>
                  </a:lnTo>
                  <a:lnTo>
                    <a:pt x="1254412" y="630787"/>
                  </a:lnTo>
                  <a:lnTo>
                    <a:pt x="1247381" y="665450"/>
                  </a:lnTo>
                  <a:lnTo>
                    <a:pt x="1228219" y="693787"/>
                  </a:lnTo>
                  <a:lnTo>
                    <a:pt x="1199821" y="712909"/>
                  </a:lnTo>
                  <a:lnTo>
                    <a:pt x="1165084" y="719925"/>
                  </a:lnTo>
                  <a:lnTo>
                    <a:pt x="1062051" y="719925"/>
                  </a:lnTo>
                  <a:lnTo>
                    <a:pt x="1062051" y="752992"/>
                  </a:lnTo>
                  <a:lnTo>
                    <a:pt x="1165084" y="752992"/>
                  </a:lnTo>
                  <a:lnTo>
                    <a:pt x="1212706" y="743373"/>
                  </a:lnTo>
                  <a:lnTo>
                    <a:pt x="1251635" y="717157"/>
                  </a:lnTo>
                  <a:lnTo>
                    <a:pt x="1277903" y="678307"/>
                  </a:lnTo>
                  <a:lnTo>
                    <a:pt x="1287541" y="630787"/>
                  </a:lnTo>
                  <a:lnTo>
                    <a:pt x="1287541" y="122205"/>
                  </a:lnTo>
                  <a:lnTo>
                    <a:pt x="1277903" y="74685"/>
                  </a:lnTo>
                  <a:lnTo>
                    <a:pt x="1251635" y="35835"/>
                  </a:lnTo>
                  <a:lnTo>
                    <a:pt x="1212706" y="9619"/>
                  </a:lnTo>
                  <a:lnTo>
                    <a:pt x="1165084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2804718" y="2714233"/>
              <a:ext cx="183515" cy="60960"/>
            </a:xfrm>
            <a:custGeom>
              <a:avLst/>
              <a:gdLst/>
              <a:ahLst/>
              <a:cxnLst/>
              <a:rect l="l" t="t" r="r" b="b"/>
              <a:pathLst>
                <a:path w="183514" h="60960">
                  <a:moveTo>
                    <a:pt x="167314" y="0"/>
                  </a:moveTo>
                  <a:lnTo>
                    <a:pt x="153998" y="11517"/>
                  </a:lnTo>
                  <a:lnTo>
                    <a:pt x="138605" y="20265"/>
                  </a:lnTo>
                  <a:lnTo>
                    <a:pt x="121496" y="25822"/>
                  </a:lnTo>
                  <a:lnTo>
                    <a:pt x="103033" y="27768"/>
                  </a:lnTo>
                  <a:lnTo>
                    <a:pt x="0" y="27768"/>
                  </a:lnTo>
                  <a:lnTo>
                    <a:pt x="0" y="60835"/>
                  </a:lnTo>
                  <a:lnTo>
                    <a:pt x="103033" y="60835"/>
                  </a:lnTo>
                  <a:lnTo>
                    <a:pt x="125454" y="58774"/>
                  </a:lnTo>
                  <a:lnTo>
                    <a:pt x="146519" y="52841"/>
                  </a:lnTo>
                  <a:lnTo>
                    <a:pt x="165863" y="43413"/>
                  </a:lnTo>
                  <a:lnTo>
                    <a:pt x="183125" y="30868"/>
                  </a:lnTo>
                  <a:lnTo>
                    <a:pt x="167314" y="0"/>
                  </a:lnTo>
                  <a:close/>
                </a:path>
              </a:pathLst>
            </a:custGeom>
            <a:solidFill>
              <a:srgbClr val="999999">
                <a:alpha val="54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0587" y="1960634"/>
              <a:ext cx="226456" cy="152969"/>
            </a:xfrm>
            <a:prstGeom prst="rect">
              <a:avLst/>
            </a:prstGeom>
          </p:spPr>
        </p:pic>
      </p:grpSp>
      <p:grpSp>
        <p:nvGrpSpPr>
          <p:cNvPr id="85" name="object 85" descr=""/>
          <p:cNvGrpSpPr/>
          <p:nvPr/>
        </p:nvGrpSpPr>
        <p:grpSpPr>
          <a:xfrm>
            <a:off x="1250385" y="2289649"/>
            <a:ext cx="1645285" cy="758190"/>
            <a:chOff x="1250385" y="2289649"/>
            <a:chExt cx="1645285" cy="758190"/>
          </a:xfrm>
        </p:grpSpPr>
        <p:sp>
          <p:nvSpPr>
            <p:cNvPr id="86" name="object 86" descr=""/>
            <p:cNvSpPr/>
            <p:nvPr/>
          </p:nvSpPr>
          <p:spPr>
            <a:xfrm>
              <a:off x="1253982" y="2880993"/>
              <a:ext cx="1631950" cy="69215"/>
            </a:xfrm>
            <a:custGeom>
              <a:avLst/>
              <a:gdLst/>
              <a:ahLst/>
              <a:cxnLst/>
              <a:rect l="l" t="t" r="r" b="b"/>
              <a:pathLst>
                <a:path w="1631950" h="69214">
                  <a:moveTo>
                    <a:pt x="1214848" y="0"/>
                  </a:moveTo>
                  <a:lnTo>
                    <a:pt x="1004922" y="593"/>
                  </a:lnTo>
                  <a:lnTo>
                    <a:pt x="781488" y="1909"/>
                  </a:lnTo>
                  <a:lnTo>
                    <a:pt x="560548" y="3888"/>
                  </a:lnTo>
                  <a:lnTo>
                    <a:pt x="358100" y="6469"/>
                  </a:lnTo>
                  <a:lnTo>
                    <a:pt x="241309" y="8495"/>
                  </a:lnTo>
                  <a:lnTo>
                    <a:pt x="144589" y="10742"/>
                  </a:lnTo>
                  <a:lnTo>
                    <a:pt x="105238" y="11944"/>
                  </a:lnTo>
                  <a:lnTo>
                    <a:pt x="47513" y="14493"/>
                  </a:lnTo>
                  <a:lnTo>
                    <a:pt x="3875" y="46959"/>
                  </a:lnTo>
                  <a:lnTo>
                    <a:pt x="0" y="62232"/>
                  </a:lnTo>
                  <a:lnTo>
                    <a:pt x="11948" y="67858"/>
                  </a:lnTo>
                  <a:lnTo>
                    <a:pt x="41585" y="68662"/>
                  </a:lnTo>
                  <a:lnTo>
                    <a:pt x="1599275" y="68662"/>
                  </a:lnTo>
                  <a:lnTo>
                    <a:pt x="1620339" y="59891"/>
                  </a:lnTo>
                  <a:lnTo>
                    <a:pt x="1631579" y="39886"/>
                  </a:lnTo>
                  <a:lnTo>
                    <a:pt x="1629754" y="18109"/>
                  </a:lnTo>
                  <a:lnTo>
                    <a:pt x="1586939" y="2415"/>
                  </a:lnTo>
                  <a:lnTo>
                    <a:pt x="1491253" y="783"/>
                  </a:lnTo>
                  <a:lnTo>
                    <a:pt x="1395268" y="190"/>
                  </a:lnTo>
                  <a:lnTo>
                    <a:pt x="1214848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302829" y="2588621"/>
              <a:ext cx="1566545" cy="309880"/>
            </a:xfrm>
            <a:custGeom>
              <a:avLst/>
              <a:gdLst/>
              <a:ahLst/>
              <a:cxnLst/>
              <a:rect l="l" t="t" r="r" b="b"/>
              <a:pathLst>
                <a:path w="1566545" h="309880">
                  <a:moveTo>
                    <a:pt x="529717" y="309613"/>
                  </a:moveTo>
                  <a:lnTo>
                    <a:pt x="472986" y="116014"/>
                  </a:lnTo>
                  <a:lnTo>
                    <a:pt x="424167" y="21742"/>
                  </a:lnTo>
                  <a:lnTo>
                    <a:pt x="356362" y="0"/>
                  </a:lnTo>
                  <a:lnTo>
                    <a:pt x="242658" y="24028"/>
                  </a:lnTo>
                  <a:lnTo>
                    <a:pt x="182778" y="42875"/>
                  </a:lnTo>
                  <a:lnTo>
                    <a:pt x="132270" y="65493"/>
                  </a:lnTo>
                  <a:lnTo>
                    <a:pt x="90678" y="91643"/>
                  </a:lnTo>
                  <a:lnTo>
                    <a:pt x="57543" y="121094"/>
                  </a:lnTo>
                  <a:lnTo>
                    <a:pt x="32359" y="153619"/>
                  </a:lnTo>
                  <a:lnTo>
                    <a:pt x="14693" y="188963"/>
                  </a:lnTo>
                  <a:lnTo>
                    <a:pt x="4064" y="226898"/>
                  </a:lnTo>
                  <a:lnTo>
                    <a:pt x="0" y="267195"/>
                  </a:lnTo>
                  <a:lnTo>
                    <a:pt x="2032" y="309613"/>
                  </a:lnTo>
                  <a:lnTo>
                    <a:pt x="529717" y="309613"/>
                  </a:lnTo>
                  <a:close/>
                </a:path>
                <a:path w="1566545" h="309880">
                  <a:moveTo>
                    <a:pt x="1566125" y="116014"/>
                  </a:moveTo>
                  <a:lnTo>
                    <a:pt x="1548650" y="21742"/>
                  </a:lnTo>
                  <a:lnTo>
                    <a:pt x="1492389" y="0"/>
                  </a:lnTo>
                  <a:lnTo>
                    <a:pt x="1380324" y="24028"/>
                  </a:lnTo>
                  <a:lnTo>
                    <a:pt x="1320444" y="42875"/>
                  </a:lnTo>
                  <a:lnTo>
                    <a:pt x="1269936" y="65493"/>
                  </a:lnTo>
                  <a:lnTo>
                    <a:pt x="1228356" y="91643"/>
                  </a:lnTo>
                  <a:lnTo>
                    <a:pt x="1195209" y="121094"/>
                  </a:lnTo>
                  <a:lnTo>
                    <a:pt x="1170038" y="153619"/>
                  </a:lnTo>
                  <a:lnTo>
                    <a:pt x="1152359" y="188963"/>
                  </a:lnTo>
                  <a:lnTo>
                    <a:pt x="1141730" y="226898"/>
                  </a:lnTo>
                  <a:lnTo>
                    <a:pt x="1137666" y="267195"/>
                  </a:lnTo>
                  <a:lnTo>
                    <a:pt x="1139698" y="309613"/>
                  </a:lnTo>
                  <a:lnTo>
                    <a:pt x="1561846" y="309613"/>
                  </a:lnTo>
                  <a:lnTo>
                    <a:pt x="1566125" y="116014"/>
                  </a:lnTo>
                  <a:close/>
                </a:path>
              </a:pathLst>
            </a:custGeom>
            <a:solidFill>
              <a:srgbClr val="21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250385" y="2289649"/>
              <a:ext cx="1645285" cy="608965"/>
            </a:xfrm>
            <a:custGeom>
              <a:avLst/>
              <a:gdLst/>
              <a:ahLst/>
              <a:cxnLst/>
              <a:rect l="l" t="t" r="r" b="b"/>
              <a:pathLst>
                <a:path w="1645285" h="608964">
                  <a:moveTo>
                    <a:pt x="1138203" y="0"/>
                  </a:moveTo>
                  <a:lnTo>
                    <a:pt x="1077587" y="119"/>
                  </a:lnTo>
                  <a:lnTo>
                    <a:pt x="1017025" y="1824"/>
                  </a:lnTo>
                  <a:lnTo>
                    <a:pt x="957261" y="4933"/>
                  </a:lnTo>
                  <a:lnTo>
                    <a:pt x="899041" y="9266"/>
                  </a:lnTo>
                  <a:lnTo>
                    <a:pt x="843110" y="14643"/>
                  </a:lnTo>
                  <a:lnTo>
                    <a:pt x="790214" y="20883"/>
                  </a:lnTo>
                  <a:lnTo>
                    <a:pt x="741097" y="27804"/>
                  </a:lnTo>
                  <a:lnTo>
                    <a:pt x="696507" y="35228"/>
                  </a:lnTo>
                  <a:lnTo>
                    <a:pt x="657187" y="42973"/>
                  </a:lnTo>
                  <a:lnTo>
                    <a:pt x="597343" y="58705"/>
                  </a:lnTo>
                  <a:lnTo>
                    <a:pt x="528914" y="86020"/>
                  </a:lnTo>
                  <a:lnTo>
                    <a:pt x="486416" y="105456"/>
                  </a:lnTo>
                  <a:lnTo>
                    <a:pt x="439991" y="128098"/>
                  </a:lnTo>
                  <a:lnTo>
                    <a:pt x="390837" y="153461"/>
                  </a:lnTo>
                  <a:lnTo>
                    <a:pt x="340150" y="181060"/>
                  </a:lnTo>
                  <a:lnTo>
                    <a:pt x="289127" y="210412"/>
                  </a:lnTo>
                  <a:lnTo>
                    <a:pt x="238967" y="241031"/>
                  </a:lnTo>
                  <a:lnTo>
                    <a:pt x="190865" y="272433"/>
                  </a:lnTo>
                  <a:lnTo>
                    <a:pt x="146019" y="304134"/>
                  </a:lnTo>
                  <a:lnTo>
                    <a:pt x="105625" y="335648"/>
                  </a:lnTo>
                  <a:lnTo>
                    <a:pt x="70882" y="366491"/>
                  </a:lnTo>
                  <a:lnTo>
                    <a:pt x="42986" y="396178"/>
                  </a:lnTo>
                  <a:lnTo>
                    <a:pt x="12523" y="450148"/>
                  </a:lnTo>
                  <a:lnTo>
                    <a:pt x="2221" y="494560"/>
                  </a:lnTo>
                  <a:lnTo>
                    <a:pt x="0" y="525867"/>
                  </a:lnTo>
                  <a:lnTo>
                    <a:pt x="6951" y="558924"/>
                  </a:lnTo>
                  <a:lnTo>
                    <a:pt x="24166" y="608583"/>
                  </a:lnTo>
                  <a:lnTo>
                    <a:pt x="96405" y="608583"/>
                  </a:lnTo>
                  <a:lnTo>
                    <a:pt x="82788" y="496781"/>
                  </a:lnTo>
                  <a:lnTo>
                    <a:pt x="101062" y="439370"/>
                  </a:lnTo>
                  <a:lnTo>
                    <a:pt x="171760" y="418218"/>
                  </a:lnTo>
                  <a:lnTo>
                    <a:pt x="315414" y="415196"/>
                  </a:lnTo>
                  <a:lnTo>
                    <a:pt x="424522" y="418218"/>
                  </a:lnTo>
                  <a:lnTo>
                    <a:pt x="480550" y="439370"/>
                  </a:lnTo>
                  <a:lnTo>
                    <a:pt x="501192" y="496781"/>
                  </a:lnTo>
                  <a:lnTo>
                    <a:pt x="504141" y="608583"/>
                  </a:lnTo>
                  <a:lnTo>
                    <a:pt x="1263720" y="608583"/>
                  </a:lnTo>
                  <a:lnTo>
                    <a:pt x="1250519" y="497169"/>
                  </a:lnTo>
                  <a:lnTo>
                    <a:pt x="1263104" y="439956"/>
                  </a:lnTo>
                  <a:lnTo>
                    <a:pt x="1316763" y="418878"/>
                  </a:lnTo>
                  <a:lnTo>
                    <a:pt x="1426783" y="415866"/>
                  </a:lnTo>
                  <a:lnTo>
                    <a:pt x="1530449" y="414525"/>
                  </a:lnTo>
                  <a:lnTo>
                    <a:pt x="1581997" y="434153"/>
                  </a:lnTo>
                  <a:lnTo>
                    <a:pt x="1596719" y="492816"/>
                  </a:lnTo>
                  <a:lnTo>
                    <a:pt x="1589909" y="608583"/>
                  </a:lnTo>
                  <a:lnTo>
                    <a:pt x="1632903" y="608583"/>
                  </a:lnTo>
                  <a:lnTo>
                    <a:pt x="1642952" y="507444"/>
                  </a:lnTo>
                  <a:lnTo>
                    <a:pt x="1645168" y="439586"/>
                  </a:lnTo>
                  <a:lnTo>
                    <a:pt x="1638532" y="374275"/>
                  </a:lnTo>
                  <a:lnTo>
                    <a:pt x="1622023" y="280782"/>
                  </a:lnTo>
                  <a:lnTo>
                    <a:pt x="1611097" y="226324"/>
                  </a:lnTo>
                  <a:lnTo>
                    <a:pt x="1596608" y="174485"/>
                  </a:lnTo>
                  <a:lnTo>
                    <a:pt x="1575518" y="127667"/>
                  </a:lnTo>
                  <a:lnTo>
                    <a:pt x="1544788" y="88273"/>
                  </a:lnTo>
                  <a:lnTo>
                    <a:pt x="1501378" y="58705"/>
                  </a:lnTo>
                  <a:lnTo>
                    <a:pt x="1461264" y="42675"/>
                  </a:lnTo>
                  <a:lnTo>
                    <a:pt x="1415984" y="29494"/>
                  </a:lnTo>
                  <a:lnTo>
                    <a:pt x="1366285" y="18981"/>
                  </a:lnTo>
                  <a:lnTo>
                    <a:pt x="1312912" y="10955"/>
                  </a:lnTo>
                  <a:lnTo>
                    <a:pt x="1256611" y="5237"/>
                  </a:lnTo>
                  <a:lnTo>
                    <a:pt x="1198126" y="1645"/>
                  </a:lnTo>
                  <a:lnTo>
                    <a:pt x="1138203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396387" y="2749138"/>
              <a:ext cx="298450" cy="298450"/>
            </a:xfrm>
            <a:custGeom>
              <a:avLst/>
              <a:gdLst/>
              <a:ahLst/>
              <a:cxnLst/>
              <a:rect l="l" t="t" r="r" b="b"/>
              <a:pathLst>
                <a:path w="298450" h="298450">
                  <a:moveTo>
                    <a:pt x="149105" y="0"/>
                  </a:moveTo>
                  <a:lnTo>
                    <a:pt x="101974" y="7600"/>
                  </a:lnTo>
                  <a:lnTo>
                    <a:pt x="61043" y="28766"/>
                  </a:lnTo>
                  <a:lnTo>
                    <a:pt x="28767" y="61041"/>
                  </a:lnTo>
                  <a:lnTo>
                    <a:pt x="7601" y="101969"/>
                  </a:lnTo>
                  <a:lnTo>
                    <a:pt x="0" y="149094"/>
                  </a:lnTo>
                  <a:lnTo>
                    <a:pt x="7601" y="196220"/>
                  </a:lnTo>
                  <a:lnTo>
                    <a:pt x="28767" y="237148"/>
                  </a:lnTo>
                  <a:lnTo>
                    <a:pt x="61043" y="269423"/>
                  </a:lnTo>
                  <a:lnTo>
                    <a:pt x="101974" y="290588"/>
                  </a:lnTo>
                  <a:lnTo>
                    <a:pt x="149105" y="298189"/>
                  </a:lnTo>
                  <a:lnTo>
                    <a:pt x="196231" y="290588"/>
                  </a:lnTo>
                  <a:lnTo>
                    <a:pt x="237159" y="269423"/>
                  </a:lnTo>
                  <a:lnTo>
                    <a:pt x="269433" y="237148"/>
                  </a:lnTo>
                  <a:lnTo>
                    <a:pt x="290599" y="196220"/>
                  </a:lnTo>
                  <a:lnTo>
                    <a:pt x="298200" y="149094"/>
                  </a:lnTo>
                  <a:lnTo>
                    <a:pt x="290599" y="101969"/>
                  </a:lnTo>
                  <a:lnTo>
                    <a:pt x="269433" y="61041"/>
                  </a:lnTo>
                  <a:lnTo>
                    <a:pt x="237159" y="28766"/>
                  </a:lnTo>
                  <a:lnTo>
                    <a:pt x="196231" y="7600"/>
                  </a:lnTo>
                  <a:lnTo>
                    <a:pt x="149105" y="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54025" y="2806770"/>
              <a:ext cx="182926" cy="182926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2528064" y="2749138"/>
              <a:ext cx="298450" cy="298450"/>
            </a:xfrm>
            <a:custGeom>
              <a:avLst/>
              <a:gdLst/>
              <a:ahLst/>
              <a:cxnLst/>
              <a:rect l="l" t="t" r="r" b="b"/>
              <a:pathLst>
                <a:path w="298450" h="298450">
                  <a:moveTo>
                    <a:pt x="149105" y="0"/>
                  </a:moveTo>
                  <a:lnTo>
                    <a:pt x="101978" y="7600"/>
                  </a:lnTo>
                  <a:lnTo>
                    <a:pt x="61048" y="28766"/>
                  </a:lnTo>
                  <a:lnTo>
                    <a:pt x="28770" y="61041"/>
                  </a:lnTo>
                  <a:lnTo>
                    <a:pt x="7602" y="101969"/>
                  </a:lnTo>
                  <a:lnTo>
                    <a:pt x="0" y="149094"/>
                  </a:lnTo>
                  <a:lnTo>
                    <a:pt x="7602" y="196220"/>
                  </a:lnTo>
                  <a:lnTo>
                    <a:pt x="28770" y="237148"/>
                  </a:lnTo>
                  <a:lnTo>
                    <a:pt x="61048" y="269423"/>
                  </a:lnTo>
                  <a:lnTo>
                    <a:pt x="101978" y="290588"/>
                  </a:lnTo>
                  <a:lnTo>
                    <a:pt x="149105" y="298189"/>
                  </a:lnTo>
                  <a:lnTo>
                    <a:pt x="196231" y="290588"/>
                  </a:lnTo>
                  <a:lnTo>
                    <a:pt x="237159" y="269423"/>
                  </a:lnTo>
                  <a:lnTo>
                    <a:pt x="269433" y="237148"/>
                  </a:lnTo>
                  <a:lnTo>
                    <a:pt x="290599" y="196220"/>
                  </a:lnTo>
                  <a:lnTo>
                    <a:pt x="298200" y="149094"/>
                  </a:lnTo>
                  <a:lnTo>
                    <a:pt x="290599" y="101969"/>
                  </a:lnTo>
                  <a:lnTo>
                    <a:pt x="269433" y="61041"/>
                  </a:lnTo>
                  <a:lnTo>
                    <a:pt x="237159" y="28766"/>
                  </a:lnTo>
                  <a:lnTo>
                    <a:pt x="196231" y="7600"/>
                  </a:lnTo>
                  <a:lnTo>
                    <a:pt x="149105" y="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85703" y="2806770"/>
              <a:ext cx="182926" cy="182926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89057" y="2611073"/>
              <a:ext cx="239113" cy="239113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1545489" y="2357373"/>
              <a:ext cx="1195705" cy="221615"/>
            </a:xfrm>
            <a:custGeom>
              <a:avLst/>
              <a:gdLst/>
              <a:ahLst/>
              <a:cxnLst/>
              <a:rect l="l" t="t" r="r" b="b"/>
              <a:pathLst>
                <a:path w="1195705" h="221614">
                  <a:moveTo>
                    <a:pt x="835727" y="0"/>
                  </a:moveTo>
                  <a:lnTo>
                    <a:pt x="771403" y="564"/>
                  </a:lnTo>
                  <a:lnTo>
                    <a:pt x="706286" y="2291"/>
                  </a:lnTo>
                  <a:lnTo>
                    <a:pt x="642124" y="5038"/>
                  </a:lnTo>
                  <a:lnTo>
                    <a:pt x="580665" y="8662"/>
                  </a:lnTo>
                  <a:lnTo>
                    <a:pt x="523657" y="13019"/>
                  </a:lnTo>
                  <a:lnTo>
                    <a:pt x="472847" y="17966"/>
                  </a:lnTo>
                  <a:lnTo>
                    <a:pt x="429984" y="23361"/>
                  </a:lnTo>
                  <a:lnTo>
                    <a:pt x="317792" y="47289"/>
                  </a:lnTo>
                  <a:lnTo>
                    <a:pt x="250116" y="73399"/>
                  </a:lnTo>
                  <a:lnTo>
                    <a:pt x="156586" y="125419"/>
                  </a:lnTo>
                  <a:lnTo>
                    <a:pt x="0" y="221378"/>
                  </a:lnTo>
                  <a:lnTo>
                    <a:pt x="1195440" y="178353"/>
                  </a:lnTo>
                  <a:lnTo>
                    <a:pt x="1180414" y="122047"/>
                  </a:lnTo>
                  <a:lnTo>
                    <a:pt x="1153704" y="73020"/>
                  </a:lnTo>
                  <a:lnTo>
                    <a:pt x="1107149" y="29059"/>
                  </a:lnTo>
                  <a:lnTo>
                    <a:pt x="1050141" y="12238"/>
                  </a:lnTo>
                  <a:lnTo>
                    <a:pt x="1006465" y="6718"/>
                  </a:lnTo>
                  <a:lnTo>
                    <a:pt x="955006" y="2933"/>
                  </a:lnTo>
                  <a:lnTo>
                    <a:pt x="897511" y="742"/>
                  </a:lnTo>
                  <a:lnTo>
                    <a:pt x="835727" y="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697842" y="2357371"/>
              <a:ext cx="1021080" cy="134620"/>
            </a:xfrm>
            <a:custGeom>
              <a:avLst/>
              <a:gdLst/>
              <a:ahLst/>
              <a:cxnLst/>
              <a:rect l="l" t="t" r="r" b="b"/>
              <a:pathLst>
                <a:path w="1021080" h="134619">
                  <a:moveTo>
                    <a:pt x="683375" y="0"/>
                  </a:moveTo>
                  <a:lnTo>
                    <a:pt x="619050" y="564"/>
                  </a:lnTo>
                  <a:lnTo>
                    <a:pt x="553932" y="2292"/>
                  </a:lnTo>
                  <a:lnTo>
                    <a:pt x="489770" y="5039"/>
                  </a:lnTo>
                  <a:lnTo>
                    <a:pt x="428310" y="8663"/>
                  </a:lnTo>
                  <a:lnTo>
                    <a:pt x="371300" y="13020"/>
                  </a:lnTo>
                  <a:lnTo>
                    <a:pt x="320489" y="17966"/>
                  </a:lnTo>
                  <a:lnTo>
                    <a:pt x="277624" y="23359"/>
                  </a:lnTo>
                  <a:lnTo>
                    <a:pt x="202343" y="40866"/>
                  </a:lnTo>
                  <a:lnTo>
                    <a:pt x="154485" y="59037"/>
                  </a:lnTo>
                  <a:lnTo>
                    <a:pt x="103236" y="81800"/>
                  </a:lnTo>
                  <a:lnTo>
                    <a:pt x="50955" y="107389"/>
                  </a:lnTo>
                  <a:lnTo>
                    <a:pt x="0" y="134037"/>
                  </a:lnTo>
                  <a:lnTo>
                    <a:pt x="35877" y="130059"/>
                  </a:lnTo>
                  <a:lnTo>
                    <a:pt x="90569" y="120037"/>
                  </a:lnTo>
                  <a:lnTo>
                    <a:pt x="151441" y="107502"/>
                  </a:lnTo>
                  <a:lnTo>
                    <a:pt x="205862" y="95980"/>
                  </a:lnTo>
                  <a:lnTo>
                    <a:pt x="241196" y="89001"/>
                  </a:lnTo>
                  <a:lnTo>
                    <a:pt x="323570" y="77075"/>
                  </a:lnTo>
                  <a:lnTo>
                    <a:pt x="402549" y="68521"/>
                  </a:lnTo>
                  <a:lnTo>
                    <a:pt x="477899" y="62987"/>
                  </a:lnTo>
                  <a:lnTo>
                    <a:pt x="549385" y="60121"/>
                  </a:lnTo>
                  <a:lnTo>
                    <a:pt x="616775" y="59570"/>
                  </a:lnTo>
                  <a:lnTo>
                    <a:pt x="679833" y="60982"/>
                  </a:lnTo>
                  <a:lnTo>
                    <a:pt x="738327" y="64005"/>
                  </a:lnTo>
                  <a:lnTo>
                    <a:pt x="792021" y="68287"/>
                  </a:lnTo>
                  <a:lnTo>
                    <a:pt x="840683" y="73476"/>
                  </a:lnTo>
                  <a:lnTo>
                    <a:pt x="884077" y="79220"/>
                  </a:lnTo>
                  <a:lnTo>
                    <a:pt x="921970" y="85166"/>
                  </a:lnTo>
                  <a:lnTo>
                    <a:pt x="980318" y="96257"/>
                  </a:lnTo>
                  <a:lnTo>
                    <a:pt x="1020733" y="105608"/>
                  </a:lnTo>
                  <a:lnTo>
                    <a:pt x="1009401" y="85042"/>
                  </a:lnTo>
                  <a:lnTo>
                    <a:pt x="976831" y="45758"/>
                  </a:lnTo>
                  <a:lnTo>
                    <a:pt x="931933" y="19634"/>
                  </a:lnTo>
                  <a:lnTo>
                    <a:pt x="854114" y="6715"/>
                  </a:lnTo>
                  <a:lnTo>
                    <a:pt x="802654" y="2932"/>
                  </a:lnTo>
                  <a:lnTo>
                    <a:pt x="745159" y="741"/>
                  </a:lnTo>
                  <a:lnTo>
                    <a:pt x="683375" y="0"/>
                  </a:lnTo>
                  <a:close/>
                </a:path>
              </a:pathLst>
            </a:custGeom>
            <a:solidFill>
              <a:srgbClr val="5E575E">
                <a:alpha val="5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95332" y="2593519"/>
              <a:ext cx="156414" cy="93324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2166037" y="2347718"/>
              <a:ext cx="85725" cy="217170"/>
            </a:xfrm>
            <a:custGeom>
              <a:avLst/>
              <a:gdLst/>
              <a:ahLst/>
              <a:cxnLst/>
              <a:rect l="l" t="t" r="r" b="b"/>
              <a:pathLst>
                <a:path w="85725" h="217169">
                  <a:moveTo>
                    <a:pt x="85159" y="0"/>
                  </a:moveTo>
                  <a:lnTo>
                    <a:pt x="48543" y="0"/>
                  </a:lnTo>
                  <a:lnTo>
                    <a:pt x="0" y="217050"/>
                  </a:lnTo>
                  <a:lnTo>
                    <a:pt x="48543" y="217050"/>
                  </a:lnTo>
                  <a:lnTo>
                    <a:pt x="85159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995055" y="2579325"/>
              <a:ext cx="682625" cy="36195"/>
            </a:xfrm>
            <a:custGeom>
              <a:avLst/>
              <a:gdLst/>
              <a:ahLst/>
              <a:cxnLst/>
              <a:rect l="l" t="t" r="r" b="b"/>
              <a:pathLst>
                <a:path w="682625" h="36194">
                  <a:moveTo>
                    <a:pt x="110096" y="12052"/>
                  </a:moveTo>
                  <a:lnTo>
                    <a:pt x="0" y="12052"/>
                  </a:lnTo>
                  <a:lnTo>
                    <a:pt x="0" y="36156"/>
                  </a:lnTo>
                  <a:lnTo>
                    <a:pt x="110096" y="36156"/>
                  </a:lnTo>
                  <a:lnTo>
                    <a:pt x="110096" y="12052"/>
                  </a:lnTo>
                  <a:close/>
                </a:path>
                <a:path w="682625" h="36194">
                  <a:moveTo>
                    <a:pt x="682104" y="0"/>
                  </a:moveTo>
                  <a:lnTo>
                    <a:pt x="571995" y="0"/>
                  </a:lnTo>
                  <a:lnTo>
                    <a:pt x="571995" y="24104"/>
                  </a:lnTo>
                  <a:lnTo>
                    <a:pt x="682104" y="24104"/>
                  </a:lnTo>
                  <a:lnTo>
                    <a:pt x="682104" y="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54047" y="2806670"/>
              <a:ext cx="182769" cy="182769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85773" y="2806851"/>
              <a:ext cx="182779" cy="182769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62152" y="2632817"/>
              <a:ext cx="126269" cy="70306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1742670" y="2564529"/>
              <a:ext cx="1007110" cy="316865"/>
            </a:xfrm>
            <a:custGeom>
              <a:avLst/>
              <a:gdLst/>
              <a:ahLst/>
              <a:cxnLst/>
              <a:rect l="l" t="t" r="r" b="b"/>
              <a:pathLst>
                <a:path w="1007110" h="316864">
                  <a:moveTo>
                    <a:pt x="1006712" y="0"/>
                  </a:moveTo>
                  <a:lnTo>
                    <a:pt x="989823" y="460"/>
                  </a:lnTo>
                  <a:lnTo>
                    <a:pt x="989982" y="11134"/>
                  </a:lnTo>
                  <a:lnTo>
                    <a:pt x="989895" y="22271"/>
                  </a:lnTo>
                  <a:lnTo>
                    <a:pt x="984244" y="63549"/>
                  </a:lnTo>
                  <a:lnTo>
                    <a:pt x="940913" y="91295"/>
                  </a:lnTo>
                  <a:lnTo>
                    <a:pt x="935552" y="91264"/>
                  </a:lnTo>
                  <a:lnTo>
                    <a:pt x="872293" y="97080"/>
                  </a:lnTo>
                  <a:lnTo>
                    <a:pt x="820829" y="112869"/>
                  </a:lnTo>
                  <a:lnTo>
                    <a:pt x="779952" y="136139"/>
                  </a:lnTo>
                  <a:lnTo>
                    <a:pt x="748452" y="164397"/>
                  </a:lnTo>
                  <a:lnTo>
                    <a:pt x="725119" y="195153"/>
                  </a:lnTo>
                  <a:lnTo>
                    <a:pt x="698114" y="254191"/>
                  </a:lnTo>
                  <a:lnTo>
                    <a:pt x="691454" y="267631"/>
                  </a:lnTo>
                  <a:lnTo>
                    <a:pt x="681189" y="278132"/>
                  </a:lnTo>
                  <a:lnTo>
                    <a:pt x="668186" y="285045"/>
                  </a:lnTo>
                  <a:lnTo>
                    <a:pt x="653309" y="287718"/>
                  </a:lnTo>
                  <a:lnTo>
                    <a:pt x="120383" y="299634"/>
                  </a:lnTo>
                  <a:lnTo>
                    <a:pt x="99900" y="296409"/>
                  </a:lnTo>
                  <a:lnTo>
                    <a:pt x="82280" y="286791"/>
                  </a:lnTo>
                  <a:lnTo>
                    <a:pt x="68923" y="271877"/>
                  </a:lnTo>
                  <a:lnTo>
                    <a:pt x="61233" y="252767"/>
                  </a:lnTo>
                  <a:lnTo>
                    <a:pt x="16523" y="41161"/>
                  </a:lnTo>
                  <a:lnTo>
                    <a:pt x="0" y="44658"/>
                  </a:lnTo>
                  <a:lnTo>
                    <a:pt x="44710" y="256264"/>
                  </a:lnTo>
                  <a:lnTo>
                    <a:pt x="71224" y="299585"/>
                  </a:lnTo>
                  <a:lnTo>
                    <a:pt x="119043" y="316534"/>
                  </a:lnTo>
                  <a:lnTo>
                    <a:pt x="653676" y="304608"/>
                  </a:lnTo>
                  <a:lnTo>
                    <a:pt x="691348" y="291624"/>
                  </a:lnTo>
                  <a:lnTo>
                    <a:pt x="714240" y="259196"/>
                  </a:lnTo>
                  <a:lnTo>
                    <a:pt x="726397" y="227941"/>
                  </a:lnTo>
                  <a:lnTo>
                    <a:pt x="746281" y="194028"/>
                  </a:lnTo>
                  <a:lnTo>
                    <a:pt x="775772" y="161276"/>
                  </a:lnTo>
                  <a:lnTo>
                    <a:pt x="816749" y="133504"/>
                  </a:lnTo>
                  <a:lnTo>
                    <a:pt x="871092" y="114531"/>
                  </a:lnTo>
                  <a:lnTo>
                    <a:pt x="940683" y="108174"/>
                  </a:lnTo>
                  <a:lnTo>
                    <a:pt x="964875" y="103361"/>
                  </a:lnTo>
                  <a:lnTo>
                    <a:pt x="999582" y="70824"/>
                  </a:lnTo>
                  <a:lnTo>
                    <a:pt x="1006783" y="22533"/>
                  </a:lnTo>
                  <a:lnTo>
                    <a:pt x="1006875" y="11035"/>
                  </a:lnTo>
                  <a:lnTo>
                    <a:pt x="1006712" y="0"/>
                  </a:lnTo>
                  <a:close/>
                </a:path>
              </a:pathLst>
            </a:custGeom>
            <a:solidFill>
              <a:srgbClr val="8D8D8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3" name="object 103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002693" y="6891900"/>
            <a:ext cx="2034859" cy="1017876"/>
          </a:xfrm>
          <a:prstGeom prst="rect">
            <a:avLst/>
          </a:prstGeom>
        </p:spPr>
      </p:pic>
      <p:grpSp>
        <p:nvGrpSpPr>
          <p:cNvPr id="104" name="object 104" descr=""/>
          <p:cNvGrpSpPr/>
          <p:nvPr/>
        </p:nvGrpSpPr>
        <p:grpSpPr>
          <a:xfrm>
            <a:off x="6591914" y="3895650"/>
            <a:ext cx="453390" cy="1591310"/>
            <a:chOff x="6591914" y="3895650"/>
            <a:chExt cx="453390" cy="1591310"/>
          </a:xfrm>
        </p:grpSpPr>
        <p:sp>
          <p:nvSpPr>
            <p:cNvPr id="105" name="object 105" descr=""/>
            <p:cNvSpPr/>
            <p:nvPr/>
          </p:nvSpPr>
          <p:spPr>
            <a:xfrm>
              <a:off x="6610299" y="3895654"/>
              <a:ext cx="416559" cy="1570990"/>
            </a:xfrm>
            <a:custGeom>
              <a:avLst/>
              <a:gdLst/>
              <a:ahLst/>
              <a:cxnLst/>
              <a:rect l="l" t="t" r="r" b="b"/>
              <a:pathLst>
                <a:path w="416559" h="1570989">
                  <a:moveTo>
                    <a:pt x="416496" y="490766"/>
                  </a:moveTo>
                  <a:lnTo>
                    <a:pt x="403186" y="505726"/>
                  </a:lnTo>
                  <a:lnTo>
                    <a:pt x="403186" y="0"/>
                  </a:lnTo>
                  <a:lnTo>
                    <a:pt x="342646" y="0"/>
                  </a:lnTo>
                  <a:lnTo>
                    <a:pt x="342646" y="569201"/>
                  </a:lnTo>
                  <a:lnTo>
                    <a:pt x="318262" y="594499"/>
                  </a:lnTo>
                  <a:lnTo>
                    <a:pt x="283108" y="625017"/>
                  </a:lnTo>
                  <a:lnTo>
                    <a:pt x="243433" y="646988"/>
                  </a:lnTo>
                  <a:lnTo>
                    <a:pt x="234111" y="648601"/>
                  </a:lnTo>
                  <a:lnTo>
                    <a:pt x="342646" y="569201"/>
                  </a:lnTo>
                  <a:lnTo>
                    <a:pt x="342646" y="0"/>
                  </a:lnTo>
                  <a:lnTo>
                    <a:pt x="188696" y="0"/>
                  </a:lnTo>
                  <a:lnTo>
                    <a:pt x="188696" y="653237"/>
                  </a:lnTo>
                  <a:lnTo>
                    <a:pt x="152946" y="646417"/>
                  </a:lnTo>
                  <a:lnTo>
                    <a:pt x="112801" y="624763"/>
                  </a:lnTo>
                  <a:lnTo>
                    <a:pt x="77279" y="592988"/>
                  </a:lnTo>
                  <a:lnTo>
                    <a:pt x="46532" y="554164"/>
                  </a:lnTo>
                  <a:lnTo>
                    <a:pt x="41198" y="545338"/>
                  </a:lnTo>
                  <a:lnTo>
                    <a:pt x="188696" y="653237"/>
                  </a:lnTo>
                  <a:lnTo>
                    <a:pt x="188696" y="0"/>
                  </a:lnTo>
                  <a:lnTo>
                    <a:pt x="13296" y="0"/>
                  </a:lnTo>
                  <a:lnTo>
                    <a:pt x="13296" y="495693"/>
                  </a:lnTo>
                  <a:lnTo>
                    <a:pt x="0" y="467588"/>
                  </a:lnTo>
                  <a:lnTo>
                    <a:pt x="0" y="1570570"/>
                  </a:lnTo>
                  <a:lnTo>
                    <a:pt x="416496" y="1570570"/>
                  </a:lnTo>
                  <a:lnTo>
                    <a:pt x="416496" y="490766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6808394" y="3895654"/>
              <a:ext cx="179705" cy="1570990"/>
            </a:xfrm>
            <a:custGeom>
              <a:avLst/>
              <a:gdLst/>
              <a:ahLst/>
              <a:cxnLst/>
              <a:rect l="l" t="t" r="r" b="b"/>
              <a:pathLst>
                <a:path w="179704" h="1570989">
                  <a:moveTo>
                    <a:pt x="179565" y="532815"/>
                  </a:moveTo>
                  <a:lnTo>
                    <a:pt x="152527" y="560933"/>
                  </a:lnTo>
                  <a:lnTo>
                    <a:pt x="150952" y="562571"/>
                  </a:lnTo>
                  <a:lnTo>
                    <a:pt x="150952" y="0"/>
                  </a:lnTo>
                  <a:lnTo>
                    <a:pt x="144526" y="0"/>
                  </a:lnTo>
                  <a:lnTo>
                    <a:pt x="144526" y="569226"/>
                  </a:lnTo>
                  <a:lnTo>
                    <a:pt x="120256" y="594398"/>
                  </a:lnTo>
                  <a:lnTo>
                    <a:pt x="85217" y="624840"/>
                  </a:lnTo>
                  <a:lnTo>
                    <a:pt x="45694" y="646823"/>
                  </a:lnTo>
                  <a:lnTo>
                    <a:pt x="36144" y="648512"/>
                  </a:lnTo>
                  <a:lnTo>
                    <a:pt x="144526" y="569226"/>
                  </a:lnTo>
                  <a:lnTo>
                    <a:pt x="144526" y="0"/>
                  </a:lnTo>
                  <a:lnTo>
                    <a:pt x="12" y="0"/>
                  </a:lnTo>
                  <a:lnTo>
                    <a:pt x="12" y="654888"/>
                  </a:lnTo>
                  <a:lnTo>
                    <a:pt x="0" y="1570570"/>
                  </a:lnTo>
                  <a:lnTo>
                    <a:pt x="179565" y="1570570"/>
                  </a:lnTo>
                  <a:lnTo>
                    <a:pt x="179565" y="53281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6732397" y="3895654"/>
              <a:ext cx="172720" cy="1570990"/>
            </a:xfrm>
            <a:custGeom>
              <a:avLst/>
              <a:gdLst/>
              <a:ahLst/>
              <a:cxnLst/>
              <a:rect l="l" t="t" r="r" b="b"/>
              <a:pathLst>
                <a:path w="172720" h="1570989">
                  <a:moveTo>
                    <a:pt x="172288" y="618172"/>
                  </a:moveTo>
                  <a:lnTo>
                    <a:pt x="134302" y="644105"/>
                  </a:lnTo>
                  <a:lnTo>
                    <a:pt x="107200" y="650748"/>
                  </a:lnTo>
                  <a:lnTo>
                    <a:pt x="148082" y="618172"/>
                  </a:lnTo>
                  <a:lnTo>
                    <a:pt x="148082" y="0"/>
                  </a:lnTo>
                  <a:lnTo>
                    <a:pt x="24206" y="0"/>
                  </a:lnTo>
                  <a:lnTo>
                    <a:pt x="24206" y="618172"/>
                  </a:lnTo>
                  <a:lnTo>
                    <a:pt x="68414" y="653415"/>
                  </a:lnTo>
                  <a:lnTo>
                    <a:pt x="62687" y="653186"/>
                  </a:lnTo>
                  <a:lnTo>
                    <a:pt x="51028" y="650786"/>
                  </a:lnTo>
                  <a:lnTo>
                    <a:pt x="40335" y="646607"/>
                  </a:lnTo>
                  <a:lnTo>
                    <a:pt x="30581" y="640816"/>
                  </a:lnTo>
                  <a:lnTo>
                    <a:pt x="22580" y="637463"/>
                  </a:lnTo>
                  <a:lnTo>
                    <a:pt x="14795" y="633679"/>
                  </a:lnTo>
                  <a:lnTo>
                    <a:pt x="7264" y="629462"/>
                  </a:lnTo>
                  <a:lnTo>
                    <a:pt x="0" y="624852"/>
                  </a:lnTo>
                  <a:lnTo>
                    <a:pt x="0" y="1570570"/>
                  </a:lnTo>
                  <a:lnTo>
                    <a:pt x="172288" y="1570570"/>
                  </a:lnTo>
                  <a:lnTo>
                    <a:pt x="172288" y="618172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6623610" y="3895650"/>
              <a:ext cx="389890" cy="74295"/>
            </a:xfrm>
            <a:custGeom>
              <a:avLst/>
              <a:gdLst/>
              <a:ahLst/>
              <a:cxnLst/>
              <a:rect l="l" t="t" r="r" b="b"/>
              <a:pathLst>
                <a:path w="389890" h="74295">
                  <a:moveTo>
                    <a:pt x="389893" y="0"/>
                  </a:moveTo>
                  <a:lnTo>
                    <a:pt x="0" y="0"/>
                  </a:lnTo>
                  <a:lnTo>
                    <a:pt x="0" y="74165"/>
                  </a:lnTo>
                  <a:lnTo>
                    <a:pt x="389893" y="74165"/>
                  </a:lnTo>
                  <a:lnTo>
                    <a:pt x="38989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6608989" y="4354556"/>
              <a:ext cx="419734" cy="242570"/>
            </a:xfrm>
            <a:custGeom>
              <a:avLst/>
              <a:gdLst/>
              <a:ahLst/>
              <a:cxnLst/>
              <a:rect l="l" t="t" r="r" b="b"/>
              <a:pathLst>
                <a:path w="419734" h="242570">
                  <a:moveTo>
                    <a:pt x="412271" y="0"/>
                  </a:moveTo>
                  <a:lnTo>
                    <a:pt x="406601" y="361"/>
                  </a:lnTo>
                  <a:lnTo>
                    <a:pt x="402061" y="4570"/>
                  </a:lnTo>
                  <a:lnTo>
                    <a:pt x="374553" y="48738"/>
                  </a:lnTo>
                  <a:lnTo>
                    <a:pt x="340524" y="88654"/>
                  </a:lnTo>
                  <a:lnTo>
                    <a:pt x="301000" y="121122"/>
                  </a:lnTo>
                  <a:lnTo>
                    <a:pt x="257004" y="142947"/>
                  </a:lnTo>
                  <a:lnTo>
                    <a:pt x="209564" y="150932"/>
                  </a:lnTo>
                  <a:lnTo>
                    <a:pt x="162150" y="142956"/>
                  </a:lnTo>
                  <a:lnTo>
                    <a:pt x="118171" y="121155"/>
                  </a:lnTo>
                  <a:lnTo>
                    <a:pt x="78654" y="88719"/>
                  </a:lnTo>
                  <a:lnTo>
                    <a:pt x="44625" y="48839"/>
                  </a:lnTo>
                  <a:lnTo>
                    <a:pt x="17109" y="4706"/>
                  </a:lnTo>
                  <a:lnTo>
                    <a:pt x="12563" y="501"/>
                  </a:lnTo>
                  <a:lnTo>
                    <a:pt x="6889" y="140"/>
                  </a:lnTo>
                  <a:lnTo>
                    <a:pt x="2049" y="3129"/>
                  </a:lnTo>
                  <a:lnTo>
                    <a:pt x="0" y="8978"/>
                  </a:lnTo>
                  <a:lnTo>
                    <a:pt x="0" y="58767"/>
                  </a:lnTo>
                  <a:lnTo>
                    <a:pt x="20634" y="102717"/>
                  </a:lnTo>
                  <a:lnTo>
                    <a:pt x="48237" y="145228"/>
                  </a:lnTo>
                  <a:lnTo>
                    <a:pt x="81870" y="183379"/>
                  </a:lnTo>
                  <a:lnTo>
                    <a:pt x="120595" y="214247"/>
                  </a:lnTo>
                  <a:lnTo>
                    <a:pt x="163472" y="234910"/>
                  </a:lnTo>
                  <a:lnTo>
                    <a:pt x="209564" y="242448"/>
                  </a:lnTo>
                  <a:lnTo>
                    <a:pt x="255675" y="234904"/>
                  </a:lnTo>
                  <a:lnTo>
                    <a:pt x="298567" y="214224"/>
                  </a:lnTo>
                  <a:lnTo>
                    <a:pt x="337301" y="183333"/>
                  </a:lnTo>
                  <a:lnTo>
                    <a:pt x="370937" y="145157"/>
                  </a:lnTo>
                  <a:lnTo>
                    <a:pt x="398537" y="102621"/>
                  </a:lnTo>
                  <a:lnTo>
                    <a:pt x="419160" y="58652"/>
                  </a:lnTo>
                  <a:lnTo>
                    <a:pt x="419160" y="8842"/>
                  </a:lnTo>
                  <a:lnTo>
                    <a:pt x="417111" y="2992"/>
                  </a:lnTo>
                  <a:lnTo>
                    <a:pt x="412271" y="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69100" y="4175635"/>
              <a:ext cx="98897" cy="98887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6591910" y="5370328"/>
              <a:ext cx="453390" cy="116205"/>
            </a:xfrm>
            <a:custGeom>
              <a:avLst/>
              <a:gdLst/>
              <a:ahLst/>
              <a:cxnLst/>
              <a:rect l="l" t="t" r="r" b="b"/>
              <a:pathLst>
                <a:path w="453390" h="116204">
                  <a:moveTo>
                    <a:pt x="243166" y="7391"/>
                  </a:moveTo>
                  <a:lnTo>
                    <a:pt x="235762" y="0"/>
                  </a:lnTo>
                  <a:lnTo>
                    <a:pt x="217500" y="0"/>
                  </a:lnTo>
                  <a:lnTo>
                    <a:pt x="210108" y="7391"/>
                  </a:lnTo>
                  <a:lnTo>
                    <a:pt x="210108" y="25654"/>
                  </a:lnTo>
                  <a:lnTo>
                    <a:pt x="217500" y="33045"/>
                  </a:lnTo>
                  <a:lnTo>
                    <a:pt x="235762" y="33045"/>
                  </a:lnTo>
                  <a:lnTo>
                    <a:pt x="243166" y="25654"/>
                  </a:lnTo>
                  <a:lnTo>
                    <a:pt x="243166" y="16522"/>
                  </a:lnTo>
                  <a:lnTo>
                    <a:pt x="243166" y="7391"/>
                  </a:lnTo>
                  <a:close/>
                </a:path>
                <a:path w="453390" h="116204">
                  <a:moveTo>
                    <a:pt x="453313" y="75730"/>
                  </a:moveTo>
                  <a:lnTo>
                    <a:pt x="0" y="75730"/>
                  </a:lnTo>
                  <a:lnTo>
                    <a:pt x="0" y="116065"/>
                  </a:lnTo>
                  <a:lnTo>
                    <a:pt x="453313" y="116065"/>
                  </a:lnTo>
                  <a:lnTo>
                    <a:pt x="453313" y="7573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2" name="object 112" descr=""/>
          <p:cNvGrpSpPr/>
          <p:nvPr/>
        </p:nvGrpSpPr>
        <p:grpSpPr>
          <a:xfrm>
            <a:off x="9645360" y="5990127"/>
            <a:ext cx="724535" cy="1483995"/>
            <a:chOff x="9645360" y="5990127"/>
            <a:chExt cx="724535" cy="1483995"/>
          </a:xfrm>
        </p:grpSpPr>
        <p:sp>
          <p:nvSpPr>
            <p:cNvPr id="113" name="object 113" descr=""/>
            <p:cNvSpPr/>
            <p:nvPr/>
          </p:nvSpPr>
          <p:spPr>
            <a:xfrm>
              <a:off x="9973644" y="6365513"/>
              <a:ext cx="67945" cy="1050290"/>
            </a:xfrm>
            <a:custGeom>
              <a:avLst/>
              <a:gdLst/>
              <a:ahLst/>
              <a:cxnLst/>
              <a:rect l="l" t="t" r="r" b="b"/>
              <a:pathLst>
                <a:path w="67945" h="1050290">
                  <a:moveTo>
                    <a:pt x="67819" y="0"/>
                  </a:moveTo>
                  <a:lnTo>
                    <a:pt x="0" y="0"/>
                  </a:lnTo>
                  <a:lnTo>
                    <a:pt x="0" y="1050146"/>
                  </a:lnTo>
                  <a:lnTo>
                    <a:pt x="67819" y="1050146"/>
                  </a:lnTo>
                  <a:lnTo>
                    <a:pt x="67819" y="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9973644" y="6365513"/>
              <a:ext cx="67945" cy="455930"/>
            </a:xfrm>
            <a:custGeom>
              <a:avLst/>
              <a:gdLst/>
              <a:ahLst/>
              <a:cxnLst/>
              <a:rect l="l" t="t" r="r" b="b"/>
              <a:pathLst>
                <a:path w="67945" h="455929">
                  <a:moveTo>
                    <a:pt x="67819" y="0"/>
                  </a:moveTo>
                  <a:lnTo>
                    <a:pt x="0" y="0"/>
                  </a:lnTo>
                  <a:lnTo>
                    <a:pt x="0" y="455525"/>
                  </a:lnTo>
                  <a:lnTo>
                    <a:pt x="67819" y="455525"/>
                  </a:lnTo>
                  <a:lnTo>
                    <a:pt x="67819" y="0"/>
                  </a:lnTo>
                  <a:close/>
                </a:path>
              </a:pathLst>
            </a:custGeom>
            <a:solidFill>
              <a:srgbClr val="888888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9645360" y="5990127"/>
              <a:ext cx="724535" cy="724535"/>
            </a:xfrm>
            <a:custGeom>
              <a:avLst/>
              <a:gdLst/>
              <a:ahLst/>
              <a:cxnLst/>
              <a:rect l="l" t="t" r="r" b="b"/>
              <a:pathLst>
                <a:path w="724534" h="724534">
                  <a:moveTo>
                    <a:pt x="655383" y="0"/>
                  </a:moveTo>
                  <a:lnTo>
                    <a:pt x="69003" y="0"/>
                  </a:lnTo>
                  <a:lnTo>
                    <a:pt x="42142" y="5423"/>
                  </a:lnTo>
                  <a:lnTo>
                    <a:pt x="20208" y="20214"/>
                  </a:lnTo>
                  <a:lnTo>
                    <a:pt x="5421" y="42150"/>
                  </a:lnTo>
                  <a:lnTo>
                    <a:pt x="0" y="69013"/>
                  </a:lnTo>
                  <a:lnTo>
                    <a:pt x="0" y="655393"/>
                  </a:lnTo>
                  <a:lnTo>
                    <a:pt x="5421" y="682250"/>
                  </a:lnTo>
                  <a:lnTo>
                    <a:pt x="20208" y="704184"/>
                  </a:lnTo>
                  <a:lnTo>
                    <a:pt x="42142" y="718973"/>
                  </a:lnTo>
                  <a:lnTo>
                    <a:pt x="69003" y="724396"/>
                  </a:lnTo>
                  <a:lnTo>
                    <a:pt x="655383" y="724396"/>
                  </a:lnTo>
                  <a:lnTo>
                    <a:pt x="682244" y="718973"/>
                  </a:lnTo>
                  <a:lnTo>
                    <a:pt x="704177" y="704184"/>
                  </a:lnTo>
                  <a:lnTo>
                    <a:pt x="718964" y="682250"/>
                  </a:lnTo>
                  <a:lnTo>
                    <a:pt x="724386" y="655393"/>
                  </a:lnTo>
                  <a:lnTo>
                    <a:pt x="724386" y="69013"/>
                  </a:lnTo>
                  <a:lnTo>
                    <a:pt x="718964" y="42150"/>
                  </a:lnTo>
                  <a:lnTo>
                    <a:pt x="704177" y="20214"/>
                  </a:lnTo>
                  <a:lnTo>
                    <a:pt x="682244" y="5423"/>
                  </a:lnTo>
                  <a:lnTo>
                    <a:pt x="655383" y="0"/>
                  </a:lnTo>
                  <a:close/>
                </a:path>
              </a:pathLst>
            </a:custGeom>
            <a:solidFill>
              <a:srgbClr val="D4D5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9694431" y="6039199"/>
              <a:ext cx="626745" cy="626745"/>
            </a:xfrm>
            <a:custGeom>
              <a:avLst/>
              <a:gdLst/>
              <a:ahLst/>
              <a:cxnLst/>
              <a:rect l="l" t="t" r="r" b="b"/>
              <a:pathLst>
                <a:path w="626745" h="626745">
                  <a:moveTo>
                    <a:pt x="566590" y="0"/>
                  </a:moveTo>
                  <a:lnTo>
                    <a:pt x="59652" y="0"/>
                  </a:lnTo>
                  <a:lnTo>
                    <a:pt x="36430" y="4688"/>
                  </a:lnTo>
                  <a:lnTo>
                    <a:pt x="17469" y="17474"/>
                  </a:lnTo>
                  <a:lnTo>
                    <a:pt x="4686" y="36439"/>
                  </a:lnTo>
                  <a:lnTo>
                    <a:pt x="0" y="59663"/>
                  </a:lnTo>
                  <a:lnTo>
                    <a:pt x="0" y="566600"/>
                  </a:lnTo>
                  <a:lnTo>
                    <a:pt x="4686" y="589818"/>
                  </a:lnTo>
                  <a:lnTo>
                    <a:pt x="17469" y="608779"/>
                  </a:lnTo>
                  <a:lnTo>
                    <a:pt x="36430" y="621564"/>
                  </a:lnTo>
                  <a:lnTo>
                    <a:pt x="59652" y="626253"/>
                  </a:lnTo>
                  <a:lnTo>
                    <a:pt x="566590" y="626253"/>
                  </a:lnTo>
                  <a:lnTo>
                    <a:pt x="589812" y="621564"/>
                  </a:lnTo>
                  <a:lnTo>
                    <a:pt x="608773" y="608779"/>
                  </a:lnTo>
                  <a:lnTo>
                    <a:pt x="621555" y="589818"/>
                  </a:lnTo>
                  <a:lnTo>
                    <a:pt x="626242" y="566600"/>
                  </a:lnTo>
                  <a:lnTo>
                    <a:pt x="626242" y="59663"/>
                  </a:lnTo>
                  <a:lnTo>
                    <a:pt x="621555" y="36439"/>
                  </a:lnTo>
                  <a:lnTo>
                    <a:pt x="608773" y="17474"/>
                  </a:lnTo>
                  <a:lnTo>
                    <a:pt x="589812" y="4688"/>
                  </a:lnTo>
                  <a:lnTo>
                    <a:pt x="56659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9791802" y="6285617"/>
              <a:ext cx="335280" cy="303530"/>
            </a:xfrm>
            <a:custGeom>
              <a:avLst/>
              <a:gdLst/>
              <a:ahLst/>
              <a:cxnLst/>
              <a:rect l="l" t="t" r="r" b="b"/>
              <a:pathLst>
                <a:path w="335279" h="303529">
                  <a:moveTo>
                    <a:pt x="82461" y="270586"/>
                  </a:moveTo>
                  <a:lnTo>
                    <a:pt x="29806" y="270586"/>
                  </a:lnTo>
                  <a:lnTo>
                    <a:pt x="29806" y="281851"/>
                  </a:lnTo>
                  <a:lnTo>
                    <a:pt x="31254" y="290156"/>
                  </a:lnTo>
                  <a:lnTo>
                    <a:pt x="35217" y="296938"/>
                  </a:lnTo>
                  <a:lnTo>
                    <a:pt x="41084" y="301510"/>
                  </a:lnTo>
                  <a:lnTo>
                    <a:pt x="48272" y="303187"/>
                  </a:lnTo>
                  <a:lnTo>
                    <a:pt x="63995" y="303187"/>
                  </a:lnTo>
                  <a:lnTo>
                    <a:pt x="71183" y="301510"/>
                  </a:lnTo>
                  <a:lnTo>
                    <a:pt x="77050" y="296938"/>
                  </a:lnTo>
                  <a:lnTo>
                    <a:pt x="81013" y="290156"/>
                  </a:lnTo>
                  <a:lnTo>
                    <a:pt x="82461" y="281851"/>
                  </a:lnTo>
                  <a:lnTo>
                    <a:pt x="82461" y="270586"/>
                  </a:lnTo>
                  <a:close/>
                </a:path>
                <a:path w="335279" h="303529">
                  <a:moveTo>
                    <a:pt x="302310" y="270586"/>
                  </a:moveTo>
                  <a:lnTo>
                    <a:pt x="249656" y="270586"/>
                  </a:lnTo>
                  <a:lnTo>
                    <a:pt x="249656" y="281851"/>
                  </a:lnTo>
                  <a:lnTo>
                    <a:pt x="251104" y="290156"/>
                  </a:lnTo>
                  <a:lnTo>
                    <a:pt x="255066" y="296938"/>
                  </a:lnTo>
                  <a:lnTo>
                    <a:pt x="260934" y="301510"/>
                  </a:lnTo>
                  <a:lnTo>
                    <a:pt x="268122" y="303187"/>
                  </a:lnTo>
                  <a:lnTo>
                    <a:pt x="283845" y="303187"/>
                  </a:lnTo>
                  <a:lnTo>
                    <a:pt x="291033" y="301510"/>
                  </a:lnTo>
                  <a:lnTo>
                    <a:pt x="296900" y="296938"/>
                  </a:lnTo>
                  <a:lnTo>
                    <a:pt x="300863" y="290156"/>
                  </a:lnTo>
                  <a:lnTo>
                    <a:pt x="302310" y="281851"/>
                  </a:lnTo>
                  <a:lnTo>
                    <a:pt x="302310" y="270586"/>
                  </a:lnTo>
                  <a:close/>
                </a:path>
                <a:path w="335279" h="303529">
                  <a:moveTo>
                    <a:pt x="335000" y="152031"/>
                  </a:moveTo>
                  <a:lnTo>
                    <a:pt x="334175" y="147942"/>
                  </a:lnTo>
                  <a:lnTo>
                    <a:pt x="334111" y="147637"/>
                  </a:lnTo>
                  <a:lnTo>
                    <a:pt x="332600" y="140195"/>
                  </a:lnTo>
                  <a:lnTo>
                    <a:pt x="326085" y="130517"/>
                  </a:lnTo>
                  <a:lnTo>
                    <a:pt x="316420" y="124002"/>
                  </a:lnTo>
                  <a:lnTo>
                    <a:pt x="314121" y="123532"/>
                  </a:lnTo>
                  <a:lnTo>
                    <a:pt x="308673" y="122440"/>
                  </a:lnTo>
                  <a:lnTo>
                    <a:pt x="308673" y="173355"/>
                  </a:lnTo>
                  <a:lnTo>
                    <a:pt x="306666" y="183248"/>
                  </a:lnTo>
                  <a:lnTo>
                    <a:pt x="302310" y="189725"/>
                  </a:lnTo>
                  <a:lnTo>
                    <a:pt x="302310" y="224967"/>
                  </a:lnTo>
                  <a:lnTo>
                    <a:pt x="302310" y="236207"/>
                  </a:lnTo>
                  <a:lnTo>
                    <a:pt x="268859" y="236207"/>
                  </a:lnTo>
                  <a:lnTo>
                    <a:pt x="268859" y="224967"/>
                  </a:lnTo>
                  <a:lnTo>
                    <a:pt x="302310" y="224967"/>
                  </a:lnTo>
                  <a:lnTo>
                    <a:pt x="302310" y="189725"/>
                  </a:lnTo>
                  <a:lnTo>
                    <a:pt x="301218" y="191338"/>
                  </a:lnTo>
                  <a:lnTo>
                    <a:pt x="293141" y="196786"/>
                  </a:lnTo>
                  <a:lnTo>
                    <a:pt x="283248" y="198780"/>
                  </a:lnTo>
                  <a:lnTo>
                    <a:pt x="281749" y="198475"/>
                  </a:lnTo>
                  <a:lnTo>
                    <a:pt x="273354" y="196786"/>
                  </a:lnTo>
                  <a:lnTo>
                    <a:pt x="265264" y="191338"/>
                  </a:lnTo>
                  <a:lnTo>
                    <a:pt x="259816" y="183248"/>
                  </a:lnTo>
                  <a:lnTo>
                    <a:pt x="257822" y="173355"/>
                  </a:lnTo>
                  <a:lnTo>
                    <a:pt x="259816" y="163461"/>
                  </a:lnTo>
                  <a:lnTo>
                    <a:pt x="265264" y="155384"/>
                  </a:lnTo>
                  <a:lnTo>
                    <a:pt x="273354" y="149936"/>
                  </a:lnTo>
                  <a:lnTo>
                    <a:pt x="283248" y="147942"/>
                  </a:lnTo>
                  <a:lnTo>
                    <a:pt x="293141" y="149936"/>
                  </a:lnTo>
                  <a:lnTo>
                    <a:pt x="301218" y="155384"/>
                  </a:lnTo>
                  <a:lnTo>
                    <a:pt x="306666" y="163461"/>
                  </a:lnTo>
                  <a:lnTo>
                    <a:pt x="308673" y="173355"/>
                  </a:lnTo>
                  <a:lnTo>
                    <a:pt x="308673" y="122440"/>
                  </a:lnTo>
                  <a:lnTo>
                    <a:pt x="304571" y="121615"/>
                  </a:lnTo>
                  <a:lnTo>
                    <a:pt x="304292" y="121615"/>
                  </a:lnTo>
                  <a:lnTo>
                    <a:pt x="295986" y="100012"/>
                  </a:lnTo>
                  <a:lnTo>
                    <a:pt x="283476" y="68745"/>
                  </a:lnTo>
                  <a:lnTo>
                    <a:pt x="283476" y="123532"/>
                  </a:lnTo>
                  <a:lnTo>
                    <a:pt x="240449" y="123532"/>
                  </a:lnTo>
                  <a:lnTo>
                    <a:pt x="240449" y="147637"/>
                  </a:lnTo>
                  <a:lnTo>
                    <a:pt x="240449" y="170040"/>
                  </a:lnTo>
                  <a:lnTo>
                    <a:pt x="228930" y="183921"/>
                  </a:lnTo>
                  <a:lnTo>
                    <a:pt x="203581" y="192659"/>
                  </a:lnTo>
                  <a:lnTo>
                    <a:pt x="178231" y="197180"/>
                  </a:lnTo>
                  <a:lnTo>
                    <a:pt x="166712" y="198475"/>
                  </a:lnTo>
                  <a:lnTo>
                    <a:pt x="124066" y="194627"/>
                  </a:lnTo>
                  <a:lnTo>
                    <a:pt x="102184" y="190385"/>
                  </a:lnTo>
                  <a:lnTo>
                    <a:pt x="94107" y="183070"/>
                  </a:lnTo>
                  <a:lnTo>
                    <a:pt x="92964" y="170040"/>
                  </a:lnTo>
                  <a:lnTo>
                    <a:pt x="92964" y="147942"/>
                  </a:lnTo>
                  <a:lnTo>
                    <a:pt x="92964" y="147637"/>
                  </a:lnTo>
                  <a:lnTo>
                    <a:pt x="240449" y="147637"/>
                  </a:lnTo>
                  <a:lnTo>
                    <a:pt x="240449" y="123532"/>
                  </a:lnTo>
                  <a:lnTo>
                    <a:pt x="70840" y="123532"/>
                  </a:lnTo>
                  <a:lnTo>
                    <a:pt x="70840" y="173355"/>
                  </a:lnTo>
                  <a:lnTo>
                    <a:pt x="68834" y="183248"/>
                  </a:lnTo>
                  <a:lnTo>
                    <a:pt x="63385" y="191338"/>
                  </a:lnTo>
                  <a:lnTo>
                    <a:pt x="62128" y="192189"/>
                  </a:lnTo>
                  <a:lnTo>
                    <a:pt x="62128" y="224967"/>
                  </a:lnTo>
                  <a:lnTo>
                    <a:pt x="62128" y="236207"/>
                  </a:lnTo>
                  <a:lnTo>
                    <a:pt x="28676" y="236207"/>
                  </a:lnTo>
                  <a:lnTo>
                    <a:pt x="28676" y="224967"/>
                  </a:lnTo>
                  <a:lnTo>
                    <a:pt x="62128" y="224967"/>
                  </a:lnTo>
                  <a:lnTo>
                    <a:pt x="62128" y="192189"/>
                  </a:lnTo>
                  <a:lnTo>
                    <a:pt x="55308" y="196786"/>
                  </a:lnTo>
                  <a:lnTo>
                    <a:pt x="45415" y="198780"/>
                  </a:lnTo>
                  <a:lnTo>
                    <a:pt x="35521" y="196786"/>
                  </a:lnTo>
                  <a:lnTo>
                    <a:pt x="27432" y="191338"/>
                  </a:lnTo>
                  <a:lnTo>
                    <a:pt x="21983" y="183248"/>
                  </a:lnTo>
                  <a:lnTo>
                    <a:pt x="19989" y="173355"/>
                  </a:lnTo>
                  <a:lnTo>
                    <a:pt x="21983" y="163461"/>
                  </a:lnTo>
                  <a:lnTo>
                    <a:pt x="27432" y="155384"/>
                  </a:lnTo>
                  <a:lnTo>
                    <a:pt x="35521" y="149936"/>
                  </a:lnTo>
                  <a:lnTo>
                    <a:pt x="45415" y="147942"/>
                  </a:lnTo>
                  <a:lnTo>
                    <a:pt x="55308" y="149936"/>
                  </a:lnTo>
                  <a:lnTo>
                    <a:pt x="63385" y="155384"/>
                  </a:lnTo>
                  <a:lnTo>
                    <a:pt x="68834" y="163461"/>
                  </a:lnTo>
                  <a:lnTo>
                    <a:pt x="70840" y="173355"/>
                  </a:lnTo>
                  <a:lnTo>
                    <a:pt x="70840" y="123532"/>
                  </a:lnTo>
                  <a:lnTo>
                    <a:pt x="50457" y="123532"/>
                  </a:lnTo>
                  <a:lnTo>
                    <a:pt x="69049" y="74155"/>
                  </a:lnTo>
                  <a:lnTo>
                    <a:pt x="85928" y="35521"/>
                  </a:lnTo>
                  <a:lnTo>
                    <a:pt x="133121" y="20485"/>
                  </a:lnTo>
                  <a:lnTo>
                    <a:pt x="156616" y="19913"/>
                  </a:lnTo>
                  <a:lnTo>
                    <a:pt x="166966" y="20002"/>
                  </a:lnTo>
                  <a:lnTo>
                    <a:pt x="171297" y="19913"/>
                  </a:lnTo>
                  <a:lnTo>
                    <a:pt x="204863" y="19278"/>
                  </a:lnTo>
                  <a:lnTo>
                    <a:pt x="225336" y="19913"/>
                  </a:lnTo>
                  <a:lnTo>
                    <a:pt x="235305" y="22694"/>
                  </a:lnTo>
                  <a:lnTo>
                    <a:pt x="266319" y="79717"/>
                  </a:lnTo>
                  <a:lnTo>
                    <a:pt x="283476" y="123532"/>
                  </a:lnTo>
                  <a:lnTo>
                    <a:pt x="283476" y="68745"/>
                  </a:lnTo>
                  <a:lnTo>
                    <a:pt x="282028" y="65125"/>
                  </a:lnTo>
                  <a:lnTo>
                    <a:pt x="267055" y="30797"/>
                  </a:lnTo>
                  <a:lnTo>
                    <a:pt x="260540" y="19278"/>
                  </a:lnTo>
                  <a:lnTo>
                    <a:pt x="255778" y="10845"/>
                  </a:lnTo>
                  <a:lnTo>
                    <a:pt x="237058" y="4318"/>
                  </a:lnTo>
                  <a:lnTo>
                    <a:pt x="207073" y="1435"/>
                  </a:lnTo>
                  <a:lnTo>
                    <a:pt x="183438" y="876"/>
                  </a:lnTo>
                  <a:lnTo>
                    <a:pt x="179235" y="774"/>
                  </a:lnTo>
                  <a:lnTo>
                    <a:pt x="166966" y="876"/>
                  </a:lnTo>
                  <a:lnTo>
                    <a:pt x="122072" y="0"/>
                  </a:lnTo>
                  <a:lnTo>
                    <a:pt x="97853" y="749"/>
                  </a:lnTo>
                  <a:lnTo>
                    <a:pt x="66840" y="30861"/>
                  </a:lnTo>
                  <a:lnTo>
                    <a:pt x="37871" y="100190"/>
                  </a:lnTo>
                  <a:lnTo>
                    <a:pt x="29616" y="121691"/>
                  </a:lnTo>
                  <a:lnTo>
                    <a:pt x="18059" y="124294"/>
                  </a:lnTo>
                  <a:lnTo>
                    <a:pt x="8648" y="130822"/>
                  </a:lnTo>
                  <a:lnTo>
                    <a:pt x="2311" y="140373"/>
                  </a:lnTo>
                  <a:lnTo>
                    <a:pt x="0" y="152031"/>
                  </a:lnTo>
                  <a:lnTo>
                    <a:pt x="0" y="226466"/>
                  </a:lnTo>
                  <a:lnTo>
                    <a:pt x="2336" y="238163"/>
                  </a:lnTo>
                  <a:lnTo>
                    <a:pt x="8712" y="247751"/>
                  </a:lnTo>
                  <a:lnTo>
                    <a:pt x="18186" y="254279"/>
                  </a:lnTo>
                  <a:lnTo>
                    <a:pt x="29806" y="256819"/>
                  </a:lnTo>
                  <a:lnTo>
                    <a:pt x="30010" y="256819"/>
                  </a:lnTo>
                  <a:lnTo>
                    <a:pt x="30213" y="256882"/>
                  </a:lnTo>
                  <a:lnTo>
                    <a:pt x="304571" y="256882"/>
                  </a:lnTo>
                  <a:lnTo>
                    <a:pt x="316420" y="254495"/>
                  </a:lnTo>
                  <a:lnTo>
                    <a:pt x="326085" y="247967"/>
                  </a:lnTo>
                  <a:lnTo>
                    <a:pt x="332600" y="238302"/>
                  </a:lnTo>
                  <a:lnTo>
                    <a:pt x="333032" y="236207"/>
                  </a:lnTo>
                  <a:lnTo>
                    <a:pt x="335000" y="226466"/>
                  </a:lnTo>
                  <a:lnTo>
                    <a:pt x="335000" y="224967"/>
                  </a:lnTo>
                  <a:lnTo>
                    <a:pt x="335000" y="198780"/>
                  </a:lnTo>
                  <a:lnTo>
                    <a:pt x="335000" y="1520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136025" y="6262918"/>
              <a:ext cx="118457" cy="232402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905652" y="6107158"/>
              <a:ext cx="206560" cy="100907"/>
            </a:xfrm>
            <a:prstGeom prst="rect">
              <a:avLst/>
            </a:prstGeom>
          </p:spPr>
        </p:pic>
        <p:sp>
          <p:nvSpPr>
            <p:cNvPr id="120" name="object 120" descr=""/>
            <p:cNvSpPr/>
            <p:nvPr/>
          </p:nvSpPr>
          <p:spPr>
            <a:xfrm>
              <a:off x="9900241" y="7415662"/>
              <a:ext cx="214629" cy="58419"/>
            </a:xfrm>
            <a:custGeom>
              <a:avLst/>
              <a:gdLst/>
              <a:ahLst/>
              <a:cxnLst/>
              <a:rect l="l" t="t" r="r" b="b"/>
              <a:pathLst>
                <a:path w="214629" h="58420">
                  <a:moveTo>
                    <a:pt x="190025" y="0"/>
                  </a:moveTo>
                  <a:lnTo>
                    <a:pt x="24596" y="0"/>
                  </a:lnTo>
                  <a:lnTo>
                    <a:pt x="15023" y="1931"/>
                  </a:lnTo>
                  <a:lnTo>
                    <a:pt x="7205" y="7201"/>
                  </a:lnTo>
                  <a:lnTo>
                    <a:pt x="1933" y="15019"/>
                  </a:lnTo>
                  <a:lnTo>
                    <a:pt x="0" y="24596"/>
                  </a:lnTo>
                  <a:lnTo>
                    <a:pt x="0" y="33485"/>
                  </a:lnTo>
                  <a:lnTo>
                    <a:pt x="1933" y="43058"/>
                  </a:lnTo>
                  <a:lnTo>
                    <a:pt x="7205" y="50876"/>
                  </a:lnTo>
                  <a:lnTo>
                    <a:pt x="15023" y="56148"/>
                  </a:lnTo>
                  <a:lnTo>
                    <a:pt x="24596" y="58082"/>
                  </a:lnTo>
                  <a:lnTo>
                    <a:pt x="190025" y="58082"/>
                  </a:lnTo>
                  <a:lnTo>
                    <a:pt x="199598" y="56148"/>
                  </a:lnTo>
                  <a:lnTo>
                    <a:pt x="207416" y="50876"/>
                  </a:lnTo>
                  <a:lnTo>
                    <a:pt x="212688" y="43058"/>
                  </a:lnTo>
                  <a:lnTo>
                    <a:pt x="214621" y="33485"/>
                  </a:lnTo>
                  <a:lnTo>
                    <a:pt x="214621" y="24596"/>
                  </a:lnTo>
                  <a:lnTo>
                    <a:pt x="212688" y="15019"/>
                  </a:lnTo>
                  <a:lnTo>
                    <a:pt x="207416" y="7201"/>
                  </a:lnTo>
                  <a:lnTo>
                    <a:pt x="199598" y="1931"/>
                  </a:lnTo>
                  <a:lnTo>
                    <a:pt x="190025" y="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1" name="object 121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44434" y="9025730"/>
            <a:ext cx="1932736" cy="1080009"/>
          </a:xfrm>
          <a:prstGeom prst="rect">
            <a:avLst/>
          </a:prstGeom>
        </p:spPr>
      </p:pic>
      <p:pic>
        <p:nvPicPr>
          <p:cNvPr id="122" name="object 12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539648" y="3867934"/>
            <a:ext cx="2142091" cy="1558846"/>
          </a:xfrm>
          <a:prstGeom prst="rect">
            <a:avLst/>
          </a:prstGeom>
        </p:spPr>
      </p:pic>
      <p:pic>
        <p:nvPicPr>
          <p:cNvPr id="123" name="object 123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638944" y="4846508"/>
            <a:ext cx="3871780" cy="2762047"/>
          </a:xfrm>
          <a:prstGeom prst="rect">
            <a:avLst/>
          </a:prstGeom>
        </p:spPr>
      </p:pic>
      <p:pic>
        <p:nvPicPr>
          <p:cNvPr id="124" name="object 124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180682" y="8711434"/>
            <a:ext cx="883261" cy="1561219"/>
          </a:xfrm>
          <a:prstGeom prst="rect">
            <a:avLst/>
          </a:prstGeom>
        </p:spPr>
      </p:pic>
      <p:grpSp>
        <p:nvGrpSpPr>
          <p:cNvPr id="125" name="object 125" descr=""/>
          <p:cNvGrpSpPr/>
          <p:nvPr/>
        </p:nvGrpSpPr>
        <p:grpSpPr>
          <a:xfrm>
            <a:off x="1851922" y="4103244"/>
            <a:ext cx="842010" cy="1268730"/>
            <a:chOff x="1851922" y="4103244"/>
            <a:chExt cx="842010" cy="1268730"/>
          </a:xfrm>
        </p:grpSpPr>
        <p:sp>
          <p:nvSpPr>
            <p:cNvPr id="126" name="object 126" descr=""/>
            <p:cNvSpPr/>
            <p:nvPr/>
          </p:nvSpPr>
          <p:spPr>
            <a:xfrm>
              <a:off x="2511305" y="4103247"/>
              <a:ext cx="182880" cy="1268730"/>
            </a:xfrm>
            <a:custGeom>
              <a:avLst/>
              <a:gdLst/>
              <a:ahLst/>
              <a:cxnLst/>
              <a:rect l="l" t="t" r="r" b="b"/>
              <a:pathLst>
                <a:path w="182880" h="1268729">
                  <a:moveTo>
                    <a:pt x="0" y="1268285"/>
                  </a:moveTo>
                  <a:lnTo>
                    <a:pt x="182465" y="1268285"/>
                  </a:lnTo>
                  <a:lnTo>
                    <a:pt x="182465" y="0"/>
                  </a:lnTo>
                  <a:lnTo>
                    <a:pt x="0" y="0"/>
                  </a:lnTo>
                  <a:lnTo>
                    <a:pt x="0" y="1268285"/>
                  </a:lnTo>
                  <a:close/>
                </a:path>
              </a:pathLst>
            </a:custGeom>
            <a:solidFill>
              <a:srgbClr val="38B3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851922" y="4103247"/>
              <a:ext cx="659765" cy="1268730"/>
            </a:xfrm>
            <a:custGeom>
              <a:avLst/>
              <a:gdLst/>
              <a:ahLst/>
              <a:cxnLst/>
              <a:rect l="l" t="t" r="r" b="b"/>
              <a:pathLst>
                <a:path w="659764" h="1268729">
                  <a:moveTo>
                    <a:pt x="659383" y="0"/>
                  </a:moveTo>
                  <a:lnTo>
                    <a:pt x="0" y="0"/>
                  </a:lnTo>
                  <a:lnTo>
                    <a:pt x="0" y="1268285"/>
                  </a:lnTo>
                  <a:lnTo>
                    <a:pt x="659383" y="1268285"/>
                  </a:lnTo>
                  <a:lnTo>
                    <a:pt x="659383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2038763" y="4340727"/>
              <a:ext cx="264160" cy="264160"/>
            </a:xfrm>
            <a:custGeom>
              <a:avLst/>
              <a:gdLst/>
              <a:ahLst/>
              <a:cxnLst/>
              <a:rect l="l" t="t" r="r" b="b"/>
              <a:pathLst>
                <a:path w="264160" h="264160">
                  <a:moveTo>
                    <a:pt x="131954" y="0"/>
                  </a:moveTo>
                  <a:lnTo>
                    <a:pt x="90245" y="6726"/>
                  </a:lnTo>
                  <a:lnTo>
                    <a:pt x="54023" y="25459"/>
                  </a:lnTo>
                  <a:lnTo>
                    <a:pt x="25459" y="54023"/>
                  </a:lnTo>
                  <a:lnTo>
                    <a:pt x="6726" y="90245"/>
                  </a:lnTo>
                  <a:lnTo>
                    <a:pt x="0" y="131954"/>
                  </a:lnTo>
                  <a:lnTo>
                    <a:pt x="6726" y="173662"/>
                  </a:lnTo>
                  <a:lnTo>
                    <a:pt x="25459" y="209884"/>
                  </a:lnTo>
                  <a:lnTo>
                    <a:pt x="54023" y="238449"/>
                  </a:lnTo>
                  <a:lnTo>
                    <a:pt x="90245" y="257181"/>
                  </a:lnTo>
                  <a:lnTo>
                    <a:pt x="131954" y="263908"/>
                  </a:lnTo>
                  <a:lnTo>
                    <a:pt x="173662" y="257181"/>
                  </a:lnTo>
                  <a:lnTo>
                    <a:pt x="209884" y="238449"/>
                  </a:lnTo>
                  <a:lnTo>
                    <a:pt x="238449" y="209884"/>
                  </a:lnTo>
                  <a:lnTo>
                    <a:pt x="257181" y="173662"/>
                  </a:lnTo>
                  <a:lnTo>
                    <a:pt x="263908" y="131954"/>
                  </a:lnTo>
                  <a:lnTo>
                    <a:pt x="257181" y="90245"/>
                  </a:lnTo>
                  <a:lnTo>
                    <a:pt x="238449" y="54023"/>
                  </a:lnTo>
                  <a:lnTo>
                    <a:pt x="209884" y="25459"/>
                  </a:lnTo>
                  <a:lnTo>
                    <a:pt x="173662" y="6726"/>
                  </a:lnTo>
                  <a:lnTo>
                    <a:pt x="131954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2048844" y="435081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39" h="243839">
                  <a:moveTo>
                    <a:pt x="121870" y="0"/>
                  </a:moveTo>
                  <a:lnTo>
                    <a:pt x="74433" y="9577"/>
                  </a:lnTo>
                  <a:lnTo>
                    <a:pt x="35695" y="35695"/>
                  </a:lnTo>
                  <a:lnTo>
                    <a:pt x="9577" y="74433"/>
                  </a:lnTo>
                  <a:lnTo>
                    <a:pt x="0" y="121870"/>
                  </a:lnTo>
                  <a:lnTo>
                    <a:pt x="9577" y="169307"/>
                  </a:lnTo>
                  <a:lnTo>
                    <a:pt x="35695" y="208046"/>
                  </a:lnTo>
                  <a:lnTo>
                    <a:pt x="74433" y="234164"/>
                  </a:lnTo>
                  <a:lnTo>
                    <a:pt x="121870" y="243741"/>
                  </a:lnTo>
                  <a:lnTo>
                    <a:pt x="169307" y="234164"/>
                  </a:lnTo>
                  <a:lnTo>
                    <a:pt x="208046" y="208046"/>
                  </a:lnTo>
                  <a:lnTo>
                    <a:pt x="234164" y="169307"/>
                  </a:lnTo>
                  <a:lnTo>
                    <a:pt x="243741" y="121870"/>
                  </a:lnTo>
                  <a:lnTo>
                    <a:pt x="234164" y="74433"/>
                  </a:lnTo>
                  <a:lnTo>
                    <a:pt x="208046" y="35695"/>
                  </a:lnTo>
                  <a:lnTo>
                    <a:pt x="169307" y="9577"/>
                  </a:lnTo>
                  <a:lnTo>
                    <a:pt x="12187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2075003" y="4376967"/>
              <a:ext cx="191770" cy="191770"/>
            </a:xfrm>
            <a:custGeom>
              <a:avLst/>
              <a:gdLst/>
              <a:ahLst/>
              <a:cxnLst/>
              <a:rect l="l" t="t" r="r" b="b"/>
              <a:pathLst>
                <a:path w="191769" h="191770">
                  <a:moveTo>
                    <a:pt x="95714" y="0"/>
                  </a:moveTo>
                  <a:lnTo>
                    <a:pt x="58455" y="7522"/>
                  </a:lnTo>
                  <a:lnTo>
                    <a:pt x="28031" y="28035"/>
                  </a:lnTo>
                  <a:lnTo>
                    <a:pt x="7520" y="58459"/>
                  </a:lnTo>
                  <a:lnTo>
                    <a:pt x="0" y="95714"/>
                  </a:lnTo>
                  <a:lnTo>
                    <a:pt x="7520" y="132973"/>
                  </a:lnTo>
                  <a:lnTo>
                    <a:pt x="28031" y="163396"/>
                  </a:lnTo>
                  <a:lnTo>
                    <a:pt x="58455" y="183907"/>
                  </a:lnTo>
                  <a:lnTo>
                    <a:pt x="95714" y="191428"/>
                  </a:lnTo>
                  <a:lnTo>
                    <a:pt x="132968" y="183907"/>
                  </a:lnTo>
                  <a:lnTo>
                    <a:pt x="163392" y="163396"/>
                  </a:lnTo>
                  <a:lnTo>
                    <a:pt x="183906" y="132973"/>
                  </a:lnTo>
                  <a:lnTo>
                    <a:pt x="191428" y="95714"/>
                  </a:lnTo>
                  <a:lnTo>
                    <a:pt x="183906" y="58459"/>
                  </a:lnTo>
                  <a:lnTo>
                    <a:pt x="163392" y="28035"/>
                  </a:lnTo>
                  <a:lnTo>
                    <a:pt x="132968" y="7522"/>
                  </a:lnTo>
                  <a:lnTo>
                    <a:pt x="9571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2074997" y="4425894"/>
              <a:ext cx="113030" cy="142875"/>
            </a:xfrm>
            <a:custGeom>
              <a:avLst/>
              <a:gdLst/>
              <a:ahLst/>
              <a:cxnLst/>
              <a:rect l="l" t="t" r="r" b="b"/>
              <a:pathLst>
                <a:path w="113030" h="142875">
                  <a:moveTo>
                    <a:pt x="12261" y="0"/>
                  </a:moveTo>
                  <a:lnTo>
                    <a:pt x="7063" y="10758"/>
                  </a:lnTo>
                  <a:lnTo>
                    <a:pt x="3213" y="22206"/>
                  </a:lnTo>
                  <a:lnTo>
                    <a:pt x="821" y="34246"/>
                  </a:lnTo>
                  <a:lnTo>
                    <a:pt x="0" y="46783"/>
                  </a:lnTo>
                  <a:lnTo>
                    <a:pt x="7522" y="84042"/>
                  </a:lnTo>
                  <a:lnTo>
                    <a:pt x="28035" y="114466"/>
                  </a:lnTo>
                  <a:lnTo>
                    <a:pt x="58459" y="134977"/>
                  </a:lnTo>
                  <a:lnTo>
                    <a:pt x="95714" y="142498"/>
                  </a:lnTo>
                  <a:lnTo>
                    <a:pt x="101106" y="142498"/>
                  </a:lnTo>
                  <a:lnTo>
                    <a:pt x="106352" y="141943"/>
                  </a:lnTo>
                  <a:lnTo>
                    <a:pt x="111504" y="141095"/>
                  </a:lnTo>
                  <a:lnTo>
                    <a:pt x="102531" y="122189"/>
                  </a:lnTo>
                  <a:lnTo>
                    <a:pt x="99691" y="101466"/>
                  </a:lnTo>
                  <a:lnTo>
                    <a:pt x="103062" y="81111"/>
                  </a:lnTo>
                  <a:lnTo>
                    <a:pt x="112719" y="63306"/>
                  </a:lnTo>
                  <a:lnTo>
                    <a:pt x="105019" y="50947"/>
                  </a:lnTo>
                  <a:lnTo>
                    <a:pt x="98487" y="37768"/>
                  </a:lnTo>
                  <a:lnTo>
                    <a:pt x="93186" y="24048"/>
                  </a:lnTo>
                  <a:lnTo>
                    <a:pt x="87107" y="2785"/>
                  </a:lnTo>
                  <a:lnTo>
                    <a:pt x="79854" y="7465"/>
                  </a:lnTo>
                  <a:lnTo>
                    <a:pt x="71531" y="11002"/>
                  </a:lnTo>
                  <a:lnTo>
                    <a:pt x="62125" y="13239"/>
                  </a:lnTo>
                  <a:lnTo>
                    <a:pt x="51621" y="14020"/>
                  </a:lnTo>
                  <a:lnTo>
                    <a:pt x="39912" y="13021"/>
                  </a:lnTo>
                  <a:lnTo>
                    <a:pt x="29471" y="10186"/>
                  </a:lnTo>
                  <a:lnTo>
                    <a:pt x="20265" y="5764"/>
                  </a:lnTo>
                  <a:lnTo>
                    <a:pt x="12261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2092559" y="4394527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5">
                  <a:moveTo>
                    <a:pt x="78154" y="0"/>
                  </a:moveTo>
                  <a:lnTo>
                    <a:pt x="47734" y="6142"/>
                  </a:lnTo>
                  <a:lnTo>
                    <a:pt x="22891" y="22891"/>
                  </a:lnTo>
                  <a:lnTo>
                    <a:pt x="6142" y="47734"/>
                  </a:lnTo>
                  <a:lnTo>
                    <a:pt x="0" y="78154"/>
                  </a:lnTo>
                  <a:lnTo>
                    <a:pt x="6142" y="108574"/>
                  </a:lnTo>
                  <a:lnTo>
                    <a:pt x="22891" y="133417"/>
                  </a:lnTo>
                  <a:lnTo>
                    <a:pt x="47734" y="150167"/>
                  </a:lnTo>
                  <a:lnTo>
                    <a:pt x="78154" y="156309"/>
                  </a:lnTo>
                  <a:lnTo>
                    <a:pt x="108574" y="150167"/>
                  </a:lnTo>
                  <a:lnTo>
                    <a:pt x="133417" y="133417"/>
                  </a:lnTo>
                  <a:lnTo>
                    <a:pt x="150167" y="108574"/>
                  </a:lnTo>
                  <a:lnTo>
                    <a:pt x="156309" y="78154"/>
                  </a:lnTo>
                  <a:lnTo>
                    <a:pt x="150167" y="47734"/>
                  </a:lnTo>
                  <a:lnTo>
                    <a:pt x="133417" y="22891"/>
                  </a:lnTo>
                  <a:lnTo>
                    <a:pt x="108574" y="6142"/>
                  </a:lnTo>
                  <a:lnTo>
                    <a:pt x="78154" y="0"/>
                  </a:lnTo>
                  <a:close/>
                </a:path>
              </a:pathLst>
            </a:custGeom>
            <a:solidFill>
              <a:srgbClr val="453E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2127681" y="4427746"/>
              <a:ext cx="86360" cy="83820"/>
            </a:xfrm>
            <a:custGeom>
              <a:avLst/>
              <a:gdLst/>
              <a:ahLst/>
              <a:cxnLst/>
              <a:rect l="l" t="t" r="r" b="b"/>
              <a:pathLst>
                <a:path w="86360" h="83820">
                  <a:moveTo>
                    <a:pt x="86055" y="63093"/>
                  </a:moveTo>
                  <a:lnTo>
                    <a:pt x="0" y="63093"/>
                  </a:lnTo>
                  <a:lnTo>
                    <a:pt x="0" y="83261"/>
                  </a:lnTo>
                  <a:lnTo>
                    <a:pt x="86055" y="83261"/>
                  </a:lnTo>
                  <a:lnTo>
                    <a:pt x="86055" y="63093"/>
                  </a:lnTo>
                  <a:close/>
                </a:path>
                <a:path w="86360" h="83820">
                  <a:moveTo>
                    <a:pt x="86055" y="0"/>
                  </a:moveTo>
                  <a:lnTo>
                    <a:pt x="0" y="0"/>
                  </a:lnTo>
                  <a:lnTo>
                    <a:pt x="0" y="29260"/>
                  </a:lnTo>
                  <a:lnTo>
                    <a:pt x="86055" y="29260"/>
                  </a:lnTo>
                  <a:lnTo>
                    <a:pt x="86055" y="0"/>
                  </a:lnTo>
                  <a:close/>
                </a:path>
              </a:pathLst>
            </a:custGeom>
            <a:solidFill>
              <a:srgbClr val="271F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2086394" y="4389278"/>
              <a:ext cx="168275" cy="167640"/>
            </a:xfrm>
            <a:custGeom>
              <a:avLst/>
              <a:gdLst/>
              <a:ahLst/>
              <a:cxnLst/>
              <a:rect l="l" t="t" r="r" b="b"/>
              <a:pathLst>
                <a:path w="168275" h="167639">
                  <a:moveTo>
                    <a:pt x="9461" y="116801"/>
                  </a:moveTo>
                  <a:lnTo>
                    <a:pt x="7353" y="114693"/>
                  </a:lnTo>
                  <a:lnTo>
                    <a:pt x="2108" y="114693"/>
                  </a:lnTo>
                  <a:lnTo>
                    <a:pt x="0" y="116801"/>
                  </a:lnTo>
                  <a:lnTo>
                    <a:pt x="0" y="122047"/>
                  </a:lnTo>
                  <a:lnTo>
                    <a:pt x="2108" y="124167"/>
                  </a:lnTo>
                  <a:lnTo>
                    <a:pt x="4737" y="124167"/>
                  </a:lnTo>
                  <a:lnTo>
                    <a:pt x="7353" y="124167"/>
                  </a:lnTo>
                  <a:lnTo>
                    <a:pt x="9461" y="122047"/>
                  </a:lnTo>
                  <a:lnTo>
                    <a:pt x="9461" y="116801"/>
                  </a:lnTo>
                  <a:close/>
                </a:path>
                <a:path w="168275" h="167639">
                  <a:moveTo>
                    <a:pt x="53035" y="159981"/>
                  </a:moveTo>
                  <a:lnTo>
                    <a:pt x="50914" y="157861"/>
                  </a:lnTo>
                  <a:lnTo>
                    <a:pt x="45681" y="157861"/>
                  </a:lnTo>
                  <a:lnTo>
                    <a:pt x="43561" y="159981"/>
                  </a:lnTo>
                  <a:lnTo>
                    <a:pt x="43561" y="165214"/>
                  </a:lnTo>
                  <a:lnTo>
                    <a:pt x="45681" y="167335"/>
                  </a:lnTo>
                  <a:lnTo>
                    <a:pt x="50914" y="167335"/>
                  </a:lnTo>
                  <a:lnTo>
                    <a:pt x="53035" y="165214"/>
                  </a:lnTo>
                  <a:lnTo>
                    <a:pt x="53035" y="162598"/>
                  </a:lnTo>
                  <a:lnTo>
                    <a:pt x="53035" y="159981"/>
                  </a:lnTo>
                  <a:close/>
                </a:path>
                <a:path w="168275" h="167639">
                  <a:moveTo>
                    <a:pt x="53035" y="2120"/>
                  </a:moveTo>
                  <a:lnTo>
                    <a:pt x="50914" y="0"/>
                  </a:lnTo>
                  <a:lnTo>
                    <a:pt x="45681" y="0"/>
                  </a:lnTo>
                  <a:lnTo>
                    <a:pt x="43561" y="2120"/>
                  </a:lnTo>
                  <a:lnTo>
                    <a:pt x="43561" y="7353"/>
                  </a:lnTo>
                  <a:lnTo>
                    <a:pt x="45681" y="9474"/>
                  </a:lnTo>
                  <a:lnTo>
                    <a:pt x="50914" y="9474"/>
                  </a:lnTo>
                  <a:lnTo>
                    <a:pt x="53035" y="7353"/>
                  </a:lnTo>
                  <a:lnTo>
                    <a:pt x="53035" y="4737"/>
                  </a:lnTo>
                  <a:lnTo>
                    <a:pt x="53035" y="2120"/>
                  </a:lnTo>
                  <a:close/>
                </a:path>
                <a:path w="168275" h="167639">
                  <a:moveTo>
                    <a:pt x="125069" y="159981"/>
                  </a:moveTo>
                  <a:lnTo>
                    <a:pt x="122961" y="157861"/>
                  </a:lnTo>
                  <a:lnTo>
                    <a:pt x="117729" y="157861"/>
                  </a:lnTo>
                  <a:lnTo>
                    <a:pt x="115595" y="159981"/>
                  </a:lnTo>
                  <a:lnTo>
                    <a:pt x="115595" y="165214"/>
                  </a:lnTo>
                  <a:lnTo>
                    <a:pt x="117729" y="167335"/>
                  </a:lnTo>
                  <a:lnTo>
                    <a:pt x="122961" y="167335"/>
                  </a:lnTo>
                  <a:lnTo>
                    <a:pt x="125069" y="165214"/>
                  </a:lnTo>
                  <a:lnTo>
                    <a:pt x="125069" y="162598"/>
                  </a:lnTo>
                  <a:lnTo>
                    <a:pt x="125069" y="159981"/>
                  </a:lnTo>
                  <a:close/>
                </a:path>
                <a:path w="168275" h="167639">
                  <a:moveTo>
                    <a:pt x="125069" y="2120"/>
                  </a:moveTo>
                  <a:lnTo>
                    <a:pt x="122961" y="0"/>
                  </a:lnTo>
                  <a:lnTo>
                    <a:pt x="117729" y="0"/>
                  </a:lnTo>
                  <a:lnTo>
                    <a:pt x="115595" y="2120"/>
                  </a:lnTo>
                  <a:lnTo>
                    <a:pt x="115595" y="7353"/>
                  </a:lnTo>
                  <a:lnTo>
                    <a:pt x="117729" y="9474"/>
                  </a:lnTo>
                  <a:lnTo>
                    <a:pt x="122961" y="9474"/>
                  </a:lnTo>
                  <a:lnTo>
                    <a:pt x="125069" y="7353"/>
                  </a:lnTo>
                  <a:lnTo>
                    <a:pt x="125069" y="4737"/>
                  </a:lnTo>
                  <a:lnTo>
                    <a:pt x="125069" y="2120"/>
                  </a:lnTo>
                  <a:close/>
                </a:path>
                <a:path w="168275" h="167639">
                  <a:moveTo>
                    <a:pt x="167817" y="116801"/>
                  </a:moveTo>
                  <a:lnTo>
                    <a:pt x="165696" y="114693"/>
                  </a:lnTo>
                  <a:lnTo>
                    <a:pt x="160464" y="114693"/>
                  </a:lnTo>
                  <a:lnTo>
                    <a:pt x="158330" y="116801"/>
                  </a:lnTo>
                  <a:lnTo>
                    <a:pt x="158330" y="122047"/>
                  </a:lnTo>
                  <a:lnTo>
                    <a:pt x="160464" y="124167"/>
                  </a:lnTo>
                  <a:lnTo>
                    <a:pt x="163080" y="124167"/>
                  </a:lnTo>
                  <a:lnTo>
                    <a:pt x="165696" y="124167"/>
                  </a:lnTo>
                  <a:lnTo>
                    <a:pt x="167817" y="122047"/>
                  </a:lnTo>
                  <a:lnTo>
                    <a:pt x="167817" y="116801"/>
                  </a:lnTo>
                  <a:close/>
                </a:path>
                <a:path w="168275" h="167639">
                  <a:moveTo>
                    <a:pt x="167817" y="44780"/>
                  </a:moveTo>
                  <a:lnTo>
                    <a:pt x="165696" y="42659"/>
                  </a:lnTo>
                  <a:lnTo>
                    <a:pt x="160464" y="42659"/>
                  </a:lnTo>
                  <a:lnTo>
                    <a:pt x="158330" y="44780"/>
                  </a:lnTo>
                  <a:lnTo>
                    <a:pt x="158330" y="49999"/>
                  </a:lnTo>
                  <a:lnTo>
                    <a:pt x="160464" y="52133"/>
                  </a:lnTo>
                  <a:lnTo>
                    <a:pt x="163080" y="52133"/>
                  </a:lnTo>
                  <a:lnTo>
                    <a:pt x="165696" y="52133"/>
                  </a:lnTo>
                  <a:lnTo>
                    <a:pt x="167817" y="49999"/>
                  </a:lnTo>
                  <a:lnTo>
                    <a:pt x="167817" y="44780"/>
                  </a:lnTo>
                  <a:close/>
                </a:path>
              </a:pathLst>
            </a:custGeom>
            <a:solidFill>
              <a:srgbClr val="EBFF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894863" y="4103247"/>
              <a:ext cx="575945" cy="104139"/>
            </a:xfrm>
            <a:custGeom>
              <a:avLst/>
              <a:gdLst/>
              <a:ahLst/>
              <a:cxnLst/>
              <a:rect l="l" t="t" r="r" b="b"/>
              <a:pathLst>
                <a:path w="575944" h="104139">
                  <a:moveTo>
                    <a:pt x="575490" y="0"/>
                  </a:moveTo>
                  <a:lnTo>
                    <a:pt x="0" y="0"/>
                  </a:lnTo>
                  <a:lnTo>
                    <a:pt x="0" y="103609"/>
                  </a:lnTo>
                  <a:lnTo>
                    <a:pt x="575490" y="103609"/>
                  </a:lnTo>
                  <a:lnTo>
                    <a:pt x="575490" y="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934847" y="4103244"/>
              <a:ext cx="503555" cy="30480"/>
            </a:xfrm>
            <a:custGeom>
              <a:avLst/>
              <a:gdLst/>
              <a:ahLst/>
              <a:cxnLst/>
              <a:rect l="l" t="t" r="r" b="b"/>
              <a:pathLst>
                <a:path w="503555" h="30479">
                  <a:moveTo>
                    <a:pt x="503324" y="0"/>
                  </a:moveTo>
                  <a:lnTo>
                    <a:pt x="493346" y="0"/>
                  </a:lnTo>
                  <a:lnTo>
                    <a:pt x="493346" y="1706"/>
                  </a:lnTo>
                  <a:lnTo>
                    <a:pt x="491907" y="8812"/>
                  </a:lnTo>
                  <a:lnTo>
                    <a:pt x="487986" y="14625"/>
                  </a:lnTo>
                  <a:lnTo>
                    <a:pt x="482174" y="18548"/>
                  </a:lnTo>
                  <a:lnTo>
                    <a:pt x="475064" y="19988"/>
                  </a:lnTo>
                  <a:lnTo>
                    <a:pt x="28250" y="19988"/>
                  </a:lnTo>
                  <a:lnTo>
                    <a:pt x="21144" y="18548"/>
                  </a:lnTo>
                  <a:lnTo>
                    <a:pt x="15331" y="14625"/>
                  </a:lnTo>
                  <a:lnTo>
                    <a:pt x="11408" y="8812"/>
                  </a:lnTo>
                  <a:lnTo>
                    <a:pt x="9968" y="1706"/>
                  </a:lnTo>
                  <a:lnTo>
                    <a:pt x="9968" y="0"/>
                  </a:lnTo>
                  <a:lnTo>
                    <a:pt x="0" y="0"/>
                  </a:lnTo>
                  <a:lnTo>
                    <a:pt x="0" y="1706"/>
                  </a:lnTo>
                  <a:lnTo>
                    <a:pt x="2223" y="12693"/>
                  </a:lnTo>
                  <a:lnTo>
                    <a:pt x="8282" y="21674"/>
                  </a:lnTo>
                  <a:lnTo>
                    <a:pt x="17263" y="27734"/>
                  </a:lnTo>
                  <a:lnTo>
                    <a:pt x="28250" y="29957"/>
                  </a:lnTo>
                  <a:lnTo>
                    <a:pt x="475064" y="29957"/>
                  </a:lnTo>
                  <a:lnTo>
                    <a:pt x="486052" y="27734"/>
                  </a:lnTo>
                  <a:lnTo>
                    <a:pt x="495037" y="21674"/>
                  </a:lnTo>
                  <a:lnTo>
                    <a:pt x="501100" y="12693"/>
                  </a:lnTo>
                  <a:lnTo>
                    <a:pt x="503324" y="1706"/>
                  </a:lnTo>
                  <a:lnTo>
                    <a:pt x="50332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7" name="object 137" descr=""/>
          <p:cNvSpPr/>
          <p:nvPr/>
        </p:nvSpPr>
        <p:spPr>
          <a:xfrm>
            <a:off x="1584168" y="4732408"/>
            <a:ext cx="167640" cy="639445"/>
          </a:xfrm>
          <a:custGeom>
            <a:avLst/>
            <a:gdLst/>
            <a:ahLst/>
            <a:cxnLst/>
            <a:rect l="l" t="t" r="r" b="b"/>
            <a:pathLst>
              <a:path w="167639" h="639445">
                <a:moveTo>
                  <a:pt x="167387" y="0"/>
                </a:moveTo>
                <a:lnTo>
                  <a:pt x="117514" y="0"/>
                </a:lnTo>
                <a:lnTo>
                  <a:pt x="0" y="639121"/>
                </a:lnTo>
                <a:lnTo>
                  <a:pt x="49862" y="639121"/>
                </a:lnTo>
                <a:lnTo>
                  <a:pt x="167387" y="0"/>
                </a:lnTo>
                <a:close/>
              </a:path>
            </a:pathLst>
          </a:custGeom>
          <a:solidFill>
            <a:srgbClr val="B8C0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 descr=""/>
          <p:cNvSpPr/>
          <p:nvPr/>
        </p:nvSpPr>
        <p:spPr>
          <a:xfrm>
            <a:off x="2043861" y="4414284"/>
            <a:ext cx="52069" cy="128270"/>
          </a:xfrm>
          <a:custGeom>
            <a:avLst/>
            <a:gdLst/>
            <a:ahLst/>
            <a:cxnLst/>
            <a:rect l="l" t="t" r="r" b="b"/>
            <a:pathLst>
              <a:path w="52069" h="128270">
                <a:moveTo>
                  <a:pt x="51930" y="88785"/>
                </a:moveTo>
                <a:lnTo>
                  <a:pt x="0" y="88785"/>
                </a:lnTo>
                <a:lnTo>
                  <a:pt x="0" y="127749"/>
                </a:lnTo>
                <a:lnTo>
                  <a:pt x="51930" y="127749"/>
                </a:lnTo>
                <a:lnTo>
                  <a:pt x="51930" y="88785"/>
                </a:lnTo>
                <a:close/>
              </a:path>
              <a:path w="52069" h="128270">
                <a:moveTo>
                  <a:pt x="51930" y="0"/>
                </a:moveTo>
                <a:lnTo>
                  <a:pt x="0" y="0"/>
                </a:lnTo>
                <a:lnTo>
                  <a:pt x="0" y="58407"/>
                </a:lnTo>
                <a:lnTo>
                  <a:pt x="51930" y="58407"/>
                </a:lnTo>
                <a:lnTo>
                  <a:pt x="51930" y="0"/>
                </a:lnTo>
                <a:close/>
              </a:path>
            </a:pathLst>
          </a:custGeom>
          <a:solidFill>
            <a:srgbClr val="CFD9D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9" name="object 139" descr=""/>
          <p:cNvGrpSpPr/>
          <p:nvPr/>
        </p:nvGrpSpPr>
        <p:grpSpPr>
          <a:xfrm>
            <a:off x="1184500" y="4365939"/>
            <a:ext cx="1163955" cy="859790"/>
            <a:chOff x="1184500" y="4365939"/>
            <a:chExt cx="1163955" cy="859790"/>
          </a:xfrm>
        </p:grpSpPr>
        <p:sp>
          <p:nvSpPr>
            <p:cNvPr id="140" name="object 140" descr=""/>
            <p:cNvSpPr/>
            <p:nvPr/>
          </p:nvSpPr>
          <p:spPr>
            <a:xfrm>
              <a:off x="1609102" y="4365948"/>
              <a:ext cx="434975" cy="421005"/>
            </a:xfrm>
            <a:custGeom>
              <a:avLst/>
              <a:gdLst/>
              <a:ahLst/>
              <a:cxnLst/>
              <a:rect l="l" t="t" r="r" b="b"/>
              <a:pathLst>
                <a:path w="434975" h="421004">
                  <a:moveTo>
                    <a:pt x="434759" y="31153"/>
                  </a:moveTo>
                  <a:lnTo>
                    <a:pt x="232181" y="31153"/>
                  </a:lnTo>
                  <a:lnTo>
                    <a:pt x="232181" y="19469"/>
                  </a:lnTo>
                  <a:lnTo>
                    <a:pt x="230644" y="11887"/>
                  </a:lnTo>
                  <a:lnTo>
                    <a:pt x="226466" y="5702"/>
                  </a:lnTo>
                  <a:lnTo>
                    <a:pt x="220281" y="1524"/>
                  </a:lnTo>
                  <a:lnTo>
                    <a:pt x="212699" y="0"/>
                  </a:lnTo>
                  <a:lnTo>
                    <a:pt x="19469" y="0"/>
                  </a:lnTo>
                  <a:lnTo>
                    <a:pt x="11887" y="1524"/>
                  </a:lnTo>
                  <a:lnTo>
                    <a:pt x="5702" y="5702"/>
                  </a:lnTo>
                  <a:lnTo>
                    <a:pt x="1524" y="11887"/>
                  </a:lnTo>
                  <a:lnTo>
                    <a:pt x="0" y="19469"/>
                  </a:lnTo>
                  <a:lnTo>
                    <a:pt x="0" y="267246"/>
                  </a:lnTo>
                  <a:lnTo>
                    <a:pt x="1524" y="274828"/>
                  </a:lnTo>
                  <a:lnTo>
                    <a:pt x="5702" y="281012"/>
                  </a:lnTo>
                  <a:lnTo>
                    <a:pt x="11887" y="285191"/>
                  </a:lnTo>
                  <a:lnTo>
                    <a:pt x="19469" y="286715"/>
                  </a:lnTo>
                  <a:lnTo>
                    <a:pt x="50634" y="286715"/>
                  </a:lnTo>
                  <a:lnTo>
                    <a:pt x="50634" y="401256"/>
                  </a:lnTo>
                  <a:lnTo>
                    <a:pt x="52158" y="408838"/>
                  </a:lnTo>
                  <a:lnTo>
                    <a:pt x="56337" y="415036"/>
                  </a:lnTo>
                  <a:lnTo>
                    <a:pt x="62534" y="419201"/>
                  </a:lnTo>
                  <a:lnTo>
                    <a:pt x="70116" y="420738"/>
                  </a:lnTo>
                  <a:lnTo>
                    <a:pt x="162052" y="420738"/>
                  </a:lnTo>
                  <a:lnTo>
                    <a:pt x="169633" y="419201"/>
                  </a:lnTo>
                  <a:lnTo>
                    <a:pt x="175818" y="415036"/>
                  </a:lnTo>
                  <a:lnTo>
                    <a:pt x="179997" y="408838"/>
                  </a:lnTo>
                  <a:lnTo>
                    <a:pt x="181533" y="401256"/>
                  </a:lnTo>
                  <a:lnTo>
                    <a:pt x="181533" y="286715"/>
                  </a:lnTo>
                  <a:lnTo>
                    <a:pt x="212699" y="286715"/>
                  </a:lnTo>
                  <a:lnTo>
                    <a:pt x="220281" y="285191"/>
                  </a:lnTo>
                  <a:lnTo>
                    <a:pt x="226466" y="281012"/>
                  </a:lnTo>
                  <a:lnTo>
                    <a:pt x="230644" y="274828"/>
                  </a:lnTo>
                  <a:lnTo>
                    <a:pt x="232181" y="267246"/>
                  </a:lnTo>
                  <a:lnTo>
                    <a:pt x="232181" y="197180"/>
                  </a:lnTo>
                  <a:lnTo>
                    <a:pt x="434759" y="197180"/>
                  </a:lnTo>
                  <a:lnTo>
                    <a:pt x="434759" y="31153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2080082" y="4427886"/>
              <a:ext cx="15875" cy="107314"/>
            </a:xfrm>
            <a:custGeom>
              <a:avLst/>
              <a:gdLst/>
              <a:ahLst/>
              <a:cxnLst/>
              <a:rect l="l" t="t" r="r" b="b"/>
              <a:pathLst>
                <a:path w="15875" h="107314">
                  <a:moveTo>
                    <a:pt x="15722" y="82588"/>
                  </a:moveTo>
                  <a:lnTo>
                    <a:pt x="0" y="82588"/>
                  </a:lnTo>
                  <a:lnTo>
                    <a:pt x="0" y="106743"/>
                  </a:lnTo>
                  <a:lnTo>
                    <a:pt x="15722" y="106743"/>
                  </a:lnTo>
                  <a:lnTo>
                    <a:pt x="15722" y="82588"/>
                  </a:lnTo>
                  <a:close/>
                </a:path>
                <a:path w="15875" h="107314">
                  <a:moveTo>
                    <a:pt x="15722" y="0"/>
                  </a:moveTo>
                  <a:lnTo>
                    <a:pt x="0" y="0"/>
                  </a:lnTo>
                  <a:lnTo>
                    <a:pt x="0" y="31165"/>
                  </a:lnTo>
                  <a:lnTo>
                    <a:pt x="15722" y="31165"/>
                  </a:lnTo>
                  <a:lnTo>
                    <a:pt x="15722" y="0"/>
                  </a:lnTo>
                  <a:close/>
                </a:path>
              </a:pathLst>
            </a:custGeom>
            <a:solidFill>
              <a:srgbClr val="5857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431750" y="4718989"/>
              <a:ext cx="458470" cy="381635"/>
            </a:xfrm>
            <a:custGeom>
              <a:avLst/>
              <a:gdLst/>
              <a:ahLst/>
              <a:cxnLst/>
              <a:rect l="l" t="t" r="r" b="b"/>
              <a:pathLst>
                <a:path w="458469" h="381635">
                  <a:moveTo>
                    <a:pt x="398345" y="0"/>
                  </a:moveTo>
                  <a:lnTo>
                    <a:pt x="382679" y="4571"/>
                  </a:lnTo>
                  <a:lnTo>
                    <a:pt x="242055" y="68632"/>
                  </a:lnTo>
                  <a:lnTo>
                    <a:pt x="236767" y="67564"/>
                  </a:lnTo>
                  <a:lnTo>
                    <a:pt x="234610" y="66758"/>
                  </a:lnTo>
                  <a:lnTo>
                    <a:pt x="234834" y="57951"/>
                  </a:lnTo>
                  <a:lnTo>
                    <a:pt x="232253" y="39956"/>
                  </a:lnTo>
                  <a:lnTo>
                    <a:pt x="227532" y="14215"/>
                  </a:lnTo>
                  <a:lnTo>
                    <a:pt x="227532" y="1712"/>
                  </a:lnTo>
                  <a:lnTo>
                    <a:pt x="155178" y="36601"/>
                  </a:lnTo>
                  <a:lnTo>
                    <a:pt x="127435" y="78179"/>
                  </a:lnTo>
                  <a:lnTo>
                    <a:pt x="109692" y="118518"/>
                  </a:lnTo>
                  <a:lnTo>
                    <a:pt x="90541" y="167111"/>
                  </a:lnTo>
                  <a:lnTo>
                    <a:pt x="0" y="210376"/>
                  </a:lnTo>
                  <a:lnTo>
                    <a:pt x="80699" y="381083"/>
                  </a:lnTo>
                  <a:lnTo>
                    <a:pt x="163481" y="342006"/>
                  </a:lnTo>
                  <a:lnTo>
                    <a:pt x="208835" y="345449"/>
                  </a:lnTo>
                  <a:lnTo>
                    <a:pt x="253426" y="345304"/>
                  </a:lnTo>
                  <a:lnTo>
                    <a:pt x="439442" y="259024"/>
                  </a:lnTo>
                  <a:lnTo>
                    <a:pt x="458411" y="232328"/>
                  </a:lnTo>
                  <a:lnTo>
                    <a:pt x="456258" y="221915"/>
                  </a:lnTo>
                  <a:lnTo>
                    <a:pt x="451273" y="213716"/>
                  </a:lnTo>
                  <a:lnTo>
                    <a:pt x="444520" y="207626"/>
                  </a:lnTo>
                  <a:lnTo>
                    <a:pt x="435796" y="204472"/>
                  </a:lnTo>
                  <a:lnTo>
                    <a:pt x="425128" y="205560"/>
                  </a:lnTo>
                  <a:lnTo>
                    <a:pt x="423662" y="200104"/>
                  </a:lnTo>
                  <a:lnTo>
                    <a:pt x="437944" y="193476"/>
                  </a:lnTo>
                  <a:lnTo>
                    <a:pt x="447968" y="186224"/>
                  </a:lnTo>
                  <a:lnTo>
                    <a:pt x="454254" y="176214"/>
                  </a:lnTo>
                  <a:lnTo>
                    <a:pt x="456302" y="164741"/>
                  </a:lnTo>
                  <a:lnTo>
                    <a:pt x="453609" y="153101"/>
                  </a:lnTo>
                  <a:lnTo>
                    <a:pt x="453357" y="152556"/>
                  </a:lnTo>
                  <a:lnTo>
                    <a:pt x="441812" y="137893"/>
                  </a:lnTo>
                  <a:lnTo>
                    <a:pt x="428307" y="134414"/>
                  </a:lnTo>
                  <a:lnTo>
                    <a:pt x="417089" y="136469"/>
                  </a:lnTo>
                  <a:lnTo>
                    <a:pt x="412406" y="138410"/>
                  </a:lnTo>
                  <a:lnTo>
                    <a:pt x="411118" y="132190"/>
                  </a:lnTo>
                  <a:lnTo>
                    <a:pt x="428552" y="124128"/>
                  </a:lnTo>
                  <a:lnTo>
                    <a:pt x="438550" y="116863"/>
                  </a:lnTo>
                  <a:lnTo>
                    <a:pt x="444805" y="106806"/>
                  </a:lnTo>
                  <a:lnTo>
                    <a:pt x="446816" y="95261"/>
                  </a:lnTo>
                  <a:lnTo>
                    <a:pt x="444080" y="83532"/>
                  </a:lnTo>
                  <a:lnTo>
                    <a:pt x="443818" y="82977"/>
                  </a:lnTo>
                  <a:lnTo>
                    <a:pt x="436632" y="73308"/>
                  </a:lnTo>
                  <a:lnTo>
                    <a:pt x="426522" y="67383"/>
                  </a:lnTo>
                  <a:lnTo>
                    <a:pt x="414803" y="65664"/>
                  </a:lnTo>
                  <a:lnTo>
                    <a:pt x="402794" y="68611"/>
                  </a:lnTo>
                  <a:lnTo>
                    <a:pt x="398773" y="70485"/>
                  </a:lnTo>
                  <a:lnTo>
                    <a:pt x="398574" y="68087"/>
                  </a:lnTo>
                  <a:lnTo>
                    <a:pt x="398459" y="63543"/>
                  </a:lnTo>
                  <a:lnTo>
                    <a:pt x="408427" y="60088"/>
                  </a:lnTo>
                  <a:lnTo>
                    <a:pt x="422427" y="52383"/>
                  </a:lnTo>
                  <a:lnTo>
                    <a:pt x="431336" y="43493"/>
                  </a:lnTo>
                  <a:lnTo>
                    <a:pt x="434400" y="32068"/>
                  </a:lnTo>
                  <a:lnTo>
                    <a:pt x="430866" y="16759"/>
                  </a:lnTo>
                  <a:lnTo>
                    <a:pt x="430604" y="16194"/>
                  </a:lnTo>
                  <a:lnTo>
                    <a:pt x="423207" y="6559"/>
                  </a:lnTo>
                  <a:lnTo>
                    <a:pt x="412154" y="911"/>
                  </a:lnTo>
                  <a:lnTo>
                    <a:pt x="398345" y="0"/>
                  </a:lnTo>
                  <a:close/>
                </a:path>
              </a:pathLst>
            </a:custGeom>
            <a:solidFill>
              <a:srgbClr val="FCB9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184500" y="4894968"/>
              <a:ext cx="385445" cy="330835"/>
            </a:xfrm>
            <a:custGeom>
              <a:avLst/>
              <a:gdLst/>
              <a:ahLst/>
              <a:cxnLst/>
              <a:rect l="l" t="t" r="r" b="b"/>
              <a:pathLst>
                <a:path w="385444" h="330835">
                  <a:moveTo>
                    <a:pt x="293844" y="0"/>
                  </a:moveTo>
                  <a:lnTo>
                    <a:pt x="0" y="137576"/>
                  </a:lnTo>
                  <a:lnTo>
                    <a:pt x="91306" y="330712"/>
                  </a:lnTo>
                  <a:lnTo>
                    <a:pt x="385140" y="193135"/>
                  </a:lnTo>
                  <a:lnTo>
                    <a:pt x="29384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2016806" y="4862675"/>
              <a:ext cx="332105" cy="266065"/>
            </a:xfrm>
            <a:custGeom>
              <a:avLst/>
              <a:gdLst/>
              <a:ahLst/>
              <a:cxnLst/>
              <a:rect l="l" t="t" r="r" b="b"/>
              <a:pathLst>
                <a:path w="332105" h="266064">
                  <a:moveTo>
                    <a:pt x="165800" y="0"/>
                  </a:moveTo>
                  <a:lnTo>
                    <a:pt x="156932" y="2173"/>
                  </a:lnTo>
                  <a:lnTo>
                    <a:pt x="149838" y="8693"/>
                  </a:lnTo>
                  <a:lnTo>
                    <a:pt x="3057" y="236257"/>
                  </a:lnTo>
                  <a:lnTo>
                    <a:pt x="0" y="246159"/>
                  </a:lnTo>
                  <a:lnTo>
                    <a:pt x="2343" y="255630"/>
                  </a:lnTo>
                  <a:lnTo>
                    <a:pt x="9033" y="262735"/>
                  </a:lnTo>
                  <a:lnTo>
                    <a:pt x="19015" y="265533"/>
                  </a:lnTo>
                  <a:lnTo>
                    <a:pt x="312577" y="265533"/>
                  </a:lnTo>
                  <a:lnTo>
                    <a:pt x="322559" y="262735"/>
                  </a:lnTo>
                  <a:lnTo>
                    <a:pt x="329249" y="255630"/>
                  </a:lnTo>
                  <a:lnTo>
                    <a:pt x="331592" y="246159"/>
                  </a:lnTo>
                  <a:lnTo>
                    <a:pt x="328534" y="236257"/>
                  </a:lnTo>
                  <a:lnTo>
                    <a:pt x="181753" y="8693"/>
                  </a:lnTo>
                  <a:lnTo>
                    <a:pt x="174665" y="2173"/>
                  </a:lnTo>
                  <a:lnTo>
                    <a:pt x="165800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2053531" y="4900781"/>
              <a:ext cx="258445" cy="207645"/>
            </a:xfrm>
            <a:custGeom>
              <a:avLst/>
              <a:gdLst/>
              <a:ahLst/>
              <a:cxnLst/>
              <a:rect l="l" t="t" r="r" b="b"/>
              <a:pathLst>
                <a:path w="258444" h="207645">
                  <a:moveTo>
                    <a:pt x="136079" y="0"/>
                  </a:moveTo>
                  <a:lnTo>
                    <a:pt x="122059" y="0"/>
                  </a:lnTo>
                  <a:lnTo>
                    <a:pt x="115609" y="3518"/>
                  </a:lnTo>
                  <a:lnTo>
                    <a:pt x="293" y="182298"/>
                  </a:lnTo>
                  <a:lnTo>
                    <a:pt x="0" y="190140"/>
                  </a:lnTo>
                  <a:lnTo>
                    <a:pt x="7319" y="203554"/>
                  </a:lnTo>
                  <a:lnTo>
                    <a:pt x="14051" y="207553"/>
                  </a:lnTo>
                  <a:lnTo>
                    <a:pt x="244086" y="207553"/>
                  </a:lnTo>
                  <a:lnTo>
                    <a:pt x="250830" y="203554"/>
                  </a:lnTo>
                  <a:lnTo>
                    <a:pt x="255909" y="194245"/>
                  </a:lnTo>
                  <a:lnTo>
                    <a:pt x="17821" y="194245"/>
                  </a:lnTo>
                  <a:lnTo>
                    <a:pt x="15957" y="191617"/>
                  </a:lnTo>
                  <a:lnTo>
                    <a:pt x="14722" y="189345"/>
                  </a:lnTo>
                  <a:lnTo>
                    <a:pt x="13507" y="186350"/>
                  </a:lnTo>
                  <a:lnTo>
                    <a:pt x="124352" y="14512"/>
                  </a:lnTo>
                  <a:lnTo>
                    <a:pt x="126572" y="13308"/>
                  </a:lnTo>
                  <a:lnTo>
                    <a:pt x="148855" y="13308"/>
                  </a:lnTo>
                  <a:lnTo>
                    <a:pt x="142540" y="3518"/>
                  </a:lnTo>
                  <a:lnTo>
                    <a:pt x="136079" y="0"/>
                  </a:lnTo>
                  <a:close/>
                </a:path>
                <a:path w="258444" h="207645">
                  <a:moveTo>
                    <a:pt x="148855" y="13308"/>
                  </a:moveTo>
                  <a:lnTo>
                    <a:pt x="131577" y="13308"/>
                  </a:lnTo>
                  <a:lnTo>
                    <a:pt x="133796" y="14512"/>
                  </a:lnTo>
                  <a:lnTo>
                    <a:pt x="244631" y="186350"/>
                  </a:lnTo>
                  <a:lnTo>
                    <a:pt x="243427" y="189345"/>
                  </a:lnTo>
                  <a:lnTo>
                    <a:pt x="242181" y="191617"/>
                  </a:lnTo>
                  <a:lnTo>
                    <a:pt x="240327" y="194245"/>
                  </a:lnTo>
                  <a:lnTo>
                    <a:pt x="255909" y="194245"/>
                  </a:lnTo>
                  <a:lnTo>
                    <a:pt x="258149" y="190140"/>
                  </a:lnTo>
                  <a:lnTo>
                    <a:pt x="257856" y="182298"/>
                  </a:lnTo>
                  <a:lnTo>
                    <a:pt x="148855" y="13308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6" name="object 14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139727" y="4964597"/>
              <a:ext cx="80248" cy="124456"/>
            </a:xfrm>
            <a:prstGeom prst="rect">
              <a:avLst/>
            </a:prstGeom>
          </p:spPr>
        </p:pic>
      </p:grpSp>
      <p:grpSp>
        <p:nvGrpSpPr>
          <p:cNvPr id="147" name="object 147" descr=""/>
          <p:cNvGrpSpPr/>
          <p:nvPr/>
        </p:nvGrpSpPr>
        <p:grpSpPr>
          <a:xfrm>
            <a:off x="6125912" y="1819040"/>
            <a:ext cx="1374140" cy="1374140"/>
            <a:chOff x="6125912" y="1819040"/>
            <a:chExt cx="1374140" cy="1374140"/>
          </a:xfrm>
        </p:grpSpPr>
        <p:sp>
          <p:nvSpPr>
            <p:cNvPr id="148" name="object 148" descr=""/>
            <p:cNvSpPr/>
            <p:nvPr/>
          </p:nvSpPr>
          <p:spPr>
            <a:xfrm>
              <a:off x="6125913" y="1819048"/>
              <a:ext cx="1374140" cy="1374140"/>
            </a:xfrm>
            <a:custGeom>
              <a:avLst/>
              <a:gdLst/>
              <a:ahLst/>
              <a:cxnLst/>
              <a:rect l="l" t="t" r="r" b="b"/>
              <a:pathLst>
                <a:path w="1374140" h="1374139">
                  <a:moveTo>
                    <a:pt x="686952" y="0"/>
                  </a:moveTo>
                  <a:lnTo>
                    <a:pt x="637893" y="1724"/>
                  </a:lnTo>
                  <a:lnTo>
                    <a:pt x="589765" y="6821"/>
                  </a:lnTo>
                  <a:lnTo>
                    <a:pt x="542684" y="15174"/>
                  </a:lnTo>
                  <a:lnTo>
                    <a:pt x="496767" y="26667"/>
                  </a:lnTo>
                  <a:lnTo>
                    <a:pt x="452129" y="41183"/>
                  </a:lnTo>
                  <a:lnTo>
                    <a:pt x="408887" y="58606"/>
                  </a:lnTo>
                  <a:lnTo>
                    <a:pt x="367157" y="78820"/>
                  </a:lnTo>
                  <a:lnTo>
                    <a:pt x="327056" y="101709"/>
                  </a:lnTo>
                  <a:lnTo>
                    <a:pt x="288700" y="127156"/>
                  </a:lnTo>
                  <a:lnTo>
                    <a:pt x="252204" y="155045"/>
                  </a:lnTo>
                  <a:lnTo>
                    <a:pt x="217686" y="185261"/>
                  </a:lnTo>
                  <a:lnTo>
                    <a:pt x="185261" y="217686"/>
                  </a:lnTo>
                  <a:lnTo>
                    <a:pt x="155045" y="252204"/>
                  </a:lnTo>
                  <a:lnTo>
                    <a:pt x="127156" y="288700"/>
                  </a:lnTo>
                  <a:lnTo>
                    <a:pt x="101709" y="327056"/>
                  </a:lnTo>
                  <a:lnTo>
                    <a:pt x="78820" y="367157"/>
                  </a:lnTo>
                  <a:lnTo>
                    <a:pt x="58606" y="408887"/>
                  </a:lnTo>
                  <a:lnTo>
                    <a:pt x="41183" y="452129"/>
                  </a:lnTo>
                  <a:lnTo>
                    <a:pt x="26667" y="496767"/>
                  </a:lnTo>
                  <a:lnTo>
                    <a:pt x="15174" y="542684"/>
                  </a:lnTo>
                  <a:lnTo>
                    <a:pt x="6821" y="589765"/>
                  </a:lnTo>
                  <a:lnTo>
                    <a:pt x="1724" y="637893"/>
                  </a:lnTo>
                  <a:lnTo>
                    <a:pt x="0" y="686952"/>
                  </a:lnTo>
                  <a:lnTo>
                    <a:pt x="1724" y="736013"/>
                  </a:lnTo>
                  <a:lnTo>
                    <a:pt x="6821" y="784142"/>
                  </a:lnTo>
                  <a:lnTo>
                    <a:pt x="15174" y="831224"/>
                  </a:lnTo>
                  <a:lnTo>
                    <a:pt x="26667" y="877142"/>
                  </a:lnTo>
                  <a:lnTo>
                    <a:pt x="41183" y="921780"/>
                  </a:lnTo>
                  <a:lnTo>
                    <a:pt x="58606" y="965022"/>
                  </a:lnTo>
                  <a:lnTo>
                    <a:pt x="78820" y="1006752"/>
                  </a:lnTo>
                  <a:lnTo>
                    <a:pt x="101709" y="1046853"/>
                  </a:lnTo>
                  <a:lnTo>
                    <a:pt x="127156" y="1085210"/>
                  </a:lnTo>
                  <a:lnTo>
                    <a:pt x="155045" y="1121705"/>
                  </a:lnTo>
                  <a:lnTo>
                    <a:pt x="185261" y="1156223"/>
                  </a:lnTo>
                  <a:lnTo>
                    <a:pt x="217686" y="1188648"/>
                  </a:lnTo>
                  <a:lnTo>
                    <a:pt x="252204" y="1218863"/>
                  </a:lnTo>
                  <a:lnTo>
                    <a:pt x="288700" y="1246752"/>
                  </a:lnTo>
                  <a:lnTo>
                    <a:pt x="327056" y="1272199"/>
                  </a:lnTo>
                  <a:lnTo>
                    <a:pt x="367157" y="1295087"/>
                  </a:lnTo>
                  <a:lnTo>
                    <a:pt x="408887" y="1315300"/>
                  </a:lnTo>
                  <a:lnTo>
                    <a:pt x="452129" y="1332723"/>
                  </a:lnTo>
                  <a:lnTo>
                    <a:pt x="496767" y="1347239"/>
                  </a:lnTo>
                  <a:lnTo>
                    <a:pt x="542684" y="1358731"/>
                  </a:lnTo>
                  <a:lnTo>
                    <a:pt x="589765" y="1367084"/>
                  </a:lnTo>
                  <a:lnTo>
                    <a:pt x="637893" y="1372181"/>
                  </a:lnTo>
                  <a:lnTo>
                    <a:pt x="686952" y="1373905"/>
                  </a:lnTo>
                  <a:lnTo>
                    <a:pt x="736013" y="1372181"/>
                  </a:lnTo>
                  <a:lnTo>
                    <a:pt x="784142" y="1367084"/>
                  </a:lnTo>
                  <a:lnTo>
                    <a:pt x="831224" y="1358731"/>
                  </a:lnTo>
                  <a:lnTo>
                    <a:pt x="877143" y="1347239"/>
                  </a:lnTo>
                  <a:lnTo>
                    <a:pt x="921781" y="1332723"/>
                  </a:lnTo>
                  <a:lnTo>
                    <a:pt x="965024" y="1315300"/>
                  </a:lnTo>
                  <a:lnTo>
                    <a:pt x="1006754" y="1295087"/>
                  </a:lnTo>
                  <a:lnTo>
                    <a:pt x="1046856" y="1272199"/>
                  </a:lnTo>
                  <a:lnTo>
                    <a:pt x="1085213" y="1246752"/>
                  </a:lnTo>
                  <a:lnTo>
                    <a:pt x="1121709" y="1218863"/>
                  </a:lnTo>
                  <a:lnTo>
                    <a:pt x="1156228" y="1188648"/>
                  </a:lnTo>
                  <a:lnTo>
                    <a:pt x="1188654" y="1156223"/>
                  </a:lnTo>
                  <a:lnTo>
                    <a:pt x="1218869" y="1121705"/>
                  </a:lnTo>
                  <a:lnTo>
                    <a:pt x="1246759" y="1085210"/>
                  </a:lnTo>
                  <a:lnTo>
                    <a:pt x="1272206" y="1046853"/>
                  </a:lnTo>
                  <a:lnTo>
                    <a:pt x="1295095" y="1006752"/>
                  </a:lnTo>
                  <a:lnTo>
                    <a:pt x="1315309" y="965022"/>
                  </a:lnTo>
                  <a:lnTo>
                    <a:pt x="1332732" y="921780"/>
                  </a:lnTo>
                  <a:lnTo>
                    <a:pt x="1347248" y="877142"/>
                  </a:lnTo>
                  <a:lnTo>
                    <a:pt x="1358741" y="831224"/>
                  </a:lnTo>
                  <a:lnTo>
                    <a:pt x="1367094" y="784142"/>
                  </a:lnTo>
                  <a:lnTo>
                    <a:pt x="1372191" y="736013"/>
                  </a:lnTo>
                  <a:lnTo>
                    <a:pt x="1373916" y="686952"/>
                  </a:lnTo>
                  <a:lnTo>
                    <a:pt x="1372191" y="637893"/>
                  </a:lnTo>
                  <a:lnTo>
                    <a:pt x="1367094" y="589765"/>
                  </a:lnTo>
                  <a:lnTo>
                    <a:pt x="1358741" y="542684"/>
                  </a:lnTo>
                  <a:lnTo>
                    <a:pt x="1347248" y="496767"/>
                  </a:lnTo>
                  <a:lnTo>
                    <a:pt x="1332732" y="452129"/>
                  </a:lnTo>
                  <a:lnTo>
                    <a:pt x="1315309" y="408887"/>
                  </a:lnTo>
                  <a:lnTo>
                    <a:pt x="1295095" y="367157"/>
                  </a:lnTo>
                  <a:lnTo>
                    <a:pt x="1272206" y="327056"/>
                  </a:lnTo>
                  <a:lnTo>
                    <a:pt x="1246759" y="288700"/>
                  </a:lnTo>
                  <a:lnTo>
                    <a:pt x="1218869" y="252204"/>
                  </a:lnTo>
                  <a:lnTo>
                    <a:pt x="1188654" y="217686"/>
                  </a:lnTo>
                  <a:lnTo>
                    <a:pt x="1156228" y="185261"/>
                  </a:lnTo>
                  <a:lnTo>
                    <a:pt x="1121709" y="155045"/>
                  </a:lnTo>
                  <a:lnTo>
                    <a:pt x="1085213" y="127156"/>
                  </a:lnTo>
                  <a:lnTo>
                    <a:pt x="1046856" y="101709"/>
                  </a:lnTo>
                  <a:lnTo>
                    <a:pt x="1006754" y="78820"/>
                  </a:lnTo>
                  <a:lnTo>
                    <a:pt x="965024" y="58606"/>
                  </a:lnTo>
                  <a:lnTo>
                    <a:pt x="921781" y="41183"/>
                  </a:lnTo>
                  <a:lnTo>
                    <a:pt x="877143" y="26667"/>
                  </a:lnTo>
                  <a:lnTo>
                    <a:pt x="831224" y="15174"/>
                  </a:lnTo>
                  <a:lnTo>
                    <a:pt x="784142" y="6821"/>
                  </a:lnTo>
                  <a:lnTo>
                    <a:pt x="736013" y="1724"/>
                  </a:lnTo>
                  <a:lnTo>
                    <a:pt x="686952" y="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6220844" y="1913966"/>
              <a:ext cx="1184275" cy="1184275"/>
            </a:xfrm>
            <a:custGeom>
              <a:avLst/>
              <a:gdLst/>
              <a:ahLst/>
              <a:cxnLst/>
              <a:rect l="l" t="t" r="r" b="b"/>
              <a:pathLst>
                <a:path w="1184275" h="1184275">
                  <a:moveTo>
                    <a:pt x="592023" y="0"/>
                  </a:moveTo>
                  <a:lnTo>
                    <a:pt x="543468" y="1962"/>
                  </a:lnTo>
                  <a:lnTo>
                    <a:pt x="495994" y="7748"/>
                  </a:lnTo>
                  <a:lnTo>
                    <a:pt x="449754" y="17206"/>
                  </a:lnTo>
                  <a:lnTo>
                    <a:pt x="404899" y="30183"/>
                  </a:lnTo>
                  <a:lnTo>
                    <a:pt x="361582" y="46526"/>
                  </a:lnTo>
                  <a:lnTo>
                    <a:pt x="319955" y="66083"/>
                  </a:lnTo>
                  <a:lnTo>
                    <a:pt x="280171" y="88702"/>
                  </a:lnTo>
                  <a:lnTo>
                    <a:pt x="242383" y="114230"/>
                  </a:lnTo>
                  <a:lnTo>
                    <a:pt x="206741" y="142515"/>
                  </a:lnTo>
                  <a:lnTo>
                    <a:pt x="173400" y="173405"/>
                  </a:lnTo>
                  <a:lnTo>
                    <a:pt x="142511" y="206747"/>
                  </a:lnTo>
                  <a:lnTo>
                    <a:pt x="114226" y="242389"/>
                  </a:lnTo>
                  <a:lnTo>
                    <a:pt x="88699" y="280179"/>
                  </a:lnTo>
                  <a:lnTo>
                    <a:pt x="66080" y="319963"/>
                  </a:lnTo>
                  <a:lnTo>
                    <a:pt x="46524" y="361591"/>
                  </a:lnTo>
                  <a:lnTo>
                    <a:pt x="30181" y="404908"/>
                  </a:lnTo>
                  <a:lnTo>
                    <a:pt x="17205" y="449764"/>
                  </a:lnTo>
                  <a:lnTo>
                    <a:pt x="7748" y="496005"/>
                  </a:lnTo>
                  <a:lnTo>
                    <a:pt x="1962" y="543479"/>
                  </a:lnTo>
                  <a:lnTo>
                    <a:pt x="0" y="592034"/>
                  </a:lnTo>
                  <a:lnTo>
                    <a:pt x="1962" y="640589"/>
                  </a:lnTo>
                  <a:lnTo>
                    <a:pt x="7748" y="688063"/>
                  </a:lnTo>
                  <a:lnTo>
                    <a:pt x="17205" y="734304"/>
                  </a:lnTo>
                  <a:lnTo>
                    <a:pt x="30181" y="779160"/>
                  </a:lnTo>
                  <a:lnTo>
                    <a:pt x="46524" y="822477"/>
                  </a:lnTo>
                  <a:lnTo>
                    <a:pt x="66080" y="864104"/>
                  </a:lnTo>
                  <a:lnTo>
                    <a:pt x="88699" y="903889"/>
                  </a:lnTo>
                  <a:lnTo>
                    <a:pt x="114226" y="941678"/>
                  </a:lnTo>
                  <a:lnTo>
                    <a:pt x="142511" y="977320"/>
                  </a:lnTo>
                  <a:lnTo>
                    <a:pt x="173400" y="1010662"/>
                  </a:lnTo>
                  <a:lnTo>
                    <a:pt x="206741" y="1041552"/>
                  </a:lnTo>
                  <a:lnTo>
                    <a:pt x="242383" y="1069838"/>
                  </a:lnTo>
                  <a:lnTo>
                    <a:pt x="280171" y="1095366"/>
                  </a:lnTo>
                  <a:lnTo>
                    <a:pt x="319955" y="1117985"/>
                  </a:lnTo>
                  <a:lnTo>
                    <a:pt x="361582" y="1137542"/>
                  </a:lnTo>
                  <a:lnTo>
                    <a:pt x="404899" y="1153885"/>
                  </a:lnTo>
                  <a:lnTo>
                    <a:pt x="449754" y="1166862"/>
                  </a:lnTo>
                  <a:lnTo>
                    <a:pt x="495994" y="1176319"/>
                  </a:lnTo>
                  <a:lnTo>
                    <a:pt x="543468" y="1182106"/>
                  </a:lnTo>
                  <a:lnTo>
                    <a:pt x="592023" y="1184068"/>
                  </a:lnTo>
                  <a:lnTo>
                    <a:pt x="640580" y="1182106"/>
                  </a:lnTo>
                  <a:lnTo>
                    <a:pt x="688055" y="1176319"/>
                  </a:lnTo>
                  <a:lnTo>
                    <a:pt x="734297" y="1166862"/>
                  </a:lnTo>
                  <a:lnTo>
                    <a:pt x="779153" y="1153885"/>
                  </a:lnTo>
                  <a:lnTo>
                    <a:pt x="822471" y="1137542"/>
                  </a:lnTo>
                  <a:lnTo>
                    <a:pt x="864098" y="1117985"/>
                  </a:lnTo>
                  <a:lnTo>
                    <a:pt x="903883" y="1095366"/>
                  </a:lnTo>
                  <a:lnTo>
                    <a:pt x="941672" y="1069838"/>
                  </a:lnTo>
                  <a:lnTo>
                    <a:pt x="977314" y="1041552"/>
                  </a:lnTo>
                  <a:lnTo>
                    <a:pt x="1010656" y="1010662"/>
                  </a:lnTo>
                  <a:lnTo>
                    <a:pt x="1041545" y="977320"/>
                  </a:lnTo>
                  <a:lnTo>
                    <a:pt x="1069830" y="941678"/>
                  </a:lnTo>
                  <a:lnTo>
                    <a:pt x="1095358" y="903889"/>
                  </a:lnTo>
                  <a:lnTo>
                    <a:pt x="1117976" y="864104"/>
                  </a:lnTo>
                  <a:lnTo>
                    <a:pt x="1137533" y="822477"/>
                  </a:lnTo>
                  <a:lnTo>
                    <a:pt x="1153876" y="779160"/>
                  </a:lnTo>
                  <a:lnTo>
                    <a:pt x="1166852" y="734304"/>
                  </a:lnTo>
                  <a:lnTo>
                    <a:pt x="1176309" y="688063"/>
                  </a:lnTo>
                  <a:lnTo>
                    <a:pt x="1182095" y="640589"/>
                  </a:lnTo>
                  <a:lnTo>
                    <a:pt x="1184058" y="592034"/>
                  </a:lnTo>
                  <a:lnTo>
                    <a:pt x="1182095" y="543479"/>
                  </a:lnTo>
                  <a:lnTo>
                    <a:pt x="1176309" y="496005"/>
                  </a:lnTo>
                  <a:lnTo>
                    <a:pt x="1166852" y="449764"/>
                  </a:lnTo>
                  <a:lnTo>
                    <a:pt x="1153876" y="404908"/>
                  </a:lnTo>
                  <a:lnTo>
                    <a:pt x="1137533" y="361591"/>
                  </a:lnTo>
                  <a:lnTo>
                    <a:pt x="1117976" y="319963"/>
                  </a:lnTo>
                  <a:lnTo>
                    <a:pt x="1095358" y="280179"/>
                  </a:lnTo>
                  <a:lnTo>
                    <a:pt x="1069830" y="242389"/>
                  </a:lnTo>
                  <a:lnTo>
                    <a:pt x="1041545" y="206747"/>
                  </a:lnTo>
                  <a:lnTo>
                    <a:pt x="1010656" y="173405"/>
                  </a:lnTo>
                  <a:lnTo>
                    <a:pt x="977314" y="142515"/>
                  </a:lnTo>
                  <a:lnTo>
                    <a:pt x="941672" y="114230"/>
                  </a:lnTo>
                  <a:lnTo>
                    <a:pt x="903883" y="88702"/>
                  </a:lnTo>
                  <a:lnTo>
                    <a:pt x="864098" y="66083"/>
                  </a:lnTo>
                  <a:lnTo>
                    <a:pt x="822471" y="46526"/>
                  </a:lnTo>
                  <a:lnTo>
                    <a:pt x="779153" y="30183"/>
                  </a:lnTo>
                  <a:lnTo>
                    <a:pt x="734297" y="17206"/>
                  </a:lnTo>
                  <a:lnTo>
                    <a:pt x="688055" y="7748"/>
                  </a:lnTo>
                  <a:lnTo>
                    <a:pt x="640580" y="1962"/>
                  </a:lnTo>
                  <a:lnTo>
                    <a:pt x="592023" y="0"/>
                  </a:lnTo>
                  <a:close/>
                </a:path>
              </a:pathLst>
            </a:custGeom>
            <a:solidFill>
              <a:srgbClr val="E3E1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6308331" y="1978589"/>
              <a:ext cx="1009650" cy="385445"/>
            </a:xfrm>
            <a:custGeom>
              <a:avLst/>
              <a:gdLst/>
              <a:ahLst/>
              <a:cxnLst/>
              <a:rect l="l" t="t" r="r" b="b"/>
              <a:pathLst>
                <a:path w="1009650" h="385444">
                  <a:moveTo>
                    <a:pt x="107670" y="367030"/>
                  </a:moveTo>
                  <a:lnTo>
                    <a:pt x="47053" y="341922"/>
                  </a:lnTo>
                  <a:lnTo>
                    <a:pt x="7518" y="325539"/>
                  </a:lnTo>
                  <a:lnTo>
                    <a:pt x="0" y="343674"/>
                  </a:lnTo>
                  <a:lnTo>
                    <a:pt x="39535" y="360057"/>
                  </a:lnTo>
                  <a:lnTo>
                    <a:pt x="100152" y="385165"/>
                  </a:lnTo>
                  <a:lnTo>
                    <a:pt x="107670" y="367030"/>
                  </a:lnTo>
                  <a:close/>
                </a:path>
                <a:path w="1009650" h="385444">
                  <a:moveTo>
                    <a:pt x="122631" y="336423"/>
                  </a:moveTo>
                  <a:lnTo>
                    <a:pt x="64173" y="306641"/>
                  </a:lnTo>
                  <a:lnTo>
                    <a:pt x="55245" y="324129"/>
                  </a:lnTo>
                  <a:lnTo>
                    <a:pt x="113715" y="353923"/>
                  </a:lnTo>
                  <a:lnTo>
                    <a:pt x="122631" y="336423"/>
                  </a:lnTo>
                  <a:close/>
                </a:path>
                <a:path w="1009650" h="385444">
                  <a:moveTo>
                    <a:pt x="139941" y="307098"/>
                  </a:moveTo>
                  <a:lnTo>
                    <a:pt x="83985" y="272808"/>
                  </a:lnTo>
                  <a:lnTo>
                    <a:pt x="73723" y="289547"/>
                  </a:lnTo>
                  <a:lnTo>
                    <a:pt x="129692" y="323837"/>
                  </a:lnTo>
                  <a:lnTo>
                    <a:pt x="139941" y="307098"/>
                  </a:lnTo>
                  <a:close/>
                </a:path>
                <a:path w="1009650" h="385444">
                  <a:moveTo>
                    <a:pt x="159499" y="279209"/>
                  </a:moveTo>
                  <a:lnTo>
                    <a:pt x="106413" y="240652"/>
                  </a:lnTo>
                  <a:lnTo>
                    <a:pt x="94869" y="256527"/>
                  </a:lnTo>
                  <a:lnTo>
                    <a:pt x="147955" y="295097"/>
                  </a:lnTo>
                  <a:lnTo>
                    <a:pt x="159499" y="279209"/>
                  </a:lnTo>
                  <a:close/>
                </a:path>
                <a:path w="1009650" h="385444">
                  <a:moveTo>
                    <a:pt x="181178" y="252958"/>
                  </a:moveTo>
                  <a:lnTo>
                    <a:pt x="131279" y="210337"/>
                  </a:lnTo>
                  <a:lnTo>
                    <a:pt x="118529" y="225272"/>
                  </a:lnTo>
                  <a:lnTo>
                    <a:pt x="168427" y="267881"/>
                  </a:lnTo>
                  <a:lnTo>
                    <a:pt x="181178" y="252958"/>
                  </a:lnTo>
                  <a:close/>
                </a:path>
                <a:path w="1009650" h="385444">
                  <a:moveTo>
                    <a:pt x="204851" y="228473"/>
                  </a:moveTo>
                  <a:lnTo>
                    <a:pt x="158457" y="182079"/>
                  </a:lnTo>
                  <a:lnTo>
                    <a:pt x="128193" y="151815"/>
                  </a:lnTo>
                  <a:lnTo>
                    <a:pt x="114325" y="165696"/>
                  </a:lnTo>
                  <a:lnTo>
                    <a:pt x="144576" y="195961"/>
                  </a:lnTo>
                  <a:lnTo>
                    <a:pt x="190969" y="242354"/>
                  </a:lnTo>
                  <a:lnTo>
                    <a:pt x="204851" y="228473"/>
                  </a:lnTo>
                  <a:close/>
                </a:path>
                <a:path w="1009650" h="385444">
                  <a:moveTo>
                    <a:pt x="230378" y="205930"/>
                  </a:moveTo>
                  <a:lnTo>
                    <a:pt x="187769" y="156032"/>
                  </a:lnTo>
                  <a:lnTo>
                    <a:pt x="172847" y="168795"/>
                  </a:lnTo>
                  <a:lnTo>
                    <a:pt x="215455" y="218681"/>
                  </a:lnTo>
                  <a:lnTo>
                    <a:pt x="230378" y="205930"/>
                  </a:lnTo>
                  <a:close/>
                </a:path>
                <a:path w="1009650" h="385444">
                  <a:moveTo>
                    <a:pt x="257594" y="185458"/>
                  </a:moveTo>
                  <a:lnTo>
                    <a:pt x="219036" y="132372"/>
                  </a:lnTo>
                  <a:lnTo>
                    <a:pt x="203149" y="143916"/>
                  </a:lnTo>
                  <a:lnTo>
                    <a:pt x="241719" y="196989"/>
                  </a:lnTo>
                  <a:lnTo>
                    <a:pt x="257594" y="185458"/>
                  </a:lnTo>
                  <a:close/>
                </a:path>
                <a:path w="1009650" h="385444">
                  <a:moveTo>
                    <a:pt x="286334" y="167182"/>
                  </a:moveTo>
                  <a:lnTo>
                    <a:pt x="252056" y="111226"/>
                  </a:lnTo>
                  <a:lnTo>
                    <a:pt x="235318" y="121488"/>
                  </a:lnTo>
                  <a:lnTo>
                    <a:pt x="269595" y="177444"/>
                  </a:lnTo>
                  <a:lnTo>
                    <a:pt x="286334" y="167182"/>
                  </a:lnTo>
                  <a:close/>
                </a:path>
                <a:path w="1009650" h="385444">
                  <a:moveTo>
                    <a:pt x="316420" y="151218"/>
                  </a:moveTo>
                  <a:lnTo>
                    <a:pt x="286626" y="92760"/>
                  </a:lnTo>
                  <a:lnTo>
                    <a:pt x="269138" y="101663"/>
                  </a:lnTo>
                  <a:lnTo>
                    <a:pt x="298919" y="160121"/>
                  </a:lnTo>
                  <a:lnTo>
                    <a:pt x="316420" y="151218"/>
                  </a:lnTo>
                  <a:close/>
                </a:path>
                <a:path w="1009650" h="385444">
                  <a:moveTo>
                    <a:pt x="347662" y="137655"/>
                  </a:moveTo>
                  <a:lnTo>
                    <a:pt x="322554" y="77050"/>
                  </a:lnTo>
                  <a:lnTo>
                    <a:pt x="306171" y="37503"/>
                  </a:lnTo>
                  <a:lnTo>
                    <a:pt x="288036" y="45021"/>
                  </a:lnTo>
                  <a:lnTo>
                    <a:pt x="329526" y="145173"/>
                  </a:lnTo>
                  <a:lnTo>
                    <a:pt x="347662" y="137655"/>
                  </a:lnTo>
                  <a:close/>
                </a:path>
                <a:path w="1009650" h="385444">
                  <a:moveTo>
                    <a:pt x="379869" y="126606"/>
                  </a:moveTo>
                  <a:lnTo>
                    <a:pt x="359587" y="64198"/>
                  </a:lnTo>
                  <a:lnTo>
                    <a:pt x="340918" y="70269"/>
                  </a:lnTo>
                  <a:lnTo>
                    <a:pt x="361200" y="132664"/>
                  </a:lnTo>
                  <a:lnTo>
                    <a:pt x="379869" y="126606"/>
                  </a:lnTo>
                  <a:close/>
                </a:path>
                <a:path w="1009650" h="385444">
                  <a:moveTo>
                    <a:pt x="412851" y="118097"/>
                  </a:moveTo>
                  <a:lnTo>
                    <a:pt x="397535" y="54305"/>
                  </a:lnTo>
                  <a:lnTo>
                    <a:pt x="378447" y="58889"/>
                  </a:lnTo>
                  <a:lnTo>
                    <a:pt x="393763" y="122682"/>
                  </a:lnTo>
                  <a:lnTo>
                    <a:pt x="412851" y="118097"/>
                  </a:lnTo>
                  <a:close/>
                </a:path>
                <a:path w="1009650" h="385444">
                  <a:moveTo>
                    <a:pt x="446392" y="112217"/>
                  </a:moveTo>
                  <a:lnTo>
                    <a:pt x="436130" y="47409"/>
                  </a:lnTo>
                  <a:lnTo>
                    <a:pt x="416737" y="50469"/>
                  </a:lnTo>
                  <a:lnTo>
                    <a:pt x="426999" y="115277"/>
                  </a:lnTo>
                  <a:lnTo>
                    <a:pt x="446392" y="112217"/>
                  </a:lnTo>
                  <a:close/>
                </a:path>
                <a:path w="1009650" h="385444">
                  <a:moveTo>
                    <a:pt x="480301" y="108978"/>
                  </a:moveTo>
                  <a:lnTo>
                    <a:pt x="475145" y="43561"/>
                  </a:lnTo>
                  <a:lnTo>
                    <a:pt x="455574" y="45110"/>
                  </a:lnTo>
                  <a:lnTo>
                    <a:pt x="460730" y="110515"/>
                  </a:lnTo>
                  <a:lnTo>
                    <a:pt x="480301" y="108978"/>
                  </a:lnTo>
                  <a:close/>
                </a:path>
                <a:path w="1009650" h="385444">
                  <a:moveTo>
                    <a:pt x="514350" y="0"/>
                  </a:moveTo>
                  <a:lnTo>
                    <a:pt x="494715" y="0"/>
                  </a:lnTo>
                  <a:lnTo>
                    <a:pt x="494715" y="42799"/>
                  </a:lnTo>
                  <a:lnTo>
                    <a:pt x="494715" y="108407"/>
                  </a:lnTo>
                  <a:lnTo>
                    <a:pt x="514350" y="108407"/>
                  </a:lnTo>
                  <a:lnTo>
                    <a:pt x="514350" y="42799"/>
                  </a:lnTo>
                  <a:lnTo>
                    <a:pt x="514350" y="0"/>
                  </a:lnTo>
                  <a:close/>
                </a:path>
                <a:path w="1009650" h="385444">
                  <a:moveTo>
                    <a:pt x="553491" y="45110"/>
                  </a:moveTo>
                  <a:lnTo>
                    <a:pt x="533920" y="43561"/>
                  </a:lnTo>
                  <a:lnTo>
                    <a:pt x="528764" y="108978"/>
                  </a:lnTo>
                  <a:lnTo>
                    <a:pt x="548335" y="110515"/>
                  </a:lnTo>
                  <a:lnTo>
                    <a:pt x="553491" y="45110"/>
                  </a:lnTo>
                  <a:close/>
                </a:path>
                <a:path w="1009650" h="385444">
                  <a:moveTo>
                    <a:pt x="592328" y="50482"/>
                  </a:moveTo>
                  <a:lnTo>
                    <a:pt x="572935" y="47409"/>
                  </a:lnTo>
                  <a:lnTo>
                    <a:pt x="562673" y="112217"/>
                  </a:lnTo>
                  <a:lnTo>
                    <a:pt x="582066" y="115277"/>
                  </a:lnTo>
                  <a:lnTo>
                    <a:pt x="592328" y="50482"/>
                  </a:lnTo>
                  <a:close/>
                </a:path>
                <a:path w="1009650" h="385444">
                  <a:moveTo>
                    <a:pt x="630631" y="58877"/>
                  </a:moveTo>
                  <a:lnTo>
                    <a:pt x="611543" y="54292"/>
                  </a:lnTo>
                  <a:lnTo>
                    <a:pt x="596214" y="118097"/>
                  </a:lnTo>
                  <a:lnTo>
                    <a:pt x="615302" y="122682"/>
                  </a:lnTo>
                  <a:lnTo>
                    <a:pt x="630631" y="58877"/>
                  </a:lnTo>
                  <a:close/>
                </a:path>
                <a:path w="1009650" h="385444">
                  <a:moveTo>
                    <a:pt x="668147" y="70256"/>
                  </a:moveTo>
                  <a:lnTo>
                    <a:pt x="649465" y="64198"/>
                  </a:lnTo>
                  <a:lnTo>
                    <a:pt x="629196" y="126606"/>
                  </a:lnTo>
                  <a:lnTo>
                    <a:pt x="647865" y="132664"/>
                  </a:lnTo>
                  <a:lnTo>
                    <a:pt x="668147" y="70256"/>
                  </a:lnTo>
                  <a:close/>
                </a:path>
                <a:path w="1009650" h="385444">
                  <a:moveTo>
                    <a:pt x="721029" y="45021"/>
                  </a:moveTo>
                  <a:lnTo>
                    <a:pt x="702894" y="37503"/>
                  </a:lnTo>
                  <a:lnTo>
                    <a:pt x="686511" y="77038"/>
                  </a:lnTo>
                  <a:lnTo>
                    <a:pt x="661403" y="137655"/>
                  </a:lnTo>
                  <a:lnTo>
                    <a:pt x="679538" y="145173"/>
                  </a:lnTo>
                  <a:lnTo>
                    <a:pt x="704646" y="84556"/>
                  </a:lnTo>
                  <a:lnTo>
                    <a:pt x="721029" y="45021"/>
                  </a:lnTo>
                  <a:close/>
                </a:path>
                <a:path w="1009650" h="385444">
                  <a:moveTo>
                    <a:pt x="739927" y="101663"/>
                  </a:moveTo>
                  <a:lnTo>
                    <a:pt x="722439" y="92748"/>
                  </a:lnTo>
                  <a:lnTo>
                    <a:pt x="692658" y="151218"/>
                  </a:lnTo>
                  <a:lnTo>
                    <a:pt x="710145" y="160134"/>
                  </a:lnTo>
                  <a:lnTo>
                    <a:pt x="739927" y="101663"/>
                  </a:lnTo>
                  <a:close/>
                </a:path>
                <a:path w="1009650" h="385444">
                  <a:moveTo>
                    <a:pt x="773760" y="121488"/>
                  </a:moveTo>
                  <a:lnTo>
                    <a:pt x="757021" y="111226"/>
                  </a:lnTo>
                  <a:lnTo>
                    <a:pt x="722731" y="167170"/>
                  </a:lnTo>
                  <a:lnTo>
                    <a:pt x="739470" y="177431"/>
                  </a:lnTo>
                  <a:lnTo>
                    <a:pt x="773760" y="121488"/>
                  </a:lnTo>
                  <a:close/>
                </a:path>
                <a:path w="1009650" h="385444">
                  <a:moveTo>
                    <a:pt x="805916" y="143916"/>
                  </a:moveTo>
                  <a:lnTo>
                    <a:pt x="790028" y="132372"/>
                  </a:lnTo>
                  <a:lnTo>
                    <a:pt x="751471" y="185458"/>
                  </a:lnTo>
                  <a:lnTo>
                    <a:pt x="767359" y="196989"/>
                  </a:lnTo>
                  <a:lnTo>
                    <a:pt x="805916" y="143916"/>
                  </a:lnTo>
                  <a:close/>
                </a:path>
                <a:path w="1009650" h="385444">
                  <a:moveTo>
                    <a:pt x="836231" y="168783"/>
                  </a:moveTo>
                  <a:lnTo>
                    <a:pt x="821296" y="156032"/>
                  </a:lnTo>
                  <a:lnTo>
                    <a:pt x="778687" y="205930"/>
                  </a:lnTo>
                  <a:lnTo>
                    <a:pt x="793610" y="218681"/>
                  </a:lnTo>
                  <a:lnTo>
                    <a:pt x="836231" y="168783"/>
                  </a:lnTo>
                  <a:close/>
                </a:path>
                <a:path w="1009650" h="385444">
                  <a:moveTo>
                    <a:pt x="890536" y="225272"/>
                  </a:moveTo>
                  <a:lnTo>
                    <a:pt x="877785" y="210350"/>
                  </a:lnTo>
                  <a:lnTo>
                    <a:pt x="827887" y="252945"/>
                  </a:lnTo>
                  <a:lnTo>
                    <a:pt x="840638" y="267881"/>
                  </a:lnTo>
                  <a:lnTo>
                    <a:pt x="890536" y="225272"/>
                  </a:lnTo>
                  <a:close/>
                </a:path>
                <a:path w="1009650" h="385444">
                  <a:moveTo>
                    <a:pt x="894753" y="165696"/>
                  </a:moveTo>
                  <a:lnTo>
                    <a:pt x="880859" y="151815"/>
                  </a:lnTo>
                  <a:lnTo>
                    <a:pt x="804202" y="228473"/>
                  </a:lnTo>
                  <a:lnTo>
                    <a:pt x="818095" y="242354"/>
                  </a:lnTo>
                  <a:lnTo>
                    <a:pt x="864489" y="195961"/>
                  </a:lnTo>
                  <a:lnTo>
                    <a:pt x="894753" y="165696"/>
                  </a:lnTo>
                  <a:close/>
                </a:path>
                <a:path w="1009650" h="385444">
                  <a:moveTo>
                    <a:pt x="914196" y="256527"/>
                  </a:moveTo>
                  <a:lnTo>
                    <a:pt x="902665" y="240652"/>
                  </a:lnTo>
                  <a:lnTo>
                    <a:pt x="849579" y="279209"/>
                  </a:lnTo>
                  <a:lnTo>
                    <a:pt x="861110" y="295097"/>
                  </a:lnTo>
                  <a:lnTo>
                    <a:pt x="914196" y="256527"/>
                  </a:lnTo>
                  <a:close/>
                </a:path>
                <a:path w="1009650" h="385444">
                  <a:moveTo>
                    <a:pt x="935329" y="289560"/>
                  </a:moveTo>
                  <a:lnTo>
                    <a:pt x="925068" y="272808"/>
                  </a:lnTo>
                  <a:lnTo>
                    <a:pt x="869137" y="307098"/>
                  </a:lnTo>
                  <a:lnTo>
                    <a:pt x="879386" y="323837"/>
                  </a:lnTo>
                  <a:lnTo>
                    <a:pt x="935329" y="289560"/>
                  </a:lnTo>
                  <a:close/>
                </a:path>
                <a:path w="1009650" h="385444">
                  <a:moveTo>
                    <a:pt x="953808" y="324129"/>
                  </a:moveTo>
                  <a:lnTo>
                    <a:pt x="944905" y="306641"/>
                  </a:lnTo>
                  <a:lnTo>
                    <a:pt x="886447" y="336423"/>
                  </a:lnTo>
                  <a:lnTo>
                    <a:pt x="895350" y="353923"/>
                  </a:lnTo>
                  <a:lnTo>
                    <a:pt x="953808" y="324129"/>
                  </a:lnTo>
                  <a:close/>
                </a:path>
                <a:path w="1009650" h="385444">
                  <a:moveTo>
                    <a:pt x="1009065" y="343674"/>
                  </a:moveTo>
                  <a:lnTo>
                    <a:pt x="1001547" y="325539"/>
                  </a:lnTo>
                  <a:lnTo>
                    <a:pt x="962012" y="341922"/>
                  </a:lnTo>
                  <a:lnTo>
                    <a:pt x="901395" y="367030"/>
                  </a:lnTo>
                  <a:lnTo>
                    <a:pt x="908900" y="385165"/>
                  </a:lnTo>
                  <a:lnTo>
                    <a:pt x="969518" y="360057"/>
                  </a:lnTo>
                  <a:lnTo>
                    <a:pt x="1009065" y="343674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6125912" y="1819040"/>
              <a:ext cx="1374140" cy="1374140"/>
            </a:xfrm>
            <a:custGeom>
              <a:avLst/>
              <a:gdLst/>
              <a:ahLst/>
              <a:cxnLst/>
              <a:rect l="l" t="t" r="r" b="b"/>
              <a:pathLst>
                <a:path w="1374140" h="1374139">
                  <a:moveTo>
                    <a:pt x="686963" y="0"/>
                  </a:moveTo>
                  <a:lnTo>
                    <a:pt x="637902" y="1724"/>
                  </a:lnTo>
                  <a:lnTo>
                    <a:pt x="589773" y="6821"/>
                  </a:lnTo>
                  <a:lnTo>
                    <a:pt x="542691" y="15174"/>
                  </a:lnTo>
                  <a:lnTo>
                    <a:pt x="496773" y="26667"/>
                  </a:lnTo>
                  <a:lnTo>
                    <a:pt x="452134" y="41183"/>
                  </a:lnTo>
                  <a:lnTo>
                    <a:pt x="408891" y="58606"/>
                  </a:lnTo>
                  <a:lnTo>
                    <a:pt x="367161" y="78820"/>
                  </a:lnTo>
                  <a:lnTo>
                    <a:pt x="327059" y="101709"/>
                  </a:lnTo>
                  <a:lnTo>
                    <a:pt x="288702" y="127157"/>
                  </a:lnTo>
                  <a:lnTo>
                    <a:pt x="252206" y="155046"/>
                  </a:lnTo>
                  <a:lnTo>
                    <a:pt x="217687" y="185262"/>
                  </a:lnTo>
                  <a:lnTo>
                    <a:pt x="185262" y="217687"/>
                  </a:lnTo>
                  <a:lnTo>
                    <a:pt x="155046" y="252206"/>
                  </a:lnTo>
                  <a:lnTo>
                    <a:pt x="127157" y="288702"/>
                  </a:lnTo>
                  <a:lnTo>
                    <a:pt x="101709" y="327059"/>
                  </a:lnTo>
                  <a:lnTo>
                    <a:pt x="78820" y="367161"/>
                  </a:lnTo>
                  <a:lnTo>
                    <a:pt x="58606" y="408891"/>
                  </a:lnTo>
                  <a:lnTo>
                    <a:pt x="41183" y="452134"/>
                  </a:lnTo>
                  <a:lnTo>
                    <a:pt x="26667" y="496773"/>
                  </a:lnTo>
                  <a:lnTo>
                    <a:pt x="15174" y="542691"/>
                  </a:lnTo>
                  <a:lnTo>
                    <a:pt x="6821" y="589773"/>
                  </a:lnTo>
                  <a:lnTo>
                    <a:pt x="1724" y="637902"/>
                  </a:lnTo>
                  <a:lnTo>
                    <a:pt x="0" y="686963"/>
                  </a:lnTo>
                  <a:lnTo>
                    <a:pt x="1724" y="736022"/>
                  </a:lnTo>
                  <a:lnTo>
                    <a:pt x="6821" y="784150"/>
                  </a:lnTo>
                  <a:lnTo>
                    <a:pt x="15174" y="831231"/>
                  </a:lnTo>
                  <a:lnTo>
                    <a:pt x="26667" y="877149"/>
                  </a:lnTo>
                  <a:lnTo>
                    <a:pt x="41183" y="921786"/>
                  </a:lnTo>
                  <a:lnTo>
                    <a:pt x="58606" y="965028"/>
                  </a:lnTo>
                  <a:lnTo>
                    <a:pt x="78820" y="1006758"/>
                  </a:lnTo>
                  <a:lnTo>
                    <a:pt x="101709" y="1046859"/>
                  </a:lnTo>
                  <a:lnTo>
                    <a:pt x="127157" y="1085216"/>
                  </a:lnTo>
                  <a:lnTo>
                    <a:pt x="155046" y="1121711"/>
                  </a:lnTo>
                  <a:lnTo>
                    <a:pt x="185262" y="1156230"/>
                  </a:lnTo>
                  <a:lnTo>
                    <a:pt x="217687" y="1188655"/>
                  </a:lnTo>
                  <a:lnTo>
                    <a:pt x="252206" y="1218870"/>
                  </a:lnTo>
                  <a:lnTo>
                    <a:pt x="288702" y="1246759"/>
                  </a:lnTo>
                  <a:lnTo>
                    <a:pt x="327059" y="1272207"/>
                  </a:lnTo>
                  <a:lnTo>
                    <a:pt x="367161" y="1295095"/>
                  </a:lnTo>
                  <a:lnTo>
                    <a:pt x="408891" y="1315309"/>
                  </a:lnTo>
                  <a:lnTo>
                    <a:pt x="452134" y="1332733"/>
                  </a:lnTo>
                  <a:lnTo>
                    <a:pt x="496773" y="1347248"/>
                  </a:lnTo>
                  <a:lnTo>
                    <a:pt x="542691" y="1358741"/>
                  </a:lnTo>
                  <a:lnTo>
                    <a:pt x="589773" y="1367094"/>
                  </a:lnTo>
                  <a:lnTo>
                    <a:pt x="637902" y="1372191"/>
                  </a:lnTo>
                  <a:lnTo>
                    <a:pt x="686963" y="1373916"/>
                  </a:lnTo>
                  <a:lnTo>
                    <a:pt x="736022" y="1372191"/>
                  </a:lnTo>
                  <a:lnTo>
                    <a:pt x="784150" y="1367094"/>
                  </a:lnTo>
                  <a:lnTo>
                    <a:pt x="831231" y="1358741"/>
                  </a:lnTo>
                  <a:lnTo>
                    <a:pt x="877149" y="1347248"/>
                  </a:lnTo>
                  <a:lnTo>
                    <a:pt x="921786" y="1332733"/>
                  </a:lnTo>
                  <a:lnTo>
                    <a:pt x="965028" y="1315309"/>
                  </a:lnTo>
                  <a:lnTo>
                    <a:pt x="1006758" y="1295095"/>
                  </a:lnTo>
                  <a:lnTo>
                    <a:pt x="1046859" y="1272207"/>
                  </a:lnTo>
                  <a:lnTo>
                    <a:pt x="1085216" y="1246759"/>
                  </a:lnTo>
                  <a:lnTo>
                    <a:pt x="1121711" y="1218870"/>
                  </a:lnTo>
                  <a:lnTo>
                    <a:pt x="1156230" y="1188655"/>
                  </a:lnTo>
                  <a:lnTo>
                    <a:pt x="1188655" y="1156230"/>
                  </a:lnTo>
                  <a:lnTo>
                    <a:pt x="1218870" y="1121711"/>
                  </a:lnTo>
                  <a:lnTo>
                    <a:pt x="1246759" y="1085216"/>
                  </a:lnTo>
                  <a:lnTo>
                    <a:pt x="1272207" y="1046859"/>
                  </a:lnTo>
                  <a:lnTo>
                    <a:pt x="1295095" y="1006758"/>
                  </a:lnTo>
                  <a:lnTo>
                    <a:pt x="1315309" y="965028"/>
                  </a:lnTo>
                  <a:lnTo>
                    <a:pt x="1332733" y="921786"/>
                  </a:lnTo>
                  <a:lnTo>
                    <a:pt x="1347248" y="877149"/>
                  </a:lnTo>
                  <a:lnTo>
                    <a:pt x="1358741" y="831231"/>
                  </a:lnTo>
                  <a:lnTo>
                    <a:pt x="1367094" y="784150"/>
                  </a:lnTo>
                  <a:lnTo>
                    <a:pt x="1367565" y="779704"/>
                  </a:lnTo>
                  <a:lnTo>
                    <a:pt x="102216" y="779704"/>
                  </a:lnTo>
                  <a:lnTo>
                    <a:pt x="99072" y="756898"/>
                  </a:lnTo>
                  <a:lnTo>
                    <a:pt x="96790" y="733832"/>
                  </a:lnTo>
                  <a:lnTo>
                    <a:pt x="95399" y="710517"/>
                  </a:lnTo>
                  <a:lnTo>
                    <a:pt x="94929" y="686963"/>
                  </a:lnTo>
                  <a:lnTo>
                    <a:pt x="96891" y="638406"/>
                  </a:lnTo>
                  <a:lnTo>
                    <a:pt x="102677" y="590931"/>
                  </a:lnTo>
                  <a:lnTo>
                    <a:pt x="112134" y="544689"/>
                  </a:lnTo>
                  <a:lnTo>
                    <a:pt x="125111" y="499833"/>
                  </a:lnTo>
                  <a:lnTo>
                    <a:pt x="141453" y="456515"/>
                  </a:lnTo>
                  <a:lnTo>
                    <a:pt x="161010" y="414888"/>
                  </a:lnTo>
                  <a:lnTo>
                    <a:pt x="183628" y="375103"/>
                  </a:lnTo>
                  <a:lnTo>
                    <a:pt x="209156" y="337314"/>
                  </a:lnTo>
                  <a:lnTo>
                    <a:pt x="237441" y="301672"/>
                  </a:lnTo>
                  <a:lnTo>
                    <a:pt x="268330" y="268330"/>
                  </a:lnTo>
                  <a:lnTo>
                    <a:pt x="301672" y="237441"/>
                  </a:lnTo>
                  <a:lnTo>
                    <a:pt x="337314" y="209156"/>
                  </a:lnTo>
                  <a:lnTo>
                    <a:pt x="375103" y="183628"/>
                  </a:lnTo>
                  <a:lnTo>
                    <a:pt x="414888" y="161010"/>
                  </a:lnTo>
                  <a:lnTo>
                    <a:pt x="456515" y="141453"/>
                  </a:lnTo>
                  <a:lnTo>
                    <a:pt x="499833" y="125111"/>
                  </a:lnTo>
                  <a:lnTo>
                    <a:pt x="544689" y="112134"/>
                  </a:lnTo>
                  <a:lnTo>
                    <a:pt x="590931" y="102677"/>
                  </a:lnTo>
                  <a:lnTo>
                    <a:pt x="638406" y="96891"/>
                  </a:lnTo>
                  <a:lnTo>
                    <a:pt x="686963" y="94929"/>
                  </a:lnTo>
                  <a:lnTo>
                    <a:pt x="1034980" y="94929"/>
                  </a:lnTo>
                  <a:lnTo>
                    <a:pt x="1006758" y="78820"/>
                  </a:lnTo>
                  <a:lnTo>
                    <a:pt x="965028" y="58606"/>
                  </a:lnTo>
                  <a:lnTo>
                    <a:pt x="921786" y="41183"/>
                  </a:lnTo>
                  <a:lnTo>
                    <a:pt x="877149" y="26667"/>
                  </a:lnTo>
                  <a:lnTo>
                    <a:pt x="831231" y="15174"/>
                  </a:lnTo>
                  <a:lnTo>
                    <a:pt x="784150" y="6821"/>
                  </a:lnTo>
                  <a:lnTo>
                    <a:pt x="736022" y="1724"/>
                  </a:lnTo>
                  <a:lnTo>
                    <a:pt x="686963" y="0"/>
                  </a:lnTo>
                  <a:close/>
                </a:path>
                <a:path w="1374140" h="1374139">
                  <a:moveTo>
                    <a:pt x="913658" y="387181"/>
                  </a:moveTo>
                  <a:lnTo>
                    <a:pt x="907675" y="395134"/>
                  </a:lnTo>
                  <a:lnTo>
                    <a:pt x="613248" y="779704"/>
                  </a:lnTo>
                  <a:lnTo>
                    <a:pt x="753778" y="779704"/>
                  </a:lnTo>
                  <a:lnTo>
                    <a:pt x="914003" y="387454"/>
                  </a:lnTo>
                  <a:lnTo>
                    <a:pt x="913658" y="387181"/>
                  </a:lnTo>
                  <a:close/>
                </a:path>
                <a:path w="1374140" h="1374139">
                  <a:moveTo>
                    <a:pt x="1034980" y="94929"/>
                  </a:moveTo>
                  <a:lnTo>
                    <a:pt x="686963" y="94929"/>
                  </a:lnTo>
                  <a:lnTo>
                    <a:pt x="735518" y="96891"/>
                  </a:lnTo>
                  <a:lnTo>
                    <a:pt x="782992" y="102677"/>
                  </a:lnTo>
                  <a:lnTo>
                    <a:pt x="829232" y="112134"/>
                  </a:lnTo>
                  <a:lnTo>
                    <a:pt x="874087" y="125111"/>
                  </a:lnTo>
                  <a:lnTo>
                    <a:pt x="917404" y="141453"/>
                  </a:lnTo>
                  <a:lnTo>
                    <a:pt x="959031" y="161010"/>
                  </a:lnTo>
                  <a:lnTo>
                    <a:pt x="998815" y="183628"/>
                  </a:lnTo>
                  <a:lnTo>
                    <a:pt x="1036604" y="209156"/>
                  </a:lnTo>
                  <a:lnTo>
                    <a:pt x="1072245" y="237441"/>
                  </a:lnTo>
                  <a:lnTo>
                    <a:pt x="1105586" y="268330"/>
                  </a:lnTo>
                  <a:lnTo>
                    <a:pt x="1136475" y="301672"/>
                  </a:lnTo>
                  <a:lnTo>
                    <a:pt x="1164760" y="337314"/>
                  </a:lnTo>
                  <a:lnTo>
                    <a:pt x="1190288" y="375103"/>
                  </a:lnTo>
                  <a:lnTo>
                    <a:pt x="1212906" y="414888"/>
                  </a:lnTo>
                  <a:lnTo>
                    <a:pt x="1232462" y="456515"/>
                  </a:lnTo>
                  <a:lnTo>
                    <a:pt x="1248805" y="499833"/>
                  </a:lnTo>
                  <a:lnTo>
                    <a:pt x="1261781" y="544689"/>
                  </a:lnTo>
                  <a:lnTo>
                    <a:pt x="1271238" y="590931"/>
                  </a:lnTo>
                  <a:lnTo>
                    <a:pt x="1277024" y="638406"/>
                  </a:lnTo>
                  <a:lnTo>
                    <a:pt x="1278987" y="686963"/>
                  </a:lnTo>
                  <a:lnTo>
                    <a:pt x="1278518" y="710517"/>
                  </a:lnTo>
                  <a:lnTo>
                    <a:pt x="1277131" y="733832"/>
                  </a:lnTo>
                  <a:lnTo>
                    <a:pt x="1274852" y="756898"/>
                  </a:lnTo>
                  <a:lnTo>
                    <a:pt x="1271709" y="779704"/>
                  </a:lnTo>
                  <a:lnTo>
                    <a:pt x="1367565" y="779704"/>
                  </a:lnTo>
                  <a:lnTo>
                    <a:pt x="1372191" y="736022"/>
                  </a:lnTo>
                  <a:lnTo>
                    <a:pt x="1373916" y="686963"/>
                  </a:lnTo>
                  <a:lnTo>
                    <a:pt x="1372191" y="637902"/>
                  </a:lnTo>
                  <a:lnTo>
                    <a:pt x="1367094" y="589773"/>
                  </a:lnTo>
                  <a:lnTo>
                    <a:pt x="1358741" y="542691"/>
                  </a:lnTo>
                  <a:lnTo>
                    <a:pt x="1347248" y="496773"/>
                  </a:lnTo>
                  <a:lnTo>
                    <a:pt x="1332733" y="452134"/>
                  </a:lnTo>
                  <a:lnTo>
                    <a:pt x="1315309" y="408891"/>
                  </a:lnTo>
                  <a:lnTo>
                    <a:pt x="1295095" y="367161"/>
                  </a:lnTo>
                  <a:lnTo>
                    <a:pt x="1272207" y="327059"/>
                  </a:lnTo>
                  <a:lnTo>
                    <a:pt x="1246759" y="288702"/>
                  </a:lnTo>
                  <a:lnTo>
                    <a:pt x="1218870" y="252206"/>
                  </a:lnTo>
                  <a:lnTo>
                    <a:pt x="1188655" y="217687"/>
                  </a:lnTo>
                  <a:lnTo>
                    <a:pt x="1156230" y="185262"/>
                  </a:lnTo>
                  <a:lnTo>
                    <a:pt x="1121711" y="155046"/>
                  </a:lnTo>
                  <a:lnTo>
                    <a:pt x="1085216" y="127157"/>
                  </a:lnTo>
                  <a:lnTo>
                    <a:pt x="1046859" y="101709"/>
                  </a:lnTo>
                  <a:lnTo>
                    <a:pt x="1034980" y="94929"/>
                  </a:lnTo>
                  <a:close/>
                </a:path>
              </a:pathLst>
            </a:custGeom>
            <a:solidFill>
              <a:srgbClr val="4641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6307404" y="2428360"/>
              <a:ext cx="1012190" cy="78105"/>
            </a:xfrm>
            <a:custGeom>
              <a:avLst/>
              <a:gdLst/>
              <a:ahLst/>
              <a:cxnLst/>
              <a:rect l="l" t="t" r="r" b="b"/>
              <a:pathLst>
                <a:path w="1012190" h="78105">
                  <a:moveTo>
                    <a:pt x="63322" y="65087"/>
                  </a:moveTo>
                  <a:lnTo>
                    <a:pt x="16256" y="65087"/>
                  </a:lnTo>
                  <a:lnTo>
                    <a:pt x="16256" y="44640"/>
                  </a:lnTo>
                  <a:lnTo>
                    <a:pt x="57696" y="44640"/>
                  </a:lnTo>
                  <a:lnTo>
                    <a:pt x="57696" y="32080"/>
                  </a:lnTo>
                  <a:lnTo>
                    <a:pt x="16256" y="32080"/>
                  </a:lnTo>
                  <a:lnTo>
                    <a:pt x="16256" y="12560"/>
                  </a:lnTo>
                  <a:lnTo>
                    <a:pt x="61048" y="12560"/>
                  </a:lnTo>
                  <a:lnTo>
                    <a:pt x="61048" y="0"/>
                  </a:lnTo>
                  <a:lnTo>
                    <a:pt x="0" y="0"/>
                  </a:lnTo>
                  <a:lnTo>
                    <a:pt x="0" y="77647"/>
                  </a:lnTo>
                  <a:lnTo>
                    <a:pt x="63322" y="77647"/>
                  </a:lnTo>
                  <a:lnTo>
                    <a:pt x="63322" y="65087"/>
                  </a:lnTo>
                  <a:close/>
                </a:path>
                <a:path w="1012190" h="78105">
                  <a:moveTo>
                    <a:pt x="1011936" y="0"/>
                  </a:moveTo>
                  <a:lnTo>
                    <a:pt x="954671" y="0"/>
                  </a:lnTo>
                  <a:lnTo>
                    <a:pt x="954671" y="77647"/>
                  </a:lnTo>
                  <a:lnTo>
                    <a:pt x="970927" y="77647"/>
                  </a:lnTo>
                  <a:lnTo>
                    <a:pt x="970927" y="49161"/>
                  </a:lnTo>
                  <a:lnTo>
                    <a:pt x="1010666" y="49161"/>
                  </a:lnTo>
                  <a:lnTo>
                    <a:pt x="1010666" y="36601"/>
                  </a:lnTo>
                  <a:lnTo>
                    <a:pt x="970927" y="36601"/>
                  </a:lnTo>
                  <a:lnTo>
                    <a:pt x="970927" y="12560"/>
                  </a:lnTo>
                  <a:lnTo>
                    <a:pt x="1011936" y="12560"/>
                  </a:lnTo>
                  <a:lnTo>
                    <a:pt x="1011936" y="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6382075" y="2721899"/>
              <a:ext cx="828040" cy="165100"/>
            </a:xfrm>
            <a:custGeom>
              <a:avLst/>
              <a:gdLst/>
              <a:ahLst/>
              <a:cxnLst/>
              <a:rect l="l" t="t" r="r" b="b"/>
              <a:pathLst>
                <a:path w="828040" h="165100">
                  <a:moveTo>
                    <a:pt x="746343" y="0"/>
                  </a:moveTo>
                  <a:lnTo>
                    <a:pt x="81547" y="0"/>
                  </a:lnTo>
                  <a:lnTo>
                    <a:pt x="49806" y="6408"/>
                  </a:lnTo>
                  <a:lnTo>
                    <a:pt x="23885" y="23886"/>
                  </a:lnTo>
                  <a:lnTo>
                    <a:pt x="6408" y="49810"/>
                  </a:lnTo>
                  <a:lnTo>
                    <a:pt x="0" y="81557"/>
                  </a:lnTo>
                  <a:lnTo>
                    <a:pt x="0" y="83201"/>
                  </a:lnTo>
                  <a:lnTo>
                    <a:pt x="6408" y="114942"/>
                  </a:lnTo>
                  <a:lnTo>
                    <a:pt x="23885" y="140863"/>
                  </a:lnTo>
                  <a:lnTo>
                    <a:pt x="49806" y="158340"/>
                  </a:lnTo>
                  <a:lnTo>
                    <a:pt x="81547" y="164748"/>
                  </a:lnTo>
                  <a:lnTo>
                    <a:pt x="746343" y="164748"/>
                  </a:lnTo>
                  <a:lnTo>
                    <a:pt x="778084" y="158340"/>
                  </a:lnTo>
                  <a:lnTo>
                    <a:pt x="804005" y="140863"/>
                  </a:lnTo>
                  <a:lnTo>
                    <a:pt x="821482" y="114942"/>
                  </a:lnTo>
                  <a:lnTo>
                    <a:pt x="827891" y="83201"/>
                  </a:lnTo>
                  <a:lnTo>
                    <a:pt x="827891" y="81557"/>
                  </a:lnTo>
                  <a:lnTo>
                    <a:pt x="821482" y="49810"/>
                  </a:lnTo>
                  <a:lnTo>
                    <a:pt x="804005" y="23886"/>
                  </a:lnTo>
                  <a:lnTo>
                    <a:pt x="778084" y="6408"/>
                  </a:lnTo>
                  <a:lnTo>
                    <a:pt x="746343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6404312" y="2744833"/>
              <a:ext cx="553085" cy="119380"/>
            </a:xfrm>
            <a:custGeom>
              <a:avLst/>
              <a:gdLst/>
              <a:ahLst/>
              <a:cxnLst/>
              <a:rect l="l" t="t" r="r" b="b"/>
              <a:pathLst>
                <a:path w="553084" h="119380">
                  <a:moveTo>
                    <a:pt x="552695" y="0"/>
                  </a:moveTo>
                  <a:lnTo>
                    <a:pt x="72919" y="0"/>
                  </a:lnTo>
                  <a:lnTo>
                    <a:pt x="44536" y="4624"/>
                  </a:lnTo>
                  <a:lnTo>
                    <a:pt x="21357" y="17235"/>
                  </a:lnTo>
                  <a:lnTo>
                    <a:pt x="5730" y="35940"/>
                  </a:lnTo>
                  <a:lnTo>
                    <a:pt x="0" y="58846"/>
                  </a:lnTo>
                  <a:lnTo>
                    <a:pt x="0" y="60040"/>
                  </a:lnTo>
                  <a:lnTo>
                    <a:pt x="5730" y="82942"/>
                  </a:lnTo>
                  <a:lnTo>
                    <a:pt x="21357" y="101647"/>
                  </a:lnTo>
                  <a:lnTo>
                    <a:pt x="44536" y="114260"/>
                  </a:lnTo>
                  <a:lnTo>
                    <a:pt x="72919" y="118886"/>
                  </a:lnTo>
                  <a:lnTo>
                    <a:pt x="552695" y="118886"/>
                  </a:lnTo>
                  <a:lnTo>
                    <a:pt x="552695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5" name="object 155" descr=""/>
          <p:cNvGrpSpPr/>
          <p:nvPr/>
        </p:nvGrpSpPr>
        <p:grpSpPr>
          <a:xfrm>
            <a:off x="3786341" y="6699571"/>
            <a:ext cx="1616075" cy="920750"/>
            <a:chOff x="3786341" y="6699571"/>
            <a:chExt cx="1616075" cy="920750"/>
          </a:xfrm>
        </p:grpSpPr>
        <p:sp>
          <p:nvSpPr>
            <p:cNvPr id="156" name="object 156" descr=""/>
            <p:cNvSpPr/>
            <p:nvPr/>
          </p:nvSpPr>
          <p:spPr>
            <a:xfrm>
              <a:off x="3946918" y="6769005"/>
              <a:ext cx="1455420" cy="851535"/>
            </a:xfrm>
            <a:custGeom>
              <a:avLst/>
              <a:gdLst/>
              <a:ahLst/>
              <a:cxnLst/>
              <a:rect l="l" t="t" r="r" b="b"/>
              <a:pathLst>
                <a:path w="1455420" h="851534">
                  <a:moveTo>
                    <a:pt x="1316776" y="0"/>
                  </a:moveTo>
                  <a:lnTo>
                    <a:pt x="0" y="0"/>
                  </a:lnTo>
                  <a:lnTo>
                    <a:pt x="0" y="37381"/>
                  </a:lnTo>
                  <a:lnTo>
                    <a:pt x="1316776" y="37381"/>
                  </a:lnTo>
                  <a:lnTo>
                    <a:pt x="1356032" y="45308"/>
                  </a:lnTo>
                  <a:lnTo>
                    <a:pt x="1388125" y="66916"/>
                  </a:lnTo>
                  <a:lnTo>
                    <a:pt x="1409780" y="98942"/>
                  </a:lnTo>
                  <a:lnTo>
                    <a:pt x="1417726" y="138121"/>
                  </a:lnTo>
                  <a:lnTo>
                    <a:pt x="1417726" y="712910"/>
                  </a:lnTo>
                  <a:lnTo>
                    <a:pt x="1409780" y="752091"/>
                  </a:lnTo>
                  <a:lnTo>
                    <a:pt x="1388125" y="784120"/>
                  </a:lnTo>
                  <a:lnTo>
                    <a:pt x="1356032" y="805731"/>
                  </a:lnTo>
                  <a:lnTo>
                    <a:pt x="1316776" y="813661"/>
                  </a:lnTo>
                  <a:lnTo>
                    <a:pt x="1200329" y="813661"/>
                  </a:lnTo>
                  <a:lnTo>
                    <a:pt x="1200329" y="851031"/>
                  </a:lnTo>
                  <a:lnTo>
                    <a:pt x="1316776" y="851031"/>
                  </a:lnTo>
                  <a:lnTo>
                    <a:pt x="1360473" y="843977"/>
                  </a:lnTo>
                  <a:lnTo>
                    <a:pt x="1398457" y="824345"/>
                  </a:lnTo>
                  <a:lnTo>
                    <a:pt x="1428433" y="794427"/>
                  </a:lnTo>
                  <a:lnTo>
                    <a:pt x="1448103" y="756518"/>
                  </a:lnTo>
                  <a:lnTo>
                    <a:pt x="1455170" y="712910"/>
                  </a:lnTo>
                  <a:lnTo>
                    <a:pt x="1455170" y="138121"/>
                  </a:lnTo>
                  <a:lnTo>
                    <a:pt x="1448103" y="94513"/>
                  </a:lnTo>
                  <a:lnTo>
                    <a:pt x="1428433" y="56603"/>
                  </a:lnTo>
                  <a:lnTo>
                    <a:pt x="1398457" y="26686"/>
                  </a:lnTo>
                  <a:lnTo>
                    <a:pt x="1360473" y="7053"/>
                  </a:lnTo>
                  <a:lnTo>
                    <a:pt x="1316776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147247" y="7551281"/>
              <a:ext cx="206957" cy="68751"/>
            </a:xfrm>
            <a:prstGeom prst="rect">
              <a:avLst/>
            </a:prstGeom>
          </p:spPr>
        </p:pic>
        <p:pic>
          <p:nvPicPr>
            <p:cNvPr id="158" name="object 15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786341" y="6699571"/>
              <a:ext cx="255948" cy="172884"/>
            </a:xfrm>
            <a:prstGeom prst="rect">
              <a:avLst/>
            </a:prstGeom>
          </p:spPr>
        </p:pic>
        <p:pic>
          <p:nvPicPr>
            <p:cNvPr id="159" name="object 15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904078" y="7214245"/>
              <a:ext cx="200999" cy="134366"/>
            </a:xfrm>
            <a:prstGeom prst="rect">
              <a:avLst/>
            </a:prstGeom>
          </p:spPr>
        </p:pic>
        <p:pic>
          <p:nvPicPr>
            <p:cNvPr id="160" name="object 16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43886" y="7214245"/>
              <a:ext cx="200999" cy="134366"/>
            </a:xfrm>
            <a:prstGeom prst="rect">
              <a:avLst/>
            </a:prstGeom>
          </p:spPr>
        </p:pic>
      </p:grpSp>
      <p:pic>
        <p:nvPicPr>
          <p:cNvPr id="161" name="object 161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967835" y="7728315"/>
            <a:ext cx="219361" cy="222338"/>
          </a:xfrm>
          <a:prstGeom prst="rect">
            <a:avLst/>
          </a:prstGeom>
        </p:spPr>
      </p:pic>
      <p:grpSp>
        <p:nvGrpSpPr>
          <p:cNvPr id="162" name="object 162" descr=""/>
          <p:cNvGrpSpPr/>
          <p:nvPr/>
        </p:nvGrpSpPr>
        <p:grpSpPr>
          <a:xfrm>
            <a:off x="3916801" y="7045356"/>
            <a:ext cx="1315720" cy="905510"/>
            <a:chOff x="3916801" y="7045356"/>
            <a:chExt cx="1315720" cy="905510"/>
          </a:xfrm>
        </p:grpSpPr>
        <p:pic>
          <p:nvPicPr>
            <p:cNvPr id="163" name="object 16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961766" y="7728315"/>
              <a:ext cx="219361" cy="222338"/>
            </a:xfrm>
            <a:prstGeom prst="rect">
              <a:avLst/>
            </a:prstGeom>
          </p:spPr>
        </p:pic>
        <p:sp>
          <p:nvSpPr>
            <p:cNvPr id="164" name="object 164" descr=""/>
            <p:cNvSpPr/>
            <p:nvPr/>
          </p:nvSpPr>
          <p:spPr>
            <a:xfrm>
              <a:off x="3916801" y="7045356"/>
              <a:ext cx="1315720" cy="819150"/>
            </a:xfrm>
            <a:custGeom>
              <a:avLst/>
              <a:gdLst/>
              <a:ahLst/>
              <a:cxnLst/>
              <a:rect l="l" t="t" r="r" b="b"/>
              <a:pathLst>
                <a:path w="1315720" h="819150">
                  <a:moveTo>
                    <a:pt x="894087" y="0"/>
                  </a:moveTo>
                  <a:lnTo>
                    <a:pt x="421275" y="0"/>
                  </a:lnTo>
                  <a:lnTo>
                    <a:pt x="377814" y="4917"/>
                  </a:lnTo>
                  <a:lnTo>
                    <a:pt x="337663" y="19089"/>
                  </a:lnTo>
                  <a:lnTo>
                    <a:pt x="302607" y="41642"/>
                  </a:lnTo>
                  <a:lnTo>
                    <a:pt x="274431" y="71704"/>
                  </a:lnTo>
                  <a:lnTo>
                    <a:pt x="153764" y="239322"/>
                  </a:lnTo>
                  <a:lnTo>
                    <a:pt x="145392" y="249993"/>
                  </a:lnTo>
                  <a:lnTo>
                    <a:pt x="136096" y="260001"/>
                  </a:lnTo>
                  <a:lnTo>
                    <a:pt x="125907" y="269276"/>
                  </a:lnTo>
                  <a:lnTo>
                    <a:pt x="80758" y="304216"/>
                  </a:lnTo>
                  <a:lnTo>
                    <a:pt x="43071" y="341680"/>
                  </a:lnTo>
                  <a:lnTo>
                    <a:pt x="12562" y="387673"/>
                  </a:lnTo>
                  <a:lnTo>
                    <a:pt x="0" y="439724"/>
                  </a:lnTo>
                  <a:lnTo>
                    <a:pt x="677" y="488169"/>
                  </a:lnTo>
                  <a:lnTo>
                    <a:pt x="2872" y="546750"/>
                  </a:lnTo>
                  <a:lnTo>
                    <a:pt x="6827" y="609341"/>
                  </a:lnTo>
                  <a:lnTo>
                    <a:pt x="12786" y="669819"/>
                  </a:lnTo>
                  <a:lnTo>
                    <a:pt x="20990" y="722058"/>
                  </a:lnTo>
                  <a:lnTo>
                    <a:pt x="31683" y="759932"/>
                  </a:lnTo>
                  <a:lnTo>
                    <a:pt x="68731" y="783006"/>
                  </a:lnTo>
                  <a:lnTo>
                    <a:pt x="148385" y="793212"/>
                  </a:lnTo>
                  <a:lnTo>
                    <a:pt x="200212" y="797720"/>
                  </a:lnTo>
                  <a:lnTo>
                    <a:pt x="257237" y="801824"/>
                  </a:lnTo>
                  <a:lnTo>
                    <a:pt x="317358" y="805521"/>
                  </a:lnTo>
                  <a:lnTo>
                    <a:pt x="378474" y="808805"/>
                  </a:lnTo>
                  <a:lnTo>
                    <a:pt x="438483" y="811672"/>
                  </a:lnTo>
                  <a:lnTo>
                    <a:pt x="546773" y="816136"/>
                  </a:lnTo>
                  <a:lnTo>
                    <a:pt x="590851" y="817723"/>
                  </a:lnTo>
                  <a:lnTo>
                    <a:pt x="657681" y="818886"/>
                  </a:lnTo>
                  <a:lnTo>
                    <a:pt x="691093" y="818595"/>
                  </a:lnTo>
                  <a:lnTo>
                    <a:pt x="820079" y="814117"/>
                  </a:lnTo>
                  <a:lnTo>
                    <a:pt x="876879" y="811672"/>
                  </a:lnTo>
                  <a:lnTo>
                    <a:pt x="936888" y="808805"/>
                  </a:lnTo>
                  <a:lnTo>
                    <a:pt x="998003" y="805521"/>
                  </a:lnTo>
                  <a:lnTo>
                    <a:pt x="1058124" y="801824"/>
                  </a:lnTo>
                  <a:lnTo>
                    <a:pt x="1115147" y="797720"/>
                  </a:lnTo>
                  <a:lnTo>
                    <a:pt x="1166973" y="793212"/>
                  </a:lnTo>
                  <a:lnTo>
                    <a:pt x="1211499" y="788306"/>
                  </a:lnTo>
                  <a:lnTo>
                    <a:pt x="1270244" y="777316"/>
                  </a:lnTo>
                  <a:lnTo>
                    <a:pt x="1294366" y="722058"/>
                  </a:lnTo>
                  <a:lnTo>
                    <a:pt x="1302570" y="669819"/>
                  </a:lnTo>
                  <a:lnTo>
                    <a:pt x="1308527" y="609341"/>
                  </a:lnTo>
                  <a:lnTo>
                    <a:pt x="1312481" y="546750"/>
                  </a:lnTo>
                  <a:lnTo>
                    <a:pt x="1314675" y="488169"/>
                  </a:lnTo>
                  <a:lnTo>
                    <a:pt x="1315352" y="439724"/>
                  </a:lnTo>
                  <a:lnTo>
                    <a:pt x="1302791" y="387673"/>
                  </a:lnTo>
                  <a:lnTo>
                    <a:pt x="1272285" y="341680"/>
                  </a:lnTo>
                  <a:lnTo>
                    <a:pt x="1234602" y="304216"/>
                  </a:lnTo>
                  <a:lnTo>
                    <a:pt x="1200507" y="277750"/>
                  </a:lnTo>
                  <a:lnTo>
                    <a:pt x="1189455" y="269276"/>
                  </a:lnTo>
                  <a:lnTo>
                    <a:pt x="1179266" y="260001"/>
                  </a:lnTo>
                  <a:lnTo>
                    <a:pt x="1169970" y="249993"/>
                  </a:lnTo>
                  <a:lnTo>
                    <a:pt x="1161598" y="239322"/>
                  </a:lnTo>
                  <a:lnTo>
                    <a:pt x="1040931" y="71704"/>
                  </a:lnTo>
                  <a:lnTo>
                    <a:pt x="1012755" y="41642"/>
                  </a:lnTo>
                  <a:lnTo>
                    <a:pt x="977699" y="19089"/>
                  </a:lnTo>
                  <a:lnTo>
                    <a:pt x="937548" y="4917"/>
                  </a:lnTo>
                  <a:lnTo>
                    <a:pt x="894087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3916807" y="7380277"/>
              <a:ext cx="1315720" cy="484505"/>
            </a:xfrm>
            <a:custGeom>
              <a:avLst/>
              <a:gdLst/>
              <a:ahLst/>
              <a:cxnLst/>
              <a:rect l="l" t="t" r="r" b="b"/>
              <a:pathLst>
                <a:path w="1315720" h="484504">
                  <a:moveTo>
                    <a:pt x="1266317" y="0"/>
                  </a:moveTo>
                  <a:lnTo>
                    <a:pt x="1261250" y="66165"/>
                  </a:lnTo>
                  <a:lnTo>
                    <a:pt x="1253375" y="115301"/>
                  </a:lnTo>
                  <a:lnTo>
                    <a:pt x="1227648" y="162068"/>
                  </a:lnTo>
                  <a:lnTo>
                    <a:pt x="1165338" y="179850"/>
                  </a:lnTo>
                  <a:lnTo>
                    <a:pt x="1117714" y="191361"/>
                  </a:lnTo>
                  <a:lnTo>
                    <a:pt x="1062580" y="203723"/>
                  </a:lnTo>
                  <a:lnTo>
                    <a:pt x="1002541" y="216261"/>
                  </a:lnTo>
                  <a:lnTo>
                    <a:pt x="940199" y="228304"/>
                  </a:lnTo>
                  <a:lnTo>
                    <a:pt x="878157" y="239177"/>
                  </a:lnTo>
                  <a:lnTo>
                    <a:pt x="819018" y="248209"/>
                  </a:lnTo>
                  <a:lnTo>
                    <a:pt x="765386" y="254725"/>
                  </a:lnTo>
                  <a:lnTo>
                    <a:pt x="719862" y="258054"/>
                  </a:lnTo>
                  <a:lnTo>
                    <a:pt x="657672" y="259209"/>
                  </a:lnTo>
                  <a:lnTo>
                    <a:pt x="626583" y="258920"/>
                  </a:lnTo>
                  <a:lnTo>
                    <a:pt x="549963" y="254725"/>
                  </a:lnTo>
                  <a:lnTo>
                    <a:pt x="496330" y="248209"/>
                  </a:lnTo>
                  <a:lnTo>
                    <a:pt x="437190" y="239177"/>
                  </a:lnTo>
                  <a:lnTo>
                    <a:pt x="375148" y="228304"/>
                  </a:lnTo>
                  <a:lnTo>
                    <a:pt x="312807" y="216261"/>
                  </a:lnTo>
                  <a:lnTo>
                    <a:pt x="252768" y="203723"/>
                  </a:lnTo>
                  <a:lnTo>
                    <a:pt x="197636" y="191361"/>
                  </a:lnTo>
                  <a:lnTo>
                    <a:pt x="150013" y="179850"/>
                  </a:lnTo>
                  <a:lnTo>
                    <a:pt x="112501" y="169861"/>
                  </a:lnTo>
                  <a:lnTo>
                    <a:pt x="73048" y="147304"/>
                  </a:lnTo>
                  <a:lnTo>
                    <a:pt x="54102" y="66165"/>
                  </a:lnTo>
                  <a:lnTo>
                    <a:pt x="49035" y="0"/>
                  </a:lnTo>
                  <a:lnTo>
                    <a:pt x="30139" y="23259"/>
                  </a:lnTo>
                  <a:lnTo>
                    <a:pt x="14532" y="48738"/>
                  </a:lnTo>
                  <a:lnTo>
                    <a:pt x="3917" y="76048"/>
                  </a:lnTo>
                  <a:lnTo>
                    <a:pt x="0" y="104803"/>
                  </a:lnTo>
                  <a:lnTo>
                    <a:pt x="677" y="153247"/>
                  </a:lnTo>
                  <a:lnTo>
                    <a:pt x="2870" y="211828"/>
                  </a:lnTo>
                  <a:lnTo>
                    <a:pt x="6824" y="274420"/>
                  </a:lnTo>
                  <a:lnTo>
                    <a:pt x="12781" y="334897"/>
                  </a:lnTo>
                  <a:lnTo>
                    <a:pt x="20986" y="387136"/>
                  </a:lnTo>
                  <a:lnTo>
                    <a:pt x="31680" y="425010"/>
                  </a:lnTo>
                  <a:lnTo>
                    <a:pt x="68729" y="448084"/>
                  </a:lnTo>
                  <a:lnTo>
                    <a:pt x="148379" y="458290"/>
                  </a:lnTo>
                  <a:lnTo>
                    <a:pt x="200204" y="462798"/>
                  </a:lnTo>
                  <a:lnTo>
                    <a:pt x="257228" y="466902"/>
                  </a:lnTo>
                  <a:lnTo>
                    <a:pt x="317349" y="470599"/>
                  </a:lnTo>
                  <a:lnTo>
                    <a:pt x="378464" y="473883"/>
                  </a:lnTo>
                  <a:lnTo>
                    <a:pt x="438473" y="476750"/>
                  </a:lnTo>
                  <a:lnTo>
                    <a:pt x="546762" y="481214"/>
                  </a:lnTo>
                  <a:lnTo>
                    <a:pt x="590840" y="482802"/>
                  </a:lnTo>
                  <a:lnTo>
                    <a:pt x="657671" y="483964"/>
                  </a:lnTo>
                  <a:lnTo>
                    <a:pt x="691083" y="483673"/>
                  </a:lnTo>
                  <a:lnTo>
                    <a:pt x="820070" y="479195"/>
                  </a:lnTo>
                  <a:lnTo>
                    <a:pt x="876871" y="476750"/>
                  </a:lnTo>
                  <a:lnTo>
                    <a:pt x="936880" y="473883"/>
                  </a:lnTo>
                  <a:lnTo>
                    <a:pt x="997997" y="470599"/>
                  </a:lnTo>
                  <a:lnTo>
                    <a:pt x="1058119" y="466902"/>
                  </a:lnTo>
                  <a:lnTo>
                    <a:pt x="1115144" y="462798"/>
                  </a:lnTo>
                  <a:lnTo>
                    <a:pt x="1166971" y="458290"/>
                  </a:lnTo>
                  <a:lnTo>
                    <a:pt x="1211498" y="453384"/>
                  </a:lnTo>
                  <a:lnTo>
                    <a:pt x="1270244" y="442394"/>
                  </a:lnTo>
                  <a:lnTo>
                    <a:pt x="1294366" y="387136"/>
                  </a:lnTo>
                  <a:lnTo>
                    <a:pt x="1302570" y="334897"/>
                  </a:lnTo>
                  <a:lnTo>
                    <a:pt x="1308527" y="274420"/>
                  </a:lnTo>
                  <a:lnTo>
                    <a:pt x="1312481" y="211828"/>
                  </a:lnTo>
                  <a:lnTo>
                    <a:pt x="1314675" y="153247"/>
                  </a:lnTo>
                  <a:lnTo>
                    <a:pt x="1315352" y="104803"/>
                  </a:lnTo>
                  <a:lnTo>
                    <a:pt x="1311435" y="76048"/>
                  </a:lnTo>
                  <a:lnTo>
                    <a:pt x="1300820" y="48738"/>
                  </a:lnTo>
                  <a:lnTo>
                    <a:pt x="1285212" y="23259"/>
                  </a:lnTo>
                  <a:lnTo>
                    <a:pt x="1266317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4064800" y="7440339"/>
              <a:ext cx="1019810" cy="382905"/>
            </a:xfrm>
            <a:custGeom>
              <a:avLst/>
              <a:gdLst/>
              <a:ahLst/>
              <a:cxnLst/>
              <a:rect l="l" t="t" r="r" b="b"/>
              <a:pathLst>
                <a:path w="1019810" h="382904">
                  <a:moveTo>
                    <a:pt x="1002804" y="13957"/>
                  </a:moveTo>
                  <a:lnTo>
                    <a:pt x="999096" y="9118"/>
                  </a:lnTo>
                  <a:lnTo>
                    <a:pt x="995197" y="4457"/>
                  </a:lnTo>
                  <a:lnTo>
                    <a:pt x="991158" y="0"/>
                  </a:lnTo>
                  <a:lnTo>
                    <a:pt x="990854" y="5829"/>
                  </a:lnTo>
                  <a:lnTo>
                    <a:pt x="990523" y="11404"/>
                  </a:lnTo>
                  <a:lnTo>
                    <a:pt x="990168" y="16840"/>
                  </a:lnTo>
                  <a:lnTo>
                    <a:pt x="998816" y="14884"/>
                  </a:lnTo>
                  <a:lnTo>
                    <a:pt x="1002804" y="13957"/>
                  </a:lnTo>
                  <a:close/>
                </a:path>
                <a:path w="1019810" h="382904">
                  <a:moveTo>
                    <a:pt x="1019733" y="274904"/>
                  </a:moveTo>
                  <a:lnTo>
                    <a:pt x="1005484" y="235648"/>
                  </a:lnTo>
                  <a:lnTo>
                    <a:pt x="965187" y="239572"/>
                  </a:lnTo>
                  <a:lnTo>
                    <a:pt x="918959" y="243179"/>
                  </a:lnTo>
                  <a:lnTo>
                    <a:pt x="868489" y="246468"/>
                  </a:lnTo>
                  <a:lnTo>
                    <a:pt x="815467" y="249428"/>
                  </a:lnTo>
                  <a:lnTo>
                    <a:pt x="761580" y="252056"/>
                  </a:lnTo>
                  <a:lnTo>
                    <a:pt x="708533" y="254355"/>
                  </a:lnTo>
                  <a:lnTo>
                    <a:pt x="611708" y="257911"/>
                  </a:lnTo>
                  <a:lnTo>
                    <a:pt x="571322" y="259181"/>
                  </a:lnTo>
                  <a:lnTo>
                    <a:pt x="509676" y="260096"/>
                  </a:lnTo>
                  <a:lnTo>
                    <a:pt x="478853" y="259867"/>
                  </a:lnTo>
                  <a:lnTo>
                    <a:pt x="361505" y="256298"/>
                  </a:lnTo>
                  <a:lnTo>
                    <a:pt x="311162" y="254355"/>
                  </a:lnTo>
                  <a:lnTo>
                    <a:pt x="258330" y="252056"/>
                  </a:lnTo>
                  <a:lnTo>
                    <a:pt x="204673" y="249428"/>
                  </a:lnTo>
                  <a:lnTo>
                    <a:pt x="151866" y="246468"/>
                  </a:lnTo>
                  <a:lnTo>
                    <a:pt x="101574" y="243179"/>
                  </a:lnTo>
                  <a:lnTo>
                    <a:pt x="55473" y="239572"/>
                  </a:lnTo>
                  <a:lnTo>
                    <a:pt x="15227" y="235648"/>
                  </a:lnTo>
                  <a:lnTo>
                    <a:pt x="0" y="272821"/>
                  </a:lnTo>
                  <a:lnTo>
                    <a:pt x="12636" y="336715"/>
                  </a:lnTo>
                  <a:lnTo>
                    <a:pt x="49225" y="355422"/>
                  </a:lnTo>
                  <a:lnTo>
                    <a:pt x="133578" y="364947"/>
                  </a:lnTo>
                  <a:lnTo>
                    <a:pt x="187731" y="368998"/>
                  </a:lnTo>
                  <a:lnTo>
                    <a:pt x="245821" y="372579"/>
                  </a:lnTo>
                  <a:lnTo>
                    <a:pt x="304812" y="375666"/>
                  </a:lnTo>
                  <a:lnTo>
                    <a:pt x="361657" y="378256"/>
                  </a:lnTo>
                  <a:lnTo>
                    <a:pt x="456806" y="381939"/>
                  </a:lnTo>
                  <a:lnTo>
                    <a:pt x="509676" y="382841"/>
                  </a:lnTo>
                  <a:lnTo>
                    <a:pt x="536105" y="382612"/>
                  </a:lnTo>
                  <a:lnTo>
                    <a:pt x="657694" y="378256"/>
                  </a:lnTo>
                  <a:lnTo>
                    <a:pt x="714540" y="375666"/>
                  </a:lnTo>
                  <a:lnTo>
                    <a:pt x="773531" y="372579"/>
                  </a:lnTo>
                  <a:lnTo>
                    <a:pt x="831621" y="368998"/>
                  </a:lnTo>
                  <a:lnTo>
                    <a:pt x="885774" y="364947"/>
                  </a:lnTo>
                  <a:lnTo>
                    <a:pt x="932954" y="360426"/>
                  </a:lnTo>
                  <a:lnTo>
                    <a:pt x="994257" y="349961"/>
                  </a:lnTo>
                  <a:lnTo>
                    <a:pt x="1017651" y="310603"/>
                  </a:lnTo>
                  <a:lnTo>
                    <a:pt x="1019733" y="274904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4065229" y="7666733"/>
              <a:ext cx="1018540" cy="67310"/>
            </a:xfrm>
            <a:custGeom>
              <a:avLst/>
              <a:gdLst/>
              <a:ahLst/>
              <a:cxnLst/>
              <a:rect l="l" t="t" r="r" b="b"/>
              <a:pathLst>
                <a:path w="1018539" h="67309">
                  <a:moveTo>
                    <a:pt x="962137" y="0"/>
                  </a:moveTo>
                  <a:lnTo>
                    <a:pt x="918329" y="1549"/>
                  </a:lnTo>
                  <a:lnTo>
                    <a:pt x="862908" y="4815"/>
                  </a:lnTo>
                  <a:lnTo>
                    <a:pt x="734381" y="13520"/>
                  </a:lnTo>
                  <a:lnTo>
                    <a:pt x="669853" y="17472"/>
                  </a:lnTo>
                  <a:lnTo>
                    <a:pt x="610866" y="20165"/>
                  </a:lnTo>
                  <a:lnTo>
                    <a:pt x="561710" y="20856"/>
                  </a:lnTo>
                  <a:lnTo>
                    <a:pt x="509252" y="20511"/>
                  </a:lnTo>
                  <a:lnTo>
                    <a:pt x="456802" y="20856"/>
                  </a:lnTo>
                  <a:lnTo>
                    <a:pt x="407643" y="20165"/>
                  </a:lnTo>
                  <a:lnTo>
                    <a:pt x="348655" y="17472"/>
                  </a:lnTo>
                  <a:lnTo>
                    <a:pt x="284126" y="13520"/>
                  </a:lnTo>
                  <a:lnTo>
                    <a:pt x="155599" y="4815"/>
                  </a:lnTo>
                  <a:lnTo>
                    <a:pt x="100178" y="1549"/>
                  </a:lnTo>
                  <a:lnTo>
                    <a:pt x="56368" y="0"/>
                  </a:lnTo>
                  <a:lnTo>
                    <a:pt x="28459" y="909"/>
                  </a:lnTo>
                  <a:lnTo>
                    <a:pt x="18825" y="5274"/>
                  </a:lnTo>
                  <a:lnTo>
                    <a:pt x="10966" y="14739"/>
                  </a:lnTo>
                  <a:lnTo>
                    <a:pt x="4739" y="27961"/>
                  </a:lnTo>
                  <a:lnTo>
                    <a:pt x="0" y="43599"/>
                  </a:lnTo>
                  <a:lnTo>
                    <a:pt x="40567" y="43226"/>
                  </a:lnTo>
                  <a:lnTo>
                    <a:pt x="88026" y="44809"/>
                  </a:lnTo>
                  <a:lnTo>
                    <a:pt x="140410" y="47823"/>
                  </a:lnTo>
                  <a:lnTo>
                    <a:pt x="195754" y="51747"/>
                  </a:lnTo>
                  <a:lnTo>
                    <a:pt x="307460" y="60229"/>
                  </a:lnTo>
                  <a:lnTo>
                    <a:pt x="359891" y="63740"/>
                  </a:lnTo>
                  <a:lnTo>
                    <a:pt x="407420" y="66068"/>
                  </a:lnTo>
                  <a:lnTo>
                    <a:pt x="448080" y="66687"/>
                  </a:lnTo>
                  <a:lnTo>
                    <a:pt x="509255" y="66342"/>
                  </a:lnTo>
                  <a:lnTo>
                    <a:pt x="570422" y="66687"/>
                  </a:lnTo>
                  <a:lnTo>
                    <a:pt x="611082" y="66068"/>
                  </a:lnTo>
                  <a:lnTo>
                    <a:pt x="658611" y="63740"/>
                  </a:lnTo>
                  <a:lnTo>
                    <a:pt x="711042" y="60229"/>
                  </a:lnTo>
                  <a:lnTo>
                    <a:pt x="822750" y="51747"/>
                  </a:lnTo>
                  <a:lnTo>
                    <a:pt x="878095" y="47823"/>
                  </a:lnTo>
                  <a:lnTo>
                    <a:pt x="930481" y="44809"/>
                  </a:lnTo>
                  <a:lnTo>
                    <a:pt x="977942" y="43226"/>
                  </a:lnTo>
                  <a:lnTo>
                    <a:pt x="1018513" y="43599"/>
                  </a:lnTo>
                  <a:lnTo>
                    <a:pt x="1013771" y="27961"/>
                  </a:lnTo>
                  <a:lnTo>
                    <a:pt x="1007541" y="14739"/>
                  </a:lnTo>
                  <a:lnTo>
                    <a:pt x="999679" y="5274"/>
                  </a:lnTo>
                  <a:lnTo>
                    <a:pt x="990043" y="909"/>
                  </a:lnTo>
                  <a:lnTo>
                    <a:pt x="962137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4081361" y="7440337"/>
              <a:ext cx="12700" cy="17145"/>
            </a:xfrm>
            <a:custGeom>
              <a:avLst/>
              <a:gdLst/>
              <a:ahLst/>
              <a:cxnLst/>
              <a:rect l="l" t="t" r="r" b="b"/>
              <a:pathLst>
                <a:path w="12700" h="17145">
                  <a:moveTo>
                    <a:pt x="11643" y="0"/>
                  </a:moveTo>
                  <a:lnTo>
                    <a:pt x="7601" y="4450"/>
                  </a:lnTo>
                  <a:lnTo>
                    <a:pt x="3685" y="9109"/>
                  </a:lnTo>
                  <a:lnTo>
                    <a:pt x="0" y="13947"/>
                  </a:lnTo>
                  <a:lnTo>
                    <a:pt x="8188" y="15842"/>
                  </a:lnTo>
                  <a:lnTo>
                    <a:pt x="12627" y="16837"/>
                  </a:lnTo>
                  <a:lnTo>
                    <a:pt x="11936" y="5821"/>
                  </a:lnTo>
                  <a:lnTo>
                    <a:pt x="11643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4141502" y="7080179"/>
              <a:ext cx="866140" cy="227965"/>
            </a:xfrm>
            <a:custGeom>
              <a:avLst/>
              <a:gdLst/>
              <a:ahLst/>
              <a:cxnLst/>
              <a:rect l="l" t="t" r="r" b="b"/>
              <a:pathLst>
                <a:path w="866139" h="227965">
                  <a:moveTo>
                    <a:pt x="634263" y="0"/>
                  </a:moveTo>
                  <a:lnTo>
                    <a:pt x="231699" y="0"/>
                  </a:lnTo>
                  <a:lnTo>
                    <a:pt x="203573" y="3109"/>
                  </a:lnTo>
                  <a:lnTo>
                    <a:pt x="177104" y="12150"/>
                  </a:lnTo>
                  <a:lnTo>
                    <a:pt x="153211" y="26694"/>
                  </a:lnTo>
                  <a:lnTo>
                    <a:pt x="132812" y="46312"/>
                  </a:lnTo>
                  <a:lnTo>
                    <a:pt x="0" y="205690"/>
                  </a:lnTo>
                  <a:lnTo>
                    <a:pt x="1465" y="209250"/>
                  </a:lnTo>
                  <a:lnTo>
                    <a:pt x="63390" y="213689"/>
                  </a:lnTo>
                  <a:lnTo>
                    <a:pt x="110594" y="216696"/>
                  </a:lnTo>
                  <a:lnTo>
                    <a:pt x="166595" y="219876"/>
                  </a:lnTo>
                  <a:lnTo>
                    <a:pt x="229114" y="222909"/>
                  </a:lnTo>
                  <a:lnTo>
                    <a:pt x="295871" y="225473"/>
                  </a:lnTo>
                  <a:lnTo>
                    <a:pt x="364586" y="227246"/>
                  </a:lnTo>
                  <a:lnTo>
                    <a:pt x="432981" y="227909"/>
                  </a:lnTo>
                  <a:lnTo>
                    <a:pt x="501373" y="227246"/>
                  </a:lnTo>
                  <a:lnTo>
                    <a:pt x="570087" y="225473"/>
                  </a:lnTo>
                  <a:lnTo>
                    <a:pt x="636843" y="222909"/>
                  </a:lnTo>
                  <a:lnTo>
                    <a:pt x="699362" y="219876"/>
                  </a:lnTo>
                  <a:lnTo>
                    <a:pt x="755363" y="216696"/>
                  </a:lnTo>
                  <a:lnTo>
                    <a:pt x="802566" y="213689"/>
                  </a:lnTo>
                  <a:lnTo>
                    <a:pt x="864497" y="209250"/>
                  </a:lnTo>
                  <a:lnTo>
                    <a:pt x="865963" y="205690"/>
                  </a:lnTo>
                  <a:lnTo>
                    <a:pt x="733150" y="46312"/>
                  </a:lnTo>
                  <a:lnTo>
                    <a:pt x="712751" y="26694"/>
                  </a:lnTo>
                  <a:lnTo>
                    <a:pt x="688858" y="12150"/>
                  </a:lnTo>
                  <a:lnTo>
                    <a:pt x="662389" y="3109"/>
                  </a:lnTo>
                  <a:lnTo>
                    <a:pt x="634263" y="0"/>
                  </a:lnTo>
                  <a:close/>
                </a:path>
              </a:pathLst>
            </a:custGeom>
            <a:solidFill>
              <a:srgbClr val="332C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969774" y="7368238"/>
              <a:ext cx="242086" cy="224684"/>
            </a:xfrm>
            <a:prstGeom prst="rect">
              <a:avLst/>
            </a:prstGeom>
          </p:spPr>
        </p:pic>
        <p:pic>
          <p:nvPicPr>
            <p:cNvPr id="171" name="object 17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935587" y="7368238"/>
              <a:ext cx="242086" cy="224684"/>
            </a:xfrm>
            <a:prstGeom prst="rect">
              <a:avLst/>
            </a:prstGeom>
          </p:spPr>
        </p:pic>
        <p:sp>
          <p:nvSpPr>
            <p:cNvPr id="172" name="object 172" descr=""/>
            <p:cNvSpPr/>
            <p:nvPr/>
          </p:nvSpPr>
          <p:spPr>
            <a:xfrm>
              <a:off x="5107201" y="7628750"/>
              <a:ext cx="88265" cy="88265"/>
            </a:xfrm>
            <a:custGeom>
              <a:avLst/>
              <a:gdLst/>
              <a:ahLst/>
              <a:cxnLst/>
              <a:rect l="l" t="t" r="r" b="b"/>
              <a:pathLst>
                <a:path w="88264" h="88265">
                  <a:moveTo>
                    <a:pt x="43914" y="0"/>
                  </a:moveTo>
                  <a:lnTo>
                    <a:pt x="26822" y="3451"/>
                  </a:lnTo>
                  <a:lnTo>
                    <a:pt x="12863" y="12864"/>
                  </a:lnTo>
                  <a:lnTo>
                    <a:pt x="3451" y="26826"/>
                  </a:lnTo>
                  <a:lnTo>
                    <a:pt x="0" y="43925"/>
                  </a:lnTo>
                  <a:lnTo>
                    <a:pt x="3451" y="61023"/>
                  </a:lnTo>
                  <a:lnTo>
                    <a:pt x="12863" y="74985"/>
                  </a:lnTo>
                  <a:lnTo>
                    <a:pt x="26822" y="84399"/>
                  </a:lnTo>
                  <a:lnTo>
                    <a:pt x="43914" y="87850"/>
                  </a:lnTo>
                  <a:lnTo>
                    <a:pt x="61013" y="84399"/>
                  </a:lnTo>
                  <a:lnTo>
                    <a:pt x="74975" y="74985"/>
                  </a:lnTo>
                  <a:lnTo>
                    <a:pt x="84388" y="61023"/>
                  </a:lnTo>
                  <a:lnTo>
                    <a:pt x="87840" y="43925"/>
                  </a:lnTo>
                  <a:lnTo>
                    <a:pt x="84388" y="26826"/>
                  </a:lnTo>
                  <a:lnTo>
                    <a:pt x="74975" y="12864"/>
                  </a:lnTo>
                  <a:lnTo>
                    <a:pt x="61013" y="3451"/>
                  </a:lnTo>
                  <a:lnTo>
                    <a:pt x="43914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5120122" y="7641671"/>
              <a:ext cx="62230" cy="62230"/>
            </a:xfrm>
            <a:custGeom>
              <a:avLst/>
              <a:gdLst/>
              <a:ahLst/>
              <a:cxnLst/>
              <a:rect l="l" t="t" r="r" b="b"/>
              <a:pathLst>
                <a:path w="62229" h="62229">
                  <a:moveTo>
                    <a:pt x="30993" y="0"/>
                  </a:moveTo>
                  <a:lnTo>
                    <a:pt x="18928" y="2436"/>
                  </a:lnTo>
                  <a:lnTo>
                    <a:pt x="9076" y="9082"/>
                  </a:lnTo>
                  <a:lnTo>
                    <a:pt x="2435" y="18937"/>
                  </a:lnTo>
                  <a:lnTo>
                    <a:pt x="0" y="31004"/>
                  </a:lnTo>
                  <a:lnTo>
                    <a:pt x="2435" y="43071"/>
                  </a:lnTo>
                  <a:lnTo>
                    <a:pt x="9076" y="52926"/>
                  </a:lnTo>
                  <a:lnTo>
                    <a:pt x="18928" y="59571"/>
                  </a:lnTo>
                  <a:lnTo>
                    <a:pt x="30993" y="62008"/>
                  </a:lnTo>
                  <a:lnTo>
                    <a:pt x="43065" y="59571"/>
                  </a:lnTo>
                  <a:lnTo>
                    <a:pt x="52919" y="52926"/>
                  </a:lnTo>
                  <a:lnTo>
                    <a:pt x="59562" y="43071"/>
                  </a:lnTo>
                  <a:lnTo>
                    <a:pt x="61998" y="31004"/>
                  </a:lnTo>
                  <a:lnTo>
                    <a:pt x="59562" y="18937"/>
                  </a:lnTo>
                  <a:lnTo>
                    <a:pt x="52919" y="9082"/>
                  </a:lnTo>
                  <a:lnTo>
                    <a:pt x="43065" y="2436"/>
                  </a:lnTo>
                  <a:lnTo>
                    <a:pt x="3099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3952038" y="7628750"/>
              <a:ext cx="88265" cy="88265"/>
            </a:xfrm>
            <a:custGeom>
              <a:avLst/>
              <a:gdLst/>
              <a:ahLst/>
              <a:cxnLst/>
              <a:rect l="l" t="t" r="r" b="b"/>
              <a:pathLst>
                <a:path w="88264" h="88265">
                  <a:moveTo>
                    <a:pt x="43914" y="0"/>
                  </a:moveTo>
                  <a:lnTo>
                    <a:pt x="26822" y="3451"/>
                  </a:lnTo>
                  <a:lnTo>
                    <a:pt x="12863" y="12864"/>
                  </a:lnTo>
                  <a:lnTo>
                    <a:pt x="3451" y="26826"/>
                  </a:lnTo>
                  <a:lnTo>
                    <a:pt x="0" y="43925"/>
                  </a:lnTo>
                  <a:lnTo>
                    <a:pt x="3451" y="61023"/>
                  </a:lnTo>
                  <a:lnTo>
                    <a:pt x="12863" y="74985"/>
                  </a:lnTo>
                  <a:lnTo>
                    <a:pt x="26822" y="84399"/>
                  </a:lnTo>
                  <a:lnTo>
                    <a:pt x="43914" y="87850"/>
                  </a:lnTo>
                  <a:lnTo>
                    <a:pt x="61013" y="84399"/>
                  </a:lnTo>
                  <a:lnTo>
                    <a:pt x="74975" y="74985"/>
                  </a:lnTo>
                  <a:lnTo>
                    <a:pt x="84388" y="61023"/>
                  </a:lnTo>
                  <a:lnTo>
                    <a:pt x="87840" y="43925"/>
                  </a:lnTo>
                  <a:lnTo>
                    <a:pt x="84388" y="26826"/>
                  </a:lnTo>
                  <a:lnTo>
                    <a:pt x="74975" y="12864"/>
                  </a:lnTo>
                  <a:lnTo>
                    <a:pt x="61013" y="3451"/>
                  </a:lnTo>
                  <a:lnTo>
                    <a:pt x="43914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3964940" y="7345292"/>
              <a:ext cx="1219200" cy="445770"/>
            </a:xfrm>
            <a:custGeom>
              <a:avLst/>
              <a:gdLst/>
              <a:ahLst/>
              <a:cxnLst/>
              <a:rect l="l" t="t" r="r" b="b"/>
              <a:pathLst>
                <a:path w="1219200" h="445770">
                  <a:moveTo>
                    <a:pt x="62014" y="327393"/>
                  </a:moveTo>
                  <a:lnTo>
                    <a:pt x="59575" y="315328"/>
                  </a:lnTo>
                  <a:lnTo>
                    <a:pt x="52933" y="305473"/>
                  </a:lnTo>
                  <a:lnTo>
                    <a:pt x="43078" y="298818"/>
                  </a:lnTo>
                  <a:lnTo>
                    <a:pt x="31013" y="296379"/>
                  </a:lnTo>
                  <a:lnTo>
                    <a:pt x="18948" y="298818"/>
                  </a:lnTo>
                  <a:lnTo>
                    <a:pt x="9093" y="305473"/>
                  </a:lnTo>
                  <a:lnTo>
                    <a:pt x="2438" y="315328"/>
                  </a:lnTo>
                  <a:lnTo>
                    <a:pt x="0" y="327393"/>
                  </a:lnTo>
                  <a:lnTo>
                    <a:pt x="2438" y="339458"/>
                  </a:lnTo>
                  <a:lnTo>
                    <a:pt x="9093" y="349313"/>
                  </a:lnTo>
                  <a:lnTo>
                    <a:pt x="18948" y="355955"/>
                  </a:lnTo>
                  <a:lnTo>
                    <a:pt x="31013" y="358394"/>
                  </a:lnTo>
                  <a:lnTo>
                    <a:pt x="43078" y="355955"/>
                  </a:lnTo>
                  <a:lnTo>
                    <a:pt x="52933" y="349313"/>
                  </a:lnTo>
                  <a:lnTo>
                    <a:pt x="59575" y="339458"/>
                  </a:lnTo>
                  <a:lnTo>
                    <a:pt x="62014" y="327393"/>
                  </a:lnTo>
                  <a:close/>
                </a:path>
                <a:path w="1219200" h="445770">
                  <a:moveTo>
                    <a:pt x="88722" y="439521"/>
                  </a:moveTo>
                  <a:lnTo>
                    <a:pt x="85648" y="399542"/>
                  </a:lnTo>
                  <a:lnTo>
                    <a:pt x="81534" y="395185"/>
                  </a:lnTo>
                  <a:lnTo>
                    <a:pt x="12954" y="386080"/>
                  </a:lnTo>
                  <a:lnTo>
                    <a:pt x="6299" y="387172"/>
                  </a:lnTo>
                  <a:lnTo>
                    <a:pt x="1701" y="391464"/>
                  </a:lnTo>
                  <a:lnTo>
                    <a:pt x="12" y="397535"/>
                  </a:lnTo>
                  <a:lnTo>
                    <a:pt x="2070" y="403974"/>
                  </a:lnTo>
                  <a:lnTo>
                    <a:pt x="35814" y="429971"/>
                  </a:lnTo>
                  <a:lnTo>
                    <a:pt x="73825" y="443611"/>
                  </a:lnTo>
                  <a:lnTo>
                    <a:pt x="81432" y="445604"/>
                  </a:lnTo>
                  <a:lnTo>
                    <a:pt x="88722" y="439521"/>
                  </a:lnTo>
                  <a:close/>
                </a:path>
                <a:path w="1219200" h="445770">
                  <a:moveTo>
                    <a:pt x="1025055" y="0"/>
                  </a:moveTo>
                  <a:lnTo>
                    <a:pt x="935088" y="8585"/>
                  </a:lnTo>
                  <a:lnTo>
                    <a:pt x="795032" y="15875"/>
                  </a:lnTo>
                  <a:lnTo>
                    <a:pt x="666115" y="20942"/>
                  </a:lnTo>
                  <a:lnTo>
                    <a:pt x="609536" y="22834"/>
                  </a:lnTo>
                  <a:lnTo>
                    <a:pt x="402704" y="16319"/>
                  </a:lnTo>
                  <a:lnTo>
                    <a:pt x="290474" y="11760"/>
                  </a:lnTo>
                  <a:lnTo>
                    <a:pt x="233908" y="7035"/>
                  </a:lnTo>
                  <a:lnTo>
                    <a:pt x="194017" y="0"/>
                  </a:lnTo>
                  <a:lnTo>
                    <a:pt x="235572" y="118262"/>
                  </a:lnTo>
                  <a:lnTo>
                    <a:pt x="259308" y="180428"/>
                  </a:lnTo>
                  <a:lnTo>
                    <a:pt x="288988" y="218427"/>
                  </a:lnTo>
                  <a:lnTo>
                    <a:pt x="354164" y="237058"/>
                  </a:lnTo>
                  <a:lnTo>
                    <a:pt x="410108" y="247497"/>
                  </a:lnTo>
                  <a:lnTo>
                    <a:pt x="474751" y="256755"/>
                  </a:lnTo>
                  <a:lnTo>
                    <a:pt x="542937" y="263372"/>
                  </a:lnTo>
                  <a:lnTo>
                    <a:pt x="609536" y="265899"/>
                  </a:lnTo>
                  <a:lnTo>
                    <a:pt x="676135" y="263372"/>
                  </a:lnTo>
                  <a:lnTo>
                    <a:pt x="744321" y="256755"/>
                  </a:lnTo>
                  <a:lnTo>
                    <a:pt x="808964" y="247497"/>
                  </a:lnTo>
                  <a:lnTo>
                    <a:pt x="864908" y="237058"/>
                  </a:lnTo>
                  <a:lnTo>
                    <a:pt x="906995" y="226885"/>
                  </a:lnTo>
                  <a:lnTo>
                    <a:pt x="954938" y="178282"/>
                  </a:lnTo>
                  <a:lnTo>
                    <a:pt x="986472" y="103873"/>
                  </a:lnTo>
                  <a:lnTo>
                    <a:pt x="1013548" y="32131"/>
                  </a:lnTo>
                  <a:lnTo>
                    <a:pt x="1025055" y="0"/>
                  </a:lnTo>
                  <a:close/>
                </a:path>
                <a:path w="1219200" h="445770">
                  <a:moveTo>
                    <a:pt x="1218742" y="397535"/>
                  </a:moveTo>
                  <a:lnTo>
                    <a:pt x="1217041" y="391464"/>
                  </a:lnTo>
                  <a:lnTo>
                    <a:pt x="1212443" y="387172"/>
                  </a:lnTo>
                  <a:lnTo>
                    <a:pt x="1205788" y="386080"/>
                  </a:lnTo>
                  <a:lnTo>
                    <a:pt x="1137221" y="395185"/>
                  </a:lnTo>
                  <a:lnTo>
                    <a:pt x="1133106" y="399542"/>
                  </a:lnTo>
                  <a:lnTo>
                    <a:pt x="1130020" y="439521"/>
                  </a:lnTo>
                  <a:lnTo>
                    <a:pt x="1137323" y="445604"/>
                  </a:lnTo>
                  <a:lnTo>
                    <a:pt x="1182928" y="429971"/>
                  </a:lnTo>
                  <a:lnTo>
                    <a:pt x="1216685" y="403974"/>
                  </a:lnTo>
                  <a:lnTo>
                    <a:pt x="1218742" y="39753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4554744" y="7553447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4">
                  <a:moveTo>
                    <a:pt x="19737" y="0"/>
                  </a:moveTo>
                  <a:lnTo>
                    <a:pt x="12055" y="1551"/>
                  </a:lnTo>
                  <a:lnTo>
                    <a:pt x="5781" y="5781"/>
                  </a:lnTo>
                  <a:lnTo>
                    <a:pt x="1551" y="12055"/>
                  </a:lnTo>
                  <a:lnTo>
                    <a:pt x="0" y="19737"/>
                  </a:lnTo>
                  <a:lnTo>
                    <a:pt x="1551" y="27420"/>
                  </a:lnTo>
                  <a:lnTo>
                    <a:pt x="5781" y="33694"/>
                  </a:lnTo>
                  <a:lnTo>
                    <a:pt x="12055" y="37924"/>
                  </a:lnTo>
                  <a:lnTo>
                    <a:pt x="19737" y="39475"/>
                  </a:lnTo>
                  <a:lnTo>
                    <a:pt x="27420" y="37924"/>
                  </a:lnTo>
                  <a:lnTo>
                    <a:pt x="33694" y="33694"/>
                  </a:lnTo>
                  <a:lnTo>
                    <a:pt x="37924" y="27420"/>
                  </a:lnTo>
                  <a:lnTo>
                    <a:pt x="39475" y="19737"/>
                  </a:lnTo>
                  <a:lnTo>
                    <a:pt x="37924" y="12055"/>
                  </a:lnTo>
                  <a:lnTo>
                    <a:pt x="33694" y="5781"/>
                  </a:lnTo>
                  <a:lnTo>
                    <a:pt x="27420" y="1551"/>
                  </a:lnTo>
                  <a:lnTo>
                    <a:pt x="19737" y="0"/>
                  </a:lnTo>
                  <a:close/>
                </a:path>
              </a:pathLst>
            </a:custGeom>
            <a:solidFill>
              <a:srgbClr val="A3A3A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7" name="object 177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879274" y="8811804"/>
            <a:ext cx="1613910" cy="1262348"/>
          </a:xfrm>
          <a:prstGeom prst="rect">
            <a:avLst/>
          </a:prstGeom>
        </p:spPr>
      </p:pic>
      <p:grpSp>
        <p:nvGrpSpPr>
          <p:cNvPr id="178" name="object 178" descr=""/>
          <p:cNvGrpSpPr/>
          <p:nvPr/>
        </p:nvGrpSpPr>
        <p:grpSpPr>
          <a:xfrm>
            <a:off x="9050824" y="8878458"/>
            <a:ext cx="4206875" cy="1466850"/>
            <a:chOff x="9050824" y="8878458"/>
            <a:chExt cx="4206875" cy="1466850"/>
          </a:xfrm>
        </p:grpSpPr>
        <p:sp>
          <p:nvSpPr>
            <p:cNvPr id="179" name="object 179" descr=""/>
            <p:cNvSpPr/>
            <p:nvPr/>
          </p:nvSpPr>
          <p:spPr>
            <a:xfrm>
              <a:off x="9050824" y="8878458"/>
              <a:ext cx="4206875" cy="1332230"/>
            </a:xfrm>
            <a:custGeom>
              <a:avLst/>
              <a:gdLst/>
              <a:ahLst/>
              <a:cxnLst/>
              <a:rect l="l" t="t" r="r" b="b"/>
              <a:pathLst>
                <a:path w="4206875" h="1332229">
                  <a:moveTo>
                    <a:pt x="2212361" y="0"/>
                  </a:moveTo>
                  <a:lnTo>
                    <a:pt x="2166287" y="681"/>
                  </a:lnTo>
                  <a:lnTo>
                    <a:pt x="2121547" y="2691"/>
                  </a:lnTo>
                  <a:lnTo>
                    <a:pt x="2078050" y="5973"/>
                  </a:lnTo>
                  <a:lnTo>
                    <a:pt x="2035704" y="10476"/>
                  </a:lnTo>
                  <a:lnTo>
                    <a:pt x="1994419" y="16143"/>
                  </a:lnTo>
                  <a:lnTo>
                    <a:pt x="1954102" y="22922"/>
                  </a:lnTo>
                  <a:lnTo>
                    <a:pt x="1914661" y="30758"/>
                  </a:lnTo>
                  <a:lnTo>
                    <a:pt x="1876006" y="39597"/>
                  </a:lnTo>
                  <a:lnTo>
                    <a:pt x="1838044" y="49386"/>
                  </a:lnTo>
                  <a:lnTo>
                    <a:pt x="1800685" y="60070"/>
                  </a:lnTo>
                  <a:lnTo>
                    <a:pt x="1763835" y="71594"/>
                  </a:lnTo>
                  <a:lnTo>
                    <a:pt x="1727405" y="83906"/>
                  </a:lnTo>
                  <a:lnTo>
                    <a:pt x="1691302" y="96950"/>
                  </a:lnTo>
                  <a:lnTo>
                    <a:pt x="1655434" y="110674"/>
                  </a:lnTo>
                  <a:lnTo>
                    <a:pt x="1619710" y="125022"/>
                  </a:lnTo>
                  <a:lnTo>
                    <a:pt x="1584039" y="139941"/>
                  </a:lnTo>
                  <a:lnTo>
                    <a:pt x="1548328" y="155377"/>
                  </a:lnTo>
                  <a:lnTo>
                    <a:pt x="1512486" y="171275"/>
                  </a:lnTo>
                  <a:lnTo>
                    <a:pt x="1289562" y="273355"/>
                  </a:lnTo>
                  <a:lnTo>
                    <a:pt x="1210055" y="308633"/>
                  </a:lnTo>
                  <a:lnTo>
                    <a:pt x="1168914" y="326263"/>
                  </a:lnTo>
                  <a:lnTo>
                    <a:pt x="1126727" y="343815"/>
                  </a:lnTo>
                  <a:lnTo>
                    <a:pt x="1083401" y="361235"/>
                  </a:lnTo>
                  <a:lnTo>
                    <a:pt x="1038846" y="378470"/>
                  </a:lnTo>
                  <a:lnTo>
                    <a:pt x="992969" y="395464"/>
                  </a:lnTo>
                  <a:lnTo>
                    <a:pt x="945678" y="412164"/>
                  </a:lnTo>
                  <a:lnTo>
                    <a:pt x="896883" y="428516"/>
                  </a:lnTo>
                  <a:lnTo>
                    <a:pt x="846492" y="444466"/>
                  </a:lnTo>
                  <a:lnTo>
                    <a:pt x="794413" y="459960"/>
                  </a:lnTo>
                  <a:lnTo>
                    <a:pt x="740554" y="474943"/>
                  </a:lnTo>
                  <a:lnTo>
                    <a:pt x="684824" y="489362"/>
                  </a:lnTo>
                  <a:lnTo>
                    <a:pt x="627132" y="503163"/>
                  </a:lnTo>
                  <a:lnTo>
                    <a:pt x="567385" y="516291"/>
                  </a:lnTo>
                  <a:lnTo>
                    <a:pt x="505492" y="528693"/>
                  </a:lnTo>
                  <a:lnTo>
                    <a:pt x="441361" y="540314"/>
                  </a:lnTo>
                  <a:lnTo>
                    <a:pt x="374902" y="551100"/>
                  </a:lnTo>
                  <a:lnTo>
                    <a:pt x="306022" y="560998"/>
                  </a:lnTo>
                  <a:lnTo>
                    <a:pt x="265043" y="569022"/>
                  </a:lnTo>
                  <a:lnTo>
                    <a:pt x="227902" y="581407"/>
                  </a:lnTo>
                  <a:lnTo>
                    <a:pt x="164319" y="616996"/>
                  </a:lnTo>
                  <a:lnTo>
                    <a:pt x="121171" y="655548"/>
                  </a:lnTo>
                  <a:lnTo>
                    <a:pt x="86279" y="699527"/>
                  </a:lnTo>
                  <a:lnTo>
                    <a:pt x="58777" y="746571"/>
                  </a:lnTo>
                  <a:lnTo>
                    <a:pt x="37797" y="794314"/>
                  </a:lnTo>
                  <a:lnTo>
                    <a:pt x="22469" y="840392"/>
                  </a:lnTo>
                  <a:lnTo>
                    <a:pt x="11927" y="882440"/>
                  </a:lnTo>
                  <a:lnTo>
                    <a:pt x="1727" y="944986"/>
                  </a:lnTo>
                  <a:lnTo>
                    <a:pt x="0" y="964148"/>
                  </a:lnTo>
                  <a:lnTo>
                    <a:pt x="142142" y="1331980"/>
                  </a:lnTo>
                  <a:lnTo>
                    <a:pt x="388721" y="1331980"/>
                  </a:lnTo>
                  <a:lnTo>
                    <a:pt x="365021" y="1290560"/>
                  </a:lnTo>
                  <a:lnTo>
                    <a:pt x="346067" y="1246378"/>
                  </a:lnTo>
                  <a:lnTo>
                    <a:pt x="332158" y="1199778"/>
                  </a:lnTo>
                  <a:lnTo>
                    <a:pt x="323592" y="1151100"/>
                  </a:lnTo>
                  <a:lnTo>
                    <a:pt x="320670" y="1100688"/>
                  </a:lnTo>
                  <a:lnTo>
                    <a:pt x="323174" y="1054203"/>
                  </a:lnTo>
                  <a:lnTo>
                    <a:pt x="330511" y="1009161"/>
                  </a:lnTo>
                  <a:lnTo>
                    <a:pt x="342421" y="965825"/>
                  </a:lnTo>
                  <a:lnTo>
                    <a:pt x="358644" y="924456"/>
                  </a:lnTo>
                  <a:lnTo>
                    <a:pt x="378920" y="885314"/>
                  </a:lnTo>
                  <a:lnTo>
                    <a:pt x="402988" y="848661"/>
                  </a:lnTo>
                  <a:lnTo>
                    <a:pt x="430587" y="814758"/>
                  </a:lnTo>
                  <a:lnTo>
                    <a:pt x="461458" y="783865"/>
                  </a:lnTo>
                  <a:lnTo>
                    <a:pt x="495340" y="756245"/>
                  </a:lnTo>
                  <a:lnTo>
                    <a:pt x="531973" y="732158"/>
                  </a:lnTo>
                  <a:lnTo>
                    <a:pt x="571096" y="711864"/>
                  </a:lnTo>
                  <a:lnTo>
                    <a:pt x="612449" y="695626"/>
                  </a:lnTo>
                  <a:lnTo>
                    <a:pt x="655772" y="683704"/>
                  </a:lnTo>
                  <a:lnTo>
                    <a:pt x="700804" y="676360"/>
                  </a:lnTo>
                  <a:lnTo>
                    <a:pt x="747286" y="673853"/>
                  </a:lnTo>
                  <a:lnTo>
                    <a:pt x="4183826" y="673853"/>
                  </a:lnTo>
                  <a:lnTo>
                    <a:pt x="4177723" y="661347"/>
                  </a:lnTo>
                  <a:lnTo>
                    <a:pt x="4153892" y="617725"/>
                  </a:lnTo>
                  <a:lnTo>
                    <a:pt x="4122965" y="564544"/>
                  </a:lnTo>
                  <a:lnTo>
                    <a:pt x="4087905" y="507644"/>
                  </a:lnTo>
                  <a:lnTo>
                    <a:pt x="4051674" y="452863"/>
                  </a:lnTo>
                  <a:lnTo>
                    <a:pt x="4017236" y="406043"/>
                  </a:lnTo>
                  <a:lnTo>
                    <a:pt x="3987552" y="373023"/>
                  </a:lnTo>
                  <a:lnTo>
                    <a:pt x="3913873" y="353621"/>
                  </a:lnTo>
                  <a:lnTo>
                    <a:pt x="3865417" y="345727"/>
                  </a:lnTo>
                  <a:lnTo>
                    <a:pt x="3819752" y="336107"/>
                  </a:lnTo>
                  <a:lnTo>
                    <a:pt x="3776412" y="324904"/>
                  </a:lnTo>
                  <a:lnTo>
                    <a:pt x="3734933" y="312262"/>
                  </a:lnTo>
                  <a:lnTo>
                    <a:pt x="3697502" y="299392"/>
                  </a:lnTo>
                  <a:lnTo>
                    <a:pt x="3660887" y="285568"/>
                  </a:lnTo>
                  <a:lnTo>
                    <a:pt x="3624706" y="270918"/>
                  </a:lnTo>
                  <a:lnTo>
                    <a:pt x="3588577" y="255571"/>
                  </a:lnTo>
                  <a:lnTo>
                    <a:pt x="3476680" y="206632"/>
                  </a:lnTo>
                  <a:lnTo>
                    <a:pt x="3436937" y="189781"/>
                  </a:lnTo>
                  <a:lnTo>
                    <a:pt x="3395336" y="172874"/>
                  </a:lnTo>
                  <a:lnTo>
                    <a:pt x="3351493" y="156041"/>
                  </a:lnTo>
                  <a:lnTo>
                    <a:pt x="3305027" y="139409"/>
                  </a:lnTo>
                  <a:lnTo>
                    <a:pt x="3255556" y="123106"/>
                  </a:lnTo>
                  <a:lnTo>
                    <a:pt x="3202697" y="107262"/>
                  </a:lnTo>
                  <a:lnTo>
                    <a:pt x="3146068" y="92004"/>
                  </a:lnTo>
                  <a:lnTo>
                    <a:pt x="3085288" y="77462"/>
                  </a:lnTo>
                  <a:lnTo>
                    <a:pt x="3019973" y="63762"/>
                  </a:lnTo>
                  <a:lnTo>
                    <a:pt x="2949742" y="51035"/>
                  </a:lnTo>
                  <a:lnTo>
                    <a:pt x="2912050" y="45019"/>
                  </a:lnTo>
                  <a:lnTo>
                    <a:pt x="2872935" y="39303"/>
                  </a:lnTo>
                  <a:lnTo>
                    <a:pt x="2832348" y="33902"/>
                  </a:lnTo>
                  <a:lnTo>
                    <a:pt x="2790239" y="28834"/>
                  </a:lnTo>
                  <a:lnTo>
                    <a:pt x="2746558" y="24117"/>
                  </a:lnTo>
                  <a:lnTo>
                    <a:pt x="2701256" y="19767"/>
                  </a:lnTo>
                  <a:lnTo>
                    <a:pt x="2654283" y="15802"/>
                  </a:lnTo>
                  <a:lnTo>
                    <a:pt x="2605588" y="12239"/>
                  </a:lnTo>
                  <a:lnTo>
                    <a:pt x="2555123" y="9095"/>
                  </a:lnTo>
                  <a:lnTo>
                    <a:pt x="2502838" y="6388"/>
                  </a:lnTo>
                  <a:lnTo>
                    <a:pt x="2392606" y="2351"/>
                  </a:lnTo>
                  <a:lnTo>
                    <a:pt x="2274496" y="266"/>
                  </a:lnTo>
                  <a:lnTo>
                    <a:pt x="2212361" y="0"/>
                  </a:lnTo>
                  <a:close/>
                </a:path>
                <a:path w="4206875" h="1332229">
                  <a:moveTo>
                    <a:pt x="3508374" y="673853"/>
                  </a:moveTo>
                  <a:lnTo>
                    <a:pt x="747286" y="673853"/>
                  </a:lnTo>
                  <a:lnTo>
                    <a:pt x="793810" y="676360"/>
                  </a:lnTo>
                  <a:lnTo>
                    <a:pt x="838880" y="683704"/>
                  </a:lnTo>
                  <a:lnTo>
                    <a:pt x="882235" y="695626"/>
                  </a:lnTo>
                  <a:lnTo>
                    <a:pt x="923615" y="711864"/>
                  </a:lnTo>
                  <a:lnTo>
                    <a:pt x="962761" y="732158"/>
                  </a:lnTo>
                  <a:lnTo>
                    <a:pt x="999412" y="756245"/>
                  </a:lnTo>
                  <a:lnTo>
                    <a:pt x="1033309" y="783865"/>
                  </a:lnTo>
                  <a:lnTo>
                    <a:pt x="1064191" y="814758"/>
                  </a:lnTo>
                  <a:lnTo>
                    <a:pt x="1091799" y="848661"/>
                  </a:lnTo>
                  <a:lnTo>
                    <a:pt x="1115873" y="885314"/>
                  </a:lnTo>
                  <a:lnTo>
                    <a:pt x="1136153" y="924456"/>
                  </a:lnTo>
                  <a:lnTo>
                    <a:pt x="1152379" y="965825"/>
                  </a:lnTo>
                  <a:lnTo>
                    <a:pt x="1164290" y="1009161"/>
                  </a:lnTo>
                  <a:lnTo>
                    <a:pt x="1171628" y="1054203"/>
                  </a:lnTo>
                  <a:lnTo>
                    <a:pt x="1174131" y="1100688"/>
                  </a:lnTo>
                  <a:lnTo>
                    <a:pt x="1171188" y="1151100"/>
                  </a:lnTo>
                  <a:lnTo>
                    <a:pt x="1162580" y="1199778"/>
                  </a:lnTo>
                  <a:lnTo>
                    <a:pt x="1148637" y="1246378"/>
                  </a:lnTo>
                  <a:lnTo>
                    <a:pt x="1129691" y="1290560"/>
                  </a:lnTo>
                  <a:lnTo>
                    <a:pt x="1106071" y="1331980"/>
                  </a:lnTo>
                  <a:lnTo>
                    <a:pt x="3149809" y="1331980"/>
                  </a:lnTo>
                  <a:lnTo>
                    <a:pt x="3126194" y="1290560"/>
                  </a:lnTo>
                  <a:lnTo>
                    <a:pt x="3107251" y="1246378"/>
                  </a:lnTo>
                  <a:lnTo>
                    <a:pt x="3093310" y="1199778"/>
                  </a:lnTo>
                  <a:lnTo>
                    <a:pt x="3084702" y="1151100"/>
                  </a:lnTo>
                  <a:lnTo>
                    <a:pt x="3081759" y="1100688"/>
                  </a:lnTo>
                  <a:lnTo>
                    <a:pt x="3084263" y="1054203"/>
                  </a:lnTo>
                  <a:lnTo>
                    <a:pt x="3091600" y="1009161"/>
                  </a:lnTo>
                  <a:lnTo>
                    <a:pt x="3103510" y="965825"/>
                  </a:lnTo>
                  <a:lnTo>
                    <a:pt x="3119733" y="924456"/>
                  </a:lnTo>
                  <a:lnTo>
                    <a:pt x="3140009" y="885314"/>
                  </a:lnTo>
                  <a:lnTo>
                    <a:pt x="3164076" y="848661"/>
                  </a:lnTo>
                  <a:lnTo>
                    <a:pt x="3191676" y="814758"/>
                  </a:lnTo>
                  <a:lnTo>
                    <a:pt x="3222547" y="783865"/>
                  </a:lnTo>
                  <a:lnTo>
                    <a:pt x="3256429" y="756245"/>
                  </a:lnTo>
                  <a:lnTo>
                    <a:pt x="3293062" y="732158"/>
                  </a:lnTo>
                  <a:lnTo>
                    <a:pt x="3332185" y="711864"/>
                  </a:lnTo>
                  <a:lnTo>
                    <a:pt x="3373538" y="695626"/>
                  </a:lnTo>
                  <a:lnTo>
                    <a:pt x="3416861" y="683704"/>
                  </a:lnTo>
                  <a:lnTo>
                    <a:pt x="3461893" y="676360"/>
                  </a:lnTo>
                  <a:lnTo>
                    <a:pt x="3508374" y="673853"/>
                  </a:lnTo>
                  <a:close/>
                </a:path>
                <a:path w="4206875" h="1332229">
                  <a:moveTo>
                    <a:pt x="4183826" y="673853"/>
                  </a:moveTo>
                  <a:lnTo>
                    <a:pt x="3508374" y="673853"/>
                  </a:lnTo>
                  <a:lnTo>
                    <a:pt x="3554897" y="676360"/>
                  </a:lnTo>
                  <a:lnTo>
                    <a:pt x="3599965" y="683704"/>
                  </a:lnTo>
                  <a:lnTo>
                    <a:pt x="3643319" y="695626"/>
                  </a:lnTo>
                  <a:lnTo>
                    <a:pt x="3684699" y="711864"/>
                  </a:lnTo>
                  <a:lnTo>
                    <a:pt x="3723845" y="732158"/>
                  </a:lnTo>
                  <a:lnTo>
                    <a:pt x="3760496" y="756245"/>
                  </a:lnTo>
                  <a:lnTo>
                    <a:pt x="3794393" y="783865"/>
                  </a:lnTo>
                  <a:lnTo>
                    <a:pt x="3825276" y="814758"/>
                  </a:lnTo>
                  <a:lnTo>
                    <a:pt x="3852885" y="848661"/>
                  </a:lnTo>
                  <a:lnTo>
                    <a:pt x="3876960" y="885314"/>
                  </a:lnTo>
                  <a:lnTo>
                    <a:pt x="3897240" y="924456"/>
                  </a:lnTo>
                  <a:lnTo>
                    <a:pt x="3913466" y="965825"/>
                  </a:lnTo>
                  <a:lnTo>
                    <a:pt x="3925378" y="1009161"/>
                  </a:lnTo>
                  <a:lnTo>
                    <a:pt x="3932716" y="1054203"/>
                  </a:lnTo>
                  <a:lnTo>
                    <a:pt x="3935220" y="1100688"/>
                  </a:lnTo>
                  <a:lnTo>
                    <a:pt x="3931814" y="1155016"/>
                  </a:lnTo>
                  <a:lnTo>
                    <a:pt x="3921867" y="1207262"/>
                  </a:lnTo>
                  <a:lnTo>
                    <a:pt x="3905782" y="1257045"/>
                  </a:lnTo>
                  <a:lnTo>
                    <a:pt x="3883965" y="1303981"/>
                  </a:lnTo>
                  <a:lnTo>
                    <a:pt x="3937796" y="1294295"/>
                  </a:lnTo>
                  <a:lnTo>
                    <a:pt x="3976696" y="1279431"/>
                  </a:lnTo>
                  <a:lnTo>
                    <a:pt x="4013327" y="1251026"/>
                  </a:lnTo>
                  <a:lnTo>
                    <a:pt x="4047277" y="1212274"/>
                  </a:lnTo>
                  <a:lnTo>
                    <a:pt x="4078134" y="1166370"/>
                  </a:lnTo>
                  <a:lnTo>
                    <a:pt x="4105489" y="1116509"/>
                  </a:lnTo>
                  <a:lnTo>
                    <a:pt x="4128928" y="1065886"/>
                  </a:lnTo>
                  <a:lnTo>
                    <a:pt x="4148041" y="1017695"/>
                  </a:lnTo>
                  <a:lnTo>
                    <a:pt x="4162417" y="975132"/>
                  </a:lnTo>
                  <a:lnTo>
                    <a:pt x="4181666" y="909384"/>
                  </a:lnTo>
                  <a:lnTo>
                    <a:pt x="4195656" y="853146"/>
                  </a:lnTo>
                  <a:lnTo>
                    <a:pt x="4204010" y="804732"/>
                  </a:lnTo>
                  <a:lnTo>
                    <a:pt x="4206352" y="762455"/>
                  </a:lnTo>
                  <a:lnTo>
                    <a:pt x="4202306" y="724630"/>
                  </a:lnTo>
                  <a:lnTo>
                    <a:pt x="4191495" y="689570"/>
                  </a:lnTo>
                  <a:lnTo>
                    <a:pt x="4183826" y="673853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9148610" y="10095782"/>
              <a:ext cx="3052445" cy="114935"/>
            </a:xfrm>
            <a:custGeom>
              <a:avLst/>
              <a:gdLst/>
              <a:ahLst/>
              <a:cxnLst/>
              <a:rect l="l" t="t" r="r" b="b"/>
              <a:pathLst>
                <a:path w="3052445" h="114934">
                  <a:moveTo>
                    <a:pt x="290830" y="114655"/>
                  </a:moveTo>
                  <a:lnTo>
                    <a:pt x="274828" y="87757"/>
                  </a:lnTo>
                  <a:lnTo>
                    <a:pt x="260819" y="59601"/>
                  </a:lnTo>
                  <a:lnTo>
                    <a:pt x="248881" y="30314"/>
                  </a:lnTo>
                  <a:lnTo>
                    <a:pt x="239064" y="0"/>
                  </a:lnTo>
                  <a:lnTo>
                    <a:pt x="0" y="0"/>
                  </a:lnTo>
                  <a:lnTo>
                    <a:pt x="44246" y="114655"/>
                  </a:lnTo>
                  <a:lnTo>
                    <a:pt x="290830" y="114655"/>
                  </a:lnTo>
                  <a:close/>
                </a:path>
                <a:path w="3052445" h="114934">
                  <a:moveTo>
                    <a:pt x="3051962" y="114655"/>
                  </a:moveTo>
                  <a:lnTo>
                    <a:pt x="3035960" y="87757"/>
                  </a:lnTo>
                  <a:lnTo>
                    <a:pt x="3021952" y="59601"/>
                  </a:lnTo>
                  <a:lnTo>
                    <a:pt x="3010014" y="30314"/>
                  </a:lnTo>
                  <a:lnTo>
                    <a:pt x="3000210" y="0"/>
                  </a:lnTo>
                  <a:lnTo>
                    <a:pt x="1060043" y="0"/>
                  </a:lnTo>
                  <a:lnTo>
                    <a:pt x="1050213" y="30314"/>
                  </a:lnTo>
                  <a:lnTo>
                    <a:pt x="1038250" y="59601"/>
                  </a:lnTo>
                  <a:lnTo>
                    <a:pt x="1024216" y="87757"/>
                  </a:lnTo>
                  <a:lnTo>
                    <a:pt x="1008176" y="114655"/>
                  </a:lnTo>
                  <a:lnTo>
                    <a:pt x="3051962" y="114655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1" name="object 181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934742" y="10095772"/>
              <a:ext cx="159398" cy="86636"/>
            </a:xfrm>
            <a:prstGeom prst="rect">
              <a:avLst/>
            </a:prstGeom>
          </p:spPr>
        </p:pic>
        <p:sp>
          <p:nvSpPr>
            <p:cNvPr id="182" name="object 182" descr=""/>
            <p:cNvSpPr/>
            <p:nvPr/>
          </p:nvSpPr>
          <p:spPr>
            <a:xfrm>
              <a:off x="9371381" y="8948553"/>
              <a:ext cx="3615054" cy="1212215"/>
            </a:xfrm>
            <a:custGeom>
              <a:avLst/>
              <a:gdLst/>
              <a:ahLst/>
              <a:cxnLst/>
              <a:rect l="l" t="t" r="r" b="b"/>
              <a:pathLst>
                <a:path w="3615054" h="1212215">
                  <a:moveTo>
                    <a:pt x="853567" y="1030643"/>
                  </a:moveTo>
                  <a:lnTo>
                    <a:pt x="851065" y="984135"/>
                  </a:lnTo>
                  <a:lnTo>
                    <a:pt x="843724" y="939076"/>
                  </a:lnTo>
                  <a:lnTo>
                    <a:pt x="831811" y="895731"/>
                  </a:lnTo>
                  <a:lnTo>
                    <a:pt x="815581" y="854367"/>
                  </a:lnTo>
                  <a:lnTo>
                    <a:pt x="795286" y="815213"/>
                  </a:lnTo>
                  <a:lnTo>
                    <a:pt x="771207" y="778560"/>
                  </a:lnTo>
                  <a:lnTo>
                    <a:pt x="743597" y="744664"/>
                  </a:lnTo>
                  <a:lnTo>
                    <a:pt x="712711" y="713778"/>
                  </a:lnTo>
                  <a:lnTo>
                    <a:pt x="678815" y="686168"/>
                  </a:lnTo>
                  <a:lnTo>
                    <a:pt x="642162" y="662089"/>
                  </a:lnTo>
                  <a:lnTo>
                    <a:pt x="603008" y="641807"/>
                  </a:lnTo>
                  <a:lnTo>
                    <a:pt x="561644" y="625563"/>
                  </a:lnTo>
                  <a:lnTo>
                    <a:pt x="518299" y="613651"/>
                  </a:lnTo>
                  <a:lnTo>
                    <a:pt x="473240" y="606310"/>
                  </a:lnTo>
                  <a:lnTo>
                    <a:pt x="426732" y="603808"/>
                  </a:lnTo>
                  <a:lnTo>
                    <a:pt x="380238" y="606310"/>
                  </a:lnTo>
                  <a:lnTo>
                    <a:pt x="335178" y="613651"/>
                  </a:lnTo>
                  <a:lnTo>
                    <a:pt x="291846" y="625563"/>
                  </a:lnTo>
                  <a:lnTo>
                    <a:pt x="250482" y="641807"/>
                  </a:lnTo>
                  <a:lnTo>
                    <a:pt x="211340" y="662089"/>
                  </a:lnTo>
                  <a:lnTo>
                    <a:pt x="174701" y="686168"/>
                  </a:lnTo>
                  <a:lnTo>
                    <a:pt x="140804" y="713778"/>
                  </a:lnTo>
                  <a:lnTo>
                    <a:pt x="109931" y="744664"/>
                  </a:lnTo>
                  <a:lnTo>
                    <a:pt x="82334" y="778560"/>
                  </a:lnTo>
                  <a:lnTo>
                    <a:pt x="58254" y="815213"/>
                  </a:lnTo>
                  <a:lnTo>
                    <a:pt x="37985" y="854367"/>
                  </a:lnTo>
                  <a:lnTo>
                    <a:pt x="21755" y="895731"/>
                  </a:lnTo>
                  <a:lnTo>
                    <a:pt x="9842" y="939076"/>
                  </a:lnTo>
                  <a:lnTo>
                    <a:pt x="2514" y="984135"/>
                  </a:lnTo>
                  <a:lnTo>
                    <a:pt x="0" y="1030643"/>
                  </a:lnTo>
                  <a:lnTo>
                    <a:pt x="2692" y="1078674"/>
                  </a:lnTo>
                  <a:lnTo>
                    <a:pt x="10528" y="1125131"/>
                  </a:lnTo>
                  <a:lnTo>
                    <a:pt x="23253" y="1169746"/>
                  </a:lnTo>
                  <a:lnTo>
                    <a:pt x="40538" y="1212215"/>
                  </a:lnTo>
                  <a:lnTo>
                    <a:pt x="812990" y="1212215"/>
                  </a:lnTo>
                  <a:lnTo>
                    <a:pt x="830300" y="1169746"/>
                  </a:lnTo>
                  <a:lnTo>
                    <a:pt x="843038" y="1125131"/>
                  </a:lnTo>
                  <a:lnTo>
                    <a:pt x="850887" y="1078674"/>
                  </a:lnTo>
                  <a:lnTo>
                    <a:pt x="853567" y="1030643"/>
                  </a:lnTo>
                  <a:close/>
                </a:path>
                <a:path w="3615054" h="1212215">
                  <a:moveTo>
                    <a:pt x="2951416" y="278853"/>
                  </a:moveTo>
                  <a:lnTo>
                    <a:pt x="2922295" y="248653"/>
                  </a:lnTo>
                  <a:lnTo>
                    <a:pt x="2883827" y="216877"/>
                  </a:lnTo>
                  <a:lnTo>
                    <a:pt x="2835808" y="184416"/>
                  </a:lnTo>
                  <a:lnTo>
                    <a:pt x="2778087" y="152082"/>
                  </a:lnTo>
                  <a:lnTo>
                    <a:pt x="2710446" y="120751"/>
                  </a:lnTo>
                  <a:lnTo>
                    <a:pt x="2672854" y="105727"/>
                  </a:lnTo>
                  <a:lnTo>
                    <a:pt x="2632722" y="91262"/>
                  </a:lnTo>
                  <a:lnTo>
                    <a:pt x="2590012" y="77470"/>
                  </a:lnTo>
                  <a:lnTo>
                    <a:pt x="2544724" y="64465"/>
                  </a:lnTo>
                  <a:lnTo>
                    <a:pt x="2496807" y="52349"/>
                  </a:lnTo>
                  <a:lnTo>
                    <a:pt x="2446261" y="41211"/>
                  </a:lnTo>
                  <a:lnTo>
                    <a:pt x="2393048" y="31178"/>
                  </a:lnTo>
                  <a:lnTo>
                    <a:pt x="2337155" y="22352"/>
                  </a:lnTo>
                  <a:lnTo>
                    <a:pt x="2278557" y="14833"/>
                  </a:lnTo>
                  <a:lnTo>
                    <a:pt x="2217229" y="8737"/>
                  </a:lnTo>
                  <a:lnTo>
                    <a:pt x="2153145" y="4152"/>
                  </a:lnTo>
                  <a:lnTo>
                    <a:pt x="2086279" y="1206"/>
                  </a:lnTo>
                  <a:lnTo>
                    <a:pt x="2016620" y="0"/>
                  </a:lnTo>
                  <a:lnTo>
                    <a:pt x="1944141" y="635"/>
                  </a:lnTo>
                  <a:lnTo>
                    <a:pt x="1868817" y="3213"/>
                  </a:lnTo>
                  <a:lnTo>
                    <a:pt x="1790623" y="7835"/>
                  </a:lnTo>
                  <a:lnTo>
                    <a:pt x="1709534" y="14630"/>
                  </a:lnTo>
                  <a:lnTo>
                    <a:pt x="1671040" y="20421"/>
                  </a:lnTo>
                  <a:lnTo>
                    <a:pt x="1630540" y="30365"/>
                  </a:lnTo>
                  <a:lnTo>
                    <a:pt x="1588363" y="44094"/>
                  </a:lnTo>
                  <a:lnTo>
                    <a:pt x="1544802" y="61226"/>
                  </a:lnTo>
                  <a:lnTo>
                    <a:pt x="1500149" y="81368"/>
                  </a:lnTo>
                  <a:lnTo>
                    <a:pt x="1454721" y="104165"/>
                  </a:lnTo>
                  <a:lnTo>
                    <a:pt x="1408798" y="129222"/>
                  </a:lnTo>
                  <a:lnTo>
                    <a:pt x="1362710" y="156159"/>
                  </a:lnTo>
                  <a:lnTo>
                    <a:pt x="1316723" y="184619"/>
                  </a:lnTo>
                  <a:lnTo>
                    <a:pt x="1271168" y="214198"/>
                  </a:lnTo>
                  <a:lnTo>
                    <a:pt x="1226337" y="244525"/>
                  </a:lnTo>
                  <a:lnTo>
                    <a:pt x="1182509" y="275221"/>
                  </a:lnTo>
                  <a:lnTo>
                    <a:pt x="1140028" y="305917"/>
                  </a:lnTo>
                  <a:lnTo>
                    <a:pt x="1099159" y="336219"/>
                  </a:lnTo>
                  <a:lnTo>
                    <a:pt x="1060208" y="365772"/>
                  </a:lnTo>
                  <a:lnTo>
                    <a:pt x="1023493" y="394169"/>
                  </a:lnTo>
                  <a:lnTo>
                    <a:pt x="989304" y="421043"/>
                  </a:lnTo>
                  <a:lnTo>
                    <a:pt x="957935" y="446024"/>
                  </a:lnTo>
                  <a:lnTo>
                    <a:pt x="2688958" y="446024"/>
                  </a:lnTo>
                  <a:lnTo>
                    <a:pt x="2733713" y="442036"/>
                  </a:lnTo>
                  <a:lnTo>
                    <a:pt x="2776982" y="430339"/>
                  </a:lnTo>
                  <a:lnTo>
                    <a:pt x="2818117" y="411289"/>
                  </a:lnTo>
                  <a:lnTo>
                    <a:pt x="2856433" y="385292"/>
                  </a:lnTo>
                  <a:lnTo>
                    <a:pt x="2891256" y="352704"/>
                  </a:lnTo>
                  <a:lnTo>
                    <a:pt x="2921939" y="313918"/>
                  </a:lnTo>
                  <a:lnTo>
                    <a:pt x="2951416" y="278853"/>
                  </a:lnTo>
                  <a:close/>
                </a:path>
                <a:path w="3615054" h="1212215">
                  <a:moveTo>
                    <a:pt x="3614699" y="1030643"/>
                  </a:moveTo>
                  <a:lnTo>
                    <a:pt x="3612197" y="984135"/>
                  </a:lnTo>
                  <a:lnTo>
                    <a:pt x="3604857" y="939076"/>
                  </a:lnTo>
                  <a:lnTo>
                    <a:pt x="3592944" y="895731"/>
                  </a:lnTo>
                  <a:lnTo>
                    <a:pt x="3576713" y="854367"/>
                  </a:lnTo>
                  <a:lnTo>
                    <a:pt x="3556419" y="815213"/>
                  </a:lnTo>
                  <a:lnTo>
                    <a:pt x="3532340" y="778560"/>
                  </a:lnTo>
                  <a:lnTo>
                    <a:pt x="3504730" y="744664"/>
                  </a:lnTo>
                  <a:lnTo>
                    <a:pt x="3473843" y="713778"/>
                  </a:lnTo>
                  <a:lnTo>
                    <a:pt x="3439947" y="686168"/>
                  </a:lnTo>
                  <a:lnTo>
                    <a:pt x="3403295" y="662089"/>
                  </a:lnTo>
                  <a:lnTo>
                    <a:pt x="3364153" y="641807"/>
                  </a:lnTo>
                  <a:lnTo>
                    <a:pt x="3322777" y="625563"/>
                  </a:lnTo>
                  <a:lnTo>
                    <a:pt x="3279432" y="613651"/>
                  </a:lnTo>
                  <a:lnTo>
                    <a:pt x="3234385" y="606310"/>
                  </a:lnTo>
                  <a:lnTo>
                    <a:pt x="3187877" y="603808"/>
                  </a:lnTo>
                  <a:lnTo>
                    <a:pt x="3141370" y="606310"/>
                  </a:lnTo>
                  <a:lnTo>
                    <a:pt x="3096323" y="613651"/>
                  </a:lnTo>
                  <a:lnTo>
                    <a:pt x="3052991" y="625563"/>
                  </a:lnTo>
                  <a:lnTo>
                    <a:pt x="3011614" y="641807"/>
                  </a:lnTo>
                  <a:lnTo>
                    <a:pt x="2972485" y="662089"/>
                  </a:lnTo>
                  <a:lnTo>
                    <a:pt x="2935846" y="686168"/>
                  </a:lnTo>
                  <a:lnTo>
                    <a:pt x="2901950" y="713778"/>
                  </a:lnTo>
                  <a:lnTo>
                    <a:pt x="2871076" y="744664"/>
                  </a:lnTo>
                  <a:lnTo>
                    <a:pt x="2843466" y="778560"/>
                  </a:lnTo>
                  <a:lnTo>
                    <a:pt x="2819400" y="815213"/>
                  </a:lnTo>
                  <a:lnTo>
                    <a:pt x="2799118" y="854367"/>
                  </a:lnTo>
                  <a:lnTo>
                    <a:pt x="2782900" y="895731"/>
                  </a:lnTo>
                  <a:lnTo>
                    <a:pt x="2770987" y="939076"/>
                  </a:lnTo>
                  <a:lnTo>
                    <a:pt x="2763647" y="984135"/>
                  </a:lnTo>
                  <a:lnTo>
                    <a:pt x="2761145" y="1030643"/>
                  </a:lnTo>
                  <a:lnTo>
                    <a:pt x="2763824" y="1078674"/>
                  </a:lnTo>
                  <a:lnTo>
                    <a:pt x="2771673" y="1125131"/>
                  </a:lnTo>
                  <a:lnTo>
                    <a:pt x="2784398" y="1169746"/>
                  </a:lnTo>
                  <a:lnTo>
                    <a:pt x="2801683" y="1212215"/>
                  </a:lnTo>
                  <a:lnTo>
                    <a:pt x="3574237" y="1212215"/>
                  </a:lnTo>
                  <a:lnTo>
                    <a:pt x="3591509" y="1169733"/>
                  </a:lnTo>
                  <a:lnTo>
                    <a:pt x="3604196" y="1125118"/>
                  </a:lnTo>
                  <a:lnTo>
                    <a:pt x="3612032" y="1078661"/>
                  </a:lnTo>
                  <a:lnTo>
                    <a:pt x="3614699" y="1030643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625446" y="8975255"/>
              <a:ext cx="1638788" cy="231699"/>
            </a:xfrm>
            <a:prstGeom prst="rect">
              <a:avLst/>
            </a:prstGeom>
          </p:spPr>
        </p:pic>
        <p:sp>
          <p:nvSpPr>
            <p:cNvPr id="184" name="object 184" descr=""/>
            <p:cNvSpPr/>
            <p:nvPr/>
          </p:nvSpPr>
          <p:spPr>
            <a:xfrm>
              <a:off x="9432151" y="8939346"/>
              <a:ext cx="1416685" cy="1405890"/>
            </a:xfrm>
            <a:custGeom>
              <a:avLst/>
              <a:gdLst/>
              <a:ahLst/>
              <a:cxnLst/>
              <a:rect l="l" t="t" r="r" b="b"/>
              <a:pathLst>
                <a:path w="1416684" h="1405890">
                  <a:moveTo>
                    <a:pt x="732002" y="1039799"/>
                  </a:moveTo>
                  <a:lnTo>
                    <a:pt x="729157" y="993889"/>
                  </a:lnTo>
                  <a:lnTo>
                    <a:pt x="720826" y="949680"/>
                  </a:lnTo>
                  <a:lnTo>
                    <a:pt x="707377" y="907516"/>
                  </a:lnTo>
                  <a:lnTo>
                    <a:pt x="689127" y="867740"/>
                  </a:lnTo>
                  <a:lnTo>
                    <a:pt x="666432" y="830694"/>
                  </a:lnTo>
                  <a:lnTo>
                    <a:pt x="639635" y="796734"/>
                  </a:lnTo>
                  <a:lnTo>
                    <a:pt x="609079" y="766178"/>
                  </a:lnTo>
                  <a:lnTo>
                    <a:pt x="575106" y="739381"/>
                  </a:lnTo>
                  <a:lnTo>
                    <a:pt x="538060" y="716686"/>
                  </a:lnTo>
                  <a:lnTo>
                    <a:pt x="498284" y="698436"/>
                  </a:lnTo>
                  <a:lnTo>
                    <a:pt x="456120" y="684987"/>
                  </a:lnTo>
                  <a:lnTo>
                    <a:pt x="411911" y="676656"/>
                  </a:lnTo>
                  <a:lnTo>
                    <a:pt x="366014" y="673811"/>
                  </a:lnTo>
                  <a:lnTo>
                    <a:pt x="320103" y="676656"/>
                  </a:lnTo>
                  <a:lnTo>
                    <a:pt x="275882" y="684987"/>
                  </a:lnTo>
                  <a:lnTo>
                    <a:pt x="233718" y="698436"/>
                  </a:lnTo>
                  <a:lnTo>
                    <a:pt x="193941" y="716686"/>
                  </a:lnTo>
                  <a:lnTo>
                    <a:pt x="156895" y="739381"/>
                  </a:lnTo>
                  <a:lnTo>
                    <a:pt x="122923" y="766178"/>
                  </a:lnTo>
                  <a:lnTo>
                    <a:pt x="92367" y="796734"/>
                  </a:lnTo>
                  <a:lnTo>
                    <a:pt x="65570" y="830694"/>
                  </a:lnTo>
                  <a:lnTo>
                    <a:pt x="42887" y="867740"/>
                  </a:lnTo>
                  <a:lnTo>
                    <a:pt x="24638" y="907516"/>
                  </a:lnTo>
                  <a:lnTo>
                    <a:pt x="11176" y="949680"/>
                  </a:lnTo>
                  <a:lnTo>
                    <a:pt x="2844" y="993889"/>
                  </a:lnTo>
                  <a:lnTo>
                    <a:pt x="0" y="1039799"/>
                  </a:lnTo>
                  <a:lnTo>
                    <a:pt x="2844" y="1085710"/>
                  </a:lnTo>
                  <a:lnTo>
                    <a:pt x="11176" y="1129919"/>
                  </a:lnTo>
                  <a:lnTo>
                    <a:pt x="24638" y="1172083"/>
                  </a:lnTo>
                  <a:lnTo>
                    <a:pt x="42887" y="1211859"/>
                  </a:lnTo>
                  <a:lnTo>
                    <a:pt x="65570" y="1248905"/>
                  </a:lnTo>
                  <a:lnTo>
                    <a:pt x="92367" y="1282877"/>
                  </a:lnTo>
                  <a:lnTo>
                    <a:pt x="122923" y="1313434"/>
                  </a:lnTo>
                  <a:lnTo>
                    <a:pt x="156895" y="1340231"/>
                  </a:lnTo>
                  <a:lnTo>
                    <a:pt x="193941" y="1362925"/>
                  </a:lnTo>
                  <a:lnTo>
                    <a:pt x="233718" y="1381163"/>
                  </a:lnTo>
                  <a:lnTo>
                    <a:pt x="275882" y="1394625"/>
                  </a:lnTo>
                  <a:lnTo>
                    <a:pt x="320103" y="1402956"/>
                  </a:lnTo>
                  <a:lnTo>
                    <a:pt x="366014" y="1405801"/>
                  </a:lnTo>
                  <a:lnTo>
                    <a:pt x="411911" y="1402956"/>
                  </a:lnTo>
                  <a:lnTo>
                    <a:pt x="456120" y="1394625"/>
                  </a:lnTo>
                  <a:lnTo>
                    <a:pt x="498284" y="1381163"/>
                  </a:lnTo>
                  <a:lnTo>
                    <a:pt x="538060" y="1362925"/>
                  </a:lnTo>
                  <a:lnTo>
                    <a:pt x="575106" y="1340231"/>
                  </a:lnTo>
                  <a:lnTo>
                    <a:pt x="609079" y="1313434"/>
                  </a:lnTo>
                  <a:lnTo>
                    <a:pt x="639635" y="1282877"/>
                  </a:lnTo>
                  <a:lnTo>
                    <a:pt x="666432" y="1248905"/>
                  </a:lnTo>
                  <a:lnTo>
                    <a:pt x="689127" y="1211859"/>
                  </a:lnTo>
                  <a:lnTo>
                    <a:pt x="707377" y="1172083"/>
                  </a:lnTo>
                  <a:lnTo>
                    <a:pt x="720826" y="1129919"/>
                  </a:lnTo>
                  <a:lnTo>
                    <a:pt x="729157" y="1085710"/>
                  </a:lnTo>
                  <a:lnTo>
                    <a:pt x="732002" y="1039799"/>
                  </a:lnTo>
                  <a:close/>
                </a:path>
                <a:path w="1416684" h="1405890">
                  <a:moveTo>
                    <a:pt x="1416621" y="0"/>
                  </a:moveTo>
                  <a:lnTo>
                    <a:pt x="1373771" y="13576"/>
                  </a:lnTo>
                  <a:lnTo>
                    <a:pt x="1331442" y="28206"/>
                  </a:lnTo>
                  <a:lnTo>
                    <a:pt x="1289507" y="43802"/>
                  </a:lnTo>
                  <a:lnTo>
                    <a:pt x="1247825" y="60274"/>
                  </a:lnTo>
                  <a:lnTo>
                    <a:pt x="1206246" y="77546"/>
                  </a:lnTo>
                  <a:lnTo>
                    <a:pt x="1164615" y="95529"/>
                  </a:lnTo>
                  <a:lnTo>
                    <a:pt x="1122807" y="114122"/>
                  </a:lnTo>
                  <a:lnTo>
                    <a:pt x="1080668" y="133261"/>
                  </a:lnTo>
                  <a:lnTo>
                    <a:pt x="950810" y="193052"/>
                  </a:lnTo>
                  <a:lnTo>
                    <a:pt x="905891" y="213487"/>
                  </a:lnTo>
                  <a:lnTo>
                    <a:pt x="859917" y="234035"/>
                  </a:lnTo>
                  <a:lnTo>
                    <a:pt x="812749" y="254596"/>
                  </a:lnTo>
                  <a:lnTo>
                    <a:pt x="764235" y="275107"/>
                  </a:lnTo>
                  <a:lnTo>
                    <a:pt x="714222" y="295465"/>
                  </a:lnTo>
                  <a:lnTo>
                    <a:pt x="662584" y="315595"/>
                  </a:lnTo>
                  <a:lnTo>
                    <a:pt x="609168" y="335407"/>
                  </a:lnTo>
                  <a:lnTo>
                    <a:pt x="553821" y="354812"/>
                  </a:lnTo>
                  <a:lnTo>
                    <a:pt x="496417" y="373735"/>
                  </a:lnTo>
                  <a:lnTo>
                    <a:pt x="436791" y="392074"/>
                  </a:lnTo>
                  <a:lnTo>
                    <a:pt x="555713" y="425589"/>
                  </a:lnTo>
                  <a:lnTo>
                    <a:pt x="605396" y="433781"/>
                  </a:lnTo>
                  <a:lnTo>
                    <a:pt x="655066" y="430885"/>
                  </a:lnTo>
                  <a:lnTo>
                    <a:pt x="702894" y="417207"/>
                  </a:lnTo>
                  <a:lnTo>
                    <a:pt x="747064" y="393052"/>
                  </a:lnTo>
                  <a:lnTo>
                    <a:pt x="774979" y="373595"/>
                  </a:lnTo>
                  <a:lnTo>
                    <a:pt x="806208" y="352158"/>
                  </a:lnTo>
                  <a:lnTo>
                    <a:pt x="840536" y="328993"/>
                  </a:lnTo>
                  <a:lnTo>
                    <a:pt x="877747" y="304304"/>
                  </a:lnTo>
                  <a:lnTo>
                    <a:pt x="917638" y="278345"/>
                  </a:lnTo>
                  <a:lnTo>
                    <a:pt x="959993" y="251333"/>
                  </a:lnTo>
                  <a:lnTo>
                    <a:pt x="1004582" y="223520"/>
                  </a:lnTo>
                  <a:lnTo>
                    <a:pt x="1051204" y="195135"/>
                  </a:lnTo>
                  <a:lnTo>
                    <a:pt x="1099654" y="166408"/>
                  </a:lnTo>
                  <a:lnTo>
                    <a:pt x="1149718" y="137579"/>
                  </a:lnTo>
                  <a:lnTo>
                    <a:pt x="1201166" y="108877"/>
                  </a:lnTo>
                  <a:lnTo>
                    <a:pt x="1253794" y="80530"/>
                  </a:lnTo>
                  <a:lnTo>
                    <a:pt x="1307388" y="52781"/>
                  </a:lnTo>
                  <a:lnTo>
                    <a:pt x="1361732" y="25857"/>
                  </a:lnTo>
                  <a:lnTo>
                    <a:pt x="1416621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9520493" y="9701477"/>
              <a:ext cx="555625" cy="555625"/>
            </a:xfrm>
            <a:custGeom>
              <a:avLst/>
              <a:gdLst/>
              <a:ahLst/>
              <a:cxnLst/>
              <a:rect l="l" t="t" r="r" b="b"/>
              <a:pathLst>
                <a:path w="555625" h="555625">
                  <a:moveTo>
                    <a:pt x="277666" y="0"/>
                  </a:moveTo>
                  <a:lnTo>
                    <a:pt x="227757" y="4473"/>
                  </a:lnTo>
                  <a:lnTo>
                    <a:pt x="180782" y="17372"/>
                  </a:lnTo>
                  <a:lnTo>
                    <a:pt x="137525" y="37910"/>
                  </a:lnTo>
                  <a:lnTo>
                    <a:pt x="98771" y="65305"/>
                  </a:lnTo>
                  <a:lnTo>
                    <a:pt x="65305" y="98771"/>
                  </a:lnTo>
                  <a:lnTo>
                    <a:pt x="37910" y="137525"/>
                  </a:lnTo>
                  <a:lnTo>
                    <a:pt x="17372" y="180782"/>
                  </a:lnTo>
                  <a:lnTo>
                    <a:pt x="4473" y="227757"/>
                  </a:lnTo>
                  <a:lnTo>
                    <a:pt x="0" y="277666"/>
                  </a:lnTo>
                  <a:lnTo>
                    <a:pt x="4473" y="327576"/>
                  </a:lnTo>
                  <a:lnTo>
                    <a:pt x="17372" y="374551"/>
                  </a:lnTo>
                  <a:lnTo>
                    <a:pt x="37910" y="417808"/>
                  </a:lnTo>
                  <a:lnTo>
                    <a:pt x="65305" y="456562"/>
                  </a:lnTo>
                  <a:lnTo>
                    <a:pt x="98771" y="490028"/>
                  </a:lnTo>
                  <a:lnTo>
                    <a:pt x="137525" y="517423"/>
                  </a:lnTo>
                  <a:lnTo>
                    <a:pt x="180782" y="537961"/>
                  </a:lnTo>
                  <a:lnTo>
                    <a:pt x="227757" y="550860"/>
                  </a:lnTo>
                  <a:lnTo>
                    <a:pt x="277666" y="555333"/>
                  </a:lnTo>
                  <a:lnTo>
                    <a:pt x="327579" y="550860"/>
                  </a:lnTo>
                  <a:lnTo>
                    <a:pt x="374556" y="537961"/>
                  </a:lnTo>
                  <a:lnTo>
                    <a:pt x="417813" y="517423"/>
                  </a:lnTo>
                  <a:lnTo>
                    <a:pt x="456566" y="490028"/>
                  </a:lnTo>
                  <a:lnTo>
                    <a:pt x="490031" y="456562"/>
                  </a:lnTo>
                  <a:lnTo>
                    <a:pt x="517425" y="417808"/>
                  </a:lnTo>
                  <a:lnTo>
                    <a:pt x="537962" y="374551"/>
                  </a:lnTo>
                  <a:lnTo>
                    <a:pt x="550860" y="327576"/>
                  </a:lnTo>
                  <a:lnTo>
                    <a:pt x="555333" y="277666"/>
                  </a:lnTo>
                  <a:lnTo>
                    <a:pt x="550860" y="227757"/>
                  </a:lnTo>
                  <a:lnTo>
                    <a:pt x="537962" y="180782"/>
                  </a:lnTo>
                  <a:lnTo>
                    <a:pt x="517425" y="137525"/>
                  </a:lnTo>
                  <a:lnTo>
                    <a:pt x="490031" y="98771"/>
                  </a:lnTo>
                  <a:lnTo>
                    <a:pt x="456566" y="65305"/>
                  </a:lnTo>
                  <a:lnTo>
                    <a:pt x="417813" y="37910"/>
                  </a:lnTo>
                  <a:lnTo>
                    <a:pt x="374556" y="17372"/>
                  </a:lnTo>
                  <a:lnTo>
                    <a:pt x="327579" y="4473"/>
                  </a:lnTo>
                  <a:lnTo>
                    <a:pt x="27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9556890" y="9613157"/>
              <a:ext cx="3373754" cy="732155"/>
            </a:xfrm>
            <a:custGeom>
              <a:avLst/>
              <a:gdLst/>
              <a:ahLst/>
              <a:cxnLst/>
              <a:rect l="l" t="t" r="r" b="b"/>
              <a:pathLst>
                <a:path w="3373754" h="732154">
                  <a:moveTo>
                    <a:pt x="380555" y="365988"/>
                  </a:moveTo>
                  <a:lnTo>
                    <a:pt x="373456" y="321970"/>
                  </a:lnTo>
                  <a:lnTo>
                    <a:pt x="353682" y="283730"/>
                  </a:lnTo>
                  <a:lnTo>
                    <a:pt x="323532" y="253580"/>
                  </a:lnTo>
                  <a:lnTo>
                    <a:pt x="285292" y="233807"/>
                  </a:lnTo>
                  <a:lnTo>
                    <a:pt x="241261" y="226695"/>
                  </a:lnTo>
                  <a:lnTo>
                    <a:pt x="197231" y="233807"/>
                  </a:lnTo>
                  <a:lnTo>
                    <a:pt x="159004" y="253580"/>
                  </a:lnTo>
                  <a:lnTo>
                    <a:pt x="128841" y="283730"/>
                  </a:lnTo>
                  <a:lnTo>
                    <a:pt x="109067" y="321970"/>
                  </a:lnTo>
                  <a:lnTo>
                    <a:pt x="101968" y="365988"/>
                  </a:lnTo>
                  <a:lnTo>
                    <a:pt x="109067" y="410019"/>
                  </a:lnTo>
                  <a:lnTo>
                    <a:pt x="128841" y="448259"/>
                  </a:lnTo>
                  <a:lnTo>
                    <a:pt x="159004" y="478409"/>
                  </a:lnTo>
                  <a:lnTo>
                    <a:pt x="197231" y="498182"/>
                  </a:lnTo>
                  <a:lnTo>
                    <a:pt x="241261" y="505282"/>
                  </a:lnTo>
                  <a:lnTo>
                    <a:pt x="285292" y="498182"/>
                  </a:lnTo>
                  <a:lnTo>
                    <a:pt x="323532" y="478409"/>
                  </a:lnTo>
                  <a:lnTo>
                    <a:pt x="353682" y="448259"/>
                  </a:lnTo>
                  <a:lnTo>
                    <a:pt x="373456" y="410019"/>
                  </a:lnTo>
                  <a:lnTo>
                    <a:pt x="380555" y="365988"/>
                  </a:lnTo>
                  <a:close/>
                </a:path>
                <a:path w="3373754" h="732154">
                  <a:moveTo>
                    <a:pt x="482523" y="366001"/>
                  </a:moveTo>
                  <a:lnTo>
                    <a:pt x="477621" y="317373"/>
                  </a:lnTo>
                  <a:lnTo>
                    <a:pt x="465251" y="277533"/>
                  </a:lnTo>
                  <a:lnTo>
                    <a:pt x="465251" y="366001"/>
                  </a:lnTo>
                  <a:lnTo>
                    <a:pt x="460692" y="411137"/>
                  </a:lnTo>
                  <a:lnTo>
                    <a:pt x="447649" y="453186"/>
                  </a:lnTo>
                  <a:lnTo>
                    <a:pt x="426999" y="491236"/>
                  </a:lnTo>
                  <a:lnTo>
                    <a:pt x="399643" y="524383"/>
                  </a:lnTo>
                  <a:lnTo>
                    <a:pt x="366496" y="551726"/>
                  </a:lnTo>
                  <a:lnTo>
                    <a:pt x="328447" y="572376"/>
                  </a:lnTo>
                  <a:lnTo>
                    <a:pt x="286410" y="585431"/>
                  </a:lnTo>
                  <a:lnTo>
                    <a:pt x="241261" y="589978"/>
                  </a:lnTo>
                  <a:lnTo>
                    <a:pt x="196126" y="585431"/>
                  </a:lnTo>
                  <a:lnTo>
                    <a:pt x="154076" y="572376"/>
                  </a:lnTo>
                  <a:lnTo>
                    <a:pt x="116039" y="551726"/>
                  </a:lnTo>
                  <a:lnTo>
                    <a:pt x="82880" y="524383"/>
                  </a:lnTo>
                  <a:lnTo>
                    <a:pt x="55537" y="491236"/>
                  </a:lnTo>
                  <a:lnTo>
                    <a:pt x="34886" y="453186"/>
                  </a:lnTo>
                  <a:lnTo>
                    <a:pt x="21831" y="411137"/>
                  </a:lnTo>
                  <a:lnTo>
                    <a:pt x="17284" y="366001"/>
                  </a:lnTo>
                  <a:lnTo>
                    <a:pt x="21831" y="320852"/>
                  </a:lnTo>
                  <a:lnTo>
                    <a:pt x="34886" y="278803"/>
                  </a:lnTo>
                  <a:lnTo>
                    <a:pt x="55537" y="240753"/>
                  </a:lnTo>
                  <a:lnTo>
                    <a:pt x="82880" y="207606"/>
                  </a:lnTo>
                  <a:lnTo>
                    <a:pt x="116039" y="180263"/>
                  </a:lnTo>
                  <a:lnTo>
                    <a:pt x="154076" y="159613"/>
                  </a:lnTo>
                  <a:lnTo>
                    <a:pt x="196126" y="146558"/>
                  </a:lnTo>
                  <a:lnTo>
                    <a:pt x="241261" y="142011"/>
                  </a:lnTo>
                  <a:lnTo>
                    <a:pt x="286410" y="146558"/>
                  </a:lnTo>
                  <a:lnTo>
                    <a:pt x="328447" y="159613"/>
                  </a:lnTo>
                  <a:lnTo>
                    <a:pt x="366496" y="180263"/>
                  </a:lnTo>
                  <a:lnTo>
                    <a:pt x="399643" y="207606"/>
                  </a:lnTo>
                  <a:lnTo>
                    <a:pt x="426999" y="240753"/>
                  </a:lnTo>
                  <a:lnTo>
                    <a:pt x="447649" y="278803"/>
                  </a:lnTo>
                  <a:lnTo>
                    <a:pt x="460692" y="320852"/>
                  </a:lnTo>
                  <a:lnTo>
                    <a:pt x="465251" y="366001"/>
                  </a:lnTo>
                  <a:lnTo>
                    <a:pt x="465251" y="277533"/>
                  </a:lnTo>
                  <a:lnTo>
                    <a:pt x="441325" y="231101"/>
                  </a:lnTo>
                  <a:lnTo>
                    <a:pt x="411861" y="195389"/>
                  </a:lnTo>
                  <a:lnTo>
                    <a:pt x="376161" y="165938"/>
                  </a:lnTo>
                  <a:lnTo>
                    <a:pt x="335178" y="143687"/>
                  </a:lnTo>
                  <a:lnTo>
                    <a:pt x="329755" y="142011"/>
                  </a:lnTo>
                  <a:lnTo>
                    <a:pt x="289890" y="129628"/>
                  </a:lnTo>
                  <a:lnTo>
                    <a:pt x="241261" y="124726"/>
                  </a:lnTo>
                  <a:lnTo>
                    <a:pt x="192646" y="129628"/>
                  </a:lnTo>
                  <a:lnTo>
                    <a:pt x="147358" y="143687"/>
                  </a:lnTo>
                  <a:lnTo>
                    <a:pt x="106375" y="165938"/>
                  </a:lnTo>
                  <a:lnTo>
                    <a:pt x="70675" y="195389"/>
                  </a:lnTo>
                  <a:lnTo>
                    <a:pt x="41211" y="231101"/>
                  </a:lnTo>
                  <a:lnTo>
                    <a:pt x="18961" y="272084"/>
                  </a:lnTo>
                  <a:lnTo>
                    <a:pt x="4902" y="317373"/>
                  </a:lnTo>
                  <a:lnTo>
                    <a:pt x="0" y="366001"/>
                  </a:lnTo>
                  <a:lnTo>
                    <a:pt x="4902" y="414616"/>
                  </a:lnTo>
                  <a:lnTo>
                    <a:pt x="18961" y="459905"/>
                  </a:lnTo>
                  <a:lnTo>
                    <a:pt x="41211" y="500888"/>
                  </a:lnTo>
                  <a:lnTo>
                    <a:pt x="70675" y="536600"/>
                  </a:lnTo>
                  <a:lnTo>
                    <a:pt x="106375" y="566051"/>
                  </a:lnTo>
                  <a:lnTo>
                    <a:pt x="147358" y="588302"/>
                  </a:lnTo>
                  <a:lnTo>
                    <a:pt x="192646" y="602361"/>
                  </a:lnTo>
                  <a:lnTo>
                    <a:pt x="241261" y="607263"/>
                  </a:lnTo>
                  <a:lnTo>
                    <a:pt x="289890" y="602361"/>
                  </a:lnTo>
                  <a:lnTo>
                    <a:pt x="329755" y="589978"/>
                  </a:lnTo>
                  <a:lnTo>
                    <a:pt x="335178" y="588302"/>
                  </a:lnTo>
                  <a:lnTo>
                    <a:pt x="376161" y="566051"/>
                  </a:lnTo>
                  <a:lnTo>
                    <a:pt x="411861" y="536600"/>
                  </a:lnTo>
                  <a:lnTo>
                    <a:pt x="441325" y="500888"/>
                  </a:lnTo>
                  <a:lnTo>
                    <a:pt x="463562" y="459905"/>
                  </a:lnTo>
                  <a:lnTo>
                    <a:pt x="477621" y="414616"/>
                  </a:lnTo>
                  <a:lnTo>
                    <a:pt x="482523" y="366001"/>
                  </a:lnTo>
                  <a:close/>
                </a:path>
                <a:path w="3373754" h="732154">
                  <a:moveTo>
                    <a:pt x="3373183" y="365988"/>
                  </a:moveTo>
                  <a:lnTo>
                    <a:pt x="3370338" y="320078"/>
                  </a:lnTo>
                  <a:lnTo>
                    <a:pt x="3362007" y="275869"/>
                  </a:lnTo>
                  <a:lnTo>
                    <a:pt x="3348545" y="233705"/>
                  </a:lnTo>
                  <a:lnTo>
                    <a:pt x="3330308" y="193929"/>
                  </a:lnTo>
                  <a:lnTo>
                    <a:pt x="3307613" y="156883"/>
                  </a:lnTo>
                  <a:lnTo>
                    <a:pt x="3280816" y="122923"/>
                  </a:lnTo>
                  <a:lnTo>
                    <a:pt x="3250260" y="92367"/>
                  </a:lnTo>
                  <a:lnTo>
                    <a:pt x="3216287" y="65570"/>
                  </a:lnTo>
                  <a:lnTo>
                    <a:pt x="3179241" y="42875"/>
                  </a:lnTo>
                  <a:lnTo>
                    <a:pt x="3139465" y="24625"/>
                  </a:lnTo>
                  <a:lnTo>
                    <a:pt x="3097301" y="11176"/>
                  </a:lnTo>
                  <a:lnTo>
                    <a:pt x="3053092" y="2844"/>
                  </a:lnTo>
                  <a:lnTo>
                    <a:pt x="3007182" y="0"/>
                  </a:lnTo>
                  <a:lnTo>
                    <a:pt x="2961271" y="2844"/>
                  </a:lnTo>
                  <a:lnTo>
                    <a:pt x="2917063" y="11176"/>
                  </a:lnTo>
                  <a:lnTo>
                    <a:pt x="2874899" y="24625"/>
                  </a:lnTo>
                  <a:lnTo>
                    <a:pt x="2835122" y="42875"/>
                  </a:lnTo>
                  <a:lnTo>
                    <a:pt x="2798076" y="65570"/>
                  </a:lnTo>
                  <a:lnTo>
                    <a:pt x="2764104" y="92367"/>
                  </a:lnTo>
                  <a:lnTo>
                    <a:pt x="2733548" y="122923"/>
                  </a:lnTo>
                  <a:lnTo>
                    <a:pt x="2706751" y="156883"/>
                  </a:lnTo>
                  <a:lnTo>
                    <a:pt x="2684068" y="193929"/>
                  </a:lnTo>
                  <a:lnTo>
                    <a:pt x="2665819" y="233705"/>
                  </a:lnTo>
                  <a:lnTo>
                    <a:pt x="2652357" y="275869"/>
                  </a:lnTo>
                  <a:lnTo>
                    <a:pt x="2644025" y="320078"/>
                  </a:lnTo>
                  <a:lnTo>
                    <a:pt x="2641181" y="365988"/>
                  </a:lnTo>
                  <a:lnTo>
                    <a:pt x="2644025" y="411899"/>
                  </a:lnTo>
                  <a:lnTo>
                    <a:pt x="2652357" y="456107"/>
                  </a:lnTo>
                  <a:lnTo>
                    <a:pt x="2665819" y="498271"/>
                  </a:lnTo>
                  <a:lnTo>
                    <a:pt x="2684068" y="538048"/>
                  </a:lnTo>
                  <a:lnTo>
                    <a:pt x="2706751" y="575094"/>
                  </a:lnTo>
                  <a:lnTo>
                    <a:pt x="2733548" y="609066"/>
                  </a:lnTo>
                  <a:lnTo>
                    <a:pt x="2764104" y="639622"/>
                  </a:lnTo>
                  <a:lnTo>
                    <a:pt x="2798076" y="666419"/>
                  </a:lnTo>
                  <a:lnTo>
                    <a:pt x="2835122" y="689114"/>
                  </a:lnTo>
                  <a:lnTo>
                    <a:pt x="2874899" y="707351"/>
                  </a:lnTo>
                  <a:lnTo>
                    <a:pt x="2917063" y="720813"/>
                  </a:lnTo>
                  <a:lnTo>
                    <a:pt x="2961271" y="729145"/>
                  </a:lnTo>
                  <a:lnTo>
                    <a:pt x="3007182" y="731989"/>
                  </a:lnTo>
                  <a:lnTo>
                    <a:pt x="3053092" y="729145"/>
                  </a:lnTo>
                  <a:lnTo>
                    <a:pt x="3097301" y="720813"/>
                  </a:lnTo>
                  <a:lnTo>
                    <a:pt x="3139465" y="707351"/>
                  </a:lnTo>
                  <a:lnTo>
                    <a:pt x="3179241" y="689114"/>
                  </a:lnTo>
                  <a:lnTo>
                    <a:pt x="3216287" y="666419"/>
                  </a:lnTo>
                  <a:lnTo>
                    <a:pt x="3250260" y="639622"/>
                  </a:lnTo>
                  <a:lnTo>
                    <a:pt x="3280816" y="609066"/>
                  </a:lnTo>
                  <a:lnTo>
                    <a:pt x="3307613" y="575094"/>
                  </a:lnTo>
                  <a:lnTo>
                    <a:pt x="3330308" y="538048"/>
                  </a:lnTo>
                  <a:lnTo>
                    <a:pt x="3348545" y="498271"/>
                  </a:lnTo>
                  <a:lnTo>
                    <a:pt x="3362007" y="456107"/>
                  </a:lnTo>
                  <a:lnTo>
                    <a:pt x="3370338" y="411899"/>
                  </a:lnTo>
                  <a:lnTo>
                    <a:pt x="3373183" y="365988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2286412" y="9701477"/>
              <a:ext cx="555625" cy="555625"/>
            </a:xfrm>
            <a:custGeom>
              <a:avLst/>
              <a:gdLst/>
              <a:ahLst/>
              <a:cxnLst/>
              <a:rect l="l" t="t" r="r" b="b"/>
              <a:pathLst>
                <a:path w="555625" h="555625">
                  <a:moveTo>
                    <a:pt x="277666" y="0"/>
                  </a:moveTo>
                  <a:lnTo>
                    <a:pt x="227757" y="4473"/>
                  </a:lnTo>
                  <a:lnTo>
                    <a:pt x="180782" y="17372"/>
                  </a:lnTo>
                  <a:lnTo>
                    <a:pt x="137525" y="37910"/>
                  </a:lnTo>
                  <a:lnTo>
                    <a:pt x="98771" y="65305"/>
                  </a:lnTo>
                  <a:lnTo>
                    <a:pt x="65305" y="98771"/>
                  </a:lnTo>
                  <a:lnTo>
                    <a:pt x="37910" y="137525"/>
                  </a:lnTo>
                  <a:lnTo>
                    <a:pt x="17372" y="180782"/>
                  </a:lnTo>
                  <a:lnTo>
                    <a:pt x="4473" y="227757"/>
                  </a:lnTo>
                  <a:lnTo>
                    <a:pt x="0" y="277666"/>
                  </a:lnTo>
                  <a:lnTo>
                    <a:pt x="4473" y="327576"/>
                  </a:lnTo>
                  <a:lnTo>
                    <a:pt x="17372" y="374551"/>
                  </a:lnTo>
                  <a:lnTo>
                    <a:pt x="37910" y="417808"/>
                  </a:lnTo>
                  <a:lnTo>
                    <a:pt x="65305" y="456562"/>
                  </a:lnTo>
                  <a:lnTo>
                    <a:pt x="98771" y="490028"/>
                  </a:lnTo>
                  <a:lnTo>
                    <a:pt x="137525" y="517423"/>
                  </a:lnTo>
                  <a:lnTo>
                    <a:pt x="180782" y="537961"/>
                  </a:lnTo>
                  <a:lnTo>
                    <a:pt x="227757" y="550860"/>
                  </a:lnTo>
                  <a:lnTo>
                    <a:pt x="277666" y="555333"/>
                  </a:lnTo>
                  <a:lnTo>
                    <a:pt x="327579" y="550860"/>
                  </a:lnTo>
                  <a:lnTo>
                    <a:pt x="374556" y="537961"/>
                  </a:lnTo>
                  <a:lnTo>
                    <a:pt x="417813" y="517423"/>
                  </a:lnTo>
                  <a:lnTo>
                    <a:pt x="456566" y="490028"/>
                  </a:lnTo>
                  <a:lnTo>
                    <a:pt x="490031" y="456562"/>
                  </a:lnTo>
                  <a:lnTo>
                    <a:pt x="517425" y="417808"/>
                  </a:lnTo>
                  <a:lnTo>
                    <a:pt x="537962" y="374551"/>
                  </a:lnTo>
                  <a:lnTo>
                    <a:pt x="550860" y="327576"/>
                  </a:lnTo>
                  <a:lnTo>
                    <a:pt x="555333" y="277666"/>
                  </a:lnTo>
                  <a:lnTo>
                    <a:pt x="550860" y="227757"/>
                  </a:lnTo>
                  <a:lnTo>
                    <a:pt x="537962" y="180782"/>
                  </a:lnTo>
                  <a:lnTo>
                    <a:pt x="517425" y="137525"/>
                  </a:lnTo>
                  <a:lnTo>
                    <a:pt x="490031" y="98771"/>
                  </a:lnTo>
                  <a:lnTo>
                    <a:pt x="456566" y="65305"/>
                  </a:lnTo>
                  <a:lnTo>
                    <a:pt x="417813" y="37910"/>
                  </a:lnTo>
                  <a:lnTo>
                    <a:pt x="374556" y="17372"/>
                  </a:lnTo>
                  <a:lnTo>
                    <a:pt x="327579" y="4473"/>
                  </a:lnTo>
                  <a:lnTo>
                    <a:pt x="2776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0329317" y="9227458"/>
              <a:ext cx="2476500" cy="993140"/>
            </a:xfrm>
            <a:custGeom>
              <a:avLst/>
              <a:gdLst/>
              <a:ahLst/>
              <a:cxnLst/>
              <a:rect l="l" t="t" r="r" b="b"/>
              <a:pathLst>
                <a:path w="2476500" h="993140">
                  <a:moveTo>
                    <a:pt x="69126" y="219481"/>
                  </a:moveTo>
                  <a:lnTo>
                    <a:pt x="63169" y="209511"/>
                  </a:lnTo>
                  <a:lnTo>
                    <a:pt x="47510" y="186042"/>
                  </a:lnTo>
                  <a:lnTo>
                    <a:pt x="33451" y="167119"/>
                  </a:lnTo>
                  <a:lnTo>
                    <a:pt x="0" y="167119"/>
                  </a:lnTo>
                  <a:lnTo>
                    <a:pt x="69126" y="219481"/>
                  </a:lnTo>
                  <a:close/>
                </a:path>
                <a:path w="2476500" h="993140">
                  <a:moveTo>
                    <a:pt x="167081" y="458901"/>
                  </a:moveTo>
                  <a:lnTo>
                    <a:pt x="166966" y="457403"/>
                  </a:lnTo>
                  <a:lnTo>
                    <a:pt x="141668" y="316420"/>
                  </a:lnTo>
                  <a:lnTo>
                    <a:pt x="91795" y="236651"/>
                  </a:lnTo>
                  <a:lnTo>
                    <a:pt x="69126" y="219481"/>
                  </a:lnTo>
                  <a:lnTo>
                    <a:pt x="79946" y="237578"/>
                  </a:lnTo>
                  <a:lnTo>
                    <a:pt x="97409" y="270319"/>
                  </a:lnTo>
                  <a:lnTo>
                    <a:pt x="115074" y="307822"/>
                  </a:lnTo>
                  <a:lnTo>
                    <a:pt x="132499" y="350139"/>
                  </a:lnTo>
                  <a:lnTo>
                    <a:pt x="149225" y="397344"/>
                  </a:lnTo>
                  <a:lnTo>
                    <a:pt x="164782" y="449516"/>
                  </a:lnTo>
                  <a:lnTo>
                    <a:pt x="167081" y="458901"/>
                  </a:lnTo>
                  <a:close/>
                </a:path>
                <a:path w="2476500" h="993140">
                  <a:moveTo>
                    <a:pt x="1993480" y="0"/>
                  </a:moveTo>
                  <a:lnTo>
                    <a:pt x="1969757" y="28168"/>
                  </a:lnTo>
                  <a:lnTo>
                    <a:pt x="1949437" y="94589"/>
                  </a:lnTo>
                  <a:lnTo>
                    <a:pt x="1928139" y="157480"/>
                  </a:lnTo>
                  <a:lnTo>
                    <a:pt x="1906041" y="216903"/>
                  </a:lnTo>
                  <a:lnTo>
                    <a:pt x="1883283" y="272935"/>
                  </a:lnTo>
                  <a:lnTo>
                    <a:pt x="1860054" y="325628"/>
                  </a:lnTo>
                  <a:lnTo>
                    <a:pt x="1836496" y="375056"/>
                  </a:lnTo>
                  <a:lnTo>
                    <a:pt x="1812785" y="421271"/>
                  </a:lnTo>
                  <a:lnTo>
                    <a:pt x="1789074" y="464350"/>
                  </a:lnTo>
                  <a:lnTo>
                    <a:pt x="1765554" y="504355"/>
                  </a:lnTo>
                  <a:lnTo>
                    <a:pt x="1742351" y="541350"/>
                  </a:lnTo>
                  <a:lnTo>
                    <a:pt x="1719656" y="575398"/>
                  </a:lnTo>
                  <a:lnTo>
                    <a:pt x="1697621" y="606564"/>
                  </a:lnTo>
                  <a:lnTo>
                    <a:pt x="1656207" y="660514"/>
                  </a:lnTo>
                  <a:lnTo>
                    <a:pt x="1597139" y="721156"/>
                  </a:lnTo>
                  <a:lnTo>
                    <a:pt x="1550530" y="749071"/>
                  </a:lnTo>
                  <a:lnTo>
                    <a:pt x="1499006" y="766381"/>
                  </a:lnTo>
                  <a:lnTo>
                    <a:pt x="1444282" y="772337"/>
                  </a:lnTo>
                  <a:lnTo>
                    <a:pt x="273685" y="772337"/>
                  </a:lnTo>
                  <a:lnTo>
                    <a:pt x="227444" y="754049"/>
                  </a:lnTo>
                  <a:lnTo>
                    <a:pt x="206248" y="709218"/>
                  </a:lnTo>
                  <a:lnTo>
                    <a:pt x="199923" y="636498"/>
                  </a:lnTo>
                  <a:lnTo>
                    <a:pt x="190588" y="569023"/>
                  </a:lnTo>
                  <a:lnTo>
                    <a:pt x="178727" y="506717"/>
                  </a:lnTo>
                  <a:lnTo>
                    <a:pt x="167081" y="458901"/>
                  </a:lnTo>
                  <a:lnTo>
                    <a:pt x="185051" y="710526"/>
                  </a:lnTo>
                  <a:lnTo>
                    <a:pt x="193548" y="743204"/>
                  </a:lnTo>
                  <a:lnTo>
                    <a:pt x="212902" y="769556"/>
                  </a:lnTo>
                  <a:lnTo>
                    <a:pt x="240499" y="787158"/>
                  </a:lnTo>
                  <a:lnTo>
                    <a:pt x="273672" y="793572"/>
                  </a:lnTo>
                  <a:lnTo>
                    <a:pt x="1444282" y="793572"/>
                  </a:lnTo>
                  <a:lnTo>
                    <a:pt x="1491907" y="789419"/>
                  </a:lnTo>
                  <a:lnTo>
                    <a:pt x="1537576" y="777278"/>
                  </a:lnTo>
                  <a:lnTo>
                    <a:pt x="1580349" y="757567"/>
                  </a:lnTo>
                  <a:lnTo>
                    <a:pt x="1619250" y="730732"/>
                  </a:lnTo>
                  <a:lnTo>
                    <a:pt x="1653311" y="697217"/>
                  </a:lnTo>
                  <a:lnTo>
                    <a:pt x="1692351" y="648982"/>
                  </a:lnTo>
                  <a:lnTo>
                    <a:pt x="1735035" y="590283"/>
                  </a:lnTo>
                  <a:lnTo>
                    <a:pt x="1757324" y="556907"/>
                  </a:lnTo>
                  <a:lnTo>
                    <a:pt x="1780032" y="520788"/>
                  </a:lnTo>
                  <a:lnTo>
                    <a:pt x="1802993" y="481901"/>
                  </a:lnTo>
                  <a:lnTo>
                    <a:pt x="1826031" y="440182"/>
                  </a:lnTo>
                  <a:lnTo>
                    <a:pt x="1848980" y="395605"/>
                  </a:lnTo>
                  <a:lnTo>
                    <a:pt x="1871700" y="348132"/>
                  </a:lnTo>
                  <a:lnTo>
                    <a:pt x="1893989" y="297700"/>
                  </a:lnTo>
                  <a:lnTo>
                    <a:pt x="1915706" y="244297"/>
                  </a:lnTo>
                  <a:lnTo>
                    <a:pt x="1936686" y="187871"/>
                  </a:lnTo>
                  <a:lnTo>
                    <a:pt x="1956739" y="128358"/>
                  </a:lnTo>
                  <a:lnTo>
                    <a:pt x="1975739" y="65760"/>
                  </a:lnTo>
                  <a:lnTo>
                    <a:pt x="1993480" y="0"/>
                  </a:lnTo>
                  <a:close/>
                </a:path>
                <a:path w="2476500" h="993140">
                  <a:moveTo>
                    <a:pt x="2374049" y="751687"/>
                  </a:moveTo>
                  <a:lnTo>
                    <a:pt x="2366949" y="707669"/>
                  </a:lnTo>
                  <a:lnTo>
                    <a:pt x="2347176" y="669429"/>
                  </a:lnTo>
                  <a:lnTo>
                    <a:pt x="2317026" y="639279"/>
                  </a:lnTo>
                  <a:lnTo>
                    <a:pt x="2278786" y="619506"/>
                  </a:lnTo>
                  <a:lnTo>
                    <a:pt x="2234755" y="612394"/>
                  </a:lnTo>
                  <a:lnTo>
                    <a:pt x="2190724" y="619506"/>
                  </a:lnTo>
                  <a:lnTo>
                    <a:pt x="2152497" y="639279"/>
                  </a:lnTo>
                  <a:lnTo>
                    <a:pt x="2122347" y="669429"/>
                  </a:lnTo>
                  <a:lnTo>
                    <a:pt x="2102573" y="707669"/>
                  </a:lnTo>
                  <a:lnTo>
                    <a:pt x="2095474" y="751687"/>
                  </a:lnTo>
                  <a:lnTo>
                    <a:pt x="2102573" y="795718"/>
                  </a:lnTo>
                  <a:lnTo>
                    <a:pt x="2122347" y="833958"/>
                  </a:lnTo>
                  <a:lnTo>
                    <a:pt x="2152497" y="864108"/>
                  </a:lnTo>
                  <a:lnTo>
                    <a:pt x="2190724" y="883881"/>
                  </a:lnTo>
                  <a:lnTo>
                    <a:pt x="2234755" y="890981"/>
                  </a:lnTo>
                  <a:lnTo>
                    <a:pt x="2278786" y="883881"/>
                  </a:lnTo>
                  <a:lnTo>
                    <a:pt x="2317026" y="864108"/>
                  </a:lnTo>
                  <a:lnTo>
                    <a:pt x="2347176" y="833958"/>
                  </a:lnTo>
                  <a:lnTo>
                    <a:pt x="2366949" y="795718"/>
                  </a:lnTo>
                  <a:lnTo>
                    <a:pt x="2374049" y="751687"/>
                  </a:lnTo>
                  <a:close/>
                </a:path>
                <a:path w="2476500" h="993140">
                  <a:moveTo>
                    <a:pt x="2476017" y="751700"/>
                  </a:moveTo>
                  <a:lnTo>
                    <a:pt x="2471115" y="703072"/>
                  </a:lnTo>
                  <a:lnTo>
                    <a:pt x="2458745" y="663232"/>
                  </a:lnTo>
                  <a:lnTo>
                    <a:pt x="2458745" y="751700"/>
                  </a:lnTo>
                  <a:lnTo>
                    <a:pt x="2454186" y="796836"/>
                  </a:lnTo>
                  <a:lnTo>
                    <a:pt x="2441143" y="838885"/>
                  </a:lnTo>
                  <a:lnTo>
                    <a:pt x="2420493" y="876935"/>
                  </a:lnTo>
                  <a:lnTo>
                    <a:pt x="2393137" y="910082"/>
                  </a:lnTo>
                  <a:lnTo>
                    <a:pt x="2359990" y="937425"/>
                  </a:lnTo>
                  <a:lnTo>
                    <a:pt x="2321941" y="958075"/>
                  </a:lnTo>
                  <a:lnTo>
                    <a:pt x="2279904" y="971130"/>
                  </a:lnTo>
                  <a:lnTo>
                    <a:pt x="2234755" y="975677"/>
                  </a:lnTo>
                  <a:lnTo>
                    <a:pt x="2189619" y="971130"/>
                  </a:lnTo>
                  <a:lnTo>
                    <a:pt x="2147570" y="958075"/>
                  </a:lnTo>
                  <a:lnTo>
                    <a:pt x="2109533" y="937425"/>
                  </a:lnTo>
                  <a:lnTo>
                    <a:pt x="2076373" y="910082"/>
                  </a:lnTo>
                  <a:lnTo>
                    <a:pt x="2049030" y="876935"/>
                  </a:lnTo>
                  <a:lnTo>
                    <a:pt x="2028380" y="838885"/>
                  </a:lnTo>
                  <a:lnTo>
                    <a:pt x="2015324" y="796836"/>
                  </a:lnTo>
                  <a:lnTo>
                    <a:pt x="2010778" y="751700"/>
                  </a:lnTo>
                  <a:lnTo>
                    <a:pt x="2015324" y="706551"/>
                  </a:lnTo>
                  <a:lnTo>
                    <a:pt x="2028380" y="664502"/>
                  </a:lnTo>
                  <a:lnTo>
                    <a:pt x="2049030" y="626452"/>
                  </a:lnTo>
                  <a:lnTo>
                    <a:pt x="2076373" y="593305"/>
                  </a:lnTo>
                  <a:lnTo>
                    <a:pt x="2109533" y="565962"/>
                  </a:lnTo>
                  <a:lnTo>
                    <a:pt x="2147570" y="545312"/>
                  </a:lnTo>
                  <a:lnTo>
                    <a:pt x="2189619" y="532257"/>
                  </a:lnTo>
                  <a:lnTo>
                    <a:pt x="2234755" y="527710"/>
                  </a:lnTo>
                  <a:lnTo>
                    <a:pt x="2279904" y="532257"/>
                  </a:lnTo>
                  <a:lnTo>
                    <a:pt x="2321941" y="545312"/>
                  </a:lnTo>
                  <a:lnTo>
                    <a:pt x="2359990" y="565962"/>
                  </a:lnTo>
                  <a:lnTo>
                    <a:pt x="2393137" y="593305"/>
                  </a:lnTo>
                  <a:lnTo>
                    <a:pt x="2420493" y="626452"/>
                  </a:lnTo>
                  <a:lnTo>
                    <a:pt x="2441143" y="664502"/>
                  </a:lnTo>
                  <a:lnTo>
                    <a:pt x="2454186" y="706551"/>
                  </a:lnTo>
                  <a:lnTo>
                    <a:pt x="2458745" y="751700"/>
                  </a:lnTo>
                  <a:lnTo>
                    <a:pt x="2458745" y="663232"/>
                  </a:lnTo>
                  <a:lnTo>
                    <a:pt x="2434818" y="616800"/>
                  </a:lnTo>
                  <a:lnTo>
                    <a:pt x="2405354" y="581088"/>
                  </a:lnTo>
                  <a:lnTo>
                    <a:pt x="2369642" y="551637"/>
                  </a:lnTo>
                  <a:lnTo>
                    <a:pt x="2328672" y="529386"/>
                  </a:lnTo>
                  <a:lnTo>
                    <a:pt x="2323249" y="527710"/>
                  </a:lnTo>
                  <a:lnTo>
                    <a:pt x="2283383" y="515327"/>
                  </a:lnTo>
                  <a:lnTo>
                    <a:pt x="2234755" y="510425"/>
                  </a:lnTo>
                  <a:lnTo>
                    <a:pt x="2186140" y="515327"/>
                  </a:lnTo>
                  <a:lnTo>
                    <a:pt x="2140851" y="529386"/>
                  </a:lnTo>
                  <a:lnTo>
                    <a:pt x="2099868" y="551637"/>
                  </a:lnTo>
                  <a:lnTo>
                    <a:pt x="2064156" y="581088"/>
                  </a:lnTo>
                  <a:lnTo>
                    <a:pt x="2034692" y="616800"/>
                  </a:lnTo>
                  <a:lnTo>
                    <a:pt x="2012454" y="657783"/>
                  </a:lnTo>
                  <a:lnTo>
                    <a:pt x="1998395" y="703072"/>
                  </a:lnTo>
                  <a:lnTo>
                    <a:pt x="1993493" y="751700"/>
                  </a:lnTo>
                  <a:lnTo>
                    <a:pt x="1998395" y="800315"/>
                  </a:lnTo>
                  <a:lnTo>
                    <a:pt x="2012454" y="845604"/>
                  </a:lnTo>
                  <a:lnTo>
                    <a:pt x="2034692" y="886587"/>
                  </a:lnTo>
                  <a:lnTo>
                    <a:pt x="2064156" y="922299"/>
                  </a:lnTo>
                  <a:lnTo>
                    <a:pt x="2099868" y="951750"/>
                  </a:lnTo>
                  <a:lnTo>
                    <a:pt x="2140851" y="974001"/>
                  </a:lnTo>
                  <a:lnTo>
                    <a:pt x="2186140" y="988060"/>
                  </a:lnTo>
                  <a:lnTo>
                    <a:pt x="2234755" y="992962"/>
                  </a:lnTo>
                  <a:lnTo>
                    <a:pt x="2283383" y="988060"/>
                  </a:lnTo>
                  <a:lnTo>
                    <a:pt x="2323249" y="975677"/>
                  </a:lnTo>
                  <a:lnTo>
                    <a:pt x="2328672" y="974001"/>
                  </a:lnTo>
                  <a:lnTo>
                    <a:pt x="2369642" y="951750"/>
                  </a:lnTo>
                  <a:lnTo>
                    <a:pt x="2405354" y="922299"/>
                  </a:lnTo>
                  <a:lnTo>
                    <a:pt x="2434818" y="886587"/>
                  </a:lnTo>
                  <a:lnTo>
                    <a:pt x="2457056" y="845604"/>
                  </a:lnTo>
                  <a:lnTo>
                    <a:pt x="2471115" y="800315"/>
                  </a:lnTo>
                  <a:lnTo>
                    <a:pt x="2476017" y="75170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9052540" y="9495405"/>
              <a:ext cx="435609" cy="328295"/>
            </a:xfrm>
            <a:custGeom>
              <a:avLst/>
              <a:gdLst/>
              <a:ahLst/>
              <a:cxnLst/>
              <a:rect l="l" t="t" r="r" b="b"/>
              <a:pathLst>
                <a:path w="435609" h="328295">
                  <a:moveTo>
                    <a:pt x="435285" y="0"/>
                  </a:moveTo>
                  <a:lnTo>
                    <a:pt x="162550" y="0"/>
                  </a:lnTo>
                  <a:lnTo>
                    <a:pt x="119404" y="38563"/>
                  </a:lnTo>
                  <a:lnTo>
                    <a:pt x="84525" y="82551"/>
                  </a:lnTo>
                  <a:lnTo>
                    <a:pt x="57041" y="129602"/>
                  </a:lnTo>
                  <a:lnTo>
                    <a:pt x="36080" y="177351"/>
                  </a:lnTo>
                  <a:lnTo>
                    <a:pt x="20767" y="223439"/>
                  </a:lnTo>
                  <a:lnTo>
                    <a:pt x="10232" y="265502"/>
                  </a:lnTo>
                  <a:lnTo>
                    <a:pt x="0" y="328105"/>
                  </a:lnTo>
                  <a:lnTo>
                    <a:pt x="39367" y="313624"/>
                  </a:lnTo>
                  <a:lnTo>
                    <a:pt x="80395" y="296622"/>
                  </a:lnTo>
                  <a:lnTo>
                    <a:pt x="122543" y="276917"/>
                  </a:lnTo>
                  <a:lnTo>
                    <a:pt x="165272" y="254326"/>
                  </a:lnTo>
                  <a:lnTo>
                    <a:pt x="208041" y="228665"/>
                  </a:lnTo>
                  <a:lnTo>
                    <a:pt x="250312" y="199752"/>
                  </a:lnTo>
                  <a:lnTo>
                    <a:pt x="291543" y="167404"/>
                  </a:lnTo>
                  <a:lnTo>
                    <a:pt x="331196" y="131437"/>
                  </a:lnTo>
                  <a:lnTo>
                    <a:pt x="368730" y="91670"/>
                  </a:lnTo>
                  <a:lnTo>
                    <a:pt x="403607" y="47918"/>
                  </a:lnTo>
                  <a:lnTo>
                    <a:pt x="4352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2899222" y="9270368"/>
              <a:ext cx="346710" cy="307340"/>
            </a:xfrm>
            <a:custGeom>
              <a:avLst/>
              <a:gdLst/>
              <a:ahLst/>
              <a:cxnLst/>
              <a:rect l="l" t="t" r="r" b="b"/>
              <a:pathLst>
                <a:path w="346709" h="307340">
                  <a:moveTo>
                    <a:pt x="157070" y="0"/>
                  </a:moveTo>
                  <a:lnTo>
                    <a:pt x="57115" y="0"/>
                  </a:lnTo>
                  <a:lnTo>
                    <a:pt x="28576" y="7555"/>
                  </a:lnTo>
                  <a:lnTo>
                    <a:pt x="8558" y="27033"/>
                  </a:lnTo>
                  <a:lnTo>
                    <a:pt x="0" y="53653"/>
                  </a:lnTo>
                  <a:lnTo>
                    <a:pt x="5839" y="82636"/>
                  </a:lnTo>
                  <a:lnTo>
                    <a:pt x="32519" y="126409"/>
                  </a:lnTo>
                  <a:lnTo>
                    <a:pt x="65737" y="164709"/>
                  </a:lnTo>
                  <a:lnTo>
                    <a:pt x="103891" y="197866"/>
                  </a:lnTo>
                  <a:lnTo>
                    <a:pt x="145377" y="226212"/>
                  </a:lnTo>
                  <a:lnTo>
                    <a:pt x="188591" y="250076"/>
                  </a:lnTo>
                  <a:lnTo>
                    <a:pt x="231931" y="269791"/>
                  </a:lnTo>
                  <a:lnTo>
                    <a:pt x="273793" y="285686"/>
                  </a:lnTo>
                  <a:lnTo>
                    <a:pt x="312572" y="298092"/>
                  </a:lnTo>
                  <a:lnTo>
                    <a:pt x="346666" y="307341"/>
                  </a:lnTo>
                  <a:lnTo>
                    <a:pt x="344384" y="300922"/>
                  </a:lnTo>
                  <a:lnTo>
                    <a:pt x="310329" y="234528"/>
                  </a:lnTo>
                  <a:lnTo>
                    <a:pt x="283372" y="187560"/>
                  </a:lnTo>
                  <a:lnTo>
                    <a:pt x="252332" y="136222"/>
                  </a:lnTo>
                  <a:lnTo>
                    <a:pt x="219444" y="84915"/>
                  </a:lnTo>
                  <a:lnTo>
                    <a:pt x="186945" y="38041"/>
                  </a:lnTo>
                  <a:lnTo>
                    <a:pt x="157070" y="0"/>
                  </a:lnTo>
                  <a:close/>
                </a:path>
              </a:pathLst>
            </a:custGeom>
            <a:solidFill>
              <a:srgbClr val="A4271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207209" y="9524703"/>
              <a:ext cx="226029" cy="162602"/>
            </a:xfrm>
            <a:prstGeom prst="rect">
              <a:avLst/>
            </a:prstGeom>
          </p:spPr>
        </p:pic>
        <p:sp>
          <p:nvSpPr>
            <p:cNvPr id="192" name="object 192" descr=""/>
            <p:cNvSpPr/>
            <p:nvPr/>
          </p:nvSpPr>
          <p:spPr>
            <a:xfrm>
              <a:off x="12000566" y="8929496"/>
              <a:ext cx="785495" cy="325755"/>
            </a:xfrm>
            <a:custGeom>
              <a:avLst/>
              <a:gdLst/>
              <a:ahLst/>
              <a:cxnLst/>
              <a:rect l="l" t="t" r="r" b="b"/>
              <a:pathLst>
                <a:path w="785495" h="325754">
                  <a:moveTo>
                    <a:pt x="0" y="0"/>
                  </a:moveTo>
                  <a:lnTo>
                    <a:pt x="56365" y="20582"/>
                  </a:lnTo>
                  <a:lnTo>
                    <a:pt x="112480" y="43280"/>
                  </a:lnTo>
                  <a:lnTo>
                    <a:pt x="167940" y="67662"/>
                  </a:lnTo>
                  <a:lnTo>
                    <a:pt x="222341" y="93296"/>
                  </a:lnTo>
                  <a:lnTo>
                    <a:pt x="275279" y="119752"/>
                  </a:lnTo>
                  <a:lnTo>
                    <a:pt x="326349" y="146599"/>
                  </a:lnTo>
                  <a:lnTo>
                    <a:pt x="375149" y="173405"/>
                  </a:lnTo>
                  <a:lnTo>
                    <a:pt x="421272" y="199739"/>
                  </a:lnTo>
                  <a:lnTo>
                    <a:pt x="464316" y="225171"/>
                  </a:lnTo>
                  <a:lnTo>
                    <a:pt x="503876" y="249268"/>
                  </a:lnTo>
                  <a:lnTo>
                    <a:pt x="539549" y="271601"/>
                  </a:lnTo>
                  <a:lnTo>
                    <a:pt x="597615" y="309247"/>
                  </a:lnTo>
                  <a:lnTo>
                    <a:pt x="623014" y="321272"/>
                  </a:lnTo>
                  <a:lnTo>
                    <a:pt x="650270" y="325643"/>
                  </a:lnTo>
                  <a:lnTo>
                    <a:pt x="677688" y="322300"/>
                  </a:lnTo>
                  <a:lnTo>
                    <a:pt x="703570" y="311184"/>
                  </a:lnTo>
                  <a:lnTo>
                    <a:pt x="785190" y="261227"/>
                  </a:lnTo>
                  <a:lnTo>
                    <a:pt x="747759" y="248357"/>
                  </a:lnTo>
                  <a:lnTo>
                    <a:pt x="711144" y="234533"/>
                  </a:lnTo>
                  <a:lnTo>
                    <a:pt x="674963" y="219883"/>
                  </a:lnTo>
                  <a:lnTo>
                    <a:pt x="638834" y="204536"/>
                  </a:lnTo>
                  <a:lnTo>
                    <a:pt x="526938" y="155597"/>
                  </a:lnTo>
                  <a:lnTo>
                    <a:pt x="487195" y="138746"/>
                  </a:lnTo>
                  <a:lnTo>
                    <a:pt x="445593" y="121839"/>
                  </a:lnTo>
                  <a:lnTo>
                    <a:pt x="401750" y="105006"/>
                  </a:lnTo>
                  <a:lnTo>
                    <a:pt x="355284" y="88373"/>
                  </a:lnTo>
                  <a:lnTo>
                    <a:pt x="305813" y="72071"/>
                  </a:lnTo>
                  <a:lnTo>
                    <a:pt x="252954" y="56227"/>
                  </a:lnTo>
                  <a:lnTo>
                    <a:pt x="196326" y="40969"/>
                  </a:lnTo>
                  <a:lnTo>
                    <a:pt x="135545" y="26427"/>
                  </a:lnTo>
                  <a:lnTo>
                    <a:pt x="70230" y="12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2922088" y="9299092"/>
              <a:ext cx="212632" cy="211250"/>
            </a:xfrm>
            <a:prstGeom prst="rect">
              <a:avLst/>
            </a:prstGeom>
          </p:spPr>
        </p:pic>
        <p:pic>
          <p:nvPicPr>
            <p:cNvPr id="194" name="object 19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401148" y="9299430"/>
              <a:ext cx="216380" cy="216370"/>
            </a:xfrm>
            <a:prstGeom prst="rect">
              <a:avLst/>
            </a:prstGeom>
          </p:spPr>
        </p:pic>
      </p:grpSp>
      <p:grpSp>
        <p:nvGrpSpPr>
          <p:cNvPr id="195" name="object 195" descr=""/>
          <p:cNvGrpSpPr/>
          <p:nvPr/>
        </p:nvGrpSpPr>
        <p:grpSpPr>
          <a:xfrm>
            <a:off x="12583400" y="8538405"/>
            <a:ext cx="1809114" cy="1805305"/>
            <a:chOff x="12583400" y="8538405"/>
            <a:chExt cx="1809114" cy="1805305"/>
          </a:xfrm>
        </p:grpSpPr>
        <p:sp>
          <p:nvSpPr>
            <p:cNvPr id="196" name="object 196" descr=""/>
            <p:cNvSpPr/>
            <p:nvPr/>
          </p:nvSpPr>
          <p:spPr>
            <a:xfrm>
              <a:off x="13423285" y="8538405"/>
              <a:ext cx="897890" cy="1805305"/>
            </a:xfrm>
            <a:custGeom>
              <a:avLst/>
              <a:gdLst/>
              <a:ahLst/>
              <a:cxnLst/>
              <a:rect l="l" t="t" r="r" b="b"/>
              <a:pathLst>
                <a:path w="897890" h="1805304">
                  <a:moveTo>
                    <a:pt x="112972" y="0"/>
                  </a:moveTo>
                  <a:lnTo>
                    <a:pt x="69013" y="14356"/>
                  </a:lnTo>
                  <a:lnTo>
                    <a:pt x="33102" y="42668"/>
                  </a:lnTo>
                  <a:lnTo>
                    <a:pt x="8882" y="82063"/>
                  </a:lnTo>
                  <a:lnTo>
                    <a:pt x="0" y="129671"/>
                  </a:lnTo>
                  <a:lnTo>
                    <a:pt x="0" y="1805055"/>
                  </a:lnTo>
                  <a:lnTo>
                    <a:pt x="897323" y="1805055"/>
                  </a:lnTo>
                  <a:lnTo>
                    <a:pt x="897323" y="282243"/>
                  </a:lnTo>
                  <a:lnTo>
                    <a:pt x="889923" y="238833"/>
                  </a:lnTo>
                  <a:lnTo>
                    <a:pt x="869234" y="201252"/>
                  </a:lnTo>
                  <a:lnTo>
                    <a:pt x="837516" y="172365"/>
                  </a:lnTo>
                  <a:lnTo>
                    <a:pt x="797033" y="155042"/>
                  </a:lnTo>
                  <a:lnTo>
                    <a:pt x="161335" y="2471"/>
                  </a:lnTo>
                  <a:lnTo>
                    <a:pt x="112972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3423287" y="10162109"/>
              <a:ext cx="897890" cy="81280"/>
            </a:xfrm>
            <a:custGeom>
              <a:avLst/>
              <a:gdLst/>
              <a:ahLst/>
              <a:cxnLst/>
              <a:rect l="l" t="t" r="r" b="b"/>
              <a:pathLst>
                <a:path w="897890" h="81279">
                  <a:moveTo>
                    <a:pt x="0" y="80845"/>
                  </a:moveTo>
                  <a:lnTo>
                    <a:pt x="897323" y="80845"/>
                  </a:lnTo>
                  <a:lnTo>
                    <a:pt x="897323" y="0"/>
                  </a:lnTo>
                  <a:lnTo>
                    <a:pt x="0" y="0"/>
                  </a:lnTo>
                  <a:lnTo>
                    <a:pt x="0" y="80845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3343572" y="10242955"/>
              <a:ext cx="1049020" cy="100965"/>
            </a:xfrm>
            <a:custGeom>
              <a:avLst/>
              <a:gdLst/>
              <a:ahLst/>
              <a:cxnLst/>
              <a:rect l="l" t="t" r="r" b="b"/>
              <a:pathLst>
                <a:path w="1049019" h="100965">
                  <a:moveTo>
                    <a:pt x="1048795" y="0"/>
                  </a:moveTo>
                  <a:lnTo>
                    <a:pt x="0" y="0"/>
                  </a:lnTo>
                  <a:lnTo>
                    <a:pt x="0" y="100499"/>
                  </a:lnTo>
                  <a:lnTo>
                    <a:pt x="1048795" y="100499"/>
                  </a:lnTo>
                  <a:lnTo>
                    <a:pt x="1048795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3599162" y="8825192"/>
              <a:ext cx="546100" cy="876300"/>
            </a:xfrm>
            <a:custGeom>
              <a:avLst/>
              <a:gdLst/>
              <a:ahLst/>
              <a:cxnLst/>
              <a:rect l="l" t="t" r="r" b="b"/>
              <a:pathLst>
                <a:path w="546100" h="876300">
                  <a:moveTo>
                    <a:pt x="500602" y="0"/>
                  </a:moveTo>
                  <a:lnTo>
                    <a:pt x="44961" y="0"/>
                  </a:lnTo>
                  <a:lnTo>
                    <a:pt x="27458" y="3534"/>
                  </a:lnTo>
                  <a:lnTo>
                    <a:pt x="13167" y="13171"/>
                  </a:lnTo>
                  <a:lnTo>
                    <a:pt x="3532" y="27463"/>
                  </a:lnTo>
                  <a:lnTo>
                    <a:pt x="0" y="44961"/>
                  </a:lnTo>
                  <a:lnTo>
                    <a:pt x="0" y="830822"/>
                  </a:lnTo>
                  <a:lnTo>
                    <a:pt x="3532" y="848321"/>
                  </a:lnTo>
                  <a:lnTo>
                    <a:pt x="13167" y="862613"/>
                  </a:lnTo>
                  <a:lnTo>
                    <a:pt x="27458" y="872250"/>
                  </a:lnTo>
                  <a:lnTo>
                    <a:pt x="44961" y="875784"/>
                  </a:lnTo>
                  <a:lnTo>
                    <a:pt x="500602" y="875784"/>
                  </a:lnTo>
                  <a:lnTo>
                    <a:pt x="518105" y="872250"/>
                  </a:lnTo>
                  <a:lnTo>
                    <a:pt x="532397" y="862613"/>
                  </a:lnTo>
                  <a:lnTo>
                    <a:pt x="542031" y="848321"/>
                  </a:lnTo>
                  <a:lnTo>
                    <a:pt x="545564" y="830822"/>
                  </a:lnTo>
                  <a:lnTo>
                    <a:pt x="545564" y="44961"/>
                  </a:lnTo>
                  <a:lnTo>
                    <a:pt x="542031" y="27463"/>
                  </a:lnTo>
                  <a:lnTo>
                    <a:pt x="532397" y="13171"/>
                  </a:lnTo>
                  <a:lnTo>
                    <a:pt x="518105" y="3534"/>
                  </a:lnTo>
                  <a:lnTo>
                    <a:pt x="500602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3693165" y="8935043"/>
              <a:ext cx="367030" cy="161290"/>
            </a:xfrm>
            <a:custGeom>
              <a:avLst/>
              <a:gdLst/>
              <a:ahLst/>
              <a:cxnLst/>
              <a:rect l="l" t="t" r="r" b="b"/>
              <a:pathLst>
                <a:path w="367030" h="161290">
                  <a:moveTo>
                    <a:pt x="338994" y="0"/>
                  </a:moveTo>
                  <a:lnTo>
                    <a:pt x="27538" y="0"/>
                  </a:lnTo>
                  <a:lnTo>
                    <a:pt x="16821" y="2164"/>
                  </a:lnTo>
                  <a:lnTo>
                    <a:pt x="8067" y="8067"/>
                  </a:lnTo>
                  <a:lnTo>
                    <a:pt x="2164" y="16821"/>
                  </a:lnTo>
                  <a:lnTo>
                    <a:pt x="0" y="27538"/>
                  </a:lnTo>
                  <a:lnTo>
                    <a:pt x="0" y="133221"/>
                  </a:lnTo>
                  <a:lnTo>
                    <a:pt x="2164" y="143942"/>
                  </a:lnTo>
                  <a:lnTo>
                    <a:pt x="8067" y="152695"/>
                  </a:lnTo>
                  <a:lnTo>
                    <a:pt x="16821" y="158596"/>
                  </a:lnTo>
                  <a:lnTo>
                    <a:pt x="27538" y="160759"/>
                  </a:lnTo>
                  <a:lnTo>
                    <a:pt x="338994" y="160759"/>
                  </a:lnTo>
                  <a:lnTo>
                    <a:pt x="349716" y="158596"/>
                  </a:lnTo>
                  <a:lnTo>
                    <a:pt x="358469" y="152695"/>
                  </a:lnTo>
                  <a:lnTo>
                    <a:pt x="364369" y="143942"/>
                  </a:lnTo>
                  <a:lnTo>
                    <a:pt x="366533" y="133221"/>
                  </a:lnTo>
                  <a:lnTo>
                    <a:pt x="366533" y="27538"/>
                  </a:lnTo>
                  <a:lnTo>
                    <a:pt x="364369" y="16821"/>
                  </a:lnTo>
                  <a:lnTo>
                    <a:pt x="358469" y="8067"/>
                  </a:lnTo>
                  <a:lnTo>
                    <a:pt x="349716" y="2164"/>
                  </a:lnTo>
                  <a:lnTo>
                    <a:pt x="3389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1" name="object 201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3782604" y="9223038"/>
              <a:ext cx="201145" cy="201145"/>
            </a:xfrm>
            <a:prstGeom prst="rect">
              <a:avLst/>
            </a:prstGeom>
          </p:spPr>
        </p:pic>
        <p:sp>
          <p:nvSpPr>
            <p:cNvPr id="202" name="object 202" descr=""/>
            <p:cNvSpPr/>
            <p:nvPr/>
          </p:nvSpPr>
          <p:spPr>
            <a:xfrm>
              <a:off x="13744523" y="8972355"/>
              <a:ext cx="145415" cy="81280"/>
            </a:xfrm>
            <a:custGeom>
              <a:avLst/>
              <a:gdLst/>
              <a:ahLst/>
              <a:cxnLst/>
              <a:rect l="l" t="t" r="r" b="b"/>
              <a:pathLst>
                <a:path w="145415" h="81279">
                  <a:moveTo>
                    <a:pt x="145367" y="0"/>
                  </a:moveTo>
                  <a:lnTo>
                    <a:pt x="0" y="0"/>
                  </a:lnTo>
                  <a:lnTo>
                    <a:pt x="0" y="80761"/>
                  </a:lnTo>
                  <a:lnTo>
                    <a:pt x="145367" y="80761"/>
                  </a:lnTo>
                  <a:lnTo>
                    <a:pt x="145367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2583400" y="9323651"/>
              <a:ext cx="1313815" cy="528320"/>
            </a:xfrm>
            <a:custGeom>
              <a:avLst/>
              <a:gdLst/>
              <a:ahLst/>
              <a:cxnLst/>
              <a:rect l="l" t="t" r="r" b="b"/>
              <a:pathLst>
                <a:path w="1313815" h="528320">
                  <a:moveTo>
                    <a:pt x="1313740" y="0"/>
                  </a:moveTo>
                  <a:lnTo>
                    <a:pt x="1284892" y="0"/>
                  </a:lnTo>
                  <a:lnTo>
                    <a:pt x="1284892" y="168131"/>
                  </a:lnTo>
                  <a:lnTo>
                    <a:pt x="1281295" y="217001"/>
                  </a:lnTo>
                  <a:lnTo>
                    <a:pt x="1270847" y="263667"/>
                  </a:lnTo>
                  <a:lnTo>
                    <a:pt x="1254065" y="307613"/>
                  </a:lnTo>
                  <a:lnTo>
                    <a:pt x="1231466" y="348322"/>
                  </a:lnTo>
                  <a:lnTo>
                    <a:pt x="1203564" y="385278"/>
                  </a:lnTo>
                  <a:lnTo>
                    <a:pt x="1170877" y="417965"/>
                  </a:lnTo>
                  <a:lnTo>
                    <a:pt x="1133921" y="445867"/>
                  </a:lnTo>
                  <a:lnTo>
                    <a:pt x="1093212" y="468466"/>
                  </a:lnTo>
                  <a:lnTo>
                    <a:pt x="1049266" y="485248"/>
                  </a:lnTo>
                  <a:lnTo>
                    <a:pt x="1002600" y="495696"/>
                  </a:lnTo>
                  <a:lnTo>
                    <a:pt x="953730" y="499293"/>
                  </a:lnTo>
                  <a:lnTo>
                    <a:pt x="825095" y="499293"/>
                  </a:lnTo>
                  <a:lnTo>
                    <a:pt x="772783" y="495210"/>
                  </a:lnTo>
                  <a:lnTo>
                    <a:pt x="722476" y="483164"/>
                  </a:lnTo>
                  <a:lnTo>
                    <a:pt x="674909" y="463461"/>
                  </a:lnTo>
                  <a:lnTo>
                    <a:pt x="630816" y="436405"/>
                  </a:lnTo>
                  <a:lnTo>
                    <a:pt x="590934" y="402301"/>
                  </a:lnTo>
                  <a:lnTo>
                    <a:pt x="360868" y="172225"/>
                  </a:lnTo>
                  <a:lnTo>
                    <a:pt x="322680" y="139566"/>
                  </a:lnTo>
                  <a:lnTo>
                    <a:pt x="280457" y="113658"/>
                  </a:lnTo>
                  <a:lnTo>
                    <a:pt x="234905" y="94791"/>
                  </a:lnTo>
                  <a:lnTo>
                    <a:pt x="186729" y="83257"/>
                  </a:lnTo>
                  <a:lnTo>
                    <a:pt x="136634" y="79348"/>
                  </a:lnTo>
                  <a:lnTo>
                    <a:pt x="0" y="79348"/>
                  </a:lnTo>
                  <a:lnTo>
                    <a:pt x="0" y="108195"/>
                  </a:lnTo>
                  <a:lnTo>
                    <a:pt x="136634" y="108195"/>
                  </a:lnTo>
                  <a:lnTo>
                    <a:pt x="182171" y="111748"/>
                  </a:lnTo>
                  <a:lnTo>
                    <a:pt x="225964" y="122232"/>
                  </a:lnTo>
                  <a:lnTo>
                    <a:pt x="267372" y="139382"/>
                  </a:lnTo>
                  <a:lnTo>
                    <a:pt x="305755" y="162933"/>
                  </a:lnTo>
                  <a:lnTo>
                    <a:pt x="340471" y="192622"/>
                  </a:lnTo>
                  <a:lnTo>
                    <a:pt x="570537" y="422699"/>
                  </a:lnTo>
                  <a:lnTo>
                    <a:pt x="606326" y="454120"/>
                  </a:lnTo>
                  <a:lnTo>
                    <a:pt x="645387" y="480257"/>
                  </a:lnTo>
                  <a:lnTo>
                    <a:pt x="687257" y="500919"/>
                  </a:lnTo>
                  <a:lnTo>
                    <a:pt x="731474" y="515914"/>
                  </a:lnTo>
                  <a:lnTo>
                    <a:pt x="777574" y="525052"/>
                  </a:lnTo>
                  <a:lnTo>
                    <a:pt x="825095" y="528140"/>
                  </a:lnTo>
                  <a:lnTo>
                    <a:pt x="953730" y="528140"/>
                  </a:lnTo>
                  <a:lnTo>
                    <a:pt x="1002513" y="524848"/>
                  </a:lnTo>
                  <a:lnTo>
                    <a:pt x="1049323" y="515258"/>
                  </a:lnTo>
                  <a:lnTo>
                    <a:pt x="1093726" y="499804"/>
                  </a:lnTo>
                  <a:lnTo>
                    <a:pt x="1135291" y="478917"/>
                  </a:lnTo>
                  <a:lnTo>
                    <a:pt x="1173584" y="453030"/>
                  </a:lnTo>
                  <a:lnTo>
                    <a:pt x="1208175" y="422576"/>
                  </a:lnTo>
                  <a:lnTo>
                    <a:pt x="1238629" y="387985"/>
                  </a:lnTo>
                  <a:lnTo>
                    <a:pt x="1264516" y="349692"/>
                  </a:lnTo>
                  <a:lnTo>
                    <a:pt x="1285403" y="308127"/>
                  </a:lnTo>
                  <a:lnTo>
                    <a:pt x="1300857" y="263724"/>
                  </a:lnTo>
                  <a:lnTo>
                    <a:pt x="1310447" y="216914"/>
                  </a:lnTo>
                  <a:lnTo>
                    <a:pt x="1313740" y="168131"/>
                  </a:lnTo>
                  <a:lnTo>
                    <a:pt x="1313740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4" name="object 204" descr=""/>
          <p:cNvGrpSpPr/>
          <p:nvPr/>
        </p:nvGrpSpPr>
        <p:grpSpPr>
          <a:xfrm>
            <a:off x="15514324" y="8760361"/>
            <a:ext cx="2977515" cy="1617345"/>
            <a:chOff x="15514324" y="8760361"/>
            <a:chExt cx="2977515" cy="1617345"/>
          </a:xfrm>
        </p:grpSpPr>
        <p:sp>
          <p:nvSpPr>
            <p:cNvPr id="205" name="object 205" descr=""/>
            <p:cNvSpPr/>
            <p:nvPr/>
          </p:nvSpPr>
          <p:spPr>
            <a:xfrm>
              <a:off x="15514320" y="8760364"/>
              <a:ext cx="697230" cy="1617345"/>
            </a:xfrm>
            <a:custGeom>
              <a:avLst/>
              <a:gdLst/>
              <a:ahLst/>
              <a:cxnLst/>
              <a:rect l="l" t="t" r="r" b="b"/>
              <a:pathLst>
                <a:path w="697230" h="1617345">
                  <a:moveTo>
                    <a:pt x="696620" y="1537931"/>
                  </a:moveTo>
                  <a:lnTo>
                    <a:pt x="690384" y="1507032"/>
                  </a:lnTo>
                  <a:lnTo>
                    <a:pt x="673379" y="1481797"/>
                  </a:lnTo>
                  <a:lnTo>
                    <a:pt x="648144" y="1464779"/>
                  </a:lnTo>
                  <a:lnTo>
                    <a:pt x="617245" y="1458544"/>
                  </a:lnTo>
                  <a:lnTo>
                    <a:pt x="481304" y="1458544"/>
                  </a:lnTo>
                  <a:lnTo>
                    <a:pt x="481304" y="0"/>
                  </a:lnTo>
                  <a:lnTo>
                    <a:pt x="54051" y="0"/>
                  </a:lnTo>
                  <a:lnTo>
                    <a:pt x="54051" y="1463662"/>
                  </a:lnTo>
                  <a:lnTo>
                    <a:pt x="48475" y="1464779"/>
                  </a:lnTo>
                  <a:lnTo>
                    <a:pt x="23253" y="1481797"/>
                  </a:lnTo>
                  <a:lnTo>
                    <a:pt x="6235" y="1507032"/>
                  </a:lnTo>
                  <a:lnTo>
                    <a:pt x="0" y="1537931"/>
                  </a:lnTo>
                  <a:lnTo>
                    <a:pt x="6235" y="1568831"/>
                  </a:lnTo>
                  <a:lnTo>
                    <a:pt x="23253" y="1594053"/>
                  </a:lnTo>
                  <a:lnTo>
                    <a:pt x="48475" y="1611071"/>
                  </a:lnTo>
                  <a:lnTo>
                    <a:pt x="79375" y="1617306"/>
                  </a:lnTo>
                  <a:lnTo>
                    <a:pt x="617245" y="1617306"/>
                  </a:lnTo>
                  <a:lnTo>
                    <a:pt x="648144" y="1611071"/>
                  </a:lnTo>
                  <a:lnTo>
                    <a:pt x="673379" y="1594053"/>
                  </a:lnTo>
                  <a:lnTo>
                    <a:pt x="690384" y="1568831"/>
                  </a:lnTo>
                  <a:lnTo>
                    <a:pt x="696620" y="1537931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5675801" y="8977887"/>
              <a:ext cx="212725" cy="457200"/>
            </a:xfrm>
            <a:custGeom>
              <a:avLst/>
              <a:gdLst/>
              <a:ahLst/>
              <a:cxnLst/>
              <a:rect l="l" t="t" r="r" b="b"/>
              <a:pathLst>
                <a:path w="212725" h="457200">
                  <a:moveTo>
                    <a:pt x="147838" y="0"/>
                  </a:moveTo>
                  <a:lnTo>
                    <a:pt x="0" y="249803"/>
                  </a:lnTo>
                  <a:lnTo>
                    <a:pt x="103651" y="249803"/>
                  </a:lnTo>
                  <a:lnTo>
                    <a:pt x="73913" y="457116"/>
                  </a:lnTo>
                  <a:lnTo>
                    <a:pt x="212412" y="180130"/>
                  </a:lnTo>
                  <a:lnTo>
                    <a:pt x="113849" y="180130"/>
                  </a:lnTo>
                  <a:lnTo>
                    <a:pt x="147838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5995632" y="8760365"/>
              <a:ext cx="140335" cy="1551305"/>
            </a:xfrm>
            <a:custGeom>
              <a:avLst/>
              <a:gdLst/>
              <a:ahLst/>
              <a:cxnLst/>
              <a:rect l="l" t="t" r="r" b="b"/>
              <a:pathLst>
                <a:path w="140334" h="1551304">
                  <a:moveTo>
                    <a:pt x="0" y="0"/>
                  </a:moveTo>
                  <a:lnTo>
                    <a:pt x="0" y="1550999"/>
                  </a:lnTo>
                  <a:lnTo>
                    <a:pt x="139775" y="1472122"/>
                  </a:lnTo>
                  <a:lnTo>
                    <a:pt x="139775" y="33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6020431" y="8931671"/>
              <a:ext cx="99695" cy="408940"/>
            </a:xfrm>
            <a:custGeom>
              <a:avLst/>
              <a:gdLst/>
              <a:ahLst/>
              <a:cxnLst/>
              <a:rect l="l" t="t" r="r" b="b"/>
              <a:pathLst>
                <a:path w="99694" h="408940">
                  <a:moveTo>
                    <a:pt x="0" y="0"/>
                  </a:moveTo>
                  <a:lnTo>
                    <a:pt x="0" y="408940"/>
                  </a:lnTo>
                  <a:lnTo>
                    <a:pt x="99201" y="408092"/>
                  </a:lnTo>
                  <a:lnTo>
                    <a:pt x="99201" y="15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2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6020426" y="8931675"/>
              <a:ext cx="99695" cy="408940"/>
            </a:xfrm>
            <a:custGeom>
              <a:avLst/>
              <a:gdLst/>
              <a:ahLst/>
              <a:cxnLst/>
              <a:rect l="l" t="t" r="r" b="b"/>
              <a:pathLst>
                <a:path w="99694" h="408940">
                  <a:moveTo>
                    <a:pt x="0" y="0"/>
                  </a:moveTo>
                  <a:lnTo>
                    <a:pt x="0" y="408929"/>
                  </a:lnTo>
                  <a:lnTo>
                    <a:pt x="99201" y="408092"/>
                  </a:lnTo>
                  <a:lnTo>
                    <a:pt x="45098" y="68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6038462" y="9427673"/>
              <a:ext cx="476250" cy="791845"/>
            </a:xfrm>
            <a:custGeom>
              <a:avLst/>
              <a:gdLst/>
              <a:ahLst/>
              <a:cxnLst/>
              <a:rect l="l" t="t" r="r" b="b"/>
              <a:pathLst>
                <a:path w="476250" h="791845">
                  <a:moveTo>
                    <a:pt x="475691" y="0"/>
                  </a:moveTo>
                  <a:lnTo>
                    <a:pt x="387769" y="0"/>
                  </a:lnTo>
                  <a:lnTo>
                    <a:pt x="362305" y="2159"/>
                  </a:lnTo>
                  <a:lnTo>
                    <a:pt x="318706" y="19329"/>
                  </a:lnTo>
                  <a:lnTo>
                    <a:pt x="274066" y="74117"/>
                  </a:lnTo>
                  <a:lnTo>
                    <a:pt x="258457" y="122885"/>
                  </a:lnTo>
                  <a:lnTo>
                    <a:pt x="251079" y="176060"/>
                  </a:lnTo>
                  <a:lnTo>
                    <a:pt x="249123" y="229133"/>
                  </a:lnTo>
                  <a:lnTo>
                    <a:pt x="250215" y="301498"/>
                  </a:lnTo>
                  <a:lnTo>
                    <a:pt x="250266" y="689775"/>
                  </a:lnTo>
                  <a:lnTo>
                    <a:pt x="232232" y="740549"/>
                  </a:lnTo>
                  <a:lnTo>
                    <a:pt x="191655" y="755218"/>
                  </a:lnTo>
                  <a:lnTo>
                    <a:pt x="173939" y="753287"/>
                  </a:lnTo>
                  <a:lnTo>
                    <a:pt x="136779" y="724014"/>
                  </a:lnTo>
                  <a:lnTo>
                    <a:pt x="126238" y="689267"/>
                  </a:lnTo>
                  <a:lnTo>
                    <a:pt x="128587" y="509257"/>
                  </a:lnTo>
                  <a:lnTo>
                    <a:pt x="129082" y="440867"/>
                  </a:lnTo>
                  <a:lnTo>
                    <a:pt x="129235" y="373849"/>
                  </a:lnTo>
                  <a:lnTo>
                    <a:pt x="128892" y="313563"/>
                  </a:lnTo>
                  <a:lnTo>
                    <a:pt x="127914" y="265404"/>
                  </a:lnTo>
                  <a:lnTo>
                    <a:pt x="112839" y="196938"/>
                  </a:lnTo>
                  <a:lnTo>
                    <a:pt x="63131" y="160515"/>
                  </a:lnTo>
                  <a:lnTo>
                    <a:pt x="63131" y="84150"/>
                  </a:lnTo>
                  <a:lnTo>
                    <a:pt x="0" y="90157"/>
                  </a:lnTo>
                  <a:lnTo>
                    <a:pt x="0" y="272376"/>
                  </a:lnTo>
                  <a:lnTo>
                    <a:pt x="63131" y="259245"/>
                  </a:lnTo>
                  <a:lnTo>
                    <a:pt x="63131" y="199567"/>
                  </a:lnTo>
                  <a:lnTo>
                    <a:pt x="72440" y="205384"/>
                  </a:lnTo>
                  <a:lnTo>
                    <a:pt x="92036" y="269570"/>
                  </a:lnTo>
                  <a:lnTo>
                    <a:pt x="92951" y="318935"/>
                  </a:lnTo>
                  <a:lnTo>
                    <a:pt x="93205" y="380936"/>
                  </a:lnTo>
                  <a:lnTo>
                    <a:pt x="92989" y="449681"/>
                  </a:lnTo>
                  <a:lnTo>
                    <a:pt x="92430" y="519315"/>
                  </a:lnTo>
                  <a:lnTo>
                    <a:pt x="91719" y="583984"/>
                  </a:lnTo>
                  <a:lnTo>
                    <a:pt x="90208" y="689483"/>
                  </a:lnTo>
                  <a:lnTo>
                    <a:pt x="90678" y="695490"/>
                  </a:lnTo>
                  <a:lnTo>
                    <a:pt x="104419" y="739902"/>
                  </a:lnTo>
                  <a:lnTo>
                    <a:pt x="134023" y="774357"/>
                  </a:lnTo>
                  <a:lnTo>
                    <a:pt x="191655" y="791248"/>
                  </a:lnTo>
                  <a:lnTo>
                    <a:pt x="211340" y="789622"/>
                  </a:lnTo>
                  <a:lnTo>
                    <a:pt x="258191" y="765543"/>
                  </a:lnTo>
                  <a:lnTo>
                    <a:pt x="282790" y="718451"/>
                  </a:lnTo>
                  <a:lnTo>
                    <a:pt x="286308" y="308597"/>
                  </a:lnTo>
                  <a:lnTo>
                    <a:pt x="285153" y="232295"/>
                  </a:lnTo>
                  <a:lnTo>
                    <a:pt x="286600" y="183883"/>
                  </a:lnTo>
                  <a:lnTo>
                    <a:pt x="292455" y="135978"/>
                  </a:lnTo>
                  <a:lnTo>
                    <a:pt x="304977" y="93027"/>
                  </a:lnTo>
                  <a:lnTo>
                    <a:pt x="326478" y="59474"/>
                  </a:lnTo>
                  <a:lnTo>
                    <a:pt x="369468" y="37477"/>
                  </a:lnTo>
                  <a:lnTo>
                    <a:pt x="387769" y="36029"/>
                  </a:lnTo>
                  <a:lnTo>
                    <a:pt x="475691" y="36029"/>
                  </a:lnTo>
                  <a:lnTo>
                    <a:pt x="475691" y="0"/>
                  </a:lnTo>
                  <a:close/>
                </a:path>
              </a:pathLst>
            </a:custGeom>
            <a:solidFill>
              <a:srgbClr val="162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6442263" y="9415917"/>
              <a:ext cx="84455" cy="59690"/>
            </a:xfrm>
            <a:custGeom>
              <a:avLst/>
              <a:gdLst/>
              <a:ahLst/>
              <a:cxnLst/>
              <a:rect l="l" t="t" r="r" b="b"/>
              <a:pathLst>
                <a:path w="84455" h="59690">
                  <a:moveTo>
                    <a:pt x="84196" y="0"/>
                  </a:moveTo>
                  <a:lnTo>
                    <a:pt x="23674" y="0"/>
                  </a:lnTo>
                  <a:lnTo>
                    <a:pt x="0" y="59694"/>
                  </a:lnTo>
                  <a:lnTo>
                    <a:pt x="84196" y="59694"/>
                  </a:lnTo>
                  <a:lnTo>
                    <a:pt x="8419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6347490" y="10257143"/>
              <a:ext cx="2067560" cy="120650"/>
            </a:xfrm>
            <a:custGeom>
              <a:avLst/>
              <a:gdLst/>
              <a:ahLst/>
              <a:cxnLst/>
              <a:rect l="l" t="t" r="r" b="b"/>
              <a:pathLst>
                <a:path w="2067559" h="120650">
                  <a:moveTo>
                    <a:pt x="2011163" y="0"/>
                  </a:moveTo>
                  <a:lnTo>
                    <a:pt x="56082" y="0"/>
                  </a:lnTo>
                  <a:lnTo>
                    <a:pt x="34248" y="4736"/>
                  </a:lnTo>
                  <a:lnTo>
                    <a:pt x="16422" y="17651"/>
                  </a:lnTo>
                  <a:lnTo>
                    <a:pt x="4405" y="36805"/>
                  </a:lnTo>
                  <a:lnTo>
                    <a:pt x="0" y="60259"/>
                  </a:lnTo>
                  <a:lnTo>
                    <a:pt x="4405" y="83714"/>
                  </a:lnTo>
                  <a:lnTo>
                    <a:pt x="16422" y="102868"/>
                  </a:lnTo>
                  <a:lnTo>
                    <a:pt x="34248" y="115783"/>
                  </a:lnTo>
                  <a:lnTo>
                    <a:pt x="56082" y="120519"/>
                  </a:lnTo>
                  <a:lnTo>
                    <a:pt x="2011163" y="120519"/>
                  </a:lnTo>
                  <a:lnTo>
                    <a:pt x="2032987" y="115783"/>
                  </a:lnTo>
                  <a:lnTo>
                    <a:pt x="2050810" y="102868"/>
                  </a:lnTo>
                  <a:lnTo>
                    <a:pt x="2062828" y="83714"/>
                  </a:lnTo>
                  <a:lnTo>
                    <a:pt x="2067235" y="60259"/>
                  </a:lnTo>
                  <a:lnTo>
                    <a:pt x="2062828" y="36805"/>
                  </a:lnTo>
                  <a:lnTo>
                    <a:pt x="2050810" y="17651"/>
                  </a:lnTo>
                  <a:lnTo>
                    <a:pt x="2032987" y="4736"/>
                  </a:lnTo>
                  <a:lnTo>
                    <a:pt x="2011163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3" name="object 21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8196117" y="9170601"/>
              <a:ext cx="295251" cy="170437"/>
            </a:xfrm>
            <a:prstGeom prst="rect">
              <a:avLst/>
            </a:prstGeom>
          </p:spPr>
        </p:pic>
        <p:sp>
          <p:nvSpPr>
            <p:cNvPr id="214" name="object 214" descr=""/>
            <p:cNvSpPr/>
            <p:nvPr/>
          </p:nvSpPr>
          <p:spPr>
            <a:xfrm>
              <a:off x="16412375" y="10014083"/>
              <a:ext cx="1964689" cy="298450"/>
            </a:xfrm>
            <a:custGeom>
              <a:avLst/>
              <a:gdLst/>
              <a:ahLst/>
              <a:cxnLst/>
              <a:rect l="l" t="t" r="r" b="b"/>
              <a:pathLst>
                <a:path w="1964690" h="298450">
                  <a:moveTo>
                    <a:pt x="276593" y="171246"/>
                  </a:moveTo>
                  <a:lnTo>
                    <a:pt x="150215" y="51193"/>
                  </a:lnTo>
                  <a:lnTo>
                    <a:pt x="80048" y="8890"/>
                  </a:lnTo>
                  <a:lnTo>
                    <a:pt x="38569" y="0"/>
                  </a:lnTo>
                  <a:lnTo>
                    <a:pt x="0" y="12725"/>
                  </a:lnTo>
                  <a:lnTo>
                    <a:pt x="0" y="218706"/>
                  </a:lnTo>
                  <a:lnTo>
                    <a:pt x="10871" y="264744"/>
                  </a:lnTo>
                  <a:lnTo>
                    <a:pt x="22783" y="288378"/>
                  </a:lnTo>
                  <a:lnTo>
                    <a:pt x="43218" y="297091"/>
                  </a:lnTo>
                  <a:lnTo>
                    <a:pt x="79629" y="298335"/>
                  </a:lnTo>
                  <a:lnTo>
                    <a:pt x="220472" y="298335"/>
                  </a:lnTo>
                  <a:lnTo>
                    <a:pt x="264909" y="283883"/>
                  </a:lnTo>
                  <a:lnTo>
                    <a:pt x="274828" y="215798"/>
                  </a:lnTo>
                  <a:lnTo>
                    <a:pt x="276593" y="171246"/>
                  </a:lnTo>
                  <a:close/>
                </a:path>
                <a:path w="1964690" h="298450">
                  <a:moveTo>
                    <a:pt x="1964182" y="12725"/>
                  </a:moveTo>
                  <a:lnTo>
                    <a:pt x="1925624" y="0"/>
                  </a:lnTo>
                  <a:lnTo>
                    <a:pt x="1884133" y="8890"/>
                  </a:lnTo>
                  <a:lnTo>
                    <a:pt x="1813966" y="51193"/>
                  </a:lnTo>
                  <a:lnTo>
                    <a:pt x="1689341" y="138734"/>
                  </a:lnTo>
                  <a:lnTo>
                    <a:pt x="1688757" y="139941"/>
                  </a:lnTo>
                  <a:lnTo>
                    <a:pt x="1687779" y="148374"/>
                  </a:lnTo>
                  <a:lnTo>
                    <a:pt x="1687588" y="171246"/>
                  </a:lnTo>
                  <a:lnTo>
                    <a:pt x="1689341" y="215798"/>
                  </a:lnTo>
                  <a:lnTo>
                    <a:pt x="1692541" y="260413"/>
                  </a:lnTo>
                  <a:lnTo>
                    <a:pt x="1699272" y="283883"/>
                  </a:lnTo>
                  <a:lnTo>
                    <a:pt x="1714627" y="293941"/>
                  </a:lnTo>
                  <a:lnTo>
                    <a:pt x="1743710" y="298335"/>
                  </a:lnTo>
                  <a:lnTo>
                    <a:pt x="1884553" y="298335"/>
                  </a:lnTo>
                  <a:lnTo>
                    <a:pt x="1920963" y="297091"/>
                  </a:lnTo>
                  <a:lnTo>
                    <a:pt x="1941398" y="288378"/>
                  </a:lnTo>
                  <a:lnTo>
                    <a:pt x="1953310" y="264744"/>
                  </a:lnTo>
                  <a:lnTo>
                    <a:pt x="1964182" y="218706"/>
                  </a:lnTo>
                  <a:lnTo>
                    <a:pt x="1964182" y="12725"/>
                  </a:lnTo>
                  <a:close/>
                </a:path>
              </a:pathLst>
            </a:custGeom>
            <a:solidFill>
              <a:srgbClr val="5857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5" name="object 215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6297577" y="9170169"/>
              <a:ext cx="295251" cy="170438"/>
            </a:xfrm>
            <a:prstGeom prst="rect">
              <a:avLst/>
            </a:prstGeom>
          </p:spPr>
        </p:pic>
        <p:sp>
          <p:nvSpPr>
            <p:cNvPr id="216" name="object 216" descr=""/>
            <p:cNvSpPr/>
            <p:nvPr/>
          </p:nvSpPr>
          <p:spPr>
            <a:xfrm>
              <a:off x="16396754" y="8825735"/>
              <a:ext cx="1995170" cy="1349375"/>
            </a:xfrm>
            <a:custGeom>
              <a:avLst/>
              <a:gdLst/>
              <a:ahLst/>
              <a:cxnLst/>
              <a:rect l="l" t="t" r="r" b="b"/>
              <a:pathLst>
                <a:path w="1995169" h="1349375">
                  <a:moveTo>
                    <a:pt x="1994838" y="927647"/>
                  </a:moveTo>
                  <a:lnTo>
                    <a:pt x="526" y="927647"/>
                  </a:lnTo>
                  <a:lnTo>
                    <a:pt x="65" y="945485"/>
                  </a:lnTo>
                  <a:lnTo>
                    <a:pt x="0" y="963646"/>
                  </a:lnTo>
                  <a:lnTo>
                    <a:pt x="346" y="982128"/>
                  </a:lnTo>
                  <a:lnTo>
                    <a:pt x="1123" y="1000932"/>
                  </a:lnTo>
                  <a:lnTo>
                    <a:pt x="3103" y="1053357"/>
                  </a:lnTo>
                  <a:lnTo>
                    <a:pt x="4508" y="1102101"/>
                  </a:lnTo>
                  <a:lnTo>
                    <a:pt x="7101" y="1146991"/>
                  </a:lnTo>
                  <a:lnTo>
                    <a:pt x="12644" y="1187856"/>
                  </a:lnTo>
                  <a:lnTo>
                    <a:pt x="39635" y="1256823"/>
                  </a:lnTo>
                  <a:lnTo>
                    <a:pt x="99583" y="1307623"/>
                  </a:lnTo>
                  <a:lnTo>
                    <a:pt x="146322" y="1325781"/>
                  </a:lnTo>
                  <a:lnTo>
                    <a:pt x="226178" y="1341624"/>
                  </a:lnTo>
                  <a:lnTo>
                    <a:pt x="275581" y="1346320"/>
                  </a:lnTo>
                  <a:lnTo>
                    <a:pt x="331922" y="1348806"/>
                  </a:lnTo>
                  <a:lnTo>
                    <a:pt x="395665" y="1349037"/>
                  </a:lnTo>
                  <a:lnTo>
                    <a:pt x="1731643" y="1345238"/>
                  </a:lnTo>
                  <a:lnTo>
                    <a:pt x="1794624" y="1337956"/>
                  </a:lnTo>
                  <a:lnTo>
                    <a:pt x="1840921" y="1328093"/>
                  </a:lnTo>
                  <a:lnTo>
                    <a:pt x="1879195" y="1315273"/>
                  </a:lnTo>
                  <a:lnTo>
                    <a:pt x="1934801" y="1281067"/>
                  </a:lnTo>
                  <a:lnTo>
                    <a:pt x="1967699" y="1235950"/>
                  </a:lnTo>
                  <a:lnTo>
                    <a:pt x="1984143" y="1180532"/>
                  </a:lnTo>
                  <a:lnTo>
                    <a:pt x="1990388" y="1115424"/>
                  </a:lnTo>
                  <a:lnTo>
                    <a:pt x="1992691" y="1041239"/>
                  </a:lnTo>
                  <a:lnTo>
                    <a:pt x="1994318" y="1000932"/>
                  </a:lnTo>
                  <a:lnTo>
                    <a:pt x="1995005" y="929837"/>
                  </a:lnTo>
                  <a:lnTo>
                    <a:pt x="1994838" y="927647"/>
                  </a:lnTo>
                  <a:close/>
                </a:path>
                <a:path w="1995169" h="1349375">
                  <a:moveTo>
                    <a:pt x="1731643" y="1345238"/>
                  </a:moveTo>
                  <a:lnTo>
                    <a:pt x="981609" y="1345238"/>
                  </a:lnTo>
                  <a:lnTo>
                    <a:pt x="1599775" y="1349037"/>
                  </a:lnTo>
                  <a:lnTo>
                    <a:pt x="1674833" y="1348504"/>
                  </a:lnTo>
                  <a:lnTo>
                    <a:pt x="1731643" y="1345238"/>
                  </a:lnTo>
                  <a:close/>
                </a:path>
                <a:path w="1995169" h="1349375">
                  <a:moveTo>
                    <a:pt x="1032054" y="0"/>
                  </a:moveTo>
                  <a:lnTo>
                    <a:pt x="569620" y="5874"/>
                  </a:lnTo>
                  <a:lnTo>
                    <a:pt x="515049" y="14434"/>
                  </a:lnTo>
                  <a:lnTo>
                    <a:pt x="455738" y="35647"/>
                  </a:lnTo>
                  <a:lnTo>
                    <a:pt x="416372" y="58597"/>
                  </a:lnTo>
                  <a:lnTo>
                    <a:pt x="379635" y="88499"/>
                  </a:lnTo>
                  <a:lnTo>
                    <a:pt x="345840" y="125707"/>
                  </a:lnTo>
                  <a:lnTo>
                    <a:pt x="315300" y="170573"/>
                  </a:lnTo>
                  <a:lnTo>
                    <a:pt x="288328" y="223448"/>
                  </a:lnTo>
                  <a:lnTo>
                    <a:pt x="262376" y="283143"/>
                  </a:lnTo>
                  <a:lnTo>
                    <a:pt x="238053" y="339553"/>
                  </a:lnTo>
                  <a:lnTo>
                    <a:pt x="214923" y="392148"/>
                  </a:lnTo>
                  <a:lnTo>
                    <a:pt x="192550" y="440397"/>
                  </a:lnTo>
                  <a:lnTo>
                    <a:pt x="170499" y="483770"/>
                  </a:lnTo>
                  <a:lnTo>
                    <a:pt x="148335" y="521735"/>
                  </a:lnTo>
                  <a:lnTo>
                    <a:pt x="125621" y="553763"/>
                  </a:lnTo>
                  <a:lnTo>
                    <a:pt x="121087" y="559386"/>
                  </a:lnTo>
                  <a:lnTo>
                    <a:pt x="102253" y="585038"/>
                  </a:lnTo>
                  <a:lnTo>
                    <a:pt x="63415" y="654721"/>
                  </a:lnTo>
                  <a:lnTo>
                    <a:pt x="45171" y="698346"/>
                  </a:lnTo>
                  <a:lnTo>
                    <a:pt x="28883" y="747555"/>
                  </a:lnTo>
                  <a:lnTo>
                    <a:pt x="15432" y="802144"/>
                  </a:lnTo>
                  <a:lnTo>
                    <a:pt x="5697" y="861911"/>
                  </a:lnTo>
                  <a:lnTo>
                    <a:pt x="557" y="926652"/>
                  </a:lnTo>
                  <a:lnTo>
                    <a:pt x="515" y="927657"/>
                  </a:lnTo>
                  <a:lnTo>
                    <a:pt x="1994838" y="927647"/>
                  </a:lnTo>
                  <a:lnTo>
                    <a:pt x="1989964" y="863685"/>
                  </a:lnTo>
                  <a:lnTo>
                    <a:pt x="1980126" y="802691"/>
                  </a:lnTo>
                  <a:lnTo>
                    <a:pt x="1966421" y="747069"/>
                  </a:lnTo>
                  <a:lnTo>
                    <a:pt x="1949781" y="697035"/>
                  </a:lnTo>
                  <a:lnTo>
                    <a:pt x="1931135" y="652803"/>
                  </a:lnTo>
                  <a:lnTo>
                    <a:pt x="1911414" y="614589"/>
                  </a:lnTo>
                  <a:lnTo>
                    <a:pt x="1872469" y="557072"/>
                  </a:lnTo>
                  <a:lnTo>
                    <a:pt x="1849300" y="525191"/>
                  </a:lnTo>
                  <a:lnTo>
                    <a:pt x="1826742" y="487120"/>
                  </a:lnTo>
                  <a:lnTo>
                    <a:pt x="1814962" y="464142"/>
                  </a:lnTo>
                  <a:lnTo>
                    <a:pt x="230330" y="464142"/>
                  </a:lnTo>
                  <a:lnTo>
                    <a:pt x="230529" y="463671"/>
                  </a:lnTo>
                  <a:lnTo>
                    <a:pt x="1814721" y="463671"/>
                  </a:lnTo>
                  <a:lnTo>
                    <a:pt x="1804337" y="443416"/>
                  </a:lnTo>
                  <a:lnTo>
                    <a:pt x="1781629" y="394639"/>
                  </a:lnTo>
                  <a:lnTo>
                    <a:pt x="1758160" y="341346"/>
                  </a:lnTo>
                  <a:lnTo>
                    <a:pt x="1733474" y="284096"/>
                  </a:lnTo>
                  <a:lnTo>
                    <a:pt x="1707112" y="223448"/>
                  </a:lnTo>
                  <a:lnTo>
                    <a:pt x="1681454" y="172813"/>
                  </a:lnTo>
                  <a:lnTo>
                    <a:pt x="1652532" y="129486"/>
                  </a:lnTo>
                  <a:lnTo>
                    <a:pt x="1620620" y="93161"/>
                  </a:lnTo>
                  <a:lnTo>
                    <a:pt x="1585988" y="63533"/>
                  </a:lnTo>
                  <a:lnTo>
                    <a:pt x="1548909" y="40296"/>
                  </a:lnTo>
                  <a:lnTo>
                    <a:pt x="1509654" y="23144"/>
                  </a:lnTo>
                  <a:lnTo>
                    <a:pt x="1468497" y="11772"/>
                  </a:lnTo>
                  <a:lnTo>
                    <a:pt x="1425707" y="5874"/>
                  </a:lnTo>
                  <a:lnTo>
                    <a:pt x="1368179" y="3427"/>
                  </a:lnTo>
                  <a:lnTo>
                    <a:pt x="1032054" y="0"/>
                  </a:lnTo>
                  <a:close/>
                </a:path>
                <a:path w="1995169" h="1349375">
                  <a:moveTo>
                    <a:pt x="1814721" y="463671"/>
                  </a:moveTo>
                  <a:lnTo>
                    <a:pt x="230529" y="463671"/>
                  </a:lnTo>
                  <a:lnTo>
                    <a:pt x="230330" y="464142"/>
                  </a:lnTo>
                  <a:lnTo>
                    <a:pt x="1814962" y="464142"/>
                  </a:lnTo>
                  <a:lnTo>
                    <a:pt x="1814721" y="463671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7" name="object 217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6397261" y="9646695"/>
              <a:ext cx="182497" cy="106698"/>
            </a:xfrm>
            <a:prstGeom prst="rect">
              <a:avLst/>
            </a:prstGeom>
          </p:spPr>
        </p:pic>
        <p:sp>
          <p:nvSpPr>
            <p:cNvPr id="218" name="object 218" descr=""/>
            <p:cNvSpPr/>
            <p:nvPr/>
          </p:nvSpPr>
          <p:spPr>
            <a:xfrm>
              <a:off x="16520416" y="9411913"/>
              <a:ext cx="438150" cy="374650"/>
            </a:xfrm>
            <a:custGeom>
              <a:avLst/>
              <a:gdLst/>
              <a:ahLst/>
              <a:cxnLst/>
              <a:rect l="l" t="t" r="r" b="b"/>
              <a:pathLst>
                <a:path w="438150" h="374650">
                  <a:moveTo>
                    <a:pt x="40145" y="0"/>
                  </a:moveTo>
                  <a:lnTo>
                    <a:pt x="32543" y="21513"/>
                  </a:lnTo>
                  <a:lnTo>
                    <a:pt x="21403" y="55468"/>
                  </a:lnTo>
                  <a:lnTo>
                    <a:pt x="9599" y="96056"/>
                  </a:lnTo>
                  <a:lnTo>
                    <a:pt x="0" y="137472"/>
                  </a:lnTo>
                  <a:lnTo>
                    <a:pt x="391" y="164471"/>
                  </a:lnTo>
                  <a:lnTo>
                    <a:pt x="27513" y="214766"/>
                  </a:lnTo>
                  <a:lnTo>
                    <a:pt x="59348" y="241720"/>
                  </a:lnTo>
                  <a:lnTo>
                    <a:pt x="128042" y="269850"/>
                  </a:lnTo>
                  <a:lnTo>
                    <a:pt x="333220" y="336644"/>
                  </a:lnTo>
                  <a:lnTo>
                    <a:pt x="386324" y="355057"/>
                  </a:lnTo>
                  <a:lnTo>
                    <a:pt x="437557" y="374218"/>
                  </a:lnTo>
                  <a:lnTo>
                    <a:pt x="400697" y="326002"/>
                  </a:lnTo>
                  <a:lnTo>
                    <a:pt x="399994" y="325162"/>
                  </a:lnTo>
                  <a:lnTo>
                    <a:pt x="369674" y="325162"/>
                  </a:lnTo>
                  <a:lnTo>
                    <a:pt x="229969" y="283679"/>
                  </a:lnTo>
                  <a:lnTo>
                    <a:pt x="152436" y="259595"/>
                  </a:lnTo>
                  <a:lnTo>
                    <a:pt x="109208" y="243680"/>
                  </a:lnTo>
                  <a:lnTo>
                    <a:pt x="72416" y="226705"/>
                  </a:lnTo>
                  <a:lnTo>
                    <a:pt x="40531" y="199072"/>
                  </a:lnTo>
                  <a:lnTo>
                    <a:pt x="22396" y="136149"/>
                  </a:lnTo>
                  <a:lnTo>
                    <a:pt x="22658" y="123954"/>
                  </a:lnTo>
                  <a:lnTo>
                    <a:pt x="203933" y="123954"/>
                  </a:lnTo>
                  <a:lnTo>
                    <a:pt x="180197" y="103790"/>
                  </a:lnTo>
                  <a:lnTo>
                    <a:pt x="149189" y="78793"/>
                  </a:lnTo>
                  <a:lnTo>
                    <a:pt x="117473" y="54468"/>
                  </a:lnTo>
                  <a:lnTo>
                    <a:pt x="88392" y="33180"/>
                  </a:lnTo>
                  <a:lnTo>
                    <a:pt x="62449" y="15001"/>
                  </a:lnTo>
                  <a:lnTo>
                    <a:pt x="40145" y="0"/>
                  </a:lnTo>
                  <a:close/>
                </a:path>
                <a:path w="438150" h="374650">
                  <a:moveTo>
                    <a:pt x="203933" y="123954"/>
                  </a:moveTo>
                  <a:lnTo>
                    <a:pt x="22658" y="123954"/>
                  </a:lnTo>
                  <a:lnTo>
                    <a:pt x="41262" y="167888"/>
                  </a:lnTo>
                  <a:lnTo>
                    <a:pt x="59485" y="193660"/>
                  </a:lnTo>
                  <a:lnTo>
                    <a:pt x="73341" y="205801"/>
                  </a:lnTo>
                  <a:lnTo>
                    <a:pt x="78845" y="208841"/>
                  </a:lnTo>
                  <a:lnTo>
                    <a:pt x="369674" y="325162"/>
                  </a:lnTo>
                  <a:lnTo>
                    <a:pt x="399994" y="325162"/>
                  </a:lnTo>
                  <a:lnTo>
                    <a:pt x="362863" y="280827"/>
                  </a:lnTo>
                  <a:lnTo>
                    <a:pt x="324658" y="238786"/>
                  </a:lnTo>
                  <a:lnTo>
                    <a:pt x="286686" y="199970"/>
                  </a:lnTo>
                  <a:lnTo>
                    <a:pt x="249549" y="164471"/>
                  </a:lnTo>
                  <a:lnTo>
                    <a:pt x="213852" y="132380"/>
                  </a:lnTo>
                  <a:lnTo>
                    <a:pt x="203933" y="123954"/>
                  </a:lnTo>
                  <a:close/>
                </a:path>
              </a:pathLst>
            </a:custGeom>
            <a:solidFill>
              <a:srgbClr val="162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16517848" y="9377113"/>
              <a:ext cx="1754505" cy="487680"/>
            </a:xfrm>
            <a:custGeom>
              <a:avLst/>
              <a:gdLst/>
              <a:ahLst/>
              <a:cxnLst/>
              <a:rect l="l" t="t" r="r" b="b"/>
              <a:pathLst>
                <a:path w="1754505" h="487679">
                  <a:moveTo>
                    <a:pt x="1747559" y="0"/>
                  </a:moveTo>
                  <a:lnTo>
                    <a:pt x="1709125" y="22511"/>
                  </a:lnTo>
                  <a:lnTo>
                    <a:pt x="1647658" y="65407"/>
                  </a:lnTo>
                  <a:lnTo>
                    <a:pt x="1596255" y="105588"/>
                  </a:lnTo>
                  <a:lnTo>
                    <a:pt x="1564503" y="131187"/>
                  </a:lnTo>
                  <a:lnTo>
                    <a:pt x="1530010" y="160517"/>
                  </a:lnTo>
                  <a:lnTo>
                    <a:pt x="1493412" y="193484"/>
                  </a:lnTo>
                  <a:lnTo>
                    <a:pt x="1455347" y="229992"/>
                  </a:lnTo>
                  <a:lnTo>
                    <a:pt x="1416450" y="269946"/>
                  </a:lnTo>
                  <a:lnTo>
                    <a:pt x="1377359" y="313250"/>
                  </a:lnTo>
                  <a:lnTo>
                    <a:pt x="1338711" y="359809"/>
                  </a:lnTo>
                  <a:lnTo>
                    <a:pt x="1301143" y="409526"/>
                  </a:lnTo>
                  <a:lnTo>
                    <a:pt x="1293666" y="421986"/>
                  </a:lnTo>
                  <a:lnTo>
                    <a:pt x="1272254" y="444855"/>
                  </a:lnTo>
                  <a:lnTo>
                    <a:pt x="1232929" y="467213"/>
                  </a:lnTo>
                  <a:lnTo>
                    <a:pt x="1172205" y="477283"/>
                  </a:lnTo>
                  <a:lnTo>
                    <a:pt x="581814" y="477283"/>
                  </a:lnTo>
                  <a:lnTo>
                    <a:pt x="521088" y="467213"/>
                  </a:lnTo>
                  <a:lnTo>
                    <a:pt x="481761" y="444855"/>
                  </a:lnTo>
                  <a:lnTo>
                    <a:pt x="460349" y="421986"/>
                  </a:lnTo>
                  <a:lnTo>
                    <a:pt x="452865" y="409526"/>
                  </a:lnTo>
                  <a:lnTo>
                    <a:pt x="415300" y="359809"/>
                  </a:lnTo>
                  <a:lnTo>
                    <a:pt x="376654" y="313250"/>
                  </a:lnTo>
                  <a:lnTo>
                    <a:pt x="337564" y="269946"/>
                  </a:lnTo>
                  <a:lnTo>
                    <a:pt x="298667" y="229992"/>
                  </a:lnTo>
                  <a:lnTo>
                    <a:pt x="260601" y="193484"/>
                  </a:lnTo>
                  <a:lnTo>
                    <a:pt x="224004" y="160517"/>
                  </a:lnTo>
                  <a:lnTo>
                    <a:pt x="189512" y="131187"/>
                  </a:lnTo>
                  <a:lnTo>
                    <a:pt x="157764" y="105588"/>
                  </a:lnTo>
                  <a:lnTo>
                    <a:pt x="97344" y="60191"/>
                  </a:lnTo>
                  <a:lnTo>
                    <a:pt x="49419" y="27106"/>
                  </a:lnTo>
                  <a:lnTo>
                    <a:pt x="6460" y="0"/>
                  </a:lnTo>
                  <a:lnTo>
                    <a:pt x="0" y="7999"/>
                  </a:lnTo>
                  <a:lnTo>
                    <a:pt x="11546" y="14927"/>
                  </a:lnTo>
                  <a:lnTo>
                    <a:pt x="24914" y="23282"/>
                  </a:lnTo>
                  <a:lnTo>
                    <a:pt x="65015" y="49805"/>
                  </a:lnTo>
                  <a:lnTo>
                    <a:pt x="120043" y="89268"/>
                  </a:lnTo>
                  <a:lnTo>
                    <a:pt x="151754" y="113598"/>
                  </a:lnTo>
                  <a:lnTo>
                    <a:pt x="182763" y="138596"/>
                  </a:lnTo>
                  <a:lnTo>
                    <a:pt x="216419" y="167186"/>
                  </a:lnTo>
                  <a:lnTo>
                    <a:pt x="252117" y="199276"/>
                  </a:lnTo>
                  <a:lnTo>
                    <a:pt x="289255" y="234775"/>
                  </a:lnTo>
                  <a:lnTo>
                    <a:pt x="327228" y="273591"/>
                  </a:lnTo>
                  <a:lnTo>
                    <a:pt x="365433" y="315633"/>
                  </a:lnTo>
                  <a:lnTo>
                    <a:pt x="403265" y="360807"/>
                  </a:lnTo>
                  <a:lnTo>
                    <a:pt x="440122" y="409024"/>
                  </a:lnTo>
                  <a:lnTo>
                    <a:pt x="453215" y="429174"/>
                  </a:lnTo>
                  <a:lnTo>
                    <a:pt x="476789" y="453707"/>
                  </a:lnTo>
                  <a:lnTo>
                    <a:pt x="518539" y="476958"/>
                  </a:lnTo>
                  <a:lnTo>
                    <a:pt x="581814" y="487294"/>
                  </a:lnTo>
                  <a:lnTo>
                    <a:pt x="1172205" y="487294"/>
                  </a:lnTo>
                  <a:lnTo>
                    <a:pt x="1235480" y="476958"/>
                  </a:lnTo>
                  <a:lnTo>
                    <a:pt x="1277230" y="453707"/>
                  </a:lnTo>
                  <a:lnTo>
                    <a:pt x="1300804" y="429174"/>
                  </a:lnTo>
                  <a:lnTo>
                    <a:pt x="1309551" y="414992"/>
                  </a:lnTo>
                  <a:lnTo>
                    <a:pt x="1313897" y="409024"/>
                  </a:lnTo>
                  <a:lnTo>
                    <a:pt x="1350754" y="360807"/>
                  </a:lnTo>
                  <a:lnTo>
                    <a:pt x="1388586" y="315633"/>
                  </a:lnTo>
                  <a:lnTo>
                    <a:pt x="1426791" y="273591"/>
                  </a:lnTo>
                  <a:lnTo>
                    <a:pt x="1464764" y="234775"/>
                  </a:lnTo>
                  <a:lnTo>
                    <a:pt x="1501901" y="199276"/>
                  </a:lnTo>
                  <a:lnTo>
                    <a:pt x="1537600" y="167186"/>
                  </a:lnTo>
                  <a:lnTo>
                    <a:pt x="1571256" y="138596"/>
                  </a:lnTo>
                  <a:lnTo>
                    <a:pt x="1602265" y="113598"/>
                  </a:lnTo>
                  <a:lnTo>
                    <a:pt x="1633975" y="89268"/>
                  </a:lnTo>
                  <a:lnTo>
                    <a:pt x="1688999" y="49805"/>
                  </a:lnTo>
                  <a:lnTo>
                    <a:pt x="1729105" y="23282"/>
                  </a:lnTo>
                  <a:lnTo>
                    <a:pt x="1754019" y="7999"/>
                  </a:lnTo>
                  <a:lnTo>
                    <a:pt x="174755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6449110" y="9797176"/>
              <a:ext cx="335915" cy="296545"/>
            </a:xfrm>
            <a:custGeom>
              <a:avLst/>
              <a:gdLst/>
              <a:ahLst/>
              <a:cxnLst/>
              <a:rect l="l" t="t" r="r" b="b"/>
              <a:pathLst>
                <a:path w="335915" h="296545">
                  <a:moveTo>
                    <a:pt x="64638" y="0"/>
                  </a:moveTo>
                  <a:lnTo>
                    <a:pt x="30546" y="44513"/>
                  </a:lnTo>
                  <a:lnTo>
                    <a:pt x="11548" y="96015"/>
                  </a:lnTo>
                  <a:lnTo>
                    <a:pt x="2303" y="149819"/>
                  </a:lnTo>
                  <a:lnTo>
                    <a:pt x="0" y="178683"/>
                  </a:lnTo>
                  <a:lnTo>
                    <a:pt x="1308" y="207228"/>
                  </a:lnTo>
                  <a:lnTo>
                    <a:pt x="14937" y="244029"/>
                  </a:lnTo>
                  <a:lnTo>
                    <a:pt x="43888" y="270415"/>
                  </a:lnTo>
                  <a:lnTo>
                    <a:pt x="77789" y="288739"/>
                  </a:lnTo>
                  <a:lnTo>
                    <a:pt x="98530" y="296216"/>
                  </a:lnTo>
                  <a:lnTo>
                    <a:pt x="112389" y="295535"/>
                  </a:lnTo>
                  <a:lnTo>
                    <a:pt x="335576" y="162523"/>
                  </a:lnTo>
                  <a:lnTo>
                    <a:pt x="101625" y="20496"/>
                  </a:lnTo>
                  <a:lnTo>
                    <a:pt x="78370" y="5124"/>
                  </a:lnTo>
                  <a:lnTo>
                    <a:pt x="64638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6539694" y="9535865"/>
              <a:ext cx="350520" cy="201295"/>
            </a:xfrm>
            <a:custGeom>
              <a:avLst/>
              <a:gdLst/>
              <a:ahLst/>
              <a:cxnLst/>
              <a:rect l="l" t="t" r="r" b="b"/>
              <a:pathLst>
                <a:path w="350519" h="201295">
                  <a:moveTo>
                    <a:pt x="3386" y="0"/>
                  </a:moveTo>
                  <a:lnTo>
                    <a:pt x="0" y="43971"/>
                  </a:lnTo>
                  <a:lnTo>
                    <a:pt x="20209" y="85713"/>
                  </a:lnTo>
                  <a:lnTo>
                    <a:pt x="123695" y="129712"/>
                  </a:lnTo>
                  <a:lnTo>
                    <a:pt x="223198" y="162271"/>
                  </a:lnTo>
                  <a:lnTo>
                    <a:pt x="311983" y="189683"/>
                  </a:lnTo>
                  <a:lnTo>
                    <a:pt x="350391" y="201208"/>
                  </a:lnTo>
                  <a:lnTo>
                    <a:pt x="59563" y="84897"/>
                  </a:lnTo>
                  <a:lnTo>
                    <a:pt x="40179" y="76715"/>
                  </a:lnTo>
                  <a:lnTo>
                    <a:pt x="27866" y="65144"/>
                  </a:lnTo>
                  <a:lnTo>
                    <a:pt x="17357" y="42225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6543071" y="8825744"/>
              <a:ext cx="1703705" cy="1349375"/>
            </a:xfrm>
            <a:custGeom>
              <a:avLst/>
              <a:gdLst/>
              <a:ahLst/>
              <a:cxnLst/>
              <a:rect l="l" t="t" r="r" b="b"/>
              <a:pathLst>
                <a:path w="1703705" h="1349375">
                  <a:moveTo>
                    <a:pt x="1640052" y="514019"/>
                  </a:moveTo>
                  <a:lnTo>
                    <a:pt x="1619364" y="463689"/>
                  </a:lnTo>
                  <a:lnTo>
                    <a:pt x="1600746" y="416534"/>
                  </a:lnTo>
                  <a:lnTo>
                    <a:pt x="1582559" y="368503"/>
                  </a:lnTo>
                  <a:lnTo>
                    <a:pt x="1564055" y="320243"/>
                  </a:lnTo>
                  <a:lnTo>
                    <a:pt x="1544472" y="272415"/>
                  </a:lnTo>
                  <a:lnTo>
                    <a:pt x="1523085" y="225653"/>
                  </a:lnTo>
                  <a:lnTo>
                    <a:pt x="1499108" y="180619"/>
                  </a:lnTo>
                  <a:lnTo>
                    <a:pt x="1471803" y="137960"/>
                  </a:lnTo>
                  <a:lnTo>
                    <a:pt x="1440408" y="98323"/>
                  </a:lnTo>
                  <a:lnTo>
                    <a:pt x="1404175" y="62369"/>
                  </a:lnTo>
                  <a:lnTo>
                    <a:pt x="1365338" y="26454"/>
                  </a:lnTo>
                  <a:lnTo>
                    <a:pt x="1316901" y="10591"/>
                  </a:lnTo>
                  <a:lnTo>
                    <a:pt x="885736" y="863"/>
                  </a:lnTo>
                  <a:lnTo>
                    <a:pt x="885736" y="0"/>
                  </a:lnTo>
                  <a:lnTo>
                    <a:pt x="851776" y="431"/>
                  </a:lnTo>
                  <a:lnTo>
                    <a:pt x="817829" y="0"/>
                  </a:lnTo>
                  <a:lnTo>
                    <a:pt x="817829" y="863"/>
                  </a:lnTo>
                  <a:lnTo>
                    <a:pt x="423392" y="5867"/>
                  </a:lnTo>
                  <a:lnTo>
                    <a:pt x="368731" y="14439"/>
                  </a:lnTo>
                  <a:lnTo>
                    <a:pt x="324294" y="38315"/>
                  </a:lnTo>
                  <a:lnTo>
                    <a:pt x="263156" y="98323"/>
                  </a:lnTo>
                  <a:lnTo>
                    <a:pt x="231762" y="137960"/>
                  </a:lnTo>
                  <a:lnTo>
                    <a:pt x="204457" y="180619"/>
                  </a:lnTo>
                  <a:lnTo>
                    <a:pt x="180479" y="225653"/>
                  </a:lnTo>
                  <a:lnTo>
                    <a:pt x="159080" y="272415"/>
                  </a:lnTo>
                  <a:lnTo>
                    <a:pt x="139509" y="320243"/>
                  </a:lnTo>
                  <a:lnTo>
                    <a:pt x="121018" y="368503"/>
                  </a:lnTo>
                  <a:lnTo>
                    <a:pt x="102831" y="416534"/>
                  </a:lnTo>
                  <a:lnTo>
                    <a:pt x="84201" y="463689"/>
                  </a:lnTo>
                  <a:lnTo>
                    <a:pt x="63512" y="514019"/>
                  </a:lnTo>
                  <a:lnTo>
                    <a:pt x="267423" y="533501"/>
                  </a:lnTo>
                  <a:lnTo>
                    <a:pt x="413969" y="543864"/>
                  </a:lnTo>
                  <a:lnTo>
                    <a:pt x="573862" y="548563"/>
                  </a:lnTo>
                  <a:lnTo>
                    <a:pt x="817829" y="551078"/>
                  </a:lnTo>
                  <a:lnTo>
                    <a:pt x="817829" y="551370"/>
                  </a:lnTo>
                  <a:lnTo>
                    <a:pt x="885736" y="551370"/>
                  </a:lnTo>
                  <a:lnTo>
                    <a:pt x="885736" y="551078"/>
                  </a:lnTo>
                  <a:lnTo>
                    <a:pt x="1177734" y="543839"/>
                  </a:lnTo>
                  <a:lnTo>
                    <a:pt x="1417675" y="531253"/>
                  </a:lnTo>
                  <a:lnTo>
                    <a:pt x="1580235" y="519328"/>
                  </a:lnTo>
                  <a:lnTo>
                    <a:pt x="1640052" y="514019"/>
                  </a:lnTo>
                  <a:close/>
                </a:path>
                <a:path w="1703705" h="1349375">
                  <a:moveTo>
                    <a:pt x="1703565" y="1325778"/>
                  </a:moveTo>
                  <a:lnTo>
                    <a:pt x="1684756" y="1319034"/>
                  </a:lnTo>
                  <a:lnTo>
                    <a:pt x="1655762" y="1299667"/>
                  </a:lnTo>
                  <a:lnTo>
                    <a:pt x="1626882" y="1278026"/>
                  </a:lnTo>
                  <a:lnTo>
                    <a:pt x="1608404" y="1264450"/>
                  </a:lnTo>
                  <a:lnTo>
                    <a:pt x="1570736" y="1246657"/>
                  </a:lnTo>
                  <a:lnTo>
                    <a:pt x="1511261" y="1235748"/>
                  </a:lnTo>
                  <a:lnTo>
                    <a:pt x="1461706" y="1234236"/>
                  </a:lnTo>
                  <a:lnTo>
                    <a:pt x="1363700" y="1236662"/>
                  </a:lnTo>
                  <a:lnTo>
                    <a:pt x="851789" y="1237564"/>
                  </a:lnTo>
                  <a:lnTo>
                    <a:pt x="339852" y="1236662"/>
                  </a:lnTo>
                  <a:lnTo>
                    <a:pt x="241846" y="1234236"/>
                  </a:lnTo>
                  <a:lnTo>
                    <a:pt x="192303" y="1235748"/>
                  </a:lnTo>
                  <a:lnTo>
                    <a:pt x="144983" y="1243139"/>
                  </a:lnTo>
                  <a:lnTo>
                    <a:pt x="108000" y="1257173"/>
                  </a:lnTo>
                  <a:lnTo>
                    <a:pt x="47802" y="1299667"/>
                  </a:lnTo>
                  <a:lnTo>
                    <a:pt x="18808" y="1319034"/>
                  </a:lnTo>
                  <a:lnTo>
                    <a:pt x="79857" y="1341615"/>
                  </a:lnTo>
                  <a:lnTo>
                    <a:pt x="129260" y="1346314"/>
                  </a:lnTo>
                  <a:lnTo>
                    <a:pt x="185597" y="1348803"/>
                  </a:lnTo>
                  <a:lnTo>
                    <a:pt x="249351" y="1349044"/>
                  </a:lnTo>
                  <a:lnTo>
                    <a:pt x="449618" y="1346873"/>
                  </a:lnTo>
                  <a:lnTo>
                    <a:pt x="658964" y="1345603"/>
                  </a:lnTo>
                  <a:lnTo>
                    <a:pt x="884491" y="1345247"/>
                  </a:lnTo>
                  <a:lnTo>
                    <a:pt x="1097521" y="1345831"/>
                  </a:lnTo>
                  <a:lnTo>
                    <a:pt x="1305052" y="1347330"/>
                  </a:lnTo>
                  <a:lnTo>
                    <a:pt x="1454226" y="1349044"/>
                  </a:lnTo>
                  <a:lnTo>
                    <a:pt x="1517954" y="1348803"/>
                  </a:lnTo>
                  <a:lnTo>
                    <a:pt x="1574304" y="1346314"/>
                  </a:lnTo>
                  <a:lnTo>
                    <a:pt x="1623707" y="1341615"/>
                  </a:lnTo>
                  <a:lnTo>
                    <a:pt x="1666633" y="1334757"/>
                  </a:lnTo>
                  <a:lnTo>
                    <a:pt x="1703565" y="1325778"/>
                  </a:lnTo>
                  <a:close/>
                </a:path>
              </a:pathLst>
            </a:custGeom>
            <a:solidFill>
              <a:srgbClr val="162C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3" name="object 223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8209951" y="9646691"/>
              <a:ext cx="182497" cy="106698"/>
            </a:xfrm>
            <a:prstGeom prst="rect">
              <a:avLst/>
            </a:prstGeom>
          </p:spPr>
        </p:pic>
        <p:sp>
          <p:nvSpPr>
            <p:cNvPr id="224" name="object 224" descr=""/>
            <p:cNvSpPr/>
            <p:nvPr/>
          </p:nvSpPr>
          <p:spPr>
            <a:xfrm>
              <a:off x="17831738" y="9411909"/>
              <a:ext cx="438150" cy="374650"/>
            </a:xfrm>
            <a:custGeom>
              <a:avLst/>
              <a:gdLst/>
              <a:ahLst/>
              <a:cxnLst/>
              <a:rect l="l" t="t" r="r" b="b"/>
              <a:pathLst>
                <a:path w="438150" h="374650">
                  <a:moveTo>
                    <a:pt x="397422" y="0"/>
                  </a:moveTo>
                  <a:lnTo>
                    <a:pt x="349167" y="33180"/>
                  </a:lnTo>
                  <a:lnTo>
                    <a:pt x="288378" y="78793"/>
                  </a:lnTo>
                  <a:lnTo>
                    <a:pt x="257366" y="103794"/>
                  </a:lnTo>
                  <a:lnTo>
                    <a:pt x="223709" y="132386"/>
                  </a:lnTo>
                  <a:lnTo>
                    <a:pt x="188010" y="164479"/>
                  </a:lnTo>
                  <a:lnTo>
                    <a:pt x="150872" y="199979"/>
                  </a:lnTo>
                  <a:lnTo>
                    <a:pt x="112899" y="238796"/>
                  </a:lnTo>
                  <a:lnTo>
                    <a:pt x="74694" y="280838"/>
                  </a:lnTo>
                  <a:lnTo>
                    <a:pt x="36859" y="326013"/>
                  </a:lnTo>
                  <a:lnTo>
                    <a:pt x="0" y="374229"/>
                  </a:lnTo>
                  <a:lnTo>
                    <a:pt x="51236" y="355067"/>
                  </a:lnTo>
                  <a:lnTo>
                    <a:pt x="104341" y="336655"/>
                  </a:lnTo>
                  <a:lnTo>
                    <a:pt x="139205" y="325162"/>
                  </a:lnTo>
                  <a:lnTo>
                    <a:pt x="67893" y="325162"/>
                  </a:lnTo>
                  <a:lnTo>
                    <a:pt x="358711" y="208852"/>
                  </a:lnTo>
                  <a:lnTo>
                    <a:pt x="378095" y="200669"/>
                  </a:lnTo>
                  <a:lnTo>
                    <a:pt x="390409" y="189098"/>
                  </a:lnTo>
                  <a:lnTo>
                    <a:pt x="400921" y="166180"/>
                  </a:lnTo>
                  <a:lnTo>
                    <a:pt x="414898" y="123954"/>
                  </a:lnTo>
                  <a:lnTo>
                    <a:pt x="434422" y="123954"/>
                  </a:lnTo>
                  <a:lnTo>
                    <a:pt x="427958" y="96060"/>
                  </a:lnTo>
                  <a:lnTo>
                    <a:pt x="416154" y="55469"/>
                  </a:lnTo>
                  <a:lnTo>
                    <a:pt x="405018" y="21514"/>
                  </a:lnTo>
                  <a:lnTo>
                    <a:pt x="397422" y="0"/>
                  </a:lnTo>
                  <a:close/>
                </a:path>
                <a:path w="438150" h="374650">
                  <a:moveTo>
                    <a:pt x="434422" y="123954"/>
                  </a:moveTo>
                  <a:lnTo>
                    <a:pt x="414898" y="123954"/>
                  </a:lnTo>
                  <a:lnTo>
                    <a:pt x="418285" y="167925"/>
                  </a:lnTo>
                  <a:lnTo>
                    <a:pt x="414230" y="193285"/>
                  </a:lnTo>
                  <a:lnTo>
                    <a:pt x="365140" y="226705"/>
                  </a:lnTo>
                  <a:lnTo>
                    <a:pt x="294585" y="253667"/>
                  </a:lnTo>
                  <a:lnTo>
                    <a:pt x="195085" y="286225"/>
                  </a:lnTo>
                  <a:lnTo>
                    <a:pt x="67893" y="325162"/>
                  </a:lnTo>
                  <a:lnTo>
                    <a:pt x="139205" y="325162"/>
                  </a:lnTo>
                  <a:lnTo>
                    <a:pt x="309515" y="269861"/>
                  </a:lnTo>
                  <a:lnTo>
                    <a:pt x="352512" y="254714"/>
                  </a:lnTo>
                  <a:lnTo>
                    <a:pt x="388155" y="234788"/>
                  </a:lnTo>
                  <a:lnTo>
                    <a:pt x="427184" y="191024"/>
                  </a:lnTo>
                  <a:lnTo>
                    <a:pt x="437557" y="137482"/>
                  </a:lnTo>
                  <a:lnTo>
                    <a:pt x="434422" y="123954"/>
                  </a:lnTo>
                  <a:close/>
                </a:path>
              </a:pathLst>
            </a:custGeom>
            <a:solidFill>
              <a:srgbClr val="162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8005028" y="9806140"/>
              <a:ext cx="335915" cy="287655"/>
            </a:xfrm>
            <a:custGeom>
              <a:avLst/>
              <a:gdLst/>
              <a:ahLst/>
              <a:cxnLst/>
              <a:rect l="l" t="t" r="r" b="b"/>
              <a:pathLst>
                <a:path w="335915" h="287654">
                  <a:moveTo>
                    <a:pt x="274940" y="0"/>
                  </a:moveTo>
                  <a:lnTo>
                    <a:pt x="256032" y="1281"/>
                  </a:lnTo>
                  <a:lnTo>
                    <a:pt x="240437" y="7686"/>
                  </a:lnTo>
                  <a:lnTo>
                    <a:pt x="0" y="153556"/>
                  </a:lnTo>
                  <a:lnTo>
                    <a:pt x="223186" y="286568"/>
                  </a:lnTo>
                  <a:lnTo>
                    <a:pt x="237045" y="287249"/>
                  </a:lnTo>
                  <a:lnTo>
                    <a:pt x="257785" y="279772"/>
                  </a:lnTo>
                  <a:lnTo>
                    <a:pt x="291676" y="261448"/>
                  </a:lnTo>
                  <a:lnTo>
                    <a:pt x="320634" y="235063"/>
                  </a:lnTo>
                  <a:lnTo>
                    <a:pt x="334264" y="198261"/>
                  </a:lnTo>
                  <a:lnTo>
                    <a:pt x="335576" y="169715"/>
                  </a:lnTo>
                  <a:lnTo>
                    <a:pt x="333275" y="140851"/>
                  </a:lnTo>
                  <a:lnTo>
                    <a:pt x="324028" y="87049"/>
                  </a:lnTo>
                  <a:lnTo>
                    <a:pt x="305029" y="35550"/>
                  </a:lnTo>
                  <a:lnTo>
                    <a:pt x="27494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6913200" y="9922290"/>
              <a:ext cx="963930" cy="85090"/>
            </a:xfrm>
            <a:custGeom>
              <a:avLst/>
              <a:gdLst/>
              <a:ahLst/>
              <a:cxnLst/>
              <a:rect l="l" t="t" r="r" b="b"/>
              <a:pathLst>
                <a:path w="963930" h="85090">
                  <a:moveTo>
                    <a:pt x="707179" y="0"/>
                  </a:moveTo>
                  <a:lnTo>
                    <a:pt x="481660" y="242"/>
                  </a:lnTo>
                  <a:lnTo>
                    <a:pt x="256136" y="0"/>
                  </a:lnTo>
                  <a:lnTo>
                    <a:pt x="169356" y="326"/>
                  </a:lnTo>
                  <a:lnTo>
                    <a:pt x="115258" y="13840"/>
                  </a:lnTo>
                  <a:lnTo>
                    <a:pt x="60113" y="42826"/>
                  </a:lnTo>
                  <a:lnTo>
                    <a:pt x="17250" y="71669"/>
                  </a:lnTo>
                  <a:lnTo>
                    <a:pt x="0" y="84753"/>
                  </a:lnTo>
                  <a:lnTo>
                    <a:pt x="963321" y="84753"/>
                  </a:lnTo>
                  <a:lnTo>
                    <a:pt x="902259" y="36374"/>
                  </a:lnTo>
                  <a:lnTo>
                    <a:pt x="864262" y="11453"/>
                  </a:lnTo>
                  <a:lnTo>
                    <a:pt x="833454" y="2075"/>
                  </a:lnTo>
                  <a:lnTo>
                    <a:pt x="793954" y="326"/>
                  </a:lnTo>
                  <a:lnTo>
                    <a:pt x="70717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7899629" y="9535865"/>
              <a:ext cx="347345" cy="201295"/>
            </a:xfrm>
            <a:custGeom>
              <a:avLst/>
              <a:gdLst/>
              <a:ahLst/>
              <a:cxnLst/>
              <a:rect l="l" t="t" r="r" b="b"/>
              <a:pathLst>
                <a:path w="347344" h="201295">
                  <a:moveTo>
                    <a:pt x="347005" y="0"/>
                  </a:moveTo>
                  <a:lnTo>
                    <a:pt x="328403" y="43939"/>
                  </a:lnTo>
                  <a:lnTo>
                    <a:pt x="296331" y="81857"/>
                  </a:lnTo>
                  <a:lnTo>
                    <a:pt x="0" y="201208"/>
                  </a:lnTo>
                  <a:lnTo>
                    <a:pt x="139699" y="159725"/>
                  </a:lnTo>
                  <a:lnTo>
                    <a:pt x="217230" y="135641"/>
                  </a:lnTo>
                  <a:lnTo>
                    <a:pt x="260460" y="119726"/>
                  </a:lnTo>
                  <a:lnTo>
                    <a:pt x="297257" y="102750"/>
                  </a:lnTo>
                  <a:lnTo>
                    <a:pt x="329141" y="75122"/>
                  </a:lnTo>
                  <a:lnTo>
                    <a:pt x="347268" y="12196"/>
                  </a:lnTo>
                  <a:lnTo>
                    <a:pt x="34700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6665203" y="8825737"/>
              <a:ext cx="1007744" cy="487045"/>
            </a:xfrm>
            <a:custGeom>
              <a:avLst/>
              <a:gdLst/>
              <a:ahLst/>
              <a:cxnLst/>
              <a:rect l="l" t="t" r="r" b="b"/>
              <a:pathLst>
                <a:path w="1007744" h="487045">
                  <a:moveTo>
                    <a:pt x="763610" y="0"/>
                  </a:moveTo>
                  <a:lnTo>
                    <a:pt x="729653" y="429"/>
                  </a:lnTo>
                  <a:lnTo>
                    <a:pt x="695696" y="0"/>
                  </a:lnTo>
                  <a:lnTo>
                    <a:pt x="695696" y="858"/>
                  </a:lnTo>
                  <a:lnTo>
                    <a:pt x="301268" y="5863"/>
                  </a:lnTo>
                  <a:lnTo>
                    <a:pt x="293519" y="6544"/>
                  </a:lnTo>
                  <a:lnTo>
                    <a:pt x="262615" y="37869"/>
                  </a:lnTo>
                  <a:lnTo>
                    <a:pt x="215563" y="81372"/>
                  </a:lnTo>
                  <a:lnTo>
                    <a:pt x="180826" y="119371"/>
                  </a:lnTo>
                  <a:lnTo>
                    <a:pt x="150657" y="158974"/>
                  </a:lnTo>
                  <a:lnTo>
                    <a:pt x="124092" y="200998"/>
                  </a:lnTo>
                  <a:lnTo>
                    <a:pt x="100166" y="246265"/>
                  </a:lnTo>
                  <a:lnTo>
                    <a:pt x="77913" y="295593"/>
                  </a:lnTo>
                  <a:lnTo>
                    <a:pt x="58024" y="343259"/>
                  </a:lnTo>
                  <a:lnTo>
                    <a:pt x="38422" y="391049"/>
                  </a:lnTo>
                  <a:lnTo>
                    <a:pt x="19088" y="438948"/>
                  </a:lnTo>
                  <a:lnTo>
                    <a:pt x="0" y="486938"/>
                  </a:lnTo>
                  <a:lnTo>
                    <a:pt x="297320" y="282587"/>
                  </a:lnTo>
                  <a:lnTo>
                    <a:pt x="501340" y="164158"/>
                  </a:lnTo>
                  <a:lnTo>
                    <a:pt x="706484" y="86372"/>
                  </a:lnTo>
                  <a:lnTo>
                    <a:pt x="1007173" y="3947"/>
                  </a:lnTo>
                  <a:lnTo>
                    <a:pt x="763610" y="858"/>
                  </a:lnTo>
                  <a:lnTo>
                    <a:pt x="763610" y="0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9" name="object 229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6333940" y="5744388"/>
            <a:ext cx="1774082" cy="1026559"/>
          </a:xfrm>
          <a:prstGeom prst="rect">
            <a:avLst/>
          </a:prstGeom>
        </p:spPr>
      </p:pic>
      <p:grpSp>
        <p:nvGrpSpPr>
          <p:cNvPr id="230" name="object 230" descr=""/>
          <p:cNvGrpSpPr/>
          <p:nvPr/>
        </p:nvGrpSpPr>
        <p:grpSpPr>
          <a:xfrm>
            <a:off x="16264604" y="7548388"/>
            <a:ext cx="690880" cy="690880"/>
            <a:chOff x="16264604" y="7548388"/>
            <a:chExt cx="690880" cy="690880"/>
          </a:xfrm>
        </p:grpSpPr>
        <p:sp>
          <p:nvSpPr>
            <p:cNvPr id="231" name="object 231" descr=""/>
            <p:cNvSpPr/>
            <p:nvPr/>
          </p:nvSpPr>
          <p:spPr>
            <a:xfrm>
              <a:off x="16309581" y="7595037"/>
              <a:ext cx="595630" cy="595630"/>
            </a:xfrm>
            <a:custGeom>
              <a:avLst/>
              <a:gdLst/>
              <a:ahLst/>
              <a:cxnLst/>
              <a:rect l="l" t="t" r="r" b="b"/>
              <a:pathLst>
                <a:path w="595630" h="595629">
                  <a:moveTo>
                    <a:pt x="595299" y="295287"/>
                  </a:moveTo>
                  <a:lnTo>
                    <a:pt x="593369" y="293357"/>
                  </a:lnTo>
                  <a:lnTo>
                    <a:pt x="308013" y="293357"/>
                  </a:lnTo>
                  <a:lnTo>
                    <a:pt x="509790" y="91579"/>
                  </a:lnTo>
                  <a:lnTo>
                    <a:pt x="509790" y="88861"/>
                  </a:lnTo>
                  <a:lnTo>
                    <a:pt x="506437" y="85521"/>
                  </a:lnTo>
                  <a:lnTo>
                    <a:pt x="503720" y="85509"/>
                  </a:lnTo>
                  <a:lnTo>
                    <a:pt x="301942" y="287286"/>
                  </a:lnTo>
                  <a:lnTo>
                    <a:pt x="301942" y="1930"/>
                  </a:lnTo>
                  <a:lnTo>
                    <a:pt x="300012" y="0"/>
                  </a:lnTo>
                  <a:lnTo>
                    <a:pt x="295275" y="0"/>
                  </a:lnTo>
                  <a:lnTo>
                    <a:pt x="293357" y="1930"/>
                  </a:lnTo>
                  <a:lnTo>
                    <a:pt x="293357" y="287299"/>
                  </a:lnTo>
                  <a:lnTo>
                    <a:pt x="91579" y="85509"/>
                  </a:lnTo>
                  <a:lnTo>
                    <a:pt x="88849" y="85509"/>
                  </a:lnTo>
                  <a:lnTo>
                    <a:pt x="87172" y="87185"/>
                  </a:lnTo>
                  <a:lnTo>
                    <a:pt x="85496" y="88861"/>
                  </a:lnTo>
                  <a:lnTo>
                    <a:pt x="85496" y="91579"/>
                  </a:lnTo>
                  <a:lnTo>
                    <a:pt x="287274" y="293357"/>
                  </a:lnTo>
                  <a:lnTo>
                    <a:pt x="1917" y="293357"/>
                  </a:lnTo>
                  <a:lnTo>
                    <a:pt x="0" y="295287"/>
                  </a:lnTo>
                  <a:lnTo>
                    <a:pt x="0" y="297649"/>
                  </a:lnTo>
                  <a:lnTo>
                    <a:pt x="0" y="300024"/>
                  </a:lnTo>
                  <a:lnTo>
                    <a:pt x="1917" y="301942"/>
                  </a:lnTo>
                  <a:lnTo>
                    <a:pt x="287286" y="301942"/>
                  </a:lnTo>
                  <a:lnTo>
                    <a:pt x="85496" y="503732"/>
                  </a:lnTo>
                  <a:lnTo>
                    <a:pt x="85496" y="506450"/>
                  </a:lnTo>
                  <a:lnTo>
                    <a:pt x="87172" y="508127"/>
                  </a:lnTo>
                  <a:lnTo>
                    <a:pt x="88849" y="509803"/>
                  </a:lnTo>
                  <a:lnTo>
                    <a:pt x="91579" y="509803"/>
                  </a:lnTo>
                  <a:lnTo>
                    <a:pt x="293357" y="308025"/>
                  </a:lnTo>
                  <a:lnTo>
                    <a:pt x="293357" y="593382"/>
                  </a:lnTo>
                  <a:lnTo>
                    <a:pt x="295275" y="595299"/>
                  </a:lnTo>
                  <a:lnTo>
                    <a:pt x="297649" y="595299"/>
                  </a:lnTo>
                  <a:lnTo>
                    <a:pt x="300012" y="595299"/>
                  </a:lnTo>
                  <a:lnTo>
                    <a:pt x="301942" y="593382"/>
                  </a:lnTo>
                  <a:lnTo>
                    <a:pt x="301942" y="308025"/>
                  </a:lnTo>
                  <a:lnTo>
                    <a:pt x="503720" y="509803"/>
                  </a:lnTo>
                  <a:lnTo>
                    <a:pt x="506437" y="509803"/>
                  </a:lnTo>
                  <a:lnTo>
                    <a:pt x="509790" y="506450"/>
                  </a:lnTo>
                  <a:lnTo>
                    <a:pt x="509790" y="503732"/>
                  </a:lnTo>
                  <a:lnTo>
                    <a:pt x="308000" y="301942"/>
                  </a:lnTo>
                  <a:lnTo>
                    <a:pt x="593369" y="301942"/>
                  </a:lnTo>
                  <a:lnTo>
                    <a:pt x="595299" y="300024"/>
                  </a:lnTo>
                  <a:lnTo>
                    <a:pt x="595299" y="295287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6264604" y="7548388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80" h="690879">
                  <a:moveTo>
                    <a:pt x="345151" y="0"/>
                  </a:moveTo>
                  <a:lnTo>
                    <a:pt x="298318" y="3150"/>
                  </a:lnTo>
                  <a:lnTo>
                    <a:pt x="253400" y="12328"/>
                  </a:lnTo>
                  <a:lnTo>
                    <a:pt x="210807" y="27122"/>
                  </a:lnTo>
                  <a:lnTo>
                    <a:pt x="170951" y="47120"/>
                  </a:lnTo>
                  <a:lnTo>
                    <a:pt x="134244" y="71912"/>
                  </a:lnTo>
                  <a:lnTo>
                    <a:pt x="101096" y="101087"/>
                  </a:lnTo>
                  <a:lnTo>
                    <a:pt x="71919" y="134233"/>
                  </a:lnTo>
                  <a:lnTo>
                    <a:pt x="47125" y="170939"/>
                  </a:lnTo>
                  <a:lnTo>
                    <a:pt x="27125" y="210794"/>
                  </a:lnTo>
                  <a:lnTo>
                    <a:pt x="12329" y="253386"/>
                  </a:lnTo>
                  <a:lnTo>
                    <a:pt x="3151" y="298306"/>
                  </a:lnTo>
                  <a:lnTo>
                    <a:pt x="0" y="345141"/>
                  </a:lnTo>
                  <a:lnTo>
                    <a:pt x="3151" y="391974"/>
                  </a:lnTo>
                  <a:lnTo>
                    <a:pt x="12329" y="436892"/>
                  </a:lnTo>
                  <a:lnTo>
                    <a:pt x="27125" y="479484"/>
                  </a:lnTo>
                  <a:lnTo>
                    <a:pt x="47125" y="519338"/>
                  </a:lnTo>
                  <a:lnTo>
                    <a:pt x="71919" y="556045"/>
                  </a:lnTo>
                  <a:lnTo>
                    <a:pt x="101096" y="589191"/>
                  </a:lnTo>
                  <a:lnTo>
                    <a:pt x="134244" y="618366"/>
                  </a:lnTo>
                  <a:lnTo>
                    <a:pt x="170951" y="643159"/>
                  </a:lnTo>
                  <a:lnTo>
                    <a:pt x="210807" y="663159"/>
                  </a:lnTo>
                  <a:lnTo>
                    <a:pt x="253400" y="677953"/>
                  </a:lnTo>
                  <a:lnTo>
                    <a:pt x="298318" y="687131"/>
                  </a:lnTo>
                  <a:lnTo>
                    <a:pt x="345151" y="690282"/>
                  </a:lnTo>
                  <a:lnTo>
                    <a:pt x="391984" y="687131"/>
                  </a:lnTo>
                  <a:lnTo>
                    <a:pt x="436902" y="677953"/>
                  </a:lnTo>
                  <a:lnTo>
                    <a:pt x="479494" y="663159"/>
                  </a:lnTo>
                  <a:lnTo>
                    <a:pt x="519349" y="643159"/>
                  </a:lnTo>
                  <a:lnTo>
                    <a:pt x="554022" y="619740"/>
                  </a:lnTo>
                  <a:lnTo>
                    <a:pt x="345151" y="619740"/>
                  </a:lnTo>
                  <a:lnTo>
                    <a:pt x="295791" y="615315"/>
                  </a:lnTo>
                  <a:lnTo>
                    <a:pt x="249333" y="602559"/>
                  </a:lnTo>
                  <a:lnTo>
                    <a:pt x="206554" y="582247"/>
                  </a:lnTo>
                  <a:lnTo>
                    <a:pt x="168229" y="555155"/>
                  </a:lnTo>
                  <a:lnTo>
                    <a:pt x="135133" y="522059"/>
                  </a:lnTo>
                  <a:lnTo>
                    <a:pt x="108042" y="483733"/>
                  </a:lnTo>
                  <a:lnTo>
                    <a:pt x="87732" y="440954"/>
                  </a:lnTo>
                  <a:lnTo>
                    <a:pt x="74976" y="394498"/>
                  </a:lnTo>
                  <a:lnTo>
                    <a:pt x="70552" y="345141"/>
                  </a:lnTo>
                  <a:lnTo>
                    <a:pt x="74976" y="295780"/>
                  </a:lnTo>
                  <a:lnTo>
                    <a:pt x="87732" y="249322"/>
                  </a:lnTo>
                  <a:lnTo>
                    <a:pt x="108042" y="206541"/>
                  </a:lnTo>
                  <a:lnTo>
                    <a:pt x="135133" y="168214"/>
                  </a:lnTo>
                  <a:lnTo>
                    <a:pt x="168229" y="135117"/>
                  </a:lnTo>
                  <a:lnTo>
                    <a:pt x="206554" y="108024"/>
                  </a:lnTo>
                  <a:lnTo>
                    <a:pt x="249333" y="87712"/>
                  </a:lnTo>
                  <a:lnTo>
                    <a:pt x="295791" y="74956"/>
                  </a:lnTo>
                  <a:lnTo>
                    <a:pt x="345151" y="70531"/>
                  </a:lnTo>
                  <a:lnTo>
                    <a:pt x="554011" y="70531"/>
                  </a:lnTo>
                  <a:lnTo>
                    <a:pt x="519349" y="47120"/>
                  </a:lnTo>
                  <a:lnTo>
                    <a:pt x="479494" y="27122"/>
                  </a:lnTo>
                  <a:lnTo>
                    <a:pt x="436902" y="12328"/>
                  </a:lnTo>
                  <a:lnTo>
                    <a:pt x="391984" y="3150"/>
                  </a:lnTo>
                  <a:lnTo>
                    <a:pt x="345151" y="0"/>
                  </a:lnTo>
                  <a:close/>
                </a:path>
                <a:path w="690880" h="690879">
                  <a:moveTo>
                    <a:pt x="554011" y="70531"/>
                  </a:moveTo>
                  <a:lnTo>
                    <a:pt x="345151" y="70531"/>
                  </a:lnTo>
                  <a:lnTo>
                    <a:pt x="394512" y="74956"/>
                  </a:lnTo>
                  <a:lnTo>
                    <a:pt x="440969" y="87712"/>
                  </a:lnTo>
                  <a:lnTo>
                    <a:pt x="483748" y="108024"/>
                  </a:lnTo>
                  <a:lnTo>
                    <a:pt x="522073" y="135117"/>
                  </a:lnTo>
                  <a:lnTo>
                    <a:pt x="555169" y="168214"/>
                  </a:lnTo>
                  <a:lnTo>
                    <a:pt x="582260" y="206541"/>
                  </a:lnTo>
                  <a:lnTo>
                    <a:pt x="602571" y="249322"/>
                  </a:lnTo>
                  <a:lnTo>
                    <a:pt x="615326" y="295780"/>
                  </a:lnTo>
                  <a:lnTo>
                    <a:pt x="619750" y="345141"/>
                  </a:lnTo>
                  <a:lnTo>
                    <a:pt x="615326" y="394498"/>
                  </a:lnTo>
                  <a:lnTo>
                    <a:pt x="602571" y="440954"/>
                  </a:lnTo>
                  <a:lnTo>
                    <a:pt x="582260" y="483733"/>
                  </a:lnTo>
                  <a:lnTo>
                    <a:pt x="555169" y="522059"/>
                  </a:lnTo>
                  <a:lnTo>
                    <a:pt x="522073" y="555155"/>
                  </a:lnTo>
                  <a:lnTo>
                    <a:pt x="483748" y="582247"/>
                  </a:lnTo>
                  <a:lnTo>
                    <a:pt x="440969" y="602559"/>
                  </a:lnTo>
                  <a:lnTo>
                    <a:pt x="394512" y="615315"/>
                  </a:lnTo>
                  <a:lnTo>
                    <a:pt x="345151" y="619740"/>
                  </a:lnTo>
                  <a:lnTo>
                    <a:pt x="554022" y="619740"/>
                  </a:lnTo>
                  <a:lnTo>
                    <a:pt x="589201" y="589191"/>
                  </a:lnTo>
                  <a:lnTo>
                    <a:pt x="618377" y="556045"/>
                  </a:lnTo>
                  <a:lnTo>
                    <a:pt x="643170" y="519338"/>
                  </a:lnTo>
                  <a:lnTo>
                    <a:pt x="663169" y="479484"/>
                  </a:lnTo>
                  <a:lnTo>
                    <a:pt x="677964" y="436892"/>
                  </a:lnTo>
                  <a:lnTo>
                    <a:pt x="687142" y="391974"/>
                  </a:lnTo>
                  <a:lnTo>
                    <a:pt x="690293" y="345141"/>
                  </a:lnTo>
                  <a:lnTo>
                    <a:pt x="687142" y="298306"/>
                  </a:lnTo>
                  <a:lnTo>
                    <a:pt x="677964" y="253386"/>
                  </a:lnTo>
                  <a:lnTo>
                    <a:pt x="663169" y="210794"/>
                  </a:lnTo>
                  <a:lnTo>
                    <a:pt x="643170" y="170939"/>
                  </a:lnTo>
                  <a:lnTo>
                    <a:pt x="618377" y="134233"/>
                  </a:lnTo>
                  <a:lnTo>
                    <a:pt x="589201" y="101087"/>
                  </a:lnTo>
                  <a:lnTo>
                    <a:pt x="556055" y="71912"/>
                  </a:lnTo>
                  <a:lnTo>
                    <a:pt x="554011" y="70531"/>
                  </a:lnTo>
                  <a:close/>
                </a:path>
              </a:pathLst>
            </a:custGeom>
            <a:solidFill>
              <a:srgbClr val="B39C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6308278" y="7592052"/>
              <a:ext cx="603250" cy="603250"/>
            </a:xfrm>
            <a:custGeom>
              <a:avLst/>
              <a:gdLst/>
              <a:ahLst/>
              <a:cxnLst/>
              <a:rect l="l" t="t" r="r" b="b"/>
              <a:pathLst>
                <a:path w="603250" h="603250">
                  <a:moveTo>
                    <a:pt x="301477" y="0"/>
                  </a:moveTo>
                  <a:lnTo>
                    <a:pt x="252574" y="3945"/>
                  </a:lnTo>
                  <a:lnTo>
                    <a:pt x="206184" y="15369"/>
                  </a:lnTo>
                  <a:lnTo>
                    <a:pt x="162928" y="33651"/>
                  </a:lnTo>
                  <a:lnTo>
                    <a:pt x="123426" y="58168"/>
                  </a:lnTo>
                  <a:lnTo>
                    <a:pt x="88298" y="88302"/>
                  </a:lnTo>
                  <a:lnTo>
                    <a:pt x="58165" y="123430"/>
                  </a:lnTo>
                  <a:lnTo>
                    <a:pt x="33649" y="162933"/>
                  </a:lnTo>
                  <a:lnTo>
                    <a:pt x="15368" y="206188"/>
                  </a:lnTo>
                  <a:lnTo>
                    <a:pt x="3945" y="252577"/>
                  </a:lnTo>
                  <a:lnTo>
                    <a:pt x="0" y="301477"/>
                  </a:lnTo>
                  <a:lnTo>
                    <a:pt x="3945" y="350378"/>
                  </a:lnTo>
                  <a:lnTo>
                    <a:pt x="15368" y="396766"/>
                  </a:lnTo>
                  <a:lnTo>
                    <a:pt x="33678" y="440069"/>
                  </a:lnTo>
                  <a:lnTo>
                    <a:pt x="58165" y="479524"/>
                  </a:lnTo>
                  <a:lnTo>
                    <a:pt x="88298" y="514653"/>
                  </a:lnTo>
                  <a:lnTo>
                    <a:pt x="123426" y="544786"/>
                  </a:lnTo>
                  <a:lnTo>
                    <a:pt x="162928" y="569304"/>
                  </a:lnTo>
                  <a:lnTo>
                    <a:pt x="206184" y="587585"/>
                  </a:lnTo>
                  <a:lnTo>
                    <a:pt x="252574" y="599009"/>
                  </a:lnTo>
                  <a:lnTo>
                    <a:pt x="301477" y="602955"/>
                  </a:lnTo>
                  <a:lnTo>
                    <a:pt x="350377" y="599009"/>
                  </a:lnTo>
                  <a:lnTo>
                    <a:pt x="396765" y="587585"/>
                  </a:lnTo>
                  <a:lnTo>
                    <a:pt x="423996" y="576076"/>
                  </a:lnTo>
                  <a:lnTo>
                    <a:pt x="301477" y="576076"/>
                  </a:lnTo>
                  <a:lnTo>
                    <a:pt x="252117" y="571652"/>
                  </a:lnTo>
                  <a:lnTo>
                    <a:pt x="205659" y="558896"/>
                  </a:lnTo>
                  <a:lnTo>
                    <a:pt x="162880" y="538584"/>
                  </a:lnTo>
                  <a:lnTo>
                    <a:pt x="124555" y="511492"/>
                  </a:lnTo>
                  <a:lnTo>
                    <a:pt x="91459" y="478395"/>
                  </a:lnTo>
                  <a:lnTo>
                    <a:pt x="64346" y="440022"/>
                  </a:lnTo>
                  <a:lnTo>
                    <a:pt x="44057" y="397291"/>
                  </a:lnTo>
                  <a:lnTo>
                    <a:pt x="31302" y="350835"/>
                  </a:lnTo>
                  <a:lnTo>
                    <a:pt x="26878" y="301477"/>
                  </a:lnTo>
                  <a:lnTo>
                    <a:pt x="31302" y="252116"/>
                  </a:lnTo>
                  <a:lnTo>
                    <a:pt x="44057" y="205658"/>
                  </a:lnTo>
                  <a:lnTo>
                    <a:pt x="64368" y="162878"/>
                  </a:lnTo>
                  <a:lnTo>
                    <a:pt x="91459" y="124551"/>
                  </a:lnTo>
                  <a:lnTo>
                    <a:pt x="124555" y="91453"/>
                  </a:lnTo>
                  <a:lnTo>
                    <a:pt x="162880" y="64361"/>
                  </a:lnTo>
                  <a:lnTo>
                    <a:pt x="205659" y="44048"/>
                  </a:lnTo>
                  <a:lnTo>
                    <a:pt x="252117" y="31292"/>
                  </a:lnTo>
                  <a:lnTo>
                    <a:pt x="301477" y="26868"/>
                  </a:lnTo>
                  <a:lnTo>
                    <a:pt x="423971" y="26868"/>
                  </a:lnTo>
                  <a:lnTo>
                    <a:pt x="396765" y="15369"/>
                  </a:lnTo>
                  <a:lnTo>
                    <a:pt x="350377" y="3945"/>
                  </a:lnTo>
                  <a:lnTo>
                    <a:pt x="301477" y="0"/>
                  </a:lnTo>
                  <a:close/>
                </a:path>
                <a:path w="603250" h="603250">
                  <a:moveTo>
                    <a:pt x="423971" y="26868"/>
                  </a:moveTo>
                  <a:lnTo>
                    <a:pt x="301477" y="26868"/>
                  </a:lnTo>
                  <a:lnTo>
                    <a:pt x="350838" y="31292"/>
                  </a:lnTo>
                  <a:lnTo>
                    <a:pt x="397295" y="44048"/>
                  </a:lnTo>
                  <a:lnTo>
                    <a:pt x="440074" y="64361"/>
                  </a:lnTo>
                  <a:lnTo>
                    <a:pt x="478399" y="91453"/>
                  </a:lnTo>
                  <a:lnTo>
                    <a:pt x="511495" y="124551"/>
                  </a:lnTo>
                  <a:lnTo>
                    <a:pt x="538612" y="162933"/>
                  </a:lnTo>
                  <a:lnTo>
                    <a:pt x="558897" y="205658"/>
                  </a:lnTo>
                  <a:lnTo>
                    <a:pt x="571652" y="252116"/>
                  </a:lnTo>
                  <a:lnTo>
                    <a:pt x="576076" y="301477"/>
                  </a:lnTo>
                  <a:lnTo>
                    <a:pt x="571652" y="350835"/>
                  </a:lnTo>
                  <a:lnTo>
                    <a:pt x="558897" y="397291"/>
                  </a:lnTo>
                  <a:lnTo>
                    <a:pt x="538586" y="440069"/>
                  </a:lnTo>
                  <a:lnTo>
                    <a:pt x="511495" y="478395"/>
                  </a:lnTo>
                  <a:lnTo>
                    <a:pt x="478399" y="511492"/>
                  </a:lnTo>
                  <a:lnTo>
                    <a:pt x="440074" y="538584"/>
                  </a:lnTo>
                  <a:lnTo>
                    <a:pt x="397295" y="558896"/>
                  </a:lnTo>
                  <a:lnTo>
                    <a:pt x="350838" y="571652"/>
                  </a:lnTo>
                  <a:lnTo>
                    <a:pt x="301477" y="576076"/>
                  </a:lnTo>
                  <a:lnTo>
                    <a:pt x="423996" y="576076"/>
                  </a:lnTo>
                  <a:lnTo>
                    <a:pt x="479521" y="544786"/>
                  </a:lnTo>
                  <a:lnTo>
                    <a:pt x="514647" y="514653"/>
                  </a:lnTo>
                  <a:lnTo>
                    <a:pt x="544779" y="479524"/>
                  </a:lnTo>
                  <a:lnTo>
                    <a:pt x="569296" y="440022"/>
                  </a:lnTo>
                  <a:lnTo>
                    <a:pt x="587576" y="396766"/>
                  </a:lnTo>
                  <a:lnTo>
                    <a:pt x="598999" y="350378"/>
                  </a:lnTo>
                  <a:lnTo>
                    <a:pt x="602944" y="301477"/>
                  </a:lnTo>
                  <a:lnTo>
                    <a:pt x="598999" y="252577"/>
                  </a:lnTo>
                  <a:lnTo>
                    <a:pt x="587576" y="206188"/>
                  </a:lnTo>
                  <a:lnTo>
                    <a:pt x="569261" y="162878"/>
                  </a:lnTo>
                  <a:lnTo>
                    <a:pt x="544779" y="123430"/>
                  </a:lnTo>
                  <a:lnTo>
                    <a:pt x="514647" y="88302"/>
                  </a:lnTo>
                  <a:lnTo>
                    <a:pt x="479521" y="58168"/>
                  </a:lnTo>
                  <a:lnTo>
                    <a:pt x="440020" y="33651"/>
                  </a:lnTo>
                  <a:lnTo>
                    <a:pt x="423971" y="26868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4" name="object 234" descr=""/>
          <p:cNvGrpSpPr/>
          <p:nvPr/>
        </p:nvGrpSpPr>
        <p:grpSpPr>
          <a:xfrm>
            <a:off x="16566083" y="7138211"/>
            <a:ext cx="1624965" cy="1100455"/>
            <a:chOff x="16566083" y="7138211"/>
            <a:chExt cx="1624965" cy="1100455"/>
          </a:xfrm>
        </p:grpSpPr>
        <p:sp>
          <p:nvSpPr>
            <p:cNvPr id="235" name="object 235" descr=""/>
            <p:cNvSpPr/>
            <p:nvPr/>
          </p:nvSpPr>
          <p:spPr>
            <a:xfrm>
              <a:off x="17545710" y="7595038"/>
              <a:ext cx="595630" cy="595630"/>
            </a:xfrm>
            <a:custGeom>
              <a:avLst/>
              <a:gdLst/>
              <a:ahLst/>
              <a:cxnLst/>
              <a:rect l="l" t="t" r="r" b="b"/>
              <a:pathLst>
                <a:path w="595630" h="595629">
                  <a:moveTo>
                    <a:pt x="595299" y="295287"/>
                  </a:moveTo>
                  <a:lnTo>
                    <a:pt x="593369" y="293357"/>
                  </a:lnTo>
                  <a:lnTo>
                    <a:pt x="308013" y="293357"/>
                  </a:lnTo>
                  <a:lnTo>
                    <a:pt x="509790" y="91579"/>
                  </a:lnTo>
                  <a:lnTo>
                    <a:pt x="509790" y="88861"/>
                  </a:lnTo>
                  <a:lnTo>
                    <a:pt x="506437" y="85521"/>
                  </a:lnTo>
                  <a:lnTo>
                    <a:pt x="503720" y="85509"/>
                  </a:lnTo>
                  <a:lnTo>
                    <a:pt x="301942" y="287286"/>
                  </a:lnTo>
                  <a:lnTo>
                    <a:pt x="301942" y="1930"/>
                  </a:lnTo>
                  <a:lnTo>
                    <a:pt x="300012" y="0"/>
                  </a:lnTo>
                  <a:lnTo>
                    <a:pt x="295275" y="0"/>
                  </a:lnTo>
                  <a:lnTo>
                    <a:pt x="293357" y="1930"/>
                  </a:lnTo>
                  <a:lnTo>
                    <a:pt x="293357" y="287299"/>
                  </a:lnTo>
                  <a:lnTo>
                    <a:pt x="91579" y="85509"/>
                  </a:lnTo>
                  <a:lnTo>
                    <a:pt x="88849" y="85509"/>
                  </a:lnTo>
                  <a:lnTo>
                    <a:pt x="87172" y="87185"/>
                  </a:lnTo>
                  <a:lnTo>
                    <a:pt x="85496" y="88861"/>
                  </a:lnTo>
                  <a:lnTo>
                    <a:pt x="85496" y="91579"/>
                  </a:lnTo>
                  <a:lnTo>
                    <a:pt x="287274" y="293357"/>
                  </a:lnTo>
                  <a:lnTo>
                    <a:pt x="1917" y="293357"/>
                  </a:lnTo>
                  <a:lnTo>
                    <a:pt x="0" y="295287"/>
                  </a:lnTo>
                  <a:lnTo>
                    <a:pt x="0" y="297649"/>
                  </a:lnTo>
                  <a:lnTo>
                    <a:pt x="0" y="300024"/>
                  </a:lnTo>
                  <a:lnTo>
                    <a:pt x="1917" y="301942"/>
                  </a:lnTo>
                  <a:lnTo>
                    <a:pt x="287286" y="301942"/>
                  </a:lnTo>
                  <a:lnTo>
                    <a:pt x="85496" y="503732"/>
                  </a:lnTo>
                  <a:lnTo>
                    <a:pt x="85496" y="506450"/>
                  </a:lnTo>
                  <a:lnTo>
                    <a:pt x="87172" y="508127"/>
                  </a:lnTo>
                  <a:lnTo>
                    <a:pt x="88849" y="509803"/>
                  </a:lnTo>
                  <a:lnTo>
                    <a:pt x="91579" y="509803"/>
                  </a:lnTo>
                  <a:lnTo>
                    <a:pt x="293357" y="308025"/>
                  </a:lnTo>
                  <a:lnTo>
                    <a:pt x="293357" y="593382"/>
                  </a:lnTo>
                  <a:lnTo>
                    <a:pt x="295275" y="595299"/>
                  </a:lnTo>
                  <a:lnTo>
                    <a:pt x="297649" y="595299"/>
                  </a:lnTo>
                  <a:lnTo>
                    <a:pt x="300012" y="595299"/>
                  </a:lnTo>
                  <a:lnTo>
                    <a:pt x="301942" y="593382"/>
                  </a:lnTo>
                  <a:lnTo>
                    <a:pt x="301942" y="308025"/>
                  </a:lnTo>
                  <a:lnTo>
                    <a:pt x="503720" y="509803"/>
                  </a:lnTo>
                  <a:lnTo>
                    <a:pt x="506437" y="509803"/>
                  </a:lnTo>
                  <a:lnTo>
                    <a:pt x="509790" y="506450"/>
                  </a:lnTo>
                  <a:lnTo>
                    <a:pt x="509790" y="503732"/>
                  </a:lnTo>
                  <a:lnTo>
                    <a:pt x="308000" y="301942"/>
                  </a:lnTo>
                  <a:lnTo>
                    <a:pt x="593369" y="301942"/>
                  </a:lnTo>
                  <a:lnTo>
                    <a:pt x="595299" y="300024"/>
                  </a:lnTo>
                  <a:lnTo>
                    <a:pt x="595299" y="295287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7500734" y="754838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80" h="690879">
                  <a:moveTo>
                    <a:pt x="345151" y="0"/>
                  </a:moveTo>
                  <a:lnTo>
                    <a:pt x="298318" y="3150"/>
                  </a:lnTo>
                  <a:lnTo>
                    <a:pt x="253400" y="12328"/>
                  </a:lnTo>
                  <a:lnTo>
                    <a:pt x="210807" y="27122"/>
                  </a:lnTo>
                  <a:lnTo>
                    <a:pt x="170951" y="47120"/>
                  </a:lnTo>
                  <a:lnTo>
                    <a:pt x="134244" y="71912"/>
                  </a:lnTo>
                  <a:lnTo>
                    <a:pt x="101096" y="101087"/>
                  </a:lnTo>
                  <a:lnTo>
                    <a:pt x="71919" y="134233"/>
                  </a:lnTo>
                  <a:lnTo>
                    <a:pt x="47125" y="170939"/>
                  </a:lnTo>
                  <a:lnTo>
                    <a:pt x="27125" y="210794"/>
                  </a:lnTo>
                  <a:lnTo>
                    <a:pt x="12329" y="253386"/>
                  </a:lnTo>
                  <a:lnTo>
                    <a:pt x="3151" y="298306"/>
                  </a:lnTo>
                  <a:lnTo>
                    <a:pt x="0" y="345141"/>
                  </a:lnTo>
                  <a:lnTo>
                    <a:pt x="3151" y="391974"/>
                  </a:lnTo>
                  <a:lnTo>
                    <a:pt x="12329" y="436892"/>
                  </a:lnTo>
                  <a:lnTo>
                    <a:pt x="27125" y="479484"/>
                  </a:lnTo>
                  <a:lnTo>
                    <a:pt x="47125" y="519338"/>
                  </a:lnTo>
                  <a:lnTo>
                    <a:pt x="71919" y="556045"/>
                  </a:lnTo>
                  <a:lnTo>
                    <a:pt x="101096" y="589191"/>
                  </a:lnTo>
                  <a:lnTo>
                    <a:pt x="134244" y="618366"/>
                  </a:lnTo>
                  <a:lnTo>
                    <a:pt x="170951" y="643159"/>
                  </a:lnTo>
                  <a:lnTo>
                    <a:pt x="210807" y="663159"/>
                  </a:lnTo>
                  <a:lnTo>
                    <a:pt x="253400" y="677953"/>
                  </a:lnTo>
                  <a:lnTo>
                    <a:pt x="298318" y="687131"/>
                  </a:lnTo>
                  <a:lnTo>
                    <a:pt x="345151" y="690282"/>
                  </a:lnTo>
                  <a:lnTo>
                    <a:pt x="391984" y="687131"/>
                  </a:lnTo>
                  <a:lnTo>
                    <a:pt x="436902" y="677953"/>
                  </a:lnTo>
                  <a:lnTo>
                    <a:pt x="479494" y="663159"/>
                  </a:lnTo>
                  <a:lnTo>
                    <a:pt x="519349" y="643159"/>
                  </a:lnTo>
                  <a:lnTo>
                    <a:pt x="554022" y="619740"/>
                  </a:lnTo>
                  <a:lnTo>
                    <a:pt x="345151" y="619740"/>
                  </a:lnTo>
                  <a:lnTo>
                    <a:pt x="295791" y="615315"/>
                  </a:lnTo>
                  <a:lnTo>
                    <a:pt x="249333" y="602559"/>
                  </a:lnTo>
                  <a:lnTo>
                    <a:pt x="206554" y="582247"/>
                  </a:lnTo>
                  <a:lnTo>
                    <a:pt x="168229" y="555155"/>
                  </a:lnTo>
                  <a:lnTo>
                    <a:pt x="135133" y="522059"/>
                  </a:lnTo>
                  <a:lnTo>
                    <a:pt x="108042" y="483733"/>
                  </a:lnTo>
                  <a:lnTo>
                    <a:pt x="87732" y="440954"/>
                  </a:lnTo>
                  <a:lnTo>
                    <a:pt x="74976" y="394498"/>
                  </a:lnTo>
                  <a:lnTo>
                    <a:pt x="70552" y="345141"/>
                  </a:lnTo>
                  <a:lnTo>
                    <a:pt x="74976" y="295780"/>
                  </a:lnTo>
                  <a:lnTo>
                    <a:pt x="87732" y="249322"/>
                  </a:lnTo>
                  <a:lnTo>
                    <a:pt x="108042" y="206541"/>
                  </a:lnTo>
                  <a:lnTo>
                    <a:pt x="135133" y="168214"/>
                  </a:lnTo>
                  <a:lnTo>
                    <a:pt x="168229" y="135117"/>
                  </a:lnTo>
                  <a:lnTo>
                    <a:pt x="206554" y="108024"/>
                  </a:lnTo>
                  <a:lnTo>
                    <a:pt x="249333" y="87712"/>
                  </a:lnTo>
                  <a:lnTo>
                    <a:pt x="295791" y="74956"/>
                  </a:lnTo>
                  <a:lnTo>
                    <a:pt x="345151" y="70531"/>
                  </a:lnTo>
                  <a:lnTo>
                    <a:pt x="554011" y="70531"/>
                  </a:lnTo>
                  <a:lnTo>
                    <a:pt x="519349" y="47120"/>
                  </a:lnTo>
                  <a:lnTo>
                    <a:pt x="479494" y="27122"/>
                  </a:lnTo>
                  <a:lnTo>
                    <a:pt x="436902" y="12328"/>
                  </a:lnTo>
                  <a:lnTo>
                    <a:pt x="391984" y="3150"/>
                  </a:lnTo>
                  <a:lnTo>
                    <a:pt x="345151" y="0"/>
                  </a:lnTo>
                  <a:close/>
                </a:path>
                <a:path w="690880" h="690879">
                  <a:moveTo>
                    <a:pt x="554011" y="70531"/>
                  </a:moveTo>
                  <a:lnTo>
                    <a:pt x="345151" y="70531"/>
                  </a:lnTo>
                  <a:lnTo>
                    <a:pt x="394512" y="74956"/>
                  </a:lnTo>
                  <a:lnTo>
                    <a:pt x="440969" y="87712"/>
                  </a:lnTo>
                  <a:lnTo>
                    <a:pt x="483748" y="108024"/>
                  </a:lnTo>
                  <a:lnTo>
                    <a:pt x="522073" y="135117"/>
                  </a:lnTo>
                  <a:lnTo>
                    <a:pt x="555169" y="168214"/>
                  </a:lnTo>
                  <a:lnTo>
                    <a:pt x="582260" y="206541"/>
                  </a:lnTo>
                  <a:lnTo>
                    <a:pt x="602571" y="249322"/>
                  </a:lnTo>
                  <a:lnTo>
                    <a:pt x="615326" y="295780"/>
                  </a:lnTo>
                  <a:lnTo>
                    <a:pt x="619750" y="345141"/>
                  </a:lnTo>
                  <a:lnTo>
                    <a:pt x="615326" y="394498"/>
                  </a:lnTo>
                  <a:lnTo>
                    <a:pt x="602571" y="440954"/>
                  </a:lnTo>
                  <a:lnTo>
                    <a:pt x="582260" y="483733"/>
                  </a:lnTo>
                  <a:lnTo>
                    <a:pt x="555169" y="522059"/>
                  </a:lnTo>
                  <a:lnTo>
                    <a:pt x="522073" y="555155"/>
                  </a:lnTo>
                  <a:lnTo>
                    <a:pt x="483748" y="582247"/>
                  </a:lnTo>
                  <a:lnTo>
                    <a:pt x="440969" y="602559"/>
                  </a:lnTo>
                  <a:lnTo>
                    <a:pt x="394512" y="615315"/>
                  </a:lnTo>
                  <a:lnTo>
                    <a:pt x="345151" y="619740"/>
                  </a:lnTo>
                  <a:lnTo>
                    <a:pt x="554022" y="619740"/>
                  </a:lnTo>
                  <a:lnTo>
                    <a:pt x="589201" y="589191"/>
                  </a:lnTo>
                  <a:lnTo>
                    <a:pt x="618377" y="556045"/>
                  </a:lnTo>
                  <a:lnTo>
                    <a:pt x="643170" y="519338"/>
                  </a:lnTo>
                  <a:lnTo>
                    <a:pt x="663169" y="479484"/>
                  </a:lnTo>
                  <a:lnTo>
                    <a:pt x="677964" y="436892"/>
                  </a:lnTo>
                  <a:lnTo>
                    <a:pt x="687142" y="391974"/>
                  </a:lnTo>
                  <a:lnTo>
                    <a:pt x="690293" y="345141"/>
                  </a:lnTo>
                  <a:lnTo>
                    <a:pt x="687142" y="298306"/>
                  </a:lnTo>
                  <a:lnTo>
                    <a:pt x="677964" y="253386"/>
                  </a:lnTo>
                  <a:lnTo>
                    <a:pt x="663169" y="210794"/>
                  </a:lnTo>
                  <a:lnTo>
                    <a:pt x="643170" y="170939"/>
                  </a:lnTo>
                  <a:lnTo>
                    <a:pt x="618377" y="134233"/>
                  </a:lnTo>
                  <a:lnTo>
                    <a:pt x="589201" y="101087"/>
                  </a:lnTo>
                  <a:lnTo>
                    <a:pt x="556055" y="71912"/>
                  </a:lnTo>
                  <a:lnTo>
                    <a:pt x="554011" y="70531"/>
                  </a:lnTo>
                  <a:close/>
                </a:path>
              </a:pathLst>
            </a:custGeom>
            <a:solidFill>
              <a:srgbClr val="B39C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7544408" y="7592052"/>
              <a:ext cx="603250" cy="603250"/>
            </a:xfrm>
            <a:custGeom>
              <a:avLst/>
              <a:gdLst/>
              <a:ahLst/>
              <a:cxnLst/>
              <a:rect l="l" t="t" r="r" b="b"/>
              <a:pathLst>
                <a:path w="603250" h="603250">
                  <a:moveTo>
                    <a:pt x="301477" y="0"/>
                  </a:moveTo>
                  <a:lnTo>
                    <a:pt x="252574" y="3945"/>
                  </a:lnTo>
                  <a:lnTo>
                    <a:pt x="206184" y="15369"/>
                  </a:lnTo>
                  <a:lnTo>
                    <a:pt x="162928" y="33651"/>
                  </a:lnTo>
                  <a:lnTo>
                    <a:pt x="123426" y="58168"/>
                  </a:lnTo>
                  <a:lnTo>
                    <a:pt x="88298" y="88302"/>
                  </a:lnTo>
                  <a:lnTo>
                    <a:pt x="58165" y="123430"/>
                  </a:lnTo>
                  <a:lnTo>
                    <a:pt x="33649" y="162933"/>
                  </a:lnTo>
                  <a:lnTo>
                    <a:pt x="15368" y="206188"/>
                  </a:lnTo>
                  <a:lnTo>
                    <a:pt x="3945" y="252577"/>
                  </a:lnTo>
                  <a:lnTo>
                    <a:pt x="0" y="301477"/>
                  </a:lnTo>
                  <a:lnTo>
                    <a:pt x="3945" y="350378"/>
                  </a:lnTo>
                  <a:lnTo>
                    <a:pt x="15368" y="396766"/>
                  </a:lnTo>
                  <a:lnTo>
                    <a:pt x="33678" y="440069"/>
                  </a:lnTo>
                  <a:lnTo>
                    <a:pt x="58165" y="479524"/>
                  </a:lnTo>
                  <a:lnTo>
                    <a:pt x="88298" y="514653"/>
                  </a:lnTo>
                  <a:lnTo>
                    <a:pt x="123426" y="544786"/>
                  </a:lnTo>
                  <a:lnTo>
                    <a:pt x="162928" y="569304"/>
                  </a:lnTo>
                  <a:lnTo>
                    <a:pt x="206184" y="587585"/>
                  </a:lnTo>
                  <a:lnTo>
                    <a:pt x="252574" y="599009"/>
                  </a:lnTo>
                  <a:lnTo>
                    <a:pt x="301477" y="602955"/>
                  </a:lnTo>
                  <a:lnTo>
                    <a:pt x="350377" y="599009"/>
                  </a:lnTo>
                  <a:lnTo>
                    <a:pt x="396765" y="587585"/>
                  </a:lnTo>
                  <a:lnTo>
                    <a:pt x="423996" y="576076"/>
                  </a:lnTo>
                  <a:lnTo>
                    <a:pt x="301477" y="576076"/>
                  </a:lnTo>
                  <a:lnTo>
                    <a:pt x="252117" y="571652"/>
                  </a:lnTo>
                  <a:lnTo>
                    <a:pt x="205659" y="558896"/>
                  </a:lnTo>
                  <a:lnTo>
                    <a:pt x="162880" y="538584"/>
                  </a:lnTo>
                  <a:lnTo>
                    <a:pt x="124555" y="511492"/>
                  </a:lnTo>
                  <a:lnTo>
                    <a:pt x="91459" y="478395"/>
                  </a:lnTo>
                  <a:lnTo>
                    <a:pt x="64346" y="440022"/>
                  </a:lnTo>
                  <a:lnTo>
                    <a:pt x="44057" y="397291"/>
                  </a:lnTo>
                  <a:lnTo>
                    <a:pt x="31302" y="350835"/>
                  </a:lnTo>
                  <a:lnTo>
                    <a:pt x="26878" y="301477"/>
                  </a:lnTo>
                  <a:lnTo>
                    <a:pt x="31302" y="252116"/>
                  </a:lnTo>
                  <a:lnTo>
                    <a:pt x="44057" y="205658"/>
                  </a:lnTo>
                  <a:lnTo>
                    <a:pt x="64368" y="162878"/>
                  </a:lnTo>
                  <a:lnTo>
                    <a:pt x="91459" y="124551"/>
                  </a:lnTo>
                  <a:lnTo>
                    <a:pt x="124555" y="91453"/>
                  </a:lnTo>
                  <a:lnTo>
                    <a:pt x="162880" y="64361"/>
                  </a:lnTo>
                  <a:lnTo>
                    <a:pt x="205659" y="44048"/>
                  </a:lnTo>
                  <a:lnTo>
                    <a:pt x="252117" y="31292"/>
                  </a:lnTo>
                  <a:lnTo>
                    <a:pt x="301477" y="26868"/>
                  </a:lnTo>
                  <a:lnTo>
                    <a:pt x="423971" y="26868"/>
                  </a:lnTo>
                  <a:lnTo>
                    <a:pt x="396765" y="15369"/>
                  </a:lnTo>
                  <a:lnTo>
                    <a:pt x="350377" y="3945"/>
                  </a:lnTo>
                  <a:lnTo>
                    <a:pt x="301477" y="0"/>
                  </a:lnTo>
                  <a:close/>
                </a:path>
                <a:path w="603250" h="603250">
                  <a:moveTo>
                    <a:pt x="423971" y="26868"/>
                  </a:moveTo>
                  <a:lnTo>
                    <a:pt x="301477" y="26868"/>
                  </a:lnTo>
                  <a:lnTo>
                    <a:pt x="350838" y="31292"/>
                  </a:lnTo>
                  <a:lnTo>
                    <a:pt x="397295" y="44048"/>
                  </a:lnTo>
                  <a:lnTo>
                    <a:pt x="440074" y="64361"/>
                  </a:lnTo>
                  <a:lnTo>
                    <a:pt x="478399" y="91453"/>
                  </a:lnTo>
                  <a:lnTo>
                    <a:pt x="511495" y="124551"/>
                  </a:lnTo>
                  <a:lnTo>
                    <a:pt x="538612" y="162933"/>
                  </a:lnTo>
                  <a:lnTo>
                    <a:pt x="558897" y="205658"/>
                  </a:lnTo>
                  <a:lnTo>
                    <a:pt x="571652" y="252116"/>
                  </a:lnTo>
                  <a:lnTo>
                    <a:pt x="576076" y="301477"/>
                  </a:lnTo>
                  <a:lnTo>
                    <a:pt x="571652" y="350835"/>
                  </a:lnTo>
                  <a:lnTo>
                    <a:pt x="558897" y="397291"/>
                  </a:lnTo>
                  <a:lnTo>
                    <a:pt x="538586" y="440069"/>
                  </a:lnTo>
                  <a:lnTo>
                    <a:pt x="511495" y="478395"/>
                  </a:lnTo>
                  <a:lnTo>
                    <a:pt x="478399" y="511492"/>
                  </a:lnTo>
                  <a:lnTo>
                    <a:pt x="440074" y="538584"/>
                  </a:lnTo>
                  <a:lnTo>
                    <a:pt x="397295" y="558896"/>
                  </a:lnTo>
                  <a:lnTo>
                    <a:pt x="350838" y="571652"/>
                  </a:lnTo>
                  <a:lnTo>
                    <a:pt x="301477" y="576076"/>
                  </a:lnTo>
                  <a:lnTo>
                    <a:pt x="423996" y="576076"/>
                  </a:lnTo>
                  <a:lnTo>
                    <a:pt x="479521" y="544786"/>
                  </a:lnTo>
                  <a:lnTo>
                    <a:pt x="514647" y="514653"/>
                  </a:lnTo>
                  <a:lnTo>
                    <a:pt x="544779" y="479524"/>
                  </a:lnTo>
                  <a:lnTo>
                    <a:pt x="569296" y="440022"/>
                  </a:lnTo>
                  <a:lnTo>
                    <a:pt x="587576" y="396766"/>
                  </a:lnTo>
                  <a:lnTo>
                    <a:pt x="598999" y="350378"/>
                  </a:lnTo>
                  <a:lnTo>
                    <a:pt x="602944" y="301477"/>
                  </a:lnTo>
                  <a:lnTo>
                    <a:pt x="598999" y="252577"/>
                  </a:lnTo>
                  <a:lnTo>
                    <a:pt x="587576" y="206188"/>
                  </a:lnTo>
                  <a:lnTo>
                    <a:pt x="569261" y="162878"/>
                  </a:lnTo>
                  <a:lnTo>
                    <a:pt x="544779" y="123430"/>
                  </a:lnTo>
                  <a:lnTo>
                    <a:pt x="514647" y="88302"/>
                  </a:lnTo>
                  <a:lnTo>
                    <a:pt x="479521" y="58168"/>
                  </a:lnTo>
                  <a:lnTo>
                    <a:pt x="440020" y="33651"/>
                  </a:lnTo>
                  <a:lnTo>
                    <a:pt x="423971" y="26868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6594594" y="7186923"/>
              <a:ext cx="1269365" cy="799465"/>
            </a:xfrm>
            <a:custGeom>
              <a:avLst/>
              <a:gdLst/>
              <a:ahLst/>
              <a:cxnLst/>
              <a:rect l="l" t="t" r="r" b="b"/>
              <a:pathLst>
                <a:path w="1269365" h="799465">
                  <a:moveTo>
                    <a:pt x="1269276" y="702792"/>
                  </a:moveTo>
                  <a:lnTo>
                    <a:pt x="1268069" y="696074"/>
                  </a:lnTo>
                  <a:lnTo>
                    <a:pt x="1043571" y="130683"/>
                  </a:lnTo>
                  <a:lnTo>
                    <a:pt x="1043609" y="127698"/>
                  </a:lnTo>
                  <a:lnTo>
                    <a:pt x="1040638" y="123304"/>
                  </a:lnTo>
                  <a:lnTo>
                    <a:pt x="995997" y="10833"/>
                  </a:lnTo>
                  <a:lnTo>
                    <a:pt x="992276" y="5118"/>
                  </a:lnTo>
                  <a:lnTo>
                    <a:pt x="986828" y="1397"/>
                  </a:lnTo>
                  <a:lnTo>
                    <a:pt x="980389" y="0"/>
                  </a:lnTo>
                  <a:lnTo>
                    <a:pt x="973696" y="1206"/>
                  </a:lnTo>
                  <a:lnTo>
                    <a:pt x="967981" y="4927"/>
                  </a:lnTo>
                  <a:lnTo>
                    <a:pt x="964272" y="10363"/>
                  </a:lnTo>
                  <a:lnTo>
                    <a:pt x="962863" y="16789"/>
                  </a:lnTo>
                  <a:lnTo>
                    <a:pt x="964069" y="23495"/>
                  </a:lnTo>
                  <a:lnTo>
                    <a:pt x="1002042" y="119138"/>
                  </a:lnTo>
                  <a:lnTo>
                    <a:pt x="985481" y="122961"/>
                  </a:lnTo>
                  <a:lnTo>
                    <a:pt x="985481" y="158178"/>
                  </a:lnTo>
                  <a:lnTo>
                    <a:pt x="570344" y="747179"/>
                  </a:lnTo>
                  <a:lnTo>
                    <a:pt x="538086" y="673874"/>
                  </a:lnTo>
                  <a:lnTo>
                    <a:pt x="538086" y="759117"/>
                  </a:lnTo>
                  <a:lnTo>
                    <a:pt x="50380" y="688594"/>
                  </a:lnTo>
                  <a:lnTo>
                    <a:pt x="345020" y="320306"/>
                  </a:lnTo>
                  <a:lnTo>
                    <a:pt x="538086" y="759117"/>
                  </a:lnTo>
                  <a:lnTo>
                    <a:pt x="538086" y="673874"/>
                  </a:lnTo>
                  <a:lnTo>
                    <a:pt x="382524" y="320306"/>
                  </a:lnTo>
                  <a:lnTo>
                    <a:pt x="373240" y="299199"/>
                  </a:lnTo>
                  <a:lnTo>
                    <a:pt x="512127" y="267208"/>
                  </a:lnTo>
                  <a:lnTo>
                    <a:pt x="985481" y="158178"/>
                  </a:lnTo>
                  <a:lnTo>
                    <a:pt x="985481" y="122961"/>
                  </a:lnTo>
                  <a:lnTo>
                    <a:pt x="359156" y="267208"/>
                  </a:lnTo>
                  <a:lnTo>
                    <a:pt x="311619" y="159169"/>
                  </a:lnTo>
                  <a:lnTo>
                    <a:pt x="307708" y="153593"/>
                  </a:lnTo>
                  <a:lnTo>
                    <a:pt x="302158" y="150075"/>
                  </a:lnTo>
                  <a:lnTo>
                    <a:pt x="295681" y="148907"/>
                  </a:lnTo>
                  <a:lnTo>
                    <a:pt x="289001" y="150368"/>
                  </a:lnTo>
                  <a:lnTo>
                    <a:pt x="283425" y="154292"/>
                  </a:lnTo>
                  <a:lnTo>
                    <a:pt x="279908" y="159854"/>
                  </a:lnTo>
                  <a:lnTo>
                    <a:pt x="278739" y="166344"/>
                  </a:lnTo>
                  <a:lnTo>
                    <a:pt x="280200" y="172999"/>
                  </a:lnTo>
                  <a:lnTo>
                    <a:pt x="329399" y="284835"/>
                  </a:lnTo>
                  <a:lnTo>
                    <a:pt x="977" y="695375"/>
                  </a:lnTo>
                  <a:lnTo>
                    <a:pt x="0" y="701878"/>
                  </a:lnTo>
                  <a:lnTo>
                    <a:pt x="4533" y="713333"/>
                  </a:lnTo>
                  <a:lnTo>
                    <a:pt x="9677" y="717397"/>
                  </a:lnTo>
                  <a:lnTo>
                    <a:pt x="558190" y="796721"/>
                  </a:lnTo>
                  <a:lnTo>
                    <a:pt x="560273" y="797941"/>
                  </a:lnTo>
                  <a:lnTo>
                    <a:pt x="562660" y="798741"/>
                  </a:lnTo>
                  <a:lnTo>
                    <a:pt x="565162" y="798995"/>
                  </a:lnTo>
                  <a:lnTo>
                    <a:pt x="566305" y="799071"/>
                  </a:lnTo>
                  <a:lnTo>
                    <a:pt x="572414" y="799071"/>
                  </a:lnTo>
                  <a:lnTo>
                    <a:pt x="577672" y="796391"/>
                  </a:lnTo>
                  <a:lnTo>
                    <a:pt x="603948" y="759117"/>
                  </a:lnTo>
                  <a:lnTo>
                    <a:pt x="612355" y="747179"/>
                  </a:lnTo>
                  <a:lnTo>
                    <a:pt x="1021130" y="167220"/>
                  </a:lnTo>
                  <a:lnTo>
                    <a:pt x="1238834" y="715479"/>
                  </a:lnTo>
                  <a:lnTo>
                    <a:pt x="1245285" y="719582"/>
                  </a:lnTo>
                  <a:lnTo>
                    <a:pt x="1252118" y="719582"/>
                  </a:lnTo>
                  <a:lnTo>
                    <a:pt x="1254226" y="719582"/>
                  </a:lnTo>
                  <a:lnTo>
                    <a:pt x="1256372" y="719201"/>
                  </a:lnTo>
                  <a:lnTo>
                    <a:pt x="1258455" y="718375"/>
                  </a:lnTo>
                  <a:lnTo>
                    <a:pt x="1264170" y="714654"/>
                  </a:lnTo>
                  <a:lnTo>
                    <a:pt x="1267879" y="709218"/>
                  </a:lnTo>
                  <a:lnTo>
                    <a:pt x="1269276" y="702792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9" name="object 239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7522219" y="7138211"/>
              <a:ext cx="170353" cy="84724"/>
            </a:xfrm>
            <a:prstGeom prst="rect">
              <a:avLst/>
            </a:prstGeom>
          </p:spPr>
        </p:pic>
        <p:pic>
          <p:nvPicPr>
            <p:cNvPr id="240" name="object 240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7059315" y="7866093"/>
              <a:ext cx="204328" cy="204339"/>
            </a:xfrm>
            <a:prstGeom prst="rect">
              <a:avLst/>
            </a:prstGeom>
          </p:spPr>
        </p:pic>
        <p:pic>
          <p:nvPicPr>
            <p:cNvPr id="241" name="object 241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6566083" y="7849863"/>
              <a:ext cx="87337" cy="87327"/>
            </a:xfrm>
            <a:prstGeom prst="rect">
              <a:avLst/>
            </a:prstGeom>
          </p:spPr>
        </p:pic>
        <p:pic>
          <p:nvPicPr>
            <p:cNvPr id="242" name="object 242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7802214" y="7849863"/>
              <a:ext cx="87337" cy="87327"/>
            </a:xfrm>
            <a:prstGeom prst="rect">
              <a:avLst/>
            </a:prstGeom>
          </p:spPr>
        </p:pic>
        <p:pic>
          <p:nvPicPr>
            <p:cNvPr id="243" name="object 243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6748721" y="7291738"/>
              <a:ext cx="248930" cy="74720"/>
            </a:xfrm>
            <a:prstGeom prst="rect">
              <a:avLst/>
            </a:prstGeom>
          </p:spPr>
        </p:pic>
      </p:grpSp>
      <p:sp>
        <p:nvSpPr>
          <p:cNvPr id="244" name="object 244" descr=""/>
          <p:cNvSpPr txBox="1"/>
          <p:nvPr/>
        </p:nvSpPr>
        <p:spPr>
          <a:xfrm>
            <a:off x="624158" y="728636"/>
            <a:ext cx="253809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Electric</a:t>
            </a:r>
            <a:r>
              <a:rPr dirty="0" sz="1700" spc="2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cars</a:t>
            </a:r>
            <a:r>
              <a:rPr dirty="0" sz="1700" spc="2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2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bicycles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940424" y="5827819"/>
            <a:ext cx="2054225" cy="4429760"/>
            <a:chOff x="14940424" y="5827819"/>
            <a:chExt cx="2054225" cy="4429760"/>
          </a:xfrm>
        </p:grpSpPr>
        <p:sp>
          <p:nvSpPr>
            <p:cNvPr id="3" name="object 3" descr=""/>
            <p:cNvSpPr/>
            <p:nvPr/>
          </p:nvSpPr>
          <p:spPr>
            <a:xfrm>
              <a:off x="14940420" y="6042894"/>
              <a:ext cx="2054225" cy="4214495"/>
            </a:xfrm>
            <a:custGeom>
              <a:avLst/>
              <a:gdLst/>
              <a:ahLst/>
              <a:cxnLst/>
              <a:rect l="l" t="t" r="r" b="b"/>
              <a:pathLst>
                <a:path w="2054225" h="4214495">
                  <a:moveTo>
                    <a:pt x="2053932" y="114706"/>
                  </a:moveTo>
                  <a:lnTo>
                    <a:pt x="1116279" y="114706"/>
                  </a:lnTo>
                  <a:lnTo>
                    <a:pt x="1116279" y="0"/>
                  </a:lnTo>
                  <a:lnTo>
                    <a:pt x="959319" y="0"/>
                  </a:lnTo>
                  <a:lnTo>
                    <a:pt x="959319" y="114706"/>
                  </a:lnTo>
                  <a:lnTo>
                    <a:pt x="0" y="114706"/>
                  </a:lnTo>
                  <a:lnTo>
                    <a:pt x="0" y="218300"/>
                  </a:lnTo>
                  <a:lnTo>
                    <a:pt x="959319" y="218300"/>
                  </a:lnTo>
                  <a:lnTo>
                    <a:pt x="959319" y="4214292"/>
                  </a:lnTo>
                  <a:lnTo>
                    <a:pt x="1116279" y="4214292"/>
                  </a:lnTo>
                  <a:lnTo>
                    <a:pt x="1116279" y="218300"/>
                  </a:lnTo>
                  <a:lnTo>
                    <a:pt x="2053932" y="218300"/>
                  </a:lnTo>
                  <a:lnTo>
                    <a:pt x="2053932" y="114706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43226" y="5827819"/>
              <a:ext cx="185627" cy="32976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74586" y="5827819"/>
              <a:ext cx="185627" cy="32976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8743" y="5827819"/>
              <a:ext cx="185617" cy="329762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5396424" y="6196709"/>
              <a:ext cx="1172845" cy="527050"/>
            </a:xfrm>
            <a:custGeom>
              <a:avLst/>
              <a:gdLst/>
              <a:ahLst/>
              <a:cxnLst/>
              <a:rect l="l" t="t" r="r" b="b"/>
              <a:pathLst>
                <a:path w="1172844" h="527050">
                  <a:moveTo>
                    <a:pt x="1151012" y="0"/>
                  </a:moveTo>
                  <a:lnTo>
                    <a:pt x="581710" y="483398"/>
                  </a:lnTo>
                  <a:lnTo>
                    <a:pt x="21454" y="15612"/>
                  </a:lnTo>
                  <a:lnTo>
                    <a:pt x="0" y="41140"/>
                  </a:lnTo>
                  <a:lnTo>
                    <a:pt x="581888" y="526989"/>
                  </a:lnTo>
                  <a:lnTo>
                    <a:pt x="1172676" y="25350"/>
                  </a:lnTo>
                  <a:lnTo>
                    <a:pt x="1151012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15063922" y="4878628"/>
            <a:ext cx="225425" cy="400050"/>
            <a:chOff x="15063922" y="4878628"/>
            <a:chExt cx="225425" cy="400050"/>
          </a:xfrm>
        </p:grpSpPr>
        <p:sp>
          <p:nvSpPr>
            <p:cNvPr id="9" name="object 9" descr=""/>
            <p:cNvSpPr/>
            <p:nvPr/>
          </p:nvSpPr>
          <p:spPr>
            <a:xfrm>
              <a:off x="15154512" y="5000361"/>
              <a:ext cx="41275" cy="278765"/>
            </a:xfrm>
            <a:custGeom>
              <a:avLst/>
              <a:gdLst/>
              <a:ahLst/>
              <a:cxnLst/>
              <a:rect l="l" t="t" r="r" b="b"/>
              <a:pathLst>
                <a:path w="41275" h="278764">
                  <a:moveTo>
                    <a:pt x="41087" y="0"/>
                  </a:moveTo>
                  <a:lnTo>
                    <a:pt x="0" y="0"/>
                  </a:lnTo>
                  <a:lnTo>
                    <a:pt x="0" y="278274"/>
                  </a:lnTo>
                  <a:lnTo>
                    <a:pt x="41087" y="278274"/>
                  </a:lnTo>
                  <a:lnTo>
                    <a:pt x="41087" y="0"/>
                  </a:lnTo>
                  <a:close/>
                </a:path>
              </a:pathLst>
            </a:custGeom>
            <a:solidFill>
              <a:srgbClr val="3BA6A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63922" y="4878628"/>
              <a:ext cx="225270" cy="204012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15175154" y="5030559"/>
            <a:ext cx="2849880" cy="5241925"/>
            <a:chOff x="15175154" y="5030559"/>
            <a:chExt cx="2849880" cy="5241925"/>
          </a:xfrm>
        </p:grpSpPr>
        <p:sp>
          <p:nvSpPr>
            <p:cNvPr id="12" name="object 12" descr=""/>
            <p:cNvSpPr/>
            <p:nvPr/>
          </p:nvSpPr>
          <p:spPr>
            <a:xfrm>
              <a:off x="16590988" y="7319879"/>
              <a:ext cx="1434465" cy="2952115"/>
            </a:xfrm>
            <a:custGeom>
              <a:avLst/>
              <a:gdLst/>
              <a:ahLst/>
              <a:cxnLst/>
              <a:rect l="l" t="t" r="r" b="b"/>
              <a:pathLst>
                <a:path w="1434465" h="2952115">
                  <a:moveTo>
                    <a:pt x="1433969" y="80352"/>
                  </a:moveTo>
                  <a:lnTo>
                    <a:pt x="779335" y="80352"/>
                  </a:lnTo>
                  <a:lnTo>
                    <a:pt x="779335" y="0"/>
                  </a:lnTo>
                  <a:lnTo>
                    <a:pt x="669759" y="0"/>
                  </a:lnTo>
                  <a:lnTo>
                    <a:pt x="669759" y="80352"/>
                  </a:lnTo>
                  <a:lnTo>
                    <a:pt x="0" y="80352"/>
                  </a:lnTo>
                  <a:lnTo>
                    <a:pt x="0" y="152920"/>
                  </a:lnTo>
                  <a:lnTo>
                    <a:pt x="669759" y="152920"/>
                  </a:lnTo>
                  <a:lnTo>
                    <a:pt x="669759" y="2952051"/>
                  </a:lnTo>
                  <a:lnTo>
                    <a:pt x="779335" y="2952051"/>
                  </a:lnTo>
                  <a:lnTo>
                    <a:pt x="779335" y="152920"/>
                  </a:lnTo>
                  <a:lnTo>
                    <a:pt x="1433969" y="152920"/>
                  </a:lnTo>
                  <a:lnTo>
                    <a:pt x="1433969" y="80352"/>
                  </a:lnTo>
                  <a:close/>
                </a:path>
              </a:pathLst>
            </a:custGeom>
            <a:solidFill>
              <a:srgbClr val="9FDA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92942" y="7169235"/>
              <a:ext cx="129598" cy="23098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243179" y="7169235"/>
              <a:ext cx="129598" cy="23098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895369" y="7169235"/>
              <a:ext cx="129598" cy="230989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6909349" y="7427635"/>
              <a:ext cx="819150" cy="369570"/>
            </a:xfrm>
            <a:custGeom>
              <a:avLst/>
              <a:gdLst/>
              <a:ahLst/>
              <a:cxnLst/>
              <a:rect l="l" t="t" r="r" b="b"/>
              <a:pathLst>
                <a:path w="819150" h="369570">
                  <a:moveTo>
                    <a:pt x="803588" y="0"/>
                  </a:moveTo>
                  <a:lnTo>
                    <a:pt x="406123" y="338607"/>
                  </a:lnTo>
                  <a:lnTo>
                    <a:pt x="14973" y="10931"/>
                  </a:lnTo>
                  <a:lnTo>
                    <a:pt x="0" y="28815"/>
                  </a:lnTo>
                  <a:lnTo>
                    <a:pt x="406249" y="369140"/>
                  </a:lnTo>
                  <a:lnTo>
                    <a:pt x="818718" y="17758"/>
                  </a:lnTo>
                  <a:lnTo>
                    <a:pt x="803588" y="0"/>
                  </a:lnTo>
                  <a:close/>
                </a:path>
              </a:pathLst>
            </a:custGeom>
            <a:solidFill>
              <a:srgbClr val="9FDA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175154" y="5030559"/>
              <a:ext cx="2784475" cy="2199640"/>
            </a:xfrm>
            <a:custGeom>
              <a:avLst/>
              <a:gdLst/>
              <a:ahLst/>
              <a:cxnLst/>
              <a:rect l="l" t="t" r="r" b="b"/>
              <a:pathLst>
                <a:path w="2784475" h="2199640">
                  <a:moveTo>
                    <a:pt x="2806" y="0"/>
                  </a:moveTo>
                  <a:lnTo>
                    <a:pt x="29455" y="27638"/>
                  </a:lnTo>
                  <a:lnTo>
                    <a:pt x="77561" y="66478"/>
                  </a:lnTo>
                  <a:lnTo>
                    <a:pt x="109247" y="91643"/>
                  </a:lnTo>
                  <a:lnTo>
                    <a:pt x="145619" y="120173"/>
                  </a:lnTo>
                  <a:lnTo>
                    <a:pt x="186375" y="151720"/>
                  </a:lnTo>
                  <a:lnTo>
                    <a:pt x="231211" y="185935"/>
                  </a:lnTo>
                  <a:lnTo>
                    <a:pt x="279826" y="222470"/>
                  </a:lnTo>
                  <a:lnTo>
                    <a:pt x="331918" y="260977"/>
                  </a:lnTo>
                  <a:lnTo>
                    <a:pt x="387184" y="301106"/>
                  </a:lnTo>
                  <a:lnTo>
                    <a:pt x="445321" y="342511"/>
                  </a:lnTo>
                  <a:lnTo>
                    <a:pt x="506027" y="384841"/>
                  </a:lnTo>
                  <a:lnTo>
                    <a:pt x="569000" y="427749"/>
                  </a:lnTo>
                  <a:lnTo>
                    <a:pt x="633938" y="470886"/>
                  </a:lnTo>
                  <a:lnTo>
                    <a:pt x="681233" y="501570"/>
                  </a:lnTo>
                  <a:lnTo>
                    <a:pt x="727938" y="531246"/>
                  </a:lnTo>
                  <a:lnTo>
                    <a:pt x="774038" y="559906"/>
                  </a:lnTo>
                  <a:lnTo>
                    <a:pt x="819519" y="587541"/>
                  </a:lnTo>
                  <a:lnTo>
                    <a:pt x="864367" y="614144"/>
                  </a:lnTo>
                  <a:lnTo>
                    <a:pt x="908566" y="639706"/>
                  </a:lnTo>
                  <a:lnTo>
                    <a:pt x="952104" y="664220"/>
                  </a:lnTo>
                  <a:lnTo>
                    <a:pt x="994964" y="687677"/>
                  </a:lnTo>
                  <a:lnTo>
                    <a:pt x="1037134" y="710069"/>
                  </a:lnTo>
                  <a:lnTo>
                    <a:pt x="1078598" y="731387"/>
                  </a:lnTo>
                  <a:lnTo>
                    <a:pt x="1119342" y="751625"/>
                  </a:lnTo>
                  <a:lnTo>
                    <a:pt x="1159351" y="770773"/>
                  </a:lnTo>
                  <a:lnTo>
                    <a:pt x="1198612" y="788824"/>
                  </a:lnTo>
                  <a:lnTo>
                    <a:pt x="1255081" y="813409"/>
                  </a:lnTo>
                  <a:lnTo>
                    <a:pt x="1309897" y="835589"/>
                  </a:lnTo>
                  <a:lnTo>
                    <a:pt x="1363036" y="855358"/>
                  </a:lnTo>
                  <a:lnTo>
                    <a:pt x="1414476" y="872710"/>
                  </a:lnTo>
                  <a:lnTo>
                    <a:pt x="1464194" y="887639"/>
                  </a:lnTo>
                  <a:lnTo>
                    <a:pt x="1512166" y="900140"/>
                  </a:lnTo>
                  <a:lnTo>
                    <a:pt x="1558369" y="910208"/>
                  </a:lnTo>
                  <a:lnTo>
                    <a:pt x="1602781" y="917837"/>
                  </a:lnTo>
                  <a:lnTo>
                    <a:pt x="1645378" y="923021"/>
                  </a:lnTo>
                  <a:lnTo>
                    <a:pt x="1686137" y="925755"/>
                  </a:lnTo>
                  <a:lnTo>
                    <a:pt x="1725036" y="926034"/>
                  </a:lnTo>
                  <a:lnTo>
                    <a:pt x="1737047" y="951073"/>
                  </a:lnTo>
                  <a:lnTo>
                    <a:pt x="1763422" y="1004391"/>
                  </a:lnTo>
                  <a:lnTo>
                    <a:pt x="1781600" y="1040213"/>
                  </a:lnTo>
                  <a:lnTo>
                    <a:pt x="1802895" y="1081375"/>
                  </a:lnTo>
                  <a:lnTo>
                    <a:pt x="1827147" y="1127299"/>
                  </a:lnTo>
                  <a:lnTo>
                    <a:pt x="1854198" y="1177409"/>
                  </a:lnTo>
                  <a:lnTo>
                    <a:pt x="1883891" y="1231129"/>
                  </a:lnTo>
                  <a:lnTo>
                    <a:pt x="1916066" y="1287881"/>
                  </a:lnTo>
                  <a:lnTo>
                    <a:pt x="1950566" y="1347089"/>
                  </a:lnTo>
                  <a:lnTo>
                    <a:pt x="1987232" y="1408176"/>
                  </a:lnTo>
                  <a:lnTo>
                    <a:pt x="2025906" y="1470566"/>
                  </a:lnTo>
                  <a:lnTo>
                    <a:pt x="2066429" y="1533681"/>
                  </a:lnTo>
                  <a:lnTo>
                    <a:pt x="2098379" y="1581812"/>
                  </a:lnTo>
                  <a:lnTo>
                    <a:pt x="2130174" y="1628271"/>
                  </a:lnTo>
                  <a:lnTo>
                    <a:pt x="2161798" y="1673040"/>
                  </a:lnTo>
                  <a:lnTo>
                    <a:pt x="2193237" y="1716100"/>
                  </a:lnTo>
                  <a:lnTo>
                    <a:pt x="2224477" y="1757434"/>
                  </a:lnTo>
                  <a:lnTo>
                    <a:pt x="2255503" y="1797023"/>
                  </a:lnTo>
                  <a:lnTo>
                    <a:pt x="2286302" y="1834850"/>
                  </a:lnTo>
                  <a:lnTo>
                    <a:pt x="2316859" y="1870894"/>
                  </a:lnTo>
                  <a:lnTo>
                    <a:pt x="2347159" y="1905140"/>
                  </a:lnTo>
                  <a:lnTo>
                    <a:pt x="2377188" y="1937568"/>
                  </a:lnTo>
                  <a:lnTo>
                    <a:pt x="2406931" y="1968159"/>
                  </a:lnTo>
                  <a:lnTo>
                    <a:pt x="2451878" y="2011381"/>
                  </a:lnTo>
                  <a:lnTo>
                    <a:pt x="2496125" y="2050252"/>
                  </a:lnTo>
                  <a:lnTo>
                    <a:pt x="2539644" y="2084753"/>
                  </a:lnTo>
                  <a:lnTo>
                    <a:pt x="2582406" y="2114868"/>
                  </a:lnTo>
                  <a:lnTo>
                    <a:pt x="2624381" y="2140579"/>
                  </a:lnTo>
                  <a:lnTo>
                    <a:pt x="2665540" y="2161867"/>
                  </a:lnTo>
                  <a:lnTo>
                    <a:pt x="2705854" y="2178715"/>
                  </a:lnTo>
                  <a:lnTo>
                    <a:pt x="2745294" y="2191106"/>
                  </a:lnTo>
                  <a:lnTo>
                    <a:pt x="2783831" y="2199022"/>
                  </a:lnTo>
                  <a:lnTo>
                    <a:pt x="2784470" y="2194718"/>
                  </a:lnTo>
                  <a:lnTo>
                    <a:pt x="2746243" y="2186862"/>
                  </a:lnTo>
                  <a:lnTo>
                    <a:pt x="2707105" y="2174550"/>
                  </a:lnTo>
                  <a:lnTo>
                    <a:pt x="2667084" y="2157800"/>
                  </a:lnTo>
                  <a:lnTo>
                    <a:pt x="2626209" y="2136631"/>
                  </a:lnTo>
                  <a:lnTo>
                    <a:pt x="2584509" y="2111059"/>
                  </a:lnTo>
                  <a:lnTo>
                    <a:pt x="2542013" y="2081103"/>
                  </a:lnTo>
                  <a:lnTo>
                    <a:pt x="2498748" y="2046779"/>
                  </a:lnTo>
                  <a:lnTo>
                    <a:pt x="2454745" y="2008106"/>
                  </a:lnTo>
                  <a:lnTo>
                    <a:pt x="2410031" y="1965102"/>
                  </a:lnTo>
                  <a:lnTo>
                    <a:pt x="2380344" y="1934570"/>
                  </a:lnTo>
                  <a:lnTo>
                    <a:pt x="2350370" y="1902204"/>
                  </a:lnTo>
                  <a:lnTo>
                    <a:pt x="2320125" y="1868020"/>
                  </a:lnTo>
                  <a:lnTo>
                    <a:pt x="2289622" y="1832038"/>
                  </a:lnTo>
                  <a:lnTo>
                    <a:pt x="2258875" y="1794275"/>
                  </a:lnTo>
                  <a:lnTo>
                    <a:pt x="2227900" y="1754751"/>
                  </a:lnTo>
                  <a:lnTo>
                    <a:pt x="2196711" y="1713483"/>
                  </a:lnTo>
                  <a:lnTo>
                    <a:pt x="2165321" y="1670491"/>
                  </a:lnTo>
                  <a:lnTo>
                    <a:pt x="2133745" y="1625791"/>
                  </a:lnTo>
                  <a:lnTo>
                    <a:pt x="2101998" y="1579403"/>
                  </a:lnTo>
                  <a:lnTo>
                    <a:pt x="2070094" y="1531346"/>
                  </a:lnTo>
                  <a:lnTo>
                    <a:pt x="2028234" y="1466106"/>
                  </a:lnTo>
                  <a:lnTo>
                    <a:pt x="1988358" y="1401663"/>
                  </a:lnTo>
                  <a:lnTo>
                    <a:pt x="1950641" y="1338656"/>
                  </a:lnTo>
                  <a:lnTo>
                    <a:pt x="1915259" y="1277723"/>
                  </a:lnTo>
                  <a:lnTo>
                    <a:pt x="1882385" y="1219503"/>
                  </a:lnTo>
                  <a:lnTo>
                    <a:pt x="1852197" y="1164633"/>
                  </a:lnTo>
                  <a:lnTo>
                    <a:pt x="1824868" y="1113752"/>
                  </a:lnTo>
                  <a:lnTo>
                    <a:pt x="1800575" y="1067499"/>
                  </a:lnTo>
                  <a:lnTo>
                    <a:pt x="1779491" y="1026512"/>
                  </a:lnTo>
                  <a:lnTo>
                    <a:pt x="1761794" y="991428"/>
                  </a:lnTo>
                  <a:lnTo>
                    <a:pt x="1727769" y="921605"/>
                  </a:lnTo>
                  <a:lnTo>
                    <a:pt x="1687549" y="921462"/>
                  </a:lnTo>
                  <a:lnTo>
                    <a:pt x="1646889" y="918809"/>
                  </a:lnTo>
                  <a:lnTo>
                    <a:pt x="1604378" y="913693"/>
                  </a:lnTo>
                  <a:lnTo>
                    <a:pt x="1560039" y="906122"/>
                  </a:lnTo>
                  <a:lnTo>
                    <a:pt x="1513895" y="896101"/>
                  </a:lnTo>
                  <a:lnTo>
                    <a:pt x="1465969" y="883636"/>
                  </a:lnTo>
                  <a:lnTo>
                    <a:pt x="1416283" y="868734"/>
                  </a:lnTo>
                  <a:lnTo>
                    <a:pt x="1364862" y="851399"/>
                  </a:lnTo>
                  <a:lnTo>
                    <a:pt x="1311728" y="831639"/>
                  </a:lnTo>
                  <a:lnTo>
                    <a:pt x="1256904" y="809459"/>
                  </a:lnTo>
                  <a:lnTo>
                    <a:pt x="1200413" y="784866"/>
                  </a:lnTo>
                  <a:lnTo>
                    <a:pt x="1161203" y="766837"/>
                  </a:lnTo>
                  <a:lnTo>
                    <a:pt x="1121244" y="747712"/>
                  </a:lnTo>
                  <a:lnTo>
                    <a:pt x="1080549" y="727498"/>
                  </a:lnTo>
                  <a:lnTo>
                    <a:pt x="1039135" y="706204"/>
                  </a:lnTo>
                  <a:lnTo>
                    <a:pt x="997014" y="683837"/>
                  </a:lnTo>
                  <a:lnTo>
                    <a:pt x="954203" y="660406"/>
                  </a:lnTo>
                  <a:lnTo>
                    <a:pt x="910714" y="635919"/>
                  </a:lnTo>
                  <a:lnTo>
                    <a:pt x="866562" y="610384"/>
                  </a:lnTo>
                  <a:lnTo>
                    <a:pt x="821762" y="583809"/>
                  </a:lnTo>
                  <a:lnTo>
                    <a:pt x="776328" y="556202"/>
                  </a:lnTo>
                  <a:lnTo>
                    <a:pt x="730275" y="527572"/>
                  </a:lnTo>
                  <a:lnTo>
                    <a:pt x="683616" y="497926"/>
                  </a:lnTo>
                  <a:lnTo>
                    <a:pt x="636368" y="467273"/>
                  </a:lnTo>
                  <a:lnTo>
                    <a:pt x="571467" y="424162"/>
                  </a:lnTo>
                  <a:lnTo>
                    <a:pt x="508530" y="381280"/>
                  </a:lnTo>
                  <a:lnTo>
                    <a:pt x="447859" y="338975"/>
                  </a:lnTo>
                  <a:lnTo>
                    <a:pt x="389756" y="297596"/>
                  </a:lnTo>
                  <a:lnTo>
                    <a:pt x="334523" y="257490"/>
                  </a:lnTo>
                  <a:lnTo>
                    <a:pt x="282462" y="219007"/>
                  </a:lnTo>
                  <a:lnTo>
                    <a:pt x="233876" y="182494"/>
                  </a:lnTo>
                  <a:lnTo>
                    <a:pt x="189067" y="148300"/>
                  </a:lnTo>
                  <a:lnTo>
                    <a:pt x="148336" y="116772"/>
                  </a:lnTo>
                  <a:lnTo>
                    <a:pt x="111987" y="88260"/>
                  </a:lnTo>
                  <a:lnTo>
                    <a:pt x="80320" y="63110"/>
                  </a:lnTo>
                  <a:lnTo>
                    <a:pt x="32244" y="24294"/>
                  </a:lnTo>
                  <a:lnTo>
                    <a:pt x="280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/>
          <p:nvPr/>
        </p:nvSpPr>
        <p:spPr>
          <a:xfrm>
            <a:off x="13960778" y="10245740"/>
            <a:ext cx="190500" cy="5715"/>
          </a:xfrm>
          <a:custGeom>
            <a:avLst/>
            <a:gdLst/>
            <a:ahLst/>
            <a:cxnLst/>
            <a:rect l="l" t="t" r="r" b="b"/>
            <a:pathLst>
              <a:path w="190500" h="5715">
                <a:moveTo>
                  <a:pt x="0" y="5633"/>
                </a:moveTo>
                <a:lnTo>
                  <a:pt x="190475" y="5633"/>
                </a:lnTo>
                <a:lnTo>
                  <a:pt x="190475" y="0"/>
                </a:lnTo>
                <a:lnTo>
                  <a:pt x="0" y="0"/>
                </a:lnTo>
                <a:lnTo>
                  <a:pt x="0" y="5633"/>
                </a:lnTo>
                <a:close/>
              </a:path>
            </a:pathLst>
          </a:custGeom>
          <a:solidFill>
            <a:srgbClr val="3BA6A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2796573" y="4878628"/>
            <a:ext cx="4471670" cy="5367655"/>
            <a:chOff x="12796573" y="4878628"/>
            <a:chExt cx="4471670" cy="5367655"/>
          </a:xfrm>
        </p:grpSpPr>
        <p:sp>
          <p:nvSpPr>
            <p:cNvPr id="20" name="object 20" descr=""/>
            <p:cNvSpPr/>
            <p:nvPr/>
          </p:nvSpPr>
          <p:spPr>
            <a:xfrm>
              <a:off x="12796571" y="5000364"/>
              <a:ext cx="2493010" cy="3176270"/>
            </a:xfrm>
            <a:custGeom>
              <a:avLst/>
              <a:gdLst/>
              <a:ahLst/>
              <a:cxnLst/>
              <a:rect l="l" t="t" r="r" b="b"/>
              <a:pathLst>
                <a:path w="2493009" h="3176270">
                  <a:moveTo>
                    <a:pt x="2492616" y="278269"/>
                  </a:moveTo>
                  <a:lnTo>
                    <a:pt x="1354683" y="278269"/>
                  </a:lnTo>
                  <a:lnTo>
                    <a:pt x="1354683" y="139141"/>
                  </a:lnTo>
                  <a:lnTo>
                    <a:pt x="1164196" y="139141"/>
                  </a:lnTo>
                  <a:lnTo>
                    <a:pt x="1164196" y="278269"/>
                  </a:lnTo>
                  <a:lnTo>
                    <a:pt x="135077" y="278269"/>
                  </a:lnTo>
                  <a:lnTo>
                    <a:pt x="135077" y="0"/>
                  </a:lnTo>
                  <a:lnTo>
                    <a:pt x="93980" y="0"/>
                  </a:lnTo>
                  <a:lnTo>
                    <a:pt x="93980" y="278269"/>
                  </a:lnTo>
                  <a:lnTo>
                    <a:pt x="0" y="278269"/>
                  </a:lnTo>
                  <a:lnTo>
                    <a:pt x="0" y="403936"/>
                  </a:lnTo>
                  <a:lnTo>
                    <a:pt x="1164196" y="403936"/>
                  </a:lnTo>
                  <a:lnTo>
                    <a:pt x="1164196" y="3176079"/>
                  </a:lnTo>
                  <a:lnTo>
                    <a:pt x="1354683" y="3176079"/>
                  </a:lnTo>
                  <a:lnTo>
                    <a:pt x="1354683" y="403936"/>
                  </a:lnTo>
                  <a:lnTo>
                    <a:pt x="2492616" y="403936"/>
                  </a:lnTo>
                  <a:lnTo>
                    <a:pt x="2492616" y="278269"/>
                  </a:lnTo>
                  <a:close/>
                </a:path>
              </a:pathLst>
            </a:custGeom>
            <a:solidFill>
              <a:srgbClr val="3BA6A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99968" y="4878628"/>
              <a:ext cx="225270" cy="204012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4020840" y="5000361"/>
              <a:ext cx="41275" cy="278765"/>
            </a:xfrm>
            <a:custGeom>
              <a:avLst/>
              <a:gdLst/>
              <a:ahLst/>
              <a:cxnLst/>
              <a:rect l="l" t="t" r="r" b="b"/>
              <a:pathLst>
                <a:path w="41275" h="278764">
                  <a:moveTo>
                    <a:pt x="41087" y="0"/>
                  </a:moveTo>
                  <a:lnTo>
                    <a:pt x="0" y="0"/>
                  </a:lnTo>
                  <a:lnTo>
                    <a:pt x="0" y="278274"/>
                  </a:lnTo>
                  <a:lnTo>
                    <a:pt x="41087" y="278274"/>
                  </a:lnTo>
                  <a:lnTo>
                    <a:pt x="41087" y="0"/>
                  </a:lnTo>
                  <a:close/>
                </a:path>
              </a:pathLst>
            </a:custGeom>
            <a:solidFill>
              <a:srgbClr val="3BA6A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930249" y="4878628"/>
              <a:ext cx="225270" cy="204012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3349959" y="5326089"/>
              <a:ext cx="1423670" cy="639445"/>
            </a:xfrm>
            <a:custGeom>
              <a:avLst/>
              <a:gdLst/>
              <a:ahLst/>
              <a:cxnLst/>
              <a:rect l="l" t="t" r="r" b="b"/>
              <a:pathLst>
                <a:path w="1423669" h="639445">
                  <a:moveTo>
                    <a:pt x="1396847" y="0"/>
                  </a:moveTo>
                  <a:lnTo>
                    <a:pt x="705947" y="586348"/>
                  </a:lnTo>
                  <a:lnTo>
                    <a:pt x="26041" y="18931"/>
                  </a:lnTo>
                  <a:lnTo>
                    <a:pt x="0" y="49893"/>
                  </a:lnTo>
                  <a:lnTo>
                    <a:pt x="706166" y="639226"/>
                  </a:lnTo>
                  <a:lnTo>
                    <a:pt x="1423150" y="30752"/>
                  </a:lnTo>
                  <a:lnTo>
                    <a:pt x="1396847" y="0"/>
                  </a:lnTo>
                  <a:close/>
                </a:path>
              </a:pathLst>
            </a:custGeom>
            <a:solidFill>
              <a:srgbClr val="3BA6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802710" y="5671586"/>
              <a:ext cx="509905" cy="624205"/>
            </a:xfrm>
            <a:custGeom>
              <a:avLst/>
              <a:gdLst/>
              <a:ahLst/>
              <a:cxnLst/>
              <a:rect l="l" t="t" r="r" b="b"/>
              <a:pathLst>
                <a:path w="509905" h="624204">
                  <a:moveTo>
                    <a:pt x="509460" y="0"/>
                  </a:moveTo>
                  <a:lnTo>
                    <a:pt x="0" y="0"/>
                  </a:lnTo>
                  <a:lnTo>
                    <a:pt x="0" y="624085"/>
                  </a:lnTo>
                  <a:lnTo>
                    <a:pt x="509460" y="624085"/>
                  </a:lnTo>
                  <a:lnTo>
                    <a:pt x="509460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919722" y="5671586"/>
              <a:ext cx="392448" cy="624085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76741" y="8176442"/>
              <a:ext cx="856120" cy="2069298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4007270" y="8176442"/>
              <a:ext cx="325755" cy="2069464"/>
            </a:xfrm>
            <a:custGeom>
              <a:avLst/>
              <a:gdLst/>
              <a:ahLst/>
              <a:cxnLst/>
              <a:rect l="l" t="t" r="r" b="b"/>
              <a:pathLst>
                <a:path w="325755" h="2069465">
                  <a:moveTo>
                    <a:pt x="325592" y="0"/>
                  </a:moveTo>
                  <a:lnTo>
                    <a:pt x="0" y="0"/>
                  </a:lnTo>
                  <a:lnTo>
                    <a:pt x="0" y="2069298"/>
                  </a:lnTo>
                  <a:lnTo>
                    <a:pt x="325592" y="2069298"/>
                  </a:lnTo>
                  <a:lnTo>
                    <a:pt x="325592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3882896" y="8247906"/>
              <a:ext cx="44450" cy="307975"/>
            </a:xfrm>
            <a:custGeom>
              <a:avLst/>
              <a:gdLst/>
              <a:ahLst/>
              <a:cxnLst/>
              <a:rect l="l" t="t" r="r" b="b"/>
              <a:pathLst>
                <a:path w="44450" h="307975">
                  <a:moveTo>
                    <a:pt x="0" y="307666"/>
                  </a:moveTo>
                  <a:lnTo>
                    <a:pt x="43873" y="307666"/>
                  </a:lnTo>
                  <a:lnTo>
                    <a:pt x="43873" y="0"/>
                  </a:lnTo>
                  <a:lnTo>
                    <a:pt x="0" y="0"/>
                  </a:lnTo>
                  <a:lnTo>
                    <a:pt x="0" y="307666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709572" y="8247906"/>
              <a:ext cx="173355" cy="307975"/>
            </a:xfrm>
            <a:custGeom>
              <a:avLst/>
              <a:gdLst/>
              <a:ahLst/>
              <a:cxnLst/>
              <a:rect l="l" t="t" r="r" b="b"/>
              <a:pathLst>
                <a:path w="173355" h="307975">
                  <a:moveTo>
                    <a:pt x="173324" y="0"/>
                  </a:moveTo>
                  <a:lnTo>
                    <a:pt x="0" y="0"/>
                  </a:lnTo>
                  <a:lnTo>
                    <a:pt x="0" y="307666"/>
                  </a:lnTo>
                  <a:lnTo>
                    <a:pt x="173324" y="307666"/>
                  </a:lnTo>
                  <a:lnTo>
                    <a:pt x="173324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626872" y="8556034"/>
              <a:ext cx="381000" cy="1179195"/>
            </a:xfrm>
            <a:custGeom>
              <a:avLst/>
              <a:gdLst/>
              <a:ahLst/>
              <a:cxnLst/>
              <a:rect l="l" t="t" r="r" b="b"/>
              <a:pathLst>
                <a:path w="381000" h="1179195">
                  <a:moveTo>
                    <a:pt x="380390" y="808634"/>
                  </a:moveTo>
                  <a:lnTo>
                    <a:pt x="124383" y="808634"/>
                  </a:lnTo>
                  <a:lnTo>
                    <a:pt x="124383" y="812444"/>
                  </a:lnTo>
                  <a:lnTo>
                    <a:pt x="124383" y="1053744"/>
                  </a:lnTo>
                  <a:lnTo>
                    <a:pt x="124383" y="1057554"/>
                  </a:lnTo>
                  <a:lnTo>
                    <a:pt x="380390" y="1057554"/>
                  </a:lnTo>
                  <a:lnTo>
                    <a:pt x="380390" y="1053744"/>
                  </a:lnTo>
                  <a:lnTo>
                    <a:pt x="128739" y="1053744"/>
                  </a:lnTo>
                  <a:lnTo>
                    <a:pt x="128739" y="812444"/>
                  </a:lnTo>
                  <a:lnTo>
                    <a:pt x="380390" y="812444"/>
                  </a:lnTo>
                  <a:lnTo>
                    <a:pt x="380390" y="808634"/>
                  </a:lnTo>
                  <a:close/>
                </a:path>
                <a:path w="381000" h="1179195">
                  <a:moveTo>
                    <a:pt x="380390" y="749261"/>
                  </a:moveTo>
                  <a:lnTo>
                    <a:pt x="60045" y="749261"/>
                  </a:lnTo>
                  <a:lnTo>
                    <a:pt x="60045" y="754341"/>
                  </a:lnTo>
                  <a:lnTo>
                    <a:pt x="60045" y="1122641"/>
                  </a:lnTo>
                  <a:lnTo>
                    <a:pt x="60045" y="1126451"/>
                  </a:lnTo>
                  <a:lnTo>
                    <a:pt x="380390" y="1126451"/>
                  </a:lnTo>
                  <a:lnTo>
                    <a:pt x="380390" y="1122641"/>
                  </a:lnTo>
                  <a:lnTo>
                    <a:pt x="64401" y="1122641"/>
                  </a:lnTo>
                  <a:lnTo>
                    <a:pt x="64401" y="754341"/>
                  </a:lnTo>
                  <a:lnTo>
                    <a:pt x="380390" y="754341"/>
                  </a:lnTo>
                  <a:lnTo>
                    <a:pt x="380390" y="749261"/>
                  </a:lnTo>
                  <a:close/>
                </a:path>
                <a:path w="381000" h="1179195">
                  <a:moveTo>
                    <a:pt x="380390" y="710057"/>
                  </a:moveTo>
                  <a:lnTo>
                    <a:pt x="0" y="710057"/>
                  </a:lnTo>
                  <a:lnTo>
                    <a:pt x="0" y="715137"/>
                  </a:lnTo>
                  <a:lnTo>
                    <a:pt x="0" y="1174877"/>
                  </a:lnTo>
                  <a:lnTo>
                    <a:pt x="0" y="1178687"/>
                  </a:lnTo>
                  <a:lnTo>
                    <a:pt x="380390" y="1178687"/>
                  </a:lnTo>
                  <a:lnTo>
                    <a:pt x="380390" y="1174877"/>
                  </a:lnTo>
                  <a:lnTo>
                    <a:pt x="4343" y="1174877"/>
                  </a:lnTo>
                  <a:lnTo>
                    <a:pt x="4343" y="715137"/>
                  </a:lnTo>
                  <a:lnTo>
                    <a:pt x="380390" y="715137"/>
                  </a:lnTo>
                  <a:lnTo>
                    <a:pt x="380390" y="710057"/>
                  </a:lnTo>
                  <a:close/>
                </a:path>
                <a:path w="381000" h="1179195">
                  <a:moveTo>
                    <a:pt x="380390" y="452158"/>
                  </a:moveTo>
                  <a:lnTo>
                    <a:pt x="128739" y="452158"/>
                  </a:lnTo>
                  <a:lnTo>
                    <a:pt x="128739" y="38"/>
                  </a:lnTo>
                  <a:lnTo>
                    <a:pt x="124383" y="38"/>
                  </a:lnTo>
                  <a:lnTo>
                    <a:pt x="124383" y="452158"/>
                  </a:lnTo>
                  <a:lnTo>
                    <a:pt x="124383" y="455968"/>
                  </a:lnTo>
                  <a:lnTo>
                    <a:pt x="380390" y="455968"/>
                  </a:lnTo>
                  <a:lnTo>
                    <a:pt x="380390" y="452158"/>
                  </a:lnTo>
                  <a:close/>
                </a:path>
                <a:path w="381000" h="1179195">
                  <a:moveTo>
                    <a:pt x="380390" y="402590"/>
                  </a:moveTo>
                  <a:lnTo>
                    <a:pt x="171538" y="402590"/>
                  </a:lnTo>
                  <a:lnTo>
                    <a:pt x="171538" y="0"/>
                  </a:lnTo>
                  <a:lnTo>
                    <a:pt x="167182" y="0"/>
                  </a:lnTo>
                  <a:lnTo>
                    <a:pt x="167182" y="402590"/>
                  </a:lnTo>
                  <a:lnTo>
                    <a:pt x="167182" y="406400"/>
                  </a:lnTo>
                  <a:lnTo>
                    <a:pt x="380390" y="406400"/>
                  </a:lnTo>
                  <a:lnTo>
                    <a:pt x="380390" y="402590"/>
                  </a:lnTo>
                  <a:close/>
                </a:path>
                <a:path w="381000" h="1179195">
                  <a:moveTo>
                    <a:pt x="380390" y="345490"/>
                  </a:moveTo>
                  <a:lnTo>
                    <a:pt x="230644" y="345490"/>
                  </a:lnTo>
                  <a:lnTo>
                    <a:pt x="230644" y="50"/>
                  </a:lnTo>
                  <a:lnTo>
                    <a:pt x="226288" y="50"/>
                  </a:lnTo>
                  <a:lnTo>
                    <a:pt x="226288" y="345490"/>
                  </a:lnTo>
                  <a:lnTo>
                    <a:pt x="226288" y="349300"/>
                  </a:lnTo>
                  <a:lnTo>
                    <a:pt x="380390" y="349300"/>
                  </a:lnTo>
                  <a:lnTo>
                    <a:pt x="380390" y="34549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3592099" y="9873312"/>
              <a:ext cx="415290" cy="257810"/>
            </a:xfrm>
            <a:custGeom>
              <a:avLst/>
              <a:gdLst/>
              <a:ahLst/>
              <a:cxnLst/>
              <a:rect l="l" t="t" r="r" b="b"/>
              <a:pathLst>
                <a:path w="415290" h="257809">
                  <a:moveTo>
                    <a:pt x="415170" y="0"/>
                  </a:moveTo>
                  <a:lnTo>
                    <a:pt x="0" y="0"/>
                  </a:lnTo>
                  <a:lnTo>
                    <a:pt x="0" y="257217"/>
                  </a:lnTo>
                  <a:lnTo>
                    <a:pt x="415170" y="257217"/>
                  </a:lnTo>
                  <a:lnTo>
                    <a:pt x="415170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3650799" y="8268595"/>
              <a:ext cx="356870" cy="1605280"/>
            </a:xfrm>
            <a:custGeom>
              <a:avLst/>
              <a:gdLst/>
              <a:ahLst/>
              <a:cxnLst/>
              <a:rect l="l" t="t" r="r" b="b"/>
              <a:pathLst>
                <a:path w="356869" h="1605279">
                  <a:moveTo>
                    <a:pt x="165912" y="3035"/>
                  </a:moveTo>
                  <a:lnTo>
                    <a:pt x="162877" y="0"/>
                  </a:lnTo>
                  <a:lnTo>
                    <a:pt x="155359" y="0"/>
                  </a:lnTo>
                  <a:lnTo>
                    <a:pt x="152323" y="3035"/>
                  </a:lnTo>
                  <a:lnTo>
                    <a:pt x="152323" y="10553"/>
                  </a:lnTo>
                  <a:lnTo>
                    <a:pt x="155359" y="13601"/>
                  </a:lnTo>
                  <a:lnTo>
                    <a:pt x="162877" y="13601"/>
                  </a:lnTo>
                  <a:lnTo>
                    <a:pt x="165912" y="10553"/>
                  </a:lnTo>
                  <a:lnTo>
                    <a:pt x="165912" y="6794"/>
                  </a:lnTo>
                  <a:lnTo>
                    <a:pt x="165912" y="3035"/>
                  </a:lnTo>
                  <a:close/>
                </a:path>
                <a:path w="356869" h="1605279">
                  <a:moveTo>
                    <a:pt x="191198" y="3035"/>
                  </a:moveTo>
                  <a:lnTo>
                    <a:pt x="188163" y="0"/>
                  </a:lnTo>
                  <a:lnTo>
                    <a:pt x="180644" y="0"/>
                  </a:lnTo>
                  <a:lnTo>
                    <a:pt x="177596" y="3035"/>
                  </a:lnTo>
                  <a:lnTo>
                    <a:pt x="177596" y="10553"/>
                  </a:lnTo>
                  <a:lnTo>
                    <a:pt x="180644" y="13601"/>
                  </a:lnTo>
                  <a:lnTo>
                    <a:pt x="188163" y="13601"/>
                  </a:lnTo>
                  <a:lnTo>
                    <a:pt x="191198" y="10553"/>
                  </a:lnTo>
                  <a:lnTo>
                    <a:pt x="191198" y="6794"/>
                  </a:lnTo>
                  <a:lnTo>
                    <a:pt x="191198" y="3035"/>
                  </a:lnTo>
                  <a:close/>
                </a:path>
                <a:path w="356869" h="1605279">
                  <a:moveTo>
                    <a:pt x="356463" y="1562823"/>
                  </a:moveTo>
                  <a:lnTo>
                    <a:pt x="93560" y="1562823"/>
                  </a:lnTo>
                  <a:lnTo>
                    <a:pt x="93560" y="1566633"/>
                  </a:lnTo>
                  <a:lnTo>
                    <a:pt x="93560" y="1604733"/>
                  </a:lnTo>
                  <a:lnTo>
                    <a:pt x="97917" y="1604733"/>
                  </a:lnTo>
                  <a:lnTo>
                    <a:pt x="97917" y="1566633"/>
                  </a:lnTo>
                  <a:lnTo>
                    <a:pt x="356463" y="1566633"/>
                  </a:lnTo>
                  <a:lnTo>
                    <a:pt x="356463" y="1562823"/>
                  </a:lnTo>
                  <a:close/>
                </a:path>
                <a:path w="356869" h="1605279">
                  <a:moveTo>
                    <a:pt x="356476" y="1522183"/>
                  </a:moveTo>
                  <a:lnTo>
                    <a:pt x="0" y="1522183"/>
                  </a:lnTo>
                  <a:lnTo>
                    <a:pt x="0" y="1527263"/>
                  </a:lnTo>
                  <a:lnTo>
                    <a:pt x="0" y="1604733"/>
                  </a:lnTo>
                  <a:lnTo>
                    <a:pt x="4356" y="1604733"/>
                  </a:lnTo>
                  <a:lnTo>
                    <a:pt x="4356" y="1527263"/>
                  </a:lnTo>
                  <a:lnTo>
                    <a:pt x="356476" y="1527263"/>
                  </a:lnTo>
                  <a:lnTo>
                    <a:pt x="356476" y="1522183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737842" y="8268593"/>
              <a:ext cx="133817" cy="96126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12909830" y="4978037"/>
              <a:ext cx="4358640" cy="2251710"/>
            </a:xfrm>
            <a:custGeom>
              <a:avLst/>
              <a:gdLst/>
              <a:ahLst/>
              <a:cxnLst/>
              <a:rect l="l" t="t" r="r" b="b"/>
              <a:pathLst>
                <a:path w="4358640" h="2251709">
                  <a:moveTo>
                    <a:pt x="3747122" y="2247227"/>
                  </a:moveTo>
                  <a:lnTo>
                    <a:pt x="3701021" y="2244560"/>
                  </a:lnTo>
                  <a:lnTo>
                    <a:pt x="3654602" y="2239543"/>
                  </a:lnTo>
                  <a:lnTo>
                    <a:pt x="3607841" y="2232152"/>
                  </a:lnTo>
                  <a:lnTo>
                    <a:pt x="3560788" y="2222423"/>
                  </a:lnTo>
                  <a:lnTo>
                    <a:pt x="3513442" y="2210358"/>
                  </a:lnTo>
                  <a:lnTo>
                    <a:pt x="3465817" y="2195944"/>
                  </a:lnTo>
                  <a:lnTo>
                    <a:pt x="3417925" y="2179193"/>
                  </a:lnTo>
                  <a:lnTo>
                    <a:pt x="3369805" y="2160117"/>
                  </a:lnTo>
                  <a:lnTo>
                    <a:pt x="3321443" y="2138730"/>
                  </a:lnTo>
                  <a:lnTo>
                    <a:pt x="3272879" y="2115020"/>
                  </a:lnTo>
                  <a:lnTo>
                    <a:pt x="3224123" y="2088984"/>
                  </a:lnTo>
                  <a:lnTo>
                    <a:pt x="3175177" y="2060663"/>
                  </a:lnTo>
                  <a:lnTo>
                    <a:pt x="3126067" y="2030031"/>
                  </a:lnTo>
                  <a:lnTo>
                    <a:pt x="3089452" y="2005774"/>
                  </a:lnTo>
                  <a:lnTo>
                    <a:pt x="3052762" y="1980260"/>
                  </a:lnTo>
                  <a:lnTo>
                    <a:pt x="3016008" y="1953501"/>
                  </a:lnTo>
                  <a:lnTo>
                    <a:pt x="2979178" y="1925497"/>
                  </a:lnTo>
                  <a:lnTo>
                    <a:pt x="2942310" y="1896262"/>
                  </a:lnTo>
                  <a:lnTo>
                    <a:pt x="2905391" y="1865807"/>
                  </a:lnTo>
                  <a:lnTo>
                    <a:pt x="2868447" y="1834146"/>
                  </a:lnTo>
                  <a:lnTo>
                    <a:pt x="2831490" y="1801266"/>
                  </a:lnTo>
                  <a:lnTo>
                    <a:pt x="2794508" y="1767205"/>
                  </a:lnTo>
                  <a:lnTo>
                    <a:pt x="2757538" y="1731962"/>
                  </a:lnTo>
                  <a:lnTo>
                    <a:pt x="2720581" y="1695526"/>
                  </a:lnTo>
                  <a:lnTo>
                    <a:pt x="2683649" y="1657934"/>
                  </a:lnTo>
                  <a:lnTo>
                    <a:pt x="2646756" y="1619186"/>
                  </a:lnTo>
                  <a:lnTo>
                    <a:pt x="2609900" y="1579295"/>
                  </a:lnTo>
                  <a:lnTo>
                    <a:pt x="2556243" y="1519059"/>
                  </a:lnTo>
                  <a:lnTo>
                    <a:pt x="2505164" y="1459268"/>
                  </a:lnTo>
                  <a:lnTo>
                    <a:pt x="2456777" y="1400403"/>
                  </a:lnTo>
                  <a:lnTo>
                    <a:pt x="2411184" y="1342923"/>
                  </a:lnTo>
                  <a:lnTo>
                    <a:pt x="2368524" y="1287297"/>
                  </a:lnTo>
                  <a:lnTo>
                    <a:pt x="2328900" y="1234008"/>
                  </a:lnTo>
                  <a:lnTo>
                    <a:pt x="2292451" y="1183500"/>
                  </a:lnTo>
                  <a:lnTo>
                    <a:pt x="2259292" y="1136269"/>
                  </a:lnTo>
                  <a:lnTo>
                    <a:pt x="2229548" y="1092758"/>
                  </a:lnTo>
                  <a:lnTo>
                    <a:pt x="2203323" y="1053452"/>
                  </a:lnTo>
                  <a:lnTo>
                    <a:pt x="2180742" y="1018819"/>
                  </a:lnTo>
                  <a:lnTo>
                    <a:pt x="2147036" y="965428"/>
                  </a:lnTo>
                  <a:lnTo>
                    <a:pt x="2126234" y="931011"/>
                  </a:lnTo>
                  <a:lnTo>
                    <a:pt x="2083422" y="929182"/>
                  </a:lnTo>
                  <a:lnTo>
                    <a:pt x="2040648" y="925944"/>
                  </a:lnTo>
                  <a:lnTo>
                    <a:pt x="1996694" y="921270"/>
                  </a:lnTo>
                  <a:lnTo>
                    <a:pt x="1951570" y="915174"/>
                  </a:lnTo>
                  <a:lnTo>
                    <a:pt x="1905304" y="907656"/>
                  </a:lnTo>
                  <a:lnTo>
                    <a:pt x="1857908" y="898715"/>
                  </a:lnTo>
                  <a:lnTo>
                    <a:pt x="1809394" y="888339"/>
                  </a:lnTo>
                  <a:lnTo>
                    <a:pt x="1759775" y="876554"/>
                  </a:lnTo>
                  <a:lnTo>
                    <a:pt x="1709064" y="863358"/>
                  </a:lnTo>
                  <a:lnTo>
                    <a:pt x="1657273" y="848753"/>
                  </a:lnTo>
                  <a:lnTo>
                    <a:pt x="1604429" y="832739"/>
                  </a:lnTo>
                  <a:lnTo>
                    <a:pt x="1550530" y="815314"/>
                  </a:lnTo>
                  <a:lnTo>
                    <a:pt x="1495590" y="796493"/>
                  </a:lnTo>
                  <a:lnTo>
                    <a:pt x="1439633" y="776274"/>
                  </a:lnTo>
                  <a:lnTo>
                    <a:pt x="1397177" y="760260"/>
                  </a:lnTo>
                  <a:lnTo>
                    <a:pt x="1354162" y="743470"/>
                  </a:lnTo>
                  <a:lnTo>
                    <a:pt x="1310601" y="725906"/>
                  </a:lnTo>
                  <a:lnTo>
                    <a:pt x="1266494" y="707593"/>
                  </a:lnTo>
                  <a:lnTo>
                    <a:pt x="1221867" y="688517"/>
                  </a:lnTo>
                  <a:lnTo>
                    <a:pt x="1176731" y="668693"/>
                  </a:lnTo>
                  <a:lnTo>
                    <a:pt x="1131087" y="648119"/>
                  </a:lnTo>
                  <a:lnTo>
                    <a:pt x="1084961" y="626808"/>
                  </a:lnTo>
                  <a:lnTo>
                    <a:pt x="1038352" y="604748"/>
                  </a:lnTo>
                  <a:lnTo>
                    <a:pt x="991273" y="581964"/>
                  </a:lnTo>
                  <a:lnTo>
                    <a:pt x="943737" y="558457"/>
                  </a:lnTo>
                  <a:lnTo>
                    <a:pt x="895756" y="534238"/>
                  </a:lnTo>
                  <a:lnTo>
                    <a:pt x="847344" y="509295"/>
                  </a:lnTo>
                  <a:lnTo>
                    <a:pt x="798512" y="483641"/>
                  </a:lnTo>
                  <a:lnTo>
                    <a:pt x="749274" y="457288"/>
                  </a:lnTo>
                  <a:lnTo>
                    <a:pt x="676046" y="417195"/>
                  </a:lnTo>
                  <a:lnTo>
                    <a:pt x="605142" y="377380"/>
                  </a:lnTo>
                  <a:lnTo>
                    <a:pt x="536816" y="338112"/>
                  </a:lnTo>
                  <a:lnTo>
                    <a:pt x="471335" y="299669"/>
                  </a:lnTo>
                  <a:lnTo>
                    <a:pt x="408990" y="262318"/>
                  </a:lnTo>
                  <a:lnTo>
                    <a:pt x="350024" y="226352"/>
                  </a:lnTo>
                  <a:lnTo>
                    <a:pt x="294728" y="192024"/>
                  </a:lnTo>
                  <a:lnTo>
                    <a:pt x="243357" y="159613"/>
                  </a:lnTo>
                  <a:lnTo>
                    <a:pt x="196189" y="129413"/>
                  </a:lnTo>
                  <a:lnTo>
                    <a:pt x="153504" y="101676"/>
                  </a:lnTo>
                  <a:lnTo>
                    <a:pt x="115544" y="76695"/>
                  </a:lnTo>
                  <a:lnTo>
                    <a:pt x="82613" y="54749"/>
                  </a:lnTo>
                  <a:lnTo>
                    <a:pt x="32842" y="21018"/>
                  </a:lnTo>
                  <a:lnTo>
                    <a:pt x="2514" y="0"/>
                  </a:lnTo>
                  <a:lnTo>
                    <a:pt x="0" y="3543"/>
                  </a:lnTo>
                  <a:lnTo>
                    <a:pt x="52463" y="39662"/>
                  </a:lnTo>
                  <a:lnTo>
                    <a:pt x="113093" y="80289"/>
                  </a:lnTo>
                  <a:lnTo>
                    <a:pt x="151066" y="105283"/>
                  </a:lnTo>
                  <a:lnTo>
                    <a:pt x="193789" y="133032"/>
                  </a:lnTo>
                  <a:lnTo>
                    <a:pt x="240982" y="163258"/>
                  </a:lnTo>
                  <a:lnTo>
                    <a:pt x="292366" y="195681"/>
                  </a:lnTo>
                  <a:lnTo>
                    <a:pt x="347700" y="230022"/>
                  </a:lnTo>
                  <a:lnTo>
                    <a:pt x="406692" y="266014"/>
                  </a:lnTo>
                  <a:lnTo>
                    <a:pt x="469074" y="303390"/>
                  </a:lnTo>
                  <a:lnTo>
                    <a:pt x="534593" y="341858"/>
                  </a:lnTo>
                  <a:lnTo>
                    <a:pt x="602957" y="381139"/>
                  </a:lnTo>
                  <a:lnTo>
                    <a:pt x="673900" y="420979"/>
                  </a:lnTo>
                  <a:lnTo>
                    <a:pt x="747166" y="461086"/>
                  </a:lnTo>
                  <a:lnTo>
                    <a:pt x="796442" y="487464"/>
                  </a:lnTo>
                  <a:lnTo>
                    <a:pt x="845312" y="513130"/>
                  </a:lnTo>
                  <a:lnTo>
                    <a:pt x="893762" y="538099"/>
                  </a:lnTo>
                  <a:lnTo>
                    <a:pt x="941768" y="562343"/>
                  </a:lnTo>
                  <a:lnTo>
                    <a:pt x="989342" y="585876"/>
                  </a:lnTo>
                  <a:lnTo>
                    <a:pt x="1036459" y="608672"/>
                  </a:lnTo>
                  <a:lnTo>
                    <a:pt x="1083106" y="630745"/>
                  </a:lnTo>
                  <a:lnTo>
                    <a:pt x="1129271" y="652081"/>
                  </a:lnTo>
                  <a:lnTo>
                    <a:pt x="1174953" y="672668"/>
                  </a:lnTo>
                  <a:lnTo>
                    <a:pt x="1220139" y="692505"/>
                  </a:lnTo>
                  <a:lnTo>
                    <a:pt x="1264793" y="711606"/>
                  </a:lnTo>
                  <a:lnTo>
                    <a:pt x="1308938" y="729932"/>
                  </a:lnTo>
                  <a:lnTo>
                    <a:pt x="1352537" y="747509"/>
                  </a:lnTo>
                  <a:lnTo>
                    <a:pt x="1395603" y="764311"/>
                  </a:lnTo>
                  <a:lnTo>
                    <a:pt x="1438097" y="780338"/>
                  </a:lnTo>
                  <a:lnTo>
                    <a:pt x="1494040" y="800557"/>
                  </a:lnTo>
                  <a:lnTo>
                    <a:pt x="1548955" y="819378"/>
                  </a:lnTo>
                  <a:lnTo>
                    <a:pt x="1602854" y="836803"/>
                  </a:lnTo>
                  <a:lnTo>
                    <a:pt x="1655699" y="852830"/>
                  </a:lnTo>
                  <a:lnTo>
                    <a:pt x="1707489" y="867448"/>
                  </a:lnTo>
                  <a:lnTo>
                    <a:pt x="1758200" y="880656"/>
                  </a:lnTo>
                  <a:lnTo>
                    <a:pt x="1807845" y="892454"/>
                  </a:lnTo>
                  <a:lnTo>
                    <a:pt x="1856371" y="902843"/>
                  </a:lnTo>
                  <a:lnTo>
                    <a:pt x="1903793" y="911809"/>
                  </a:lnTo>
                  <a:lnTo>
                    <a:pt x="1950085" y="919365"/>
                  </a:lnTo>
                  <a:lnTo>
                    <a:pt x="1995233" y="925487"/>
                  </a:lnTo>
                  <a:lnTo>
                    <a:pt x="2039226" y="930186"/>
                  </a:lnTo>
                  <a:lnTo>
                    <a:pt x="2082050" y="933462"/>
                  </a:lnTo>
                  <a:lnTo>
                    <a:pt x="2123694" y="935304"/>
                  </a:lnTo>
                  <a:lnTo>
                    <a:pt x="2148370" y="975842"/>
                  </a:lnTo>
                  <a:lnTo>
                    <a:pt x="2183739" y="1031455"/>
                  </a:lnTo>
                  <a:lnTo>
                    <a:pt x="2206764" y="1066558"/>
                  </a:lnTo>
                  <a:lnTo>
                    <a:pt x="2233206" y="1105928"/>
                  </a:lnTo>
                  <a:lnTo>
                    <a:pt x="2262962" y="1149159"/>
                  </a:lnTo>
                  <a:lnTo>
                    <a:pt x="2295893" y="1195819"/>
                  </a:lnTo>
                  <a:lnTo>
                    <a:pt x="2331923" y="1245463"/>
                  </a:lnTo>
                  <a:lnTo>
                    <a:pt x="2370925" y="1297686"/>
                  </a:lnTo>
                  <a:lnTo>
                    <a:pt x="2412784" y="1352029"/>
                  </a:lnTo>
                  <a:lnTo>
                    <a:pt x="2457386" y="1408087"/>
                  </a:lnTo>
                  <a:lnTo>
                    <a:pt x="2504643" y="1465402"/>
                  </a:lnTo>
                  <a:lnTo>
                    <a:pt x="2554414" y="1523580"/>
                  </a:lnTo>
                  <a:lnTo>
                    <a:pt x="2606611" y="1582166"/>
                  </a:lnTo>
                  <a:lnTo>
                    <a:pt x="2643530" y="1622120"/>
                  </a:lnTo>
                  <a:lnTo>
                    <a:pt x="2680487" y="1660931"/>
                  </a:lnTo>
                  <a:lnTo>
                    <a:pt x="2717482" y="1698586"/>
                  </a:lnTo>
                  <a:lnTo>
                    <a:pt x="2754503" y="1735074"/>
                  </a:lnTo>
                  <a:lnTo>
                    <a:pt x="2791536" y="1770380"/>
                  </a:lnTo>
                  <a:lnTo>
                    <a:pt x="2828569" y="1804504"/>
                  </a:lnTo>
                  <a:lnTo>
                    <a:pt x="2865590" y="1837423"/>
                  </a:lnTo>
                  <a:lnTo>
                    <a:pt x="2902597" y="1869147"/>
                  </a:lnTo>
                  <a:lnTo>
                    <a:pt x="2939580" y="1899653"/>
                  </a:lnTo>
                  <a:lnTo>
                    <a:pt x="2976511" y="1928939"/>
                  </a:lnTo>
                  <a:lnTo>
                    <a:pt x="3013405" y="1956993"/>
                  </a:lnTo>
                  <a:lnTo>
                    <a:pt x="3050235" y="1983803"/>
                  </a:lnTo>
                  <a:lnTo>
                    <a:pt x="3086989" y="2009368"/>
                  </a:lnTo>
                  <a:lnTo>
                    <a:pt x="3123666" y="2033663"/>
                  </a:lnTo>
                  <a:lnTo>
                    <a:pt x="3172942" y="2064397"/>
                  </a:lnTo>
                  <a:lnTo>
                    <a:pt x="3222040" y="2092820"/>
                  </a:lnTo>
                  <a:lnTo>
                    <a:pt x="3270974" y="2118931"/>
                  </a:lnTo>
                  <a:lnTo>
                    <a:pt x="3319703" y="2142718"/>
                  </a:lnTo>
                  <a:lnTo>
                    <a:pt x="3368230" y="2164181"/>
                  </a:lnTo>
                  <a:lnTo>
                    <a:pt x="3416528" y="2183320"/>
                  </a:lnTo>
                  <a:lnTo>
                    <a:pt x="3464585" y="2200122"/>
                  </a:lnTo>
                  <a:lnTo>
                    <a:pt x="3512388" y="2214575"/>
                  </a:lnTo>
                  <a:lnTo>
                    <a:pt x="3559911" y="2226691"/>
                  </a:lnTo>
                  <a:lnTo>
                    <a:pt x="3607155" y="2236457"/>
                  </a:lnTo>
                  <a:lnTo>
                    <a:pt x="3654082" y="2243861"/>
                  </a:lnTo>
                  <a:lnTo>
                    <a:pt x="3700691" y="2248903"/>
                  </a:lnTo>
                  <a:lnTo>
                    <a:pt x="3746970" y="2251570"/>
                  </a:lnTo>
                  <a:lnTo>
                    <a:pt x="3747122" y="2247227"/>
                  </a:lnTo>
                  <a:close/>
                </a:path>
                <a:path w="4358640" h="2251709">
                  <a:moveTo>
                    <a:pt x="4358297" y="2197138"/>
                  </a:moveTo>
                  <a:lnTo>
                    <a:pt x="4317530" y="2189492"/>
                  </a:lnTo>
                  <a:lnTo>
                    <a:pt x="4276179" y="2178977"/>
                  </a:lnTo>
                  <a:lnTo>
                    <a:pt x="4234256" y="2165629"/>
                  </a:lnTo>
                  <a:lnTo>
                    <a:pt x="4191787" y="2149437"/>
                  </a:lnTo>
                  <a:lnTo>
                    <a:pt x="4148785" y="2130425"/>
                  </a:lnTo>
                  <a:lnTo>
                    <a:pt x="4105275" y="2108581"/>
                  </a:lnTo>
                  <a:lnTo>
                    <a:pt x="4061282" y="2083943"/>
                  </a:lnTo>
                  <a:lnTo>
                    <a:pt x="4016832" y="2056498"/>
                  </a:lnTo>
                  <a:lnTo>
                    <a:pt x="3971912" y="2026272"/>
                  </a:lnTo>
                  <a:lnTo>
                    <a:pt x="3926573" y="1993277"/>
                  </a:lnTo>
                  <a:lnTo>
                    <a:pt x="3880828" y="1957501"/>
                  </a:lnTo>
                  <a:lnTo>
                    <a:pt x="3847007" y="1929498"/>
                  </a:lnTo>
                  <a:lnTo>
                    <a:pt x="3812971" y="1900008"/>
                  </a:lnTo>
                  <a:lnTo>
                    <a:pt x="3778745" y="1869071"/>
                  </a:lnTo>
                  <a:lnTo>
                    <a:pt x="3744341" y="1836699"/>
                  </a:lnTo>
                  <a:lnTo>
                    <a:pt x="3709771" y="1802879"/>
                  </a:lnTo>
                  <a:lnTo>
                    <a:pt x="3675049" y="1767649"/>
                  </a:lnTo>
                  <a:lnTo>
                    <a:pt x="3640201" y="1731022"/>
                  </a:lnTo>
                  <a:lnTo>
                    <a:pt x="3605212" y="1692998"/>
                  </a:lnTo>
                  <a:lnTo>
                    <a:pt x="3570122" y="1653616"/>
                  </a:lnTo>
                  <a:lnTo>
                    <a:pt x="3534930" y="1612861"/>
                  </a:lnTo>
                  <a:lnTo>
                    <a:pt x="3499662" y="1570761"/>
                  </a:lnTo>
                  <a:lnTo>
                    <a:pt x="3464318" y="1527327"/>
                  </a:lnTo>
                  <a:lnTo>
                    <a:pt x="3413887" y="1463192"/>
                  </a:lnTo>
                  <a:lnTo>
                    <a:pt x="3366020" y="1399921"/>
                  </a:lnTo>
                  <a:lnTo>
                    <a:pt x="3320897" y="1338148"/>
                  </a:lnTo>
                  <a:lnTo>
                    <a:pt x="3278695" y="1278470"/>
                  </a:lnTo>
                  <a:lnTo>
                    <a:pt x="3239605" y="1221498"/>
                  </a:lnTo>
                  <a:lnTo>
                    <a:pt x="3203816" y="1167853"/>
                  </a:lnTo>
                  <a:lnTo>
                    <a:pt x="3171507" y="1118158"/>
                  </a:lnTo>
                  <a:lnTo>
                    <a:pt x="3142856" y="1073010"/>
                  </a:lnTo>
                  <a:lnTo>
                    <a:pt x="3118053" y="1033030"/>
                  </a:lnTo>
                  <a:lnTo>
                    <a:pt x="3097288" y="998829"/>
                  </a:lnTo>
                  <a:lnTo>
                    <a:pt x="3068586" y="950226"/>
                  </a:lnTo>
                  <a:lnTo>
                    <a:pt x="3057677" y="931087"/>
                  </a:lnTo>
                  <a:lnTo>
                    <a:pt x="3006610" y="925868"/>
                  </a:lnTo>
                  <a:lnTo>
                    <a:pt x="2956826" y="919949"/>
                  </a:lnTo>
                  <a:lnTo>
                    <a:pt x="2907182" y="913218"/>
                  </a:lnTo>
                  <a:lnTo>
                    <a:pt x="2857677" y="905700"/>
                  </a:lnTo>
                  <a:lnTo>
                    <a:pt x="2808338" y="897369"/>
                  </a:lnTo>
                  <a:lnTo>
                    <a:pt x="2759176" y="888263"/>
                  </a:lnTo>
                  <a:lnTo>
                    <a:pt x="2710180" y="878344"/>
                  </a:lnTo>
                  <a:lnTo>
                    <a:pt x="2661386" y="867651"/>
                  </a:lnTo>
                  <a:lnTo>
                    <a:pt x="2612783" y="856157"/>
                  </a:lnTo>
                  <a:lnTo>
                    <a:pt x="2564384" y="843889"/>
                  </a:lnTo>
                  <a:lnTo>
                    <a:pt x="2516200" y="830834"/>
                  </a:lnTo>
                  <a:lnTo>
                    <a:pt x="2468245" y="816991"/>
                  </a:lnTo>
                  <a:lnTo>
                    <a:pt x="2420518" y="802373"/>
                  </a:lnTo>
                  <a:lnTo>
                    <a:pt x="2373045" y="786980"/>
                  </a:lnTo>
                  <a:lnTo>
                    <a:pt x="2325827" y="770813"/>
                  </a:lnTo>
                  <a:lnTo>
                    <a:pt x="2278862" y="753872"/>
                  </a:lnTo>
                  <a:lnTo>
                    <a:pt x="2232177" y="736155"/>
                  </a:lnTo>
                  <a:lnTo>
                    <a:pt x="2183625" y="716800"/>
                  </a:lnTo>
                  <a:lnTo>
                    <a:pt x="2135390" y="696607"/>
                  </a:lnTo>
                  <a:lnTo>
                    <a:pt x="2087460" y="675601"/>
                  </a:lnTo>
                  <a:lnTo>
                    <a:pt x="2039874" y="653770"/>
                  </a:lnTo>
                  <a:lnTo>
                    <a:pt x="1992630" y="631126"/>
                  </a:lnTo>
                  <a:lnTo>
                    <a:pt x="1945767" y="607682"/>
                  </a:lnTo>
                  <a:lnTo>
                    <a:pt x="1899285" y="583438"/>
                  </a:lnTo>
                  <a:lnTo>
                    <a:pt x="1853184" y="558419"/>
                  </a:lnTo>
                  <a:lnTo>
                    <a:pt x="1807514" y="532612"/>
                  </a:lnTo>
                  <a:lnTo>
                    <a:pt x="1762264" y="506031"/>
                  </a:lnTo>
                  <a:lnTo>
                    <a:pt x="1717459" y="478701"/>
                  </a:lnTo>
                  <a:lnTo>
                    <a:pt x="1673123" y="450608"/>
                  </a:lnTo>
                  <a:lnTo>
                    <a:pt x="1629244" y="421767"/>
                  </a:lnTo>
                  <a:lnTo>
                    <a:pt x="1571218" y="381914"/>
                  </a:lnTo>
                  <a:lnTo>
                    <a:pt x="1516062" y="342150"/>
                  </a:lnTo>
                  <a:lnTo>
                    <a:pt x="1463916" y="302806"/>
                  </a:lnTo>
                  <a:lnTo>
                    <a:pt x="1414894" y="264172"/>
                  </a:lnTo>
                  <a:lnTo>
                    <a:pt x="1369110" y="226568"/>
                  </a:lnTo>
                  <a:lnTo>
                    <a:pt x="1326667" y="190309"/>
                  </a:lnTo>
                  <a:lnTo>
                    <a:pt x="1287703" y="155702"/>
                  </a:lnTo>
                  <a:lnTo>
                    <a:pt x="1252308" y="123075"/>
                  </a:lnTo>
                  <a:lnTo>
                    <a:pt x="1220622" y="92722"/>
                  </a:lnTo>
                  <a:lnTo>
                    <a:pt x="1192758" y="64960"/>
                  </a:lnTo>
                  <a:lnTo>
                    <a:pt x="1148930" y="18478"/>
                  </a:lnTo>
                  <a:lnTo>
                    <a:pt x="1133208" y="381"/>
                  </a:lnTo>
                  <a:lnTo>
                    <a:pt x="1129880" y="3175"/>
                  </a:lnTo>
                  <a:lnTo>
                    <a:pt x="1165555" y="42976"/>
                  </a:lnTo>
                  <a:lnTo>
                    <a:pt x="1217434" y="95681"/>
                  </a:lnTo>
                  <a:lnTo>
                    <a:pt x="1249172" y="126098"/>
                  </a:lnTo>
                  <a:lnTo>
                    <a:pt x="1284617" y="158788"/>
                  </a:lnTo>
                  <a:lnTo>
                    <a:pt x="1323644" y="193446"/>
                  </a:lnTo>
                  <a:lnTo>
                    <a:pt x="1366151" y="229768"/>
                  </a:lnTo>
                  <a:lnTo>
                    <a:pt x="1412011" y="267436"/>
                  </a:lnTo>
                  <a:lnTo>
                    <a:pt x="1461109" y="306133"/>
                  </a:lnTo>
                  <a:lnTo>
                    <a:pt x="1513344" y="345541"/>
                  </a:lnTo>
                  <a:lnTo>
                    <a:pt x="1568564" y="385368"/>
                  </a:lnTo>
                  <a:lnTo>
                    <a:pt x="1626692" y="425284"/>
                  </a:lnTo>
                  <a:lnTo>
                    <a:pt x="1670621" y="454164"/>
                  </a:lnTo>
                  <a:lnTo>
                    <a:pt x="1715033" y="482307"/>
                  </a:lnTo>
                  <a:lnTo>
                    <a:pt x="1759902" y="509689"/>
                  </a:lnTo>
                  <a:lnTo>
                    <a:pt x="1805216" y="536308"/>
                  </a:lnTo>
                  <a:lnTo>
                    <a:pt x="1850961" y="562152"/>
                  </a:lnTo>
                  <a:lnTo>
                    <a:pt x="1897113" y="587209"/>
                  </a:lnTo>
                  <a:lnTo>
                    <a:pt x="1943671" y="611492"/>
                  </a:lnTo>
                  <a:lnTo>
                    <a:pt x="1990610" y="634974"/>
                  </a:lnTo>
                  <a:lnTo>
                    <a:pt x="2037905" y="657656"/>
                  </a:lnTo>
                  <a:lnTo>
                    <a:pt x="2085568" y="679526"/>
                  </a:lnTo>
                  <a:lnTo>
                    <a:pt x="2133562" y="700570"/>
                  </a:lnTo>
                  <a:lnTo>
                    <a:pt x="2181872" y="720788"/>
                  </a:lnTo>
                  <a:lnTo>
                    <a:pt x="2230501" y="740168"/>
                  </a:lnTo>
                  <a:lnTo>
                    <a:pt x="2277199" y="757885"/>
                  </a:lnTo>
                  <a:lnTo>
                    <a:pt x="2324163" y="774839"/>
                  </a:lnTo>
                  <a:lnTo>
                    <a:pt x="2371394" y="791006"/>
                  </a:lnTo>
                  <a:lnTo>
                    <a:pt x="2418880" y="806411"/>
                  </a:lnTo>
                  <a:lnTo>
                    <a:pt x="2466606" y="821042"/>
                  </a:lnTo>
                  <a:lnTo>
                    <a:pt x="2514574" y="834898"/>
                  </a:lnTo>
                  <a:lnTo>
                    <a:pt x="2562758" y="847966"/>
                  </a:lnTo>
                  <a:lnTo>
                    <a:pt x="2611170" y="860247"/>
                  </a:lnTo>
                  <a:lnTo>
                    <a:pt x="2659786" y="871740"/>
                  </a:lnTo>
                  <a:lnTo>
                    <a:pt x="2708592" y="882459"/>
                  </a:lnTo>
                  <a:lnTo>
                    <a:pt x="2757589" y="892378"/>
                  </a:lnTo>
                  <a:lnTo>
                    <a:pt x="2806763" y="901509"/>
                  </a:lnTo>
                  <a:lnTo>
                    <a:pt x="2856103" y="909853"/>
                  </a:lnTo>
                  <a:lnTo>
                    <a:pt x="2905607" y="917397"/>
                  </a:lnTo>
                  <a:lnTo>
                    <a:pt x="2955264" y="924140"/>
                  </a:lnTo>
                  <a:lnTo>
                    <a:pt x="3005061" y="930084"/>
                  </a:lnTo>
                  <a:lnTo>
                    <a:pt x="3054985" y="935215"/>
                  </a:lnTo>
                  <a:lnTo>
                    <a:pt x="3081845" y="981443"/>
                  </a:lnTo>
                  <a:lnTo>
                    <a:pt x="3120491" y="1045298"/>
                  </a:lnTo>
                  <a:lnTo>
                    <a:pt x="3145536" y="1085456"/>
                  </a:lnTo>
                  <a:lnTo>
                    <a:pt x="3174174" y="1130338"/>
                  </a:lnTo>
                  <a:lnTo>
                    <a:pt x="3206229" y="1179398"/>
                  </a:lnTo>
                  <a:lnTo>
                    <a:pt x="3241522" y="1232077"/>
                  </a:lnTo>
                  <a:lnTo>
                    <a:pt x="3279914" y="1287805"/>
                  </a:lnTo>
                  <a:lnTo>
                    <a:pt x="3321202" y="1346022"/>
                  </a:lnTo>
                  <a:lnTo>
                    <a:pt x="3365246" y="1406169"/>
                  </a:lnTo>
                  <a:lnTo>
                    <a:pt x="3411855" y="1467675"/>
                  </a:lnTo>
                  <a:lnTo>
                    <a:pt x="3460877" y="1529994"/>
                  </a:lnTo>
                  <a:lnTo>
                    <a:pt x="3496272" y="1573491"/>
                  </a:lnTo>
                  <a:lnTo>
                    <a:pt x="3531603" y="1615655"/>
                  </a:lnTo>
                  <a:lnTo>
                    <a:pt x="3566845" y="1656473"/>
                  </a:lnTo>
                  <a:lnTo>
                    <a:pt x="3601986" y="1695919"/>
                  </a:lnTo>
                  <a:lnTo>
                    <a:pt x="3637026" y="1734007"/>
                  </a:lnTo>
                  <a:lnTo>
                    <a:pt x="3671938" y="1770697"/>
                  </a:lnTo>
                  <a:lnTo>
                    <a:pt x="3706723" y="1805978"/>
                  </a:lnTo>
                  <a:lnTo>
                    <a:pt x="3741343" y="1839849"/>
                  </a:lnTo>
                  <a:lnTo>
                    <a:pt x="3775811" y="1872284"/>
                  </a:lnTo>
                  <a:lnTo>
                    <a:pt x="3810089" y="1903285"/>
                  </a:lnTo>
                  <a:lnTo>
                    <a:pt x="3844188" y="1932813"/>
                  </a:lnTo>
                  <a:lnTo>
                    <a:pt x="3878084" y="1960867"/>
                  </a:lnTo>
                  <a:lnTo>
                    <a:pt x="3923995" y="1996770"/>
                  </a:lnTo>
                  <a:lnTo>
                    <a:pt x="3969499" y="2029891"/>
                  </a:lnTo>
                  <a:lnTo>
                    <a:pt x="4014597" y="2060232"/>
                  </a:lnTo>
                  <a:lnTo>
                    <a:pt x="4059237" y="2087778"/>
                  </a:lnTo>
                  <a:lnTo>
                    <a:pt x="4103420" y="2112518"/>
                  </a:lnTo>
                  <a:lnTo>
                    <a:pt x="4147108" y="2134438"/>
                  </a:lnTo>
                  <a:lnTo>
                    <a:pt x="4190301" y="2153526"/>
                  </a:lnTo>
                  <a:lnTo>
                    <a:pt x="4232973" y="2169782"/>
                  </a:lnTo>
                  <a:lnTo>
                    <a:pt x="4275099" y="2183193"/>
                  </a:lnTo>
                  <a:lnTo>
                    <a:pt x="4316666" y="2193760"/>
                  </a:lnTo>
                  <a:lnTo>
                    <a:pt x="4357636" y="2201443"/>
                  </a:lnTo>
                  <a:lnTo>
                    <a:pt x="4358297" y="2197138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 descr=""/>
          <p:cNvGrpSpPr/>
          <p:nvPr/>
        </p:nvGrpSpPr>
        <p:grpSpPr>
          <a:xfrm>
            <a:off x="10338993" y="8009337"/>
            <a:ext cx="1071245" cy="2240280"/>
            <a:chOff x="10338993" y="8009337"/>
            <a:chExt cx="1071245" cy="2240280"/>
          </a:xfrm>
        </p:grpSpPr>
        <p:pic>
          <p:nvPicPr>
            <p:cNvPr id="37" name="object 3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38993" y="8009337"/>
              <a:ext cx="1070805" cy="2239931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765325" y="9171323"/>
              <a:ext cx="504152" cy="167450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527920" y="9227645"/>
              <a:ext cx="184423" cy="110823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650722" y="8122894"/>
              <a:ext cx="443944" cy="236066"/>
            </a:xfrm>
            <a:prstGeom prst="rect">
              <a:avLst/>
            </a:prstGeom>
          </p:spPr>
        </p:pic>
      </p:grpSp>
      <p:pic>
        <p:nvPicPr>
          <p:cNvPr id="41" name="object 4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671205" y="9773262"/>
            <a:ext cx="325916" cy="471451"/>
          </a:xfrm>
          <a:prstGeom prst="rect">
            <a:avLst/>
          </a:prstGeom>
        </p:spPr>
      </p:pic>
      <p:grpSp>
        <p:nvGrpSpPr>
          <p:cNvPr id="42" name="object 42" descr=""/>
          <p:cNvGrpSpPr/>
          <p:nvPr/>
        </p:nvGrpSpPr>
        <p:grpSpPr>
          <a:xfrm>
            <a:off x="11124341" y="6224658"/>
            <a:ext cx="1922145" cy="4020185"/>
            <a:chOff x="11124341" y="6224658"/>
            <a:chExt cx="1922145" cy="4020185"/>
          </a:xfrm>
        </p:grpSpPr>
        <p:pic>
          <p:nvPicPr>
            <p:cNvPr id="43" name="object 4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123630" y="9773262"/>
              <a:ext cx="325916" cy="471451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124341" y="6224658"/>
              <a:ext cx="1921784" cy="3555158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889470" y="8310113"/>
              <a:ext cx="904820" cy="300524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463399" y="8411209"/>
              <a:ext cx="330995" cy="198873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683801" y="6428464"/>
              <a:ext cx="796750" cy="423672"/>
            </a:xfrm>
            <a:prstGeom prst="rect">
              <a:avLst/>
            </a:prstGeom>
          </p:spPr>
        </p:pic>
      </p:grpSp>
      <p:grpSp>
        <p:nvGrpSpPr>
          <p:cNvPr id="48" name="object 48" descr=""/>
          <p:cNvGrpSpPr/>
          <p:nvPr/>
        </p:nvGrpSpPr>
        <p:grpSpPr>
          <a:xfrm>
            <a:off x="14607440" y="8181097"/>
            <a:ext cx="2387600" cy="2063114"/>
            <a:chOff x="14607440" y="8181097"/>
            <a:chExt cx="2387600" cy="2063114"/>
          </a:xfrm>
        </p:grpSpPr>
        <p:sp>
          <p:nvSpPr>
            <p:cNvPr id="49" name="object 49" descr=""/>
            <p:cNvSpPr/>
            <p:nvPr/>
          </p:nvSpPr>
          <p:spPr>
            <a:xfrm>
              <a:off x="15417064" y="8761050"/>
              <a:ext cx="742950" cy="1483360"/>
            </a:xfrm>
            <a:custGeom>
              <a:avLst/>
              <a:gdLst/>
              <a:ahLst/>
              <a:cxnLst/>
              <a:rect l="l" t="t" r="r" b="b"/>
              <a:pathLst>
                <a:path w="742950" h="1483359">
                  <a:moveTo>
                    <a:pt x="742543" y="0"/>
                  </a:moveTo>
                  <a:lnTo>
                    <a:pt x="593648" y="1854"/>
                  </a:lnTo>
                  <a:lnTo>
                    <a:pt x="255193" y="1412227"/>
                  </a:lnTo>
                  <a:lnTo>
                    <a:pt x="70726" y="1412227"/>
                  </a:lnTo>
                  <a:lnTo>
                    <a:pt x="43192" y="1417789"/>
                  </a:lnTo>
                  <a:lnTo>
                    <a:pt x="20713" y="1432953"/>
                  </a:lnTo>
                  <a:lnTo>
                    <a:pt x="5549" y="1455432"/>
                  </a:lnTo>
                  <a:lnTo>
                    <a:pt x="0" y="1482966"/>
                  </a:lnTo>
                  <a:lnTo>
                    <a:pt x="667639" y="1482966"/>
                  </a:lnTo>
                  <a:lnTo>
                    <a:pt x="662089" y="1455432"/>
                  </a:lnTo>
                  <a:lnTo>
                    <a:pt x="646925" y="1432953"/>
                  </a:lnTo>
                  <a:lnTo>
                    <a:pt x="624446" y="1417789"/>
                  </a:lnTo>
                  <a:lnTo>
                    <a:pt x="596912" y="1412227"/>
                  </a:lnTo>
                  <a:lnTo>
                    <a:pt x="403618" y="1412227"/>
                  </a:lnTo>
                  <a:lnTo>
                    <a:pt x="742543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607440" y="8181097"/>
              <a:ext cx="2387435" cy="1392386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4708099" y="8184825"/>
              <a:ext cx="2223135" cy="1361440"/>
            </a:xfrm>
            <a:custGeom>
              <a:avLst/>
              <a:gdLst/>
              <a:ahLst/>
              <a:cxnLst/>
              <a:rect l="l" t="t" r="r" b="b"/>
              <a:pathLst>
                <a:path w="2223134" h="1361440">
                  <a:moveTo>
                    <a:pt x="2222639" y="1045692"/>
                  </a:moveTo>
                  <a:lnTo>
                    <a:pt x="2221890" y="1041971"/>
                  </a:lnTo>
                  <a:lnTo>
                    <a:pt x="1908403" y="1042022"/>
                  </a:lnTo>
                  <a:lnTo>
                    <a:pt x="1864601" y="1007491"/>
                  </a:lnTo>
                  <a:lnTo>
                    <a:pt x="1859876" y="984275"/>
                  </a:lnTo>
                  <a:lnTo>
                    <a:pt x="1859876" y="1003795"/>
                  </a:lnTo>
                  <a:lnTo>
                    <a:pt x="1826945" y="1042035"/>
                  </a:lnTo>
                  <a:lnTo>
                    <a:pt x="1470342" y="1042085"/>
                  </a:lnTo>
                  <a:lnTo>
                    <a:pt x="1421853" y="1003833"/>
                  </a:lnTo>
                  <a:lnTo>
                    <a:pt x="1418628" y="988060"/>
                  </a:lnTo>
                  <a:lnTo>
                    <a:pt x="1418628" y="1007579"/>
                  </a:lnTo>
                  <a:lnTo>
                    <a:pt x="1388922" y="1042098"/>
                  </a:lnTo>
                  <a:lnTo>
                    <a:pt x="1028331" y="1042149"/>
                  </a:lnTo>
                  <a:lnTo>
                    <a:pt x="979830" y="1003884"/>
                  </a:lnTo>
                  <a:lnTo>
                    <a:pt x="976604" y="988123"/>
                  </a:lnTo>
                  <a:lnTo>
                    <a:pt x="976604" y="1007630"/>
                  </a:lnTo>
                  <a:lnTo>
                    <a:pt x="946899" y="1042162"/>
                  </a:lnTo>
                  <a:lnTo>
                    <a:pt x="584339" y="1042212"/>
                  </a:lnTo>
                  <a:lnTo>
                    <a:pt x="538175" y="1005801"/>
                  </a:lnTo>
                  <a:lnTo>
                    <a:pt x="480314" y="721423"/>
                  </a:lnTo>
                  <a:lnTo>
                    <a:pt x="513245" y="683145"/>
                  </a:lnTo>
                  <a:lnTo>
                    <a:pt x="871855" y="683094"/>
                  </a:lnTo>
                  <a:lnTo>
                    <a:pt x="917968" y="719455"/>
                  </a:lnTo>
                  <a:lnTo>
                    <a:pt x="976604" y="1007630"/>
                  </a:lnTo>
                  <a:lnTo>
                    <a:pt x="976604" y="988123"/>
                  </a:lnTo>
                  <a:lnTo>
                    <a:pt x="922693" y="723176"/>
                  </a:lnTo>
                  <a:lnTo>
                    <a:pt x="957249" y="683082"/>
                  </a:lnTo>
                  <a:lnTo>
                    <a:pt x="1313865" y="683031"/>
                  </a:lnTo>
                  <a:lnTo>
                    <a:pt x="1359979" y="719404"/>
                  </a:lnTo>
                  <a:lnTo>
                    <a:pt x="1418628" y="1007579"/>
                  </a:lnTo>
                  <a:lnTo>
                    <a:pt x="1418628" y="988060"/>
                  </a:lnTo>
                  <a:lnTo>
                    <a:pt x="1364716" y="723138"/>
                  </a:lnTo>
                  <a:lnTo>
                    <a:pt x="1399260" y="683018"/>
                  </a:lnTo>
                  <a:lnTo>
                    <a:pt x="1751914" y="682967"/>
                  </a:lnTo>
                  <a:lnTo>
                    <a:pt x="1802752" y="723061"/>
                  </a:lnTo>
                  <a:lnTo>
                    <a:pt x="1859876" y="1003795"/>
                  </a:lnTo>
                  <a:lnTo>
                    <a:pt x="1859876" y="984275"/>
                  </a:lnTo>
                  <a:lnTo>
                    <a:pt x="1805978" y="719366"/>
                  </a:lnTo>
                  <a:lnTo>
                    <a:pt x="1837321" y="682955"/>
                  </a:lnTo>
                  <a:lnTo>
                    <a:pt x="2148827" y="682904"/>
                  </a:lnTo>
                  <a:lnTo>
                    <a:pt x="2148065" y="679183"/>
                  </a:lnTo>
                  <a:lnTo>
                    <a:pt x="1832584" y="679234"/>
                  </a:lnTo>
                  <a:lnTo>
                    <a:pt x="1791157" y="646569"/>
                  </a:lnTo>
                  <a:lnTo>
                    <a:pt x="1786432" y="623354"/>
                  </a:lnTo>
                  <a:lnTo>
                    <a:pt x="1786432" y="642874"/>
                  </a:lnTo>
                  <a:lnTo>
                    <a:pt x="1755114" y="679246"/>
                  </a:lnTo>
                  <a:lnTo>
                    <a:pt x="1394536" y="679297"/>
                  </a:lnTo>
                  <a:lnTo>
                    <a:pt x="1348409" y="642912"/>
                  </a:lnTo>
                  <a:lnTo>
                    <a:pt x="1345184" y="627138"/>
                  </a:lnTo>
                  <a:lnTo>
                    <a:pt x="1345184" y="646658"/>
                  </a:lnTo>
                  <a:lnTo>
                    <a:pt x="1317066" y="679310"/>
                  </a:lnTo>
                  <a:lnTo>
                    <a:pt x="952512" y="679361"/>
                  </a:lnTo>
                  <a:lnTo>
                    <a:pt x="906399" y="642975"/>
                  </a:lnTo>
                  <a:lnTo>
                    <a:pt x="903173" y="627278"/>
                  </a:lnTo>
                  <a:lnTo>
                    <a:pt x="903173" y="646722"/>
                  </a:lnTo>
                  <a:lnTo>
                    <a:pt x="875055" y="679373"/>
                  </a:lnTo>
                  <a:lnTo>
                    <a:pt x="508546" y="679424"/>
                  </a:lnTo>
                  <a:lnTo>
                    <a:pt x="464731" y="644880"/>
                  </a:lnTo>
                  <a:lnTo>
                    <a:pt x="406107" y="356755"/>
                  </a:lnTo>
                  <a:lnTo>
                    <a:pt x="437438" y="320370"/>
                  </a:lnTo>
                  <a:lnTo>
                    <a:pt x="800036" y="320319"/>
                  </a:lnTo>
                  <a:lnTo>
                    <a:pt x="843775" y="354825"/>
                  </a:lnTo>
                  <a:lnTo>
                    <a:pt x="903173" y="646722"/>
                  </a:lnTo>
                  <a:lnTo>
                    <a:pt x="903173" y="627278"/>
                  </a:lnTo>
                  <a:lnTo>
                    <a:pt x="848499" y="358546"/>
                  </a:lnTo>
                  <a:lnTo>
                    <a:pt x="881430" y="320306"/>
                  </a:lnTo>
                  <a:lnTo>
                    <a:pt x="1242034" y="320255"/>
                  </a:lnTo>
                  <a:lnTo>
                    <a:pt x="1285786" y="354749"/>
                  </a:lnTo>
                  <a:lnTo>
                    <a:pt x="1345184" y="646658"/>
                  </a:lnTo>
                  <a:lnTo>
                    <a:pt x="1345184" y="627138"/>
                  </a:lnTo>
                  <a:lnTo>
                    <a:pt x="1290523" y="358482"/>
                  </a:lnTo>
                  <a:lnTo>
                    <a:pt x="1323454" y="320243"/>
                  </a:lnTo>
                  <a:lnTo>
                    <a:pt x="1680083" y="320192"/>
                  </a:lnTo>
                  <a:lnTo>
                    <a:pt x="1728558" y="358406"/>
                  </a:lnTo>
                  <a:lnTo>
                    <a:pt x="1786432" y="642874"/>
                  </a:lnTo>
                  <a:lnTo>
                    <a:pt x="1786432" y="623354"/>
                  </a:lnTo>
                  <a:lnTo>
                    <a:pt x="1731784" y="354711"/>
                  </a:lnTo>
                  <a:lnTo>
                    <a:pt x="1761502" y="320179"/>
                  </a:lnTo>
                  <a:lnTo>
                    <a:pt x="2075002" y="320128"/>
                  </a:lnTo>
                  <a:lnTo>
                    <a:pt x="2074240" y="316395"/>
                  </a:lnTo>
                  <a:lnTo>
                    <a:pt x="1760740" y="316445"/>
                  </a:lnTo>
                  <a:lnTo>
                    <a:pt x="1716963" y="281927"/>
                  </a:lnTo>
                  <a:lnTo>
                    <a:pt x="1659610" y="0"/>
                  </a:lnTo>
                  <a:lnTo>
                    <a:pt x="1655635" y="0"/>
                  </a:lnTo>
                  <a:lnTo>
                    <a:pt x="1712239" y="278206"/>
                  </a:lnTo>
                  <a:lnTo>
                    <a:pt x="1679308" y="316458"/>
                  </a:lnTo>
                  <a:lnTo>
                    <a:pt x="1322705" y="316509"/>
                  </a:lnTo>
                  <a:lnTo>
                    <a:pt x="1274203" y="278269"/>
                  </a:lnTo>
                  <a:lnTo>
                    <a:pt x="1217599" y="50"/>
                  </a:lnTo>
                  <a:lnTo>
                    <a:pt x="1213624" y="50"/>
                  </a:lnTo>
                  <a:lnTo>
                    <a:pt x="1270977" y="281990"/>
                  </a:lnTo>
                  <a:lnTo>
                    <a:pt x="1241259" y="316522"/>
                  </a:lnTo>
                  <a:lnTo>
                    <a:pt x="880681" y="316572"/>
                  </a:lnTo>
                  <a:lnTo>
                    <a:pt x="832192" y="278320"/>
                  </a:lnTo>
                  <a:lnTo>
                    <a:pt x="775576" y="127"/>
                  </a:lnTo>
                  <a:lnTo>
                    <a:pt x="771613" y="127"/>
                  </a:lnTo>
                  <a:lnTo>
                    <a:pt x="828967" y="282054"/>
                  </a:lnTo>
                  <a:lnTo>
                    <a:pt x="799236" y="316585"/>
                  </a:lnTo>
                  <a:lnTo>
                    <a:pt x="436702" y="316636"/>
                  </a:lnTo>
                  <a:lnTo>
                    <a:pt x="390537" y="280238"/>
                  </a:lnTo>
                  <a:lnTo>
                    <a:pt x="333565" y="190"/>
                  </a:lnTo>
                  <a:lnTo>
                    <a:pt x="329603" y="190"/>
                  </a:lnTo>
                  <a:lnTo>
                    <a:pt x="386588" y="280263"/>
                  </a:lnTo>
                  <a:lnTo>
                    <a:pt x="355257" y="316649"/>
                  </a:lnTo>
                  <a:lnTo>
                    <a:pt x="0" y="316687"/>
                  </a:lnTo>
                  <a:lnTo>
                    <a:pt x="762" y="320421"/>
                  </a:lnTo>
                  <a:lnTo>
                    <a:pt x="356019" y="320382"/>
                  </a:lnTo>
                  <a:lnTo>
                    <a:pt x="402145" y="356755"/>
                  </a:lnTo>
                  <a:lnTo>
                    <a:pt x="460768" y="644906"/>
                  </a:lnTo>
                  <a:lnTo>
                    <a:pt x="431050" y="679437"/>
                  </a:lnTo>
                  <a:lnTo>
                    <a:pt x="73812" y="679475"/>
                  </a:lnTo>
                  <a:lnTo>
                    <a:pt x="74587" y="683196"/>
                  </a:lnTo>
                  <a:lnTo>
                    <a:pt x="427850" y="683158"/>
                  </a:lnTo>
                  <a:lnTo>
                    <a:pt x="476338" y="721398"/>
                  </a:lnTo>
                  <a:lnTo>
                    <a:pt x="534212" y="1005827"/>
                  </a:lnTo>
                  <a:lnTo>
                    <a:pt x="502894" y="1042225"/>
                  </a:lnTo>
                  <a:lnTo>
                    <a:pt x="147637" y="1042263"/>
                  </a:lnTo>
                  <a:lnTo>
                    <a:pt x="148399" y="1045984"/>
                  </a:lnTo>
                  <a:lnTo>
                    <a:pt x="503669" y="1045946"/>
                  </a:lnTo>
                  <a:lnTo>
                    <a:pt x="549795" y="1082332"/>
                  </a:lnTo>
                  <a:lnTo>
                    <a:pt x="606526" y="1361084"/>
                  </a:lnTo>
                  <a:lnTo>
                    <a:pt x="610489" y="1361084"/>
                  </a:lnTo>
                  <a:lnTo>
                    <a:pt x="553758" y="1082332"/>
                  </a:lnTo>
                  <a:lnTo>
                    <a:pt x="585089" y="1045933"/>
                  </a:lnTo>
                  <a:lnTo>
                    <a:pt x="947648" y="1045883"/>
                  </a:lnTo>
                  <a:lnTo>
                    <a:pt x="991425" y="1080389"/>
                  </a:lnTo>
                  <a:lnTo>
                    <a:pt x="1048537" y="1361020"/>
                  </a:lnTo>
                  <a:lnTo>
                    <a:pt x="1052499" y="1361020"/>
                  </a:lnTo>
                  <a:lnTo>
                    <a:pt x="996137" y="1084122"/>
                  </a:lnTo>
                  <a:lnTo>
                    <a:pt x="1029081" y="1045870"/>
                  </a:lnTo>
                  <a:lnTo>
                    <a:pt x="1389672" y="1045819"/>
                  </a:lnTo>
                  <a:lnTo>
                    <a:pt x="1433436" y="1080325"/>
                  </a:lnTo>
                  <a:lnTo>
                    <a:pt x="1490548" y="1360957"/>
                  </a:lnTo>
                  <a:lnTo>
                    <a:pt x="1494523" y="1360957"/>
                  </a:lnTo>
                  <a:lnTo>
                    <a:pt x="1438160" y="1084059"/>
                  </a:lnTo>
                  <a:lnTo>
                    <a:pt x="1471091" y="1045806"/>
                  </a:lnTo>
                  <a:lnTo>
                    <a:pt x="1827733" y="1045756"/>
                  </a:lnTo>
                  <a:lnTo>
                    <a:pt x="1876196" y="1083995"/>
                  </a:lnTo>
                  <a:lnTo>
                    <a:pt x="1932559" y="1360893"/>
                  </a:lnTo>
                  <a:lnTo>
                    <a:pt x="1936534" y="1360893"/>
                  </a:lnTo>
                  <a:lnTo>
                    <a:pt x="1879422" y="1080274"/>
                  </a:lnTo>
                  <a:lnTo>
                    <a:pt x="1909152" y="1045743"/>
                  </a:lnTo>
                  <a:lnTo>
                    <a:pt x="2222639" y="1045692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/>
          <p:nvPr/>
        </p:nvSpPr>
        <p:spPr>
          <a:xfrm>
            <a:off x="11592622" y="10201136"/>
            <a:ext cx="393065" cy="41910"/>
          </a:xfrm>
          <a:custGeom>
            <a:avLst/>
            <a:gdLst/>
            <a:ahLst/>
            <a:cxnLst/>
            <a:rect l="l" t="t" r="r" b="b"/>
            <a:pathLst>
              <a:path w="393065" h="41909">
                <a:moveTo>
                  <a:pt x="351277" y="0"/>
                </a:moveTo>
                <a:lnTo>
                  <a:pt x="41621" y="0"/>
                </a:lnTo>
                <a:lnTo>
                  <a:pt x="25422" y="3269"/>
                </a:lnTo>
                <a:lnTo>
                  <a:pt x="12192" y="12188"/>
                </a:lnTo>
                <a:lnTo>
                  <a:pt x="3271" y="25417"/>
                </a:lnTo>
                <a:lnTo>
                  <a:pt x="0" y="41621"/>
                </a:lnTo>
                <a:lnTo>
                  <a:pt x="392899" y="41621"/>
                </a:lnTo>
                <a:lnTo>
                  <a:pt x="389629" y="25417"/>
                </a:lnTo>
                <a:lnTo>
                  <a:pt x="380710" y="12188"/>
                </a:lnTo>
                <a:lnTo>
                  <a:pt x="367481" y="3269"/>
                </a:lnTo>
                <a:lnTo>
                  <a:pt x="351277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3" name="object 53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732826" y="9187688"/>
            <a:ext cx="657760" cy="592128"/>
          </a:xfrm>
          <a:prstGeom prst="rect">
            <a:avLst/>
          </a:prstGeom>
        </p:spPr>
      </p:pic>
      <p:sp>
        <p:nvSpPr>
          <p:cNvPr id="54" name="object 54" descr=""/>
          <p:cNvSpPr/>
          <p:nvPr/>
        </p:nvSpPr>
        <p:spPr>
          <a:xfrm>
            <a:off x="11359439" y="9060681"/>
            <a:ext cx="76835" cy="60325"/>
          </a:xfrm>
          <a:custGeom>
            <a:avLst/>
            <a:gdLst/>
            <a:ahLst/>
            <a:cxnLst/>
            <a:rect l="l" t="t" r="r" b="b"/>
            <a:pathLst>
              <a:path w="76834" h="60325">
                <a:moveTo>
                  <a:pt x="76441" y="4673"/>
                </a:moveTo>
                <a:lnTo>
                  <a:pt x="70866" y="2324"/>
                </a:lnTo>
                <a:lnTo>
                  <a:pt x="58508" y="190"/>
                </a:lnTo>
                <a:lnTo>
                  <a:pt x="43878" y="0"/>
                </a:lnTo>
                <a:lnTo>
                  <a:pt x="31496" y="3441"/>
                </a:lnTo>
                <a:lnTo>
                  <a:pt x="23685" y="8382"/>
                </a:lnTo>
                <a:lnTo>
                  <a:pt x="17805" y="13766"/>
                </a:lnTo>
                <a:lnTo>
                  <a:pt x="10896" y="22974"/>
                </a:lnTo>
                <a:lnTo>
                  <a:pt x="0" y="39370"/>
                </a:lnTo>
                <a:lnTo>
                  <a:pt x="8928" y="59880"/>
                </a:lnTo>
                <a:lnTo>
                  <a:pt x="12649" y="58712"/>
                </a:lnTo>
                <a:lnTo>
                  <a:pt x="21602" y="55473"/>
                </a:lnTo>
                <a:lnTo>
                  <a:pt x="29552" y="51904"/>
                </a:lnTo>
                <a:lnTo>
                  <a:pt x="29527" y="52057"/>
                </a:lnTo>
                <a:lnTo>
                  <a:pt x="32118" y="50749"/>
                </a:lnTo>
                <a:lnTo>
                  <a:pt x="32486" y="50584"/>
                </a:lnTo>
                <a:lnTo>
                  <a:pt x="32626" y="50495"/>
                </a:lnTo>
                <a:lnTo>
                  <a:pt x="33655" y="49974"/>
                </a:lnTo>
                <a:lnTo>
                  <a:pt x="38036" y="47320"/>
                </a:lnTo>
                <a:lnTo>
                  <a:pt x="40868" y="45199"/>
                </a:lnTo>
                <a:lnTo>
                  <a:pt x="41998" y="44475"/>
                </a:lnTo>
                <a:lnTo>
                  <a:pt x="42227" y="44196"/>
                </a:lnTo>
                <a:lnTo>
                  <a:pt x="44234" y="42684"/>
                </a:lnTo>
                <a:lnTo>
                  <a:pt x="51041" y="36385"/>
                </a:lnTo>
                <a:lnTo>
                  <a:pt x="57277" y="28714"/>
                </a:lnTo>
                <a:lnTo>
                  <a:pt x="61849" y="19469"/>
                </a:lnTo>
                <a:lnTo>
                  <a:pt x="62293" y="16598"/>
                </a:lnTo>
                <a:lnTo>
                  <a:pt x="63093" y="16217"/>
                </a:lnTo>
                <a:lnTo>
                  <a:pt x="73202" y="10541"/>
                </a:lnTo>
                <a:lnTo>
                  <a:pt x="76441" y="4673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" name="object 55" descr=""/>
          <p:cNvGrpSpPr/>
          <p:nvPr/>
        </p:nvGrpSpPr>
        <p:grpSpPr>
          <a:xfrm>
            <a:off x="9116110" y="9028762"/>
            <a:ext cx="9994900" cy="1243330"/>
            <a:chOff x="9116110" y="9028762"/>
            <a:chExt cx="9994900" cy="1243330"/>
          </a:xfrm>
        </p:grpSpPr>
        <p:sp>
          <p:nvSpPr>
            <p:cNvPr id="56" name="object 56" descr=""/>
            <p:cNvSpPr/>
            <p:nvPr/>
          </p:nvSpPr>
          <p:spPr>
            <a:xfrm>
              <a:off x="11737366" y="9370049"/>
              <a:ext cx="292735" cy="854075"/>
            </a:xfrm>
            <a:custGeom>
              <a:avLst/>
              <a:gdLst/>
              <a:ahLst/>
              <a:cxnLst/>
              <a:rect l="l" t="t" r="r" b="b"/>
              <a:pathLst>
                <a:path w="292734" h="854075">
                  <a:moveTo>
                    <a:pt x="292231" y="0"/>
                  </a:moveTo>
                  <a:lnTo>
                    <a:pt x="204622" y="1099"/>
                  </a:lnTo>
                  <a:lnTo>
                    <a:pt x="0" y="853733"/>
                  </a:lnTo>
                  <a:lnTo>
                    <a:pt x="87620" y="852644"/>
                  </a:lnTo>
                  <a:lnTo>
                    <a:pt x="292231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116165" y="9028762"/>
              <a:ext cx="1404981" cy="819399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11175403" y="9030951"/>
              <a:ext cx="1308100" cy="801370"/>
            </a:xfrm>
            <a:custGeom>
              <a:avLst/>
              <a:gdLst/>
              <a:ahLst/>
              <a:cxnLst/>
              <a:rect l="l" t="t" r="r" b="b"/>
              <a:pathLst>
                <a:path w="1308100" h="801370">
                  <a:moveTo>
                    <a:pt x="1307998" y="615378"/>
                  </a:moveTo>
                  <a:lnTo>
                    <a:pt x="1307541" y="613194"/>
                  </a:lnTo>
                  <a:lnTo>
                    <a:pt x="1123073" y="613232"/>
                  </a:lnTo>
                  <a:lnTo>
                    <a:pt x="1097267" y="592886"/>
                  </a:lnTo>
                  <a:lnTo>
                    <a:pt x="1094498" y="579285"/>
                  </a:lnTo>
                  <a:lnTo>
                    <a:pt x="1094498" y="590727"/>
                  </a:lnTo>
                  <a:lnTo>
                    <a:pt x="1075131" y="613244"/>
                  </a:lnTo>
                  <a:lnTo>
                    <a:pt x="865289" y="613270"/>
                  </a:lnTo>
                  <a:lnTo>
                    <a:pt x="836739" y="590740"/>
                  </a:lnTo>
                  <a:lnTo>
                    <a:pt x="834821" y="581469"/>
                  </a:lnTo>
                  <a:lnTo>
                    <a:pt x="834821" y="592963"/>
                  </a:lnTo>
                  <a:lnTo>
                    <a:pt x="817333" y="613283"/>
                  </a:lnTo>
                  <a:lnTo>
                    <a:pt x="605167" y="613308"/>
                  </a:lnTo>
                  <a:lnTo>
                    <a:pt x="576618" y="590778"/>
                  </a:lnTo>
                  <a:lnTo>
                    <a:pt x="574713" y="581494"/>
                  </a:lnTo>
                  <a:lnTo>
                    <a:pt x="574713" y="592988"/>
                  </a:lnTo>
                  <a:lnTo>
                    <a:pt x="557199" y="613321"/>
                  </a:lnTo>
                  <a:lnTo>
                    <a:pt x="343903" y="613346"/>
                  </a:lnTo>
                  <a:lnTo>
                    <a:pt x="316699" y="591921"/>
                  </a:lnTo>
                  <a:lnTo>
                    <a:pt x="282651" y="424561"/>
                  </a:lnTo>
                  <a:lnTo>
                    <a:pt x="302018" y="402043"/>
                  </a:lnTo>
                  <a:lnTo>
                    <a:pt x="513080" y="402018"/>
                  </a:lnTo>
                  <a:lnTo>
                    <a:pt x="540207" y="423405"/>
                  </a:lnTo>
                  <a:lnTo>
                    <a:pt x="574713" y="592988"/>
                  </a:lnTo>
                  <a:lnTo>
                    <a:pt x="574713" y="581494"/>
                  </a:lnTo>
                  <a:lnTo>
                    <a:pt x="542988" y="425602"/>
                  </a:lnTo>
                  <a:lnTo>
                    <a:pt x="563321" y="402005"/>
                  </a:lnTo>
                  <a:lnTo>
                    <a:pt x="773201" y="401980"/>
                  </a:lnTo>
                  <a:lnTo>
                    <a:pt x="800315" y="423367"/>
                  </a:lnTo>
                  <a:lnTo>
                    <a:pt x="834821" y="592963"/>
                  </a:lnTo>
                  <a:lnTo>
                    <a:pt x="834821" y="581469"/>
                  </a:lnTo>
                  <a:lnTo>
                    <a:pt x="803097" y="425564"/>
                  </a:lnTo>
                  <a:lnTo>
                    <a:pt x="823429" y="401967"/>
                  </a:lnTo>
                  <a:lnTo>
                    <a:pt x="1030998" y="401942"/>
                  </a:lnTo>
                  <a:lnTo>
                    <a:pt x="1060881" y="425526"/>
                  </a:lnTo>
                  <a:lnTo>
                    <a:pt x="1094498" y="590727"/>
                  </a:lnTo>
                  <a:lnTo>
                    <a:pt x="1094498" y="579285"/>
                  </a:lnTo>
                  <a:lnTo>
                    <a:pt x="1062774" y="423354"/>
                  </a:lnTo>
                  <a:lnTo>
                    <a:pt x="1081214" y="401929"/>
                  </a:lnTo>
                  <a:lnTo>
                    <a:pt x="1264551" y="401891"/>
                  </a:lnTo>
                  <a:lnTo>
                    <a:pt x="1264107" y="399694"/>
                  </a:lnTo>
                  <a:lnTo>
                    <a:pt x="1078445" y="399732"/>
                  </a:lnTo>
                  <a:lnTo>
                    <a:pt x="1054061" y="380492"/>
                  </a:lnTo>
                  <a:lnTo>
                    <a:pt x="1051280" y="366826"/>
                  </a:lnTo>
                  <a:lnTo>
                    <a:pt x="1051280" y="378333"/>
                  </a:lnTo>
                  <a:lnTo>
                    <a:pt x="1032852" y="399745"/>
                  </a:lnTo>
                  <a:lnTo>
                    <a:pt x="820686" y="399770"/>
                  </a:lnTo>
                  <a:lnTo>
                    <a:pt x="793521" y="378358"/>
                  </a:lnTo>
                  <a:lnTo>
                    <a:pt x="791616" y="369087"/>
                  </a:lnTo>
                  <a:lnTo>
                    <a:pt x="791616" y="380568"/>
                  </a:lnTo>
                  <a:lnTo>
                    <a:pt x="775055" y="399783"/>
                  </a:lnTo>
                  <a:lnTo>
                    <a:pt x="560552" y="399808"/>
                  </a:lnTo>
                  <a:lnTo>
                    <a:pt x="533400" y="378383"/>
                  </a:lnTo>
                  <a:lnTo>
                    <a:pt x="531495" y="369176"/>
                  </a:lnTo>
                  <a:lnTo>
                    <a:pt x="531495" y="380593"/>
                  </a:lnTo>
                  <a:lnTo>
                    <a:pt x="514934" y="399821"/>
                  </a:lnTo>
                  <a:lnTo>
                    <a:pt x="299275" y="399846"/>
                  </a:lnTo>
                  <a:lnTo>
                    <a:pt x="273481" y="379514"/>
                  </a:lnTo>
                  <a:lnTo>
                    <a:pt x="238988" y="209969"/>
                  </a:lnTo>
                  <a:lnTo>
                    <a:pt x="257416" y="188544"/>
                  </a:lnTo>
                  <a:lnTo>
                    <a:pt x="470801" y="188518"/>
                  </a:lnTo>
                  <a:lnTo>
                    <a:pt x="496544" y="208800"/>
                  </a:lnTo>
                  <a:lnTo>
                    <a:pt x="531495" y="380593"/>
                  </a:lnTo>
                  <a:lnTo>
                    <a:pt x="531495" y="369176"/>
                  </a:lnTo>
                  <a:lnTo>
                    <a:pt x="499325" y="210997"/>
                  </a:lnTo>
                  <a:lnTo>
                    <a:pt x="518693" y="188506"/>
                  </a:lnTo>
                  <a:lnTo>
                    <a:pt x="730923" y="188480"/>
                  </a:lnTo>
                  <a:lnTo>
                    <a:pt x="756666" y="208775"/>
                  </a:lnTo>
                  <a:lnTo>
                    <a:pt x="791616" y="380568"/>
                  </a:lnTo>
                  <a:lnTo>
                    <a:pt x="791616" y="369087"/>
                  </a:lnTo>
                  <a:lnTo>
                    <a:pt x="759447" y="210972"/>
                  </a:lnTo>
                  <a:lnTo>
                    <a:pt x="778827" y="188468"/>
                  </a:lnTo>
                  <a:lnTo>
                    <a:pt x="988707" y="188442"/>
                  </a:lnTo>
                  <a:lnTo>
                    <a:pt x="1017231" y="210934"/>
                  </a:lnTo>
                  <a:lnTo>
                    <a:pt x="1051280" y="378333"/>
                  </a:lnTo>
                  <a:lnTo>
                    <a:pt x="1051280" y="366826"/>
                  </a:lnTo>
                  <a:lnTo>
                    <a:pt x="1019124" y="208749"/>
                  </a:lnTo>
                  <a:lnTo>
                    <a:pt x="1036599" y="188429"/>
                  </a:lnTo>
                  <a:lnTo>
                    <a:pt x="1221105" y="188391"/>
                  </a:lnTo>
                  <a:lnTo>
                    <a:pt x="1220660" y="186207"/>
                  </a:lnTo>
                  <a:lnTo>
                    <a:pt x="1036205" y="186245"/>
                  </a:lnTo>
                  <a:lnTo>
                    <a:pt x="1010412" y="165912"/>
                  </a:lnTo>
                  <a:lnTo>
                    <a:pt x="976668" y="0"/>
                  </a:lnTo>
                  <a:lnTo>
                    <a:pt x="974331" y="0"/>
                  </a:lnTo>
                  <a:lnTo>
                    <a:pt x="1007630" y="163728"/>
                  </a:lnTo>
                  <a:lnTo>
                    <a:pt x="988237" y="186258"/>
                  </a:lnTo>
                  <a:lnTo>
                    <a:pt x="778408" y="186270"/>
                  </a:lnTo>
                  <a:lnTo>
                    <a:pt x="749846" y="163766"/>
                  </a:lnTo>
                  <a:lnTo>
                    <a:pt x="716546" y="38"/>
                  </a:lnTo>
                  <a:lnTo>
                    <a:pt x="714209" y="38"/>
                  </a:lnTo>
                  <a:lnTo>
                    <a:pt x="747953" y="165950"/>
                  </a:lnTo>
                  <a:lnTo>
                    <a:pt x="730453" y="186283"/>
                  </a:lnTo>
                  <a:lnTo>
                    <a:pt x="518274" y="186309"/>
                  </a:lnTo>
                  <a:lnTo>
                    <a:pt x="489737" y="163791"/>
                  </a:lnTo>
                  <a:lnTo>
                    <a:pt x="456412" y="76"/>
                  </a:lnTo>
                  <a:lnTo>
                    <a:pt x="454088" y="76"/>
                  </a:lnTo>
                  <a:lnTo>
                    <a:pt x="487832" y="166001"/>
                  </a:lnTo>
                  <a:lnTo>
                    <a:pt x="470331" y="186321"/>
                  </a:lnTo>
                  <a:lnTo>
                    <a:pt x="256997" y="186347"/>
                  </a:lnTo>
                  <a:lnTo>
                    <a:pt x="229819" y="164922"/>
                  </a:lnTo>
                  <a:lnTo>
                    <a:pt x="196303" y="114"/>
                  </a:lnTo>
                  <a:lnTo>
                    <a:pt x="193967" y="114"/>
                  </a:lnTo>
                  <a:lnTo>
                    <a:pt x="227495" y="164947"/>
                  </a:lnTo>
                  <a:lnTo>
                    <a:pt x="209042" y="186359"/>
                  </a:lnTo>
                  <a:lnTo>
                    <a:pt x="0" y="186372"/>
                  </a:lnTo>
                  <a:lnTo>
                    <a:pt x="444" y="188569"/>
                  </a:lnTo>
                  <a:lnTo>
                    <a:pt x="209511" y="188556"/>
                  </a:lnTo>
                  <a:lnTo>
                    <a:pt x="236639" y="209943"/>
                  </a:lnTo>
                  <a:lnTo>
                    <a:pt x="271145" y="379539"/>
                  </a:lnTo>
                  <a:lnTo>
                    <a:pt x="253657" y="399859"/>
                  </a:lnTo>
                  <a:lnTo>
                    <a:pt x="43434" y="399872"/>
                  </a:lnTo>
                  <a:lnTo>
                    <a:pt x="43891" y="402069"/>
                  </a:lnTo>
                  <a:lnTo>
                    <a:pt x="251802" y="402056"/>
                  </a:lnTo>
                  <a:lnTo>
                    <a:pt x="280314" y="424535"/>
                  </a:lnTo>
                  <a:lnTo>
                    <a:pt x="314363" y="591947"/>
                  </a:lnTo>
                  <a:lnTo>
                    <a:pt x="295935" y="613359"/>
                  </a:lnTo>
                  <a:lnTo>
                    <a:pt x="86880" y="613371"/>
                  </a:lnTo>
                  <a:lnTo>
                    <a:pt x="87325" y="615556"/>
                  </a:lnTo>
                  <a:lnTo>
                    <a:pt x="296405" y="615543"/>
                  </a:lnTo>
                  <a:lnTo>
                    <a:pt x="323519" y="636930"/>
                  </a:lnTo>
                  <a:lnTo>
                    <a:pt x="356933" y="800989"/>
                  </a:lnTo>
                  <a:lnTo>
                    <a:pt x="359270" y="800989"/>
                  </a:lnTo>
                  <a:lnTo>
                    <a:pt x="325869" y="636955"/>
                  </a:lnTo>
                  <a:lnTo>
                    <a:pt x="344297" y="615530"/>
                  </a:lnTo>
                  <a:lnTo>
                    <a:pt x="557682" y="615505"/>
                  </a:lnTo>
                  <a:lnTo>
                    <a:pt x="583425" y="635800"/>
                  </a:lnTo>
                  <a:lnTo>
                    <a:pt x="617054" y="800950"/>
                  </a:lnTo>
                  <a:lnTo>
                    <a:pt x="619391" y="800950"/>
                  </a:lnTo>
                  <a:lnTo>
                    <a:pt x="586206" y="637984"/>
                  </a:lnTo>
                  <a:lnTo>
                    <a:pt x="605599" y="615492"/>
                  </a:lnTo>
                  <a:lnTo>
                    <a:pt x="817791" y="615467"/>
                  </a:lnTo>
                  <a:lnTo>
                    <a:pt x="843534" y="635762"/>
                  </a:lnTo>
                  <a:lnTo>
                    <a:pt x="877163" y="800912"/>
                  </a:lnTo>
                  <a:lnTo>
                    <a:pt x="879500" y="800912"/>
                  </a:lnTo>
                  <a:lnTo>
                    <a:pt x="846315" y="637946"/>
                  </a:lnTo>
                  <a:lnTo>
                    <a:pt x="865720" y="615454"/>
                  </a:lnTo>
                  <a:lnTo>
                    <a:pt x="1075588" y="615429"/>
                  </a:lnTo>
                  <a:lnTo>
                    <a:pt x="1104099" y="637908"/>
                  </a:lnTo>
                  <a:lnTo>
                    <a:pt x="1137285" y="800874"/>
                  </a:lnTo>
                  <a:lnTo>
                    <a:pt x="1139621" y="800874"/>
                  </a:lnTo>
                  <a:lnTo>
                    <a:pt x="1105992" y="635749"/>
                  </a:lnTo>
                  <a:lnTo>
                    <a:pt x="1123505" y="615416"/>
                  </a:lnTo>
                  <a:lnTo>
                    <a:pt x="1307998" y="615378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116110" y="10246892"/>
              <a:ext cx="9994900" cy="25400"/>
            </a:xfrm>
            <a:custGeom>
              <a:avLst/>
              <a:gdLst/>
              <a:ahLst/>
              <a:cxnLst/>
              <a:rect l="l" t="t" r="r" b="b"/>
              <a:pathLst>
                <a:path w="9994900" h="25400">
                  <a:moveTo>
                    <a:pt x="9994774" y="0"/>
                  </a:moveTo>
                  <a:lnTo>
                    <a:pt x="0" y="0"/>
                  </a:lnTo>
                  <a:lnTo>
                    <a:pt x="0" y="24910"/>
                  </a:lnTo>
                  <a:lnTo>
                    <a:pt x="9994774" y="24910"/>
                  </a:lnTo>
                  <a:lnTo>
                    <a:pt x="9994774" y="0"/>
                  </a:lnTo>
                  <a:close/>
                </a:path>
              </a:pathLst>
            </a:custGeom>
            <a:solidFill>
              <a:srgbClr val="06060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" name="object 60" descr=""/>
          <p:cNvGrpSpPr/>
          <p:nvPr/>
        </p:nvGrpSpPr>
        <p:grpSpPr>
          <a:xfrm>
            <a:off x="16560307" y="818676"/>
            <a:ext cx="2378075" cy="3378200"/>
            <a:chOff x="16560307" y="818676"/>
            <a:chExt cx="2378075" cy="3378200"/>
          </a:xfrm>
        </p:grpSpPr>
        <p:sp>
          <p:nvSpPr>
            <p:cNvPr id="61" name="object 61" descr=""/>
            <p:cNvSpPr/>
            <p:nvPr/>
          </p:nvSpPr>
          <p:spPr>
            <a:xfrm>
              <a:off x="17524031" y="1278139"/>
              <a:ext cx="484505" cy="111125"/>
            </a:xfrm>
            <a:custGeom>
              <a:avLst/>
              <a:gdLst/>
              <a:ahLst/>
              <a:cxnLst/>
              <a:rect l="l" t="t" r="r" b="b"/>
              <a:pathLst>
                <a:path w="484505" h="111125">
                  <a:moveTo>
                    <a:pt x="483985" y="31779"/>
                  </a:moveTo>
                  <a:lnTo>
                    <a:pt x="0" y="31779"/>
                  </a:lnTo>
                  <a:lnTo>
                    <a:pt x="0" y="0"/>
                  </a:lnTo>
                  <a:lnTo>
                    <a:pt x="483985" y="0"/>
                  </a:lnTo>
                  <a:lnTo>
                    <a:pt x="483985" y="31779"/>
                  </a:lnTo>
                  <a:close/>
                </a:path>
                <a:path w="484505" h="111125">
                  <a:moveTo>
                    <a:pt x="483985" y="110855"/>
                  </a:moveTo>
                  <a:lnTo>
                    <a:pt x="0" y="110855"/>
                  </a:lnTo>
                  <a:lnTo>
                    <a:pt x="0" y="79076"/>
                  </a:lnTo>
                  <a:lnTo>
                    <a:pt x="483985" y="79076"/>
                  </a:lnTo>
                  <a:lnTo>
                    <a:pt x="483985" y="110855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7750139" y="1283070"/>
              <a:ext cx="32384" cy="2903220"/>
            </a:xfrm>
            <a:custGeom>
              <a:avLst/>
              <a:gdLst/>
              <a:ahLst/>
              <a:cxnLst/>
              <a:rect l="l" t="t" r="r" b="b"/>
              <a:pathLst>
                <a:path w="32384" h="2903220">
                  <a:moveTo>
                    <a:pt x="31779" y="0"/>
                  </a:moveTo>
                  <a:lnTo>
                    <a:pt x="0" y="0"/>
                  </a:lnTo>
                  <a:lnTo>
                    <a:pt x="0" y="2902895"/>
                  </a:lnTo>
                  <a:lnTo>
                    <a:pt x="31779" y="2902895"/>
                  </a:lnTo>
                  <a:lnTo>
                    <a:pt x="317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7750139" y="1283070"/>
              <a:ext cx="32384" cy="2903220"/>
            </a:xfrm>
            <a:custGeom>
              <a:avLst/>
              <a:gdLst/>
              <a:ahLst/>
              <a:cxnLst/>
              <a:rect l="l" t="t" r="r" b="b"/>
              <a:pathLst>
                <a:path w="32384" h="2903220">
                  <a:moveTo>
                    <a:pt x="31779" y="2902895"/>
                  </a:moveTo>
                  <a:lnTo>
                    <a:pt x="0" y="2902895"/>
                  </a:lnTo>
                  <a:lnTo>
                    <a:pt x="0" y="0"/>
                  </a:lnTo>
                  <a:lnTo>
                    <a:pt x="31779" y="0"/>
                  </a:lnTo>
                  <a:lnTo>
                    <a:pt x="31779" y="2902895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6613451" y="1709445"/>
              <a:ext cx="2287905" cy="32384"/>
            </a:xfrm>
            <a:custGeom>
              <a:avLst/>
              <a:gdLst/>
              <a:ahLst/>
              <a:cxnLst/>
              <a:rect l="l" t="t" r="r" b="b"/>
              <a:pathLst>
                <a:path w="2287905" h="32385">
                  <a:moveTo>
                    <a:pt x="2287909" y="0"/>
                  </a:moveTo>
                  <a:lnTo>
                    <a:pt x="0" y="0"/>
                  </a:lnTo>
                  <a:lnTo>
                    <a:pt x="0" y="31779"/>
                  </a:lnTo>
                  <a:lnTo>
                    <a:pt x="2287909" y="31779"/>
                  </a:lnTo>
                  <a:lnTo>
                    <a:pt x="2287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6613451" y="1709445"/>
              <a:ext cx="2287905" cy="32384"/>
            </a:xfrm>
            <a:custGeom>
              <a:avLst/>
              <a:gdLst/>
              <a:ahLst/>
              <a:cxnLst/>
              <a:rect l="l" t="t" r="r" b="b"/>
              <a:pathLst>
                <a:path w="2287905" h="32385">
                  <a:moveTo>
                    <a:pt x="2287909" y="31779"/>
                  </a:moveTo>
                  <a:lnTo>
                    <a:pt x="0" y="31779"/>
                  </a:lnTo>
                  <a:lnTo>
                    <a:pt x="0" y="0"/>
                  </a:lnTo>
                  <a:lnTo>
                    <a:pt x="2287909" y="0"/>
                  </a:lnTo>
                  <a:lnTo>
                    <a:pt x="2287909" y="3177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871245" y="818676"/>
              <a:ext cx="1804039" cy="3378178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16565542" y="1381824"/>
              <a:ext cx="2367915" cy="334010"/>
            </a:xfrm>
            <a:custGeom>
              <a:avLst/>
              <a:gdLst/>
              <a:ahLst/>
              <a:cxnLst/>
              <a:rect l="l" t="t" r="r" b="b"/>
              <a:pathLst>
                <a:path w="2367915" h="334010">
                  <a:moveTo>
                    <a:pt x="1384345" y="0"/>
                  </a:moveTo>
                  <a:lnTo>
                    <a:pt x="1380638" y="10931"/>
                  </a:lnTo>
                  <a:lnTo>
                    <a:pt x="2297490" y="321843"/>
                  </a:lnTo>
                  <a:lnTo>
                    <a:pt x="72751" y="321843"/>
                  </a:lnTo>
                  <a:lnTo>
                    <a:pt x="1023047" y="12659"/>
                  </a:lnTo>
                  <a:lnTo>
                    <a:pt x="1019466" y="1685"/>
                  </a:lnTo>
                  <a:lnTo>
                    <a:pt x="0" y="333382"/>
                  </a:lnTo>
                  <a:lnTo>
                    <a:pt x="2367435" y="333382"/>
                  </a:lnTo>
                  <a:lnTo>
                    <a:pt x="13843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6565542" y="1381824"/>
              <a:ext cx="2367915" cy="334010"/>
            </a:xfrm>
            <a:custGeom>
              <a:avLst/>
              <a:gdLst/>
              <a:ahLst/>
              <a:cxnLst/>
              <a:rect l="l" t="t" r="r" b="b"/>
              <a:pathLst>
                <a:path w="2367915" h="334010">
                  <a:moveTo>
                    <a:pt x="2367435" y="333382"/>
                  </a:moveTo>
                  <a:lnTo>
                    <a:pt x="0" y="333382"/>
                  </a:lnTo>
                  <a:lnTo>
                    <a:pt x="1019466" y="1685"/>
                  </a:lnTo>
                  <a:lnTo>
                    <a:pt x="1023047" y="12659"/>
                  </a:lnTo>
                  <a:lnTo>
                    <a:pt x="72751" y="321843"/>
                  </a:lnTo>
                  <a:lnTo>
                    <a:pt x="2297490" y="321843"/>
                  </a:lnTo>
                  <a:lnTo>
                    <a:pt x="1380638" y="10931"/>
                  </a:lnTo>
                  <a:lnTo>
                    <a:pt x="1384345" y="0"/>
                  </a:lnTo>
                  <a:lnTo>
                    <a:pt x="2367435" y="33338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6601048" y="1703741"/>
              <a:ext cx="971550" cy="159385"/>
            </a:xfrm>
            <a:custGeom>
              <a:avLst/>
              <a:gdLst/>
              <a:ahLst/>
              <a:cxnLst/>
              <a:rect l="l" t="t" r="r" b="b"/>
              <a:pathLst>
                <a:path w="971550" h="159385">
                  <a:moveTo>
                    <a:pt x="1738" y="0"/>
                  </a:moveTo>
                  <a:lnTo>
                    <a:pt x="0" y="11402"/>
                  </a:lnTo>
                  <a:lnTo>
                    <a:pt x="969593" y="159230"/>
                  </a:lnTo>
                  <a:lnTo>
                    <a:pt x="971331" y="147827"/>
                  </a:lnTo>
                  <a:lnTo>
                    <a:pt x="1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6601048" y="1703741"/>
              <a:ext cx="971550" cy="159385"/>
            </a:xfrm>
            <a:custGeom>
              <a:avLst/>
              <a:gdLst/>
              <a:ahLst/>
              <a:cxnLst/>
              <a:rect l="l" t="t" r="r" b="b"/>
              <a:pathLst>
                <a:path w="971550" h="159385">
                  <a:moveTo>
                    <a:pt x="969593" y="159230"/>
                  </a:moveTo>
                  <a:lnTo>
                    <a:pt x="0" y="11402"/>
                  </a:lnTo>
                  <a:lnTo>
                    <a:pt x="1738" y="0"/>
                  </a:lnTo>
                  <a:lnTo>
                    <a:pt x="971331" y="147827"/>
                  </a:lnTo>
                  <a:lnTo>
                    <a:pt x="969593" y="15923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7960656" y="1703731"/>
              <a:ext cx="938530" cy="159385"/>
            </a:xfrm>
            <a:custGeom>
              <a:avLst/>
              <a:gdLst/>
              <a:ahLst/>
              <a:cxnLst/>
              <a:rect l="l" t="t" r="r" b="b"/>
              <a:pathLst>
                <a:path w="938530" h="159385">
                  <a:moveTo>
                    <a:pt x="936442" y="0"/>
                  </a:moveTo>
                  <a:lnTo>
                    <a:pt x="0" y="147702"/>
                  </a:lnTo>
                  <a:lnTo>
                    <a:pt x="1800" y="159105"/>
                  </a:lnTo>
                  <a:lnTo>
                    <a:pt x="938243" y="11413"/>
                  </a:lnTo>
                  <a:lnTo>
                    <a:pt x="9364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7960656" y="1703731"/>
              <a:ext cx="938530" cy="159385"/>
            </a:xfrm>
            <a:custGeom>
              <a:avLst/>
              <a:gdLst/>
              <a:ahLst/>
              <a:cxnLst/>
              <a:rect l="l" t="t" r="r" b="b"/>
              <a:pathLst>
                <a:path w="938530" h="159385">
                  <a:moveTo>
                    <a:pt x="1800" y="159105"/>
                  </a:moveTo>
                  <a:lnTo>
                    <a:pt x="0" y="147702"/>
                  </a:lnTo>
                  <a:lnTo>
                    <a:pt x="936442" y="0"/>
                  </a:lnTo>
                  <a:lnTo>
                    <a:pt x="938243" y="11413"/>
                  </a:lnTo>
                  <a:lnTo>
                    <a:pt x="1800" y="159105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60408" y="1709981"/>
              <a:ext cx="73882" cy="173157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864425" y="1710100"/>
              <a:ext cx="73882" cy="173157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16875962" y="2088212"/>
              <a:ext cx="1794510" cy="333375"/>
            </a:xfrm>
            <a:custGeom>
              <a:avLst/>
              <a:gdLst/>
              <a:ahLst/>
              <a:cxnLst/>
              <a:rect l="l" t="t" r="r" b="b"/>
              <a:pathLst>
                <a:path w="1794509" h="333375">
                  <a:moveTo>
                    <a:pt x="1074490" y="0"/>
                  </a:moveTo>
                  <a:lnTo>
                    <a:pt x="1069642" y="10481"/>
                  </a:lnTo>
                  <a:lnTo>
                    <a:pt x="1741999" y="321613"/>
                  </a:lnTo>
                  <a:lnTo>
                    <a:pt x="51893" y="321613"/>
                  </a:lnTo>
                  <a:lnTo>
                    <a:pt x="713287" y="12167"/>
                  </a:lnTo>
                  <a:lnTo>
                    <a:pt x="708386" y="1717"/>
                  </a:lnTo>
                  <a:lnTo>
                    <a:pt x="0" y="333152"/>
                  </a:lnTo>
                  <a:lnTo>
                    <a:pt x="1794406" y="333152"/>
                  </a:lnTo>
                  <a:lnTo>
                    <a:pt x="1074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6875962" y="2088212"/>
              <a:ext cx="1794510" cy="333375"/>
            </a:xfrm>
            <a:custGeom>
              <a:avLst/>
              <a:gdLst/>
              <a:ahLst/>
              <a:cxnLst/>
              <a:rect l="l" t="t" r="r" b="b"/>
              <a:pathLst>
                <a:path w="1794509" h="333375">
                  <a:moveTo>
                    <a:pt x="1794406" y="333152"/>
                  </a:moveTo>
                  <a:lnTo>
                    <a:pt x="0" y="333152"/>
                  </a:lnTo>
                  <a:lnTo>
                    <a:pt x="708386" y="1717"/>
                  </a:lnTo>
                  <a:lnTo>
                    <a:pt x="713287" y="12167"/>
                  </a:lnTo>
                  <a:lnTo>
                    <a:pt x="51893" y="321613"/>
                  </a:lnTo>
                  <a:lnTo>
                    <a:pt x="1741999" y="321613"/>
                  </a:lnTo>
                  <a:lnTo>
                    <a:pt x="1069642" y="10481"/>
                  </a:lnTo>
                  <a:lnTo>
                    <a:pt x="1074490" y="0"/>
                  </a:lnTo>
                  <a:lnTo>
                    <a:pt x="1794406" y="33315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6900658" y="2409960"/>
              <a:ext cx="643255" cy="153035"/>
            </a:xfrm>
            <a:custGeom>
              <a:avLst/>
              <a:gdLst/>
              <a:ahLst/>
              <a:cxnLst/>
              <a:rect l="l" t="t" r="r" b="b"/>
              <a:pathLst>
                <a:path w="643255" h="153035">
                  <a:moveTo>
                    <a:pt x="2492" y="0"/>
                  </a:moveTo>
                  <a:lnTo>
                    <a:pt x="0" y="11266"/>
                  </a:lnTo>
                  <a:lnTo>
                    <a:pt x="640189" y="152937"/>
                  </a:lnTo>
                  <a:lnTo>
                    <a:pt x="642682" y="141671"/>
                  </a:lnTo>
                  <a:lnTo>
                    <a:pt x="2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6900658" y="2409960"/>
              <a:ext cx="643255" cy="153035"/>
            </a:xfrm>
            <a:custGeom>
              <a:avLst/>
              <a:gdLst/>
              <a:ahLst/>
              <a:cxnLst/>
              <a:rect l="l" t="t" r="r" b="b"/>
              <a:pathLst>
                <a:path w="643255" h="153035">
                  <a:moveTo>
                    <a:pt x="640189" y="152937"/>
                  </a:moveTo>
                  <a:lnTo>
                    <a:pt x="0" y="11266"/>
                  </a:lnTo>
                  <a:lnTo>
                    <a:pt x="2492" y="0"/>
                  </a:lnTo>
                  <a:lnTo>
                    <a:pt x="642682" y="141671"/>
                  </a:lnTo>
                  <a:lnTo>
                    <a:pt x="640189" y="15293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7987349" y="2409958"/>
              <a:ext cx="658495" cy="153670"/>
            </a:xfrm>
            <a:custGeom>
              <a:avLst/>
              <a:gdLst/>
              <a:ahLst/>
              <a:cxnLst/>
              <a:rect l="l" t="t" r="r" b="b"/>
              <a:pathLst>
                <a:path w="658494" h="153669">
                  <a:moveTo>
                    <a:pt x="655592" y="0"/>
                  </a:moveTo>
                  <a:lnTo>
                    <a:pt x="0" y="142079"/>
                  </a:lnTo>
                  <a:lnTo>
                    <a:pt x="2450" y="153346"/>
                  </a:lnTo>
                  <a:lnTo>
                    <a:pt x="658032" y="11266"/>
                  </a:lnTo>
                  <a:lnTo>
                    <a:pt x="6555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7987349" y="2409958"/>
              <a:ext cx="658495" cy="153670"/>
            </a:xfrm>
            <a:custGeom>
              <a:avLst/>
              <a:gdLst/>
              <a:ahLst/>
              <a:cxnLst/>
              <a:rect l="l" t="t" r="r" b="b"/>
              <a:pathLst>
                <a:path w="658494" h="153669">
                  <a:moveTo>
                    <a:pt x="2450" y="153346"/>
                  </a:moveTo>
                  <a:lnTo>
                    <a:pt x="0" y="142079"/>
                  </a:lnTo>
                  <a:lnTo>
                    <a:pt x="655592" y="0"/>
                  </a:lnTo>
                  <a:lnTo>
                    <a:pt x="658032" y="11266"/>
                  </a:lnTo>
                  <a:lnTo>
                    <a:pt x="2450" y="15334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6876476" y="2421128"/>
              <a:ext cx="52069" cy="133350"/>
            </a:xfrm>
            <a:custGeom>
              <a:avLst/>
              <a:gdLst/>
              <a:ahLst/>
              <a:cxnLst/>
              <a:rect l="l" t="t" r="r" b="b"/>
              <a:pathLst>
                <a:path w="52069" h="133350">
                  <a:moveTo>
                    <a:pt x="51768" y="0"/>
                  </a:moveTo>
                  <a:lnTo>
                    <a:pt x="0" y="0"/>
                  </a:lnTo>
                  <a:lnTo>
                    <a:pt x="0" y="106939"/>
                  </a:lnTo>
                  <a:lnTo>
                    <a:pt x="2034" y="117013"/>
                  </a:lnTo>
                  <a:lnTo>
                    <a:pt x="7582" y="125240"/>
                  </a:lnTo>
                  <a:lnTo>
                    <a:pt x="15809" y="130788"/>
                  </a:lnTo>
                  <a:lnTo>
                    <a:pt x="25884" y="132823"/>
                  </a:lnTo>
                  <a:lnTo>
                    <a:pt x="35958" y="130788"/>
                  </a:lnTo>
                  <a:lnTo>
                    <a:pt x="44185" y="125240"/>
                  </a:lnTo>
                  <a:lnTo>
                    <a:pt x="49733" y="117013"/>
                  </a:lnTo>
                  <a:lnTo>
                    <a:pt x="51768" y="106939"/>
                  </a:lnTo>
                  <a:lnTo>
                    <a:pt x="517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6876476" y="2421128"/>
              <a:ext cx="52069" cy="133350"/>
            </a:xfrm>
            <a:custGeom>
              <a:avLst/>
              <a:gdLst/>
              <a:ahLst/>
              <a:cxnLst/>
              <a:rect l="l" t="t" r="r" b="b"/>
              <a:pathLst>
                <a:path w="52069" h="133350">
                  <a:moveTo>
                    <a:pt x="25884" y="132823"/>
                  </a:moveTo>
                  <a:lnTo>
                    <a:pt x="15809" y="130788"/>
                  </a:lnTo>
                  <a:lnTo>
                    <a:pt x="7582" y="125240"/>
                  </a:lnTo>
                  <a:lnTo>
                    <a:pt x="2034" y="117013"/>
                  </a:lnTo>
                  <a:lnTo>
                    <a:pt x="0" y="106939"/>
                  </a:lnTo>
                  <a:lnTo>
                    <a:pt x="0" y="0"/>
                  </a:lnTo>
                  <a:lnTo>
                    <a:pt x="51768" y="0"/>
                  </a:lnTo>
                  <a:lnTo>
                    <a:pt x="51768" y="106939"/>
                  </a:lnTo>
                  <a:lnTo>
                    <a:pt x="49733" y="117013"/>
                  </a:lnTo>
                  <a:lnTo>
                    <a:pt x="44185" y="125240"/>
                  </a:lnTo>
                  <a:lnTo>
                    <a:pt x="35958" y="130788"/>
                  </a:lnTo>
                  <a:lnTo>
                    <a:pt x="25884" y="13282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8618278" y="2421128"/>
              <a:ext cx="52069" cy="133350"/>
            </a:xfrm>
            <a:custGeom>
              <a:avLst/>
              <a:gdLst/>
              <a:ahLst/>
              <a:cxnLst/>
              <a:rect l="l" t="t" r="r" b="b"/>
              <a:pathLst>
                <a:path w="52069" h="133350">
                  <a:moveTo>
                    <a:pt x="51768" y="0"/>
                  </a:moveTo>
                  <a:lnTo>
                    <a:pt x="0" y="0"/>
                  </a:lnTo>
                  <a:lnTo>
                    <a:pt x="0" y="106939"/>
                  </a:lnTo>
                  <a:lnTo>
                    <a:pt x="2034" y="117013"/>
                  </a:lnTo>
                  <a:lnTo>
                    <a:pt x="7582" y="125240"/>
                  </a:lnTo>
                  <a:lnTo>
                    <a:pt x="15809" y="130788"/>
                  </a:lnTo>
                  <a:lnTo>
                    <a:pt x="25884" y="132823"/>
                  </a:lnTo>
                  <a:lnTo>
                    <a:pt x="35958" y="130788"/>
                  </a:lnTo>
                  <a:lnTo>
                    <a:pt x="44185" y="125240"/>
                  </a:lnTo>
                  <a:lnTo>
                    <a:pt x="49733" y="117013"/>
                  </a:lnTo>
                  <a:lnTo>
                    <a:pt x="51768" y="106939"/>
                  </a:lnTo>
                  <a:lnTo>
                    <a:pt x="517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8618278" y="2421128"/>
              <a:ext cx="52069" cy="133350"/>
            </a:xfrm>
            <a:custGeom>
              <a:avLst/>
              <a:gdLst/>
              <a:ahLst/>
              <a:cxnLst/>
              <a:rect l="l" t="t" r="r" b="b"/>
              <a:pathLst>
                <a:path w="52069" h="133350">
                  <a:moveTo>
                    <a:pt x="25884" y="132823"/>
                  </a:moveTo>
                  <a:lnTo>
                    <a:pt x="15809" y="130788"/>
                  </a:lnTo>
                  <a:lnTo>
                    <a:pt x="7582" y="125240"/>
                  </a:lnTo>
                  <a:lnTo>
                    <a:pt x="2034" y="117013"/>
                  </a:lnTo>
                  <a:lnTo>
                    <a:pt x="0" y="106939"/>
                  </a:lnTo>
                  <a:lnTo>
                    <a:pt x="0" y="0"/>
                  </a:lnTo>
                  <a:lnTo>
                    <a:pt x="51768" y="0"/>
                  </a:lnTo>
                  <a:lnTo>
                    <a:pt x="51768" y="106939"/>
                  </a:lnTo>
                  <a:lnTo>
                    <a:pt x="49733" y="117013"/>
                  </a:lnTo>
                  <a:lnTo>
                    <a:pt x="44185" y="125240"/>
                  </a:lnTo>
                  <a:lnTo>
                    <a:pt x="35958" y="130788"/>
                  </a:lnTo>
                  <a:lnTo>
                    <a:pt x="25884" y="13282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 descr=""/>
          <p:cNvGrpSpPr/>
          <p:nvPr/>
        </p:nvGrpSpPr>
        <p:grpSpPr>
          <a:xfrm>
            <a:off x="3524936" y="5751822"/>
            <a:ext cx="1343025" cy="563245"/>
            <a:chOff x="3524936" y="5751822"/>
            <a:chExt cx="1343025" cy="563245"/>
          </a:xfrm>
        </p:grpSpPr>
        <p:sp>
          <p:nvSpPr>
            <p:cNvPr id="86" name="object 86" descr=""/>
            <p:cNvSpPr/>
            <p:nvPr/>
          </p:nvSpPr>
          <p:spPr>
            <a:xfrm>
              <a:off x="3524936" y="5751822"/>
              <a:ext cx="1264920" cy="563245"/>
            </a:xfrm>
            <a:custGeom>
              <a:avLst/>
              <a:gdLst/>
              <a:ahLst/>
              <a:cxnLst/>
              <a:rect l="l" t="t" r="r" b="b"/>
              <a:pathLst>
                <a:path w="1264920" h="563245">
                  <a:moveTo>
                    <a:pt x="1108751" y="0"/>
                  </a:moveTo>
                  <a:lnTo>
                    <a:pt x="155628" y="0"/>
                  </a:lnTo>
                  <a:lnTo>
                    <a:pt x="106436" y="7934"/>
                  </a:lnTo>
                  <a:lnTo>
                    <a:pt x="63714" y="30029"/>
                  </a:lnTo>
                  <a:lnTo>
                    <a:pt x="30026" y="63721"/>
                  </a:lnTo>
                  <a:lnTo>
                    <a:pt x="7933" y="106445"/>
                  </a:lnTo>
                  <a:lnTo>
                    <a:pt x="0" y="155639"/>
                  </a:lnTo>
                  <a:lnTo>
                    <a:pt x="0" y="407149"/>
                  </a:lnTo>
                  <a:lnTo>
                    <a:pt x="7933" y="456338"/>
                  </a:lnTo>
                  <a:lnTo>
                    <a:pt x="30026" y="499059"/>
                  </a:lnTo>
                  <a:lnTo>
                    <a:pt x="63714" y="532749"/>
                  </a:lnTo>
                  <a:lnTo>
                    <a:pt x="106436" y="554844"/>
                  </a:lnTo>
                  <a:lnTo>
                    <a:pt x="155628" y="562778"/>
                  </a:lnTo>
                  <a:lnTo>
                    <a:pt x="1108751" y="562778"/>
                  </a:lnTo>
                  <a:lnTo>
                    <a:pt x="1157944" y="554844"/>
                  </a:lnTo>
                  <a:lnTo>
                    <a:pt x="1200669" y="532749"/>
                  </a:lnTo>
                  <a:lnTo>
                    <a:pt x="1234360" y="499059"/>
                  </a:lnTo>
                  <a:lnTo>
                    <a:pt x="1256456" y="456338"/>
                  </a:lnTo>
                  <a:lnTo>
                    <a:pt x="1264390" y="407149"/>
                  </a:lnTo>
                  <a:lnTo>
                    <a:pt x="1264390" y="155639"/>
                  </a:lnTo>
                  <a:lnTo>
                    <a:pt x="1256456" y="106445"/>
                  </a:lnTo>
                  <a:lnTo>
                    <a:pt x="1234360" y="63721"/>
                  </a:lnTo>
                  <a:lnTo>
                    <a:pt x="1200669" y="30029"/>
                  </a:lnTo>
                  <a:lnTo>
                    <a:pt x="1157944" y="7934"/>
                  </a:lnTo>
                  <a:lnTo>
                    <a:pt x="1108751" y="0"/>
                  </a:lnTo>
                  <a:close/>
                </a:path>
              </a:pathLst>
            </a:custGeom>
            <a:solidFill>
              <a:srgbClr val="1D7B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654443" y="5879454"/>
              <a:ext cx="1005840" cy="307975"/>
            </a:xfrm>
            <a:custGeom>
              <a:avLst/>
              <a:gdLst/>
              <a:ahLst/>
              <a:cxnLst/>
              <a:rect l="l" t="t" r="r" b="b"/>
              <a:pathLst>
                <a:path w="1005839" h="307975">
                  <a:moveTo>
                    <a:pt x="1005372" y="0"/>
                  </a:moveTo>
                  <a:lnTo>
                    <a:pt x="0" y="0"/>
                  </a:lnTo>
                  <a:lnTo>
                    <a:pt x="0" y="307508"/>
                  </a:lnTo>
                  <a:lnTo>
                    <a:pt x="1005372" y="307508"/>
                  </a:lnTo>
                  <a:lnTo>
                    <a:pt x="1005372" y="0"/>
                  </a:lnTo>
                  <a:close/>
                </a:path>
              </a:pathLst>
            </a:custGeom>
            <a:solidFill>
              <a:srgbClr val="31AC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4789320" y="5879454"/>
              <a:ext cx="78105" cy="307975"/>
            </a:xfrm>
            <a:custGeom>
              <a:avLst/>
              <a:gdLst/>
              <a:ahLst/>
              <a:cxnLst/>
              <a:rect l="l" t="t" r="r" b="b"/>
              <a:pathLst>
                <a:path w="78104" h="307975">
                  <a:moveTo>
                    <a:pt x="78081" y="0"/>
                  </a:moveTo>
                  <a:lnTo>
                    <a:pt x="0" y="0"/>
                  </a:lnTo>
                  <a:lnTo>
                    <a:pt x="0" y="307508"/>
                  </a:lnTo>
                  <a:lnTo>
                    <a:pt x="78081" y="307508"/>
                  </a:lnTo>
                  <a:lnTo>
                    <a:pt x="78081" y="0"/>
                  </a:lnTo>
                  <a:close/>
                </a:path>
              </a:pathLst>
            </a:custGeom>
            <a:solidFill>
              <a:srgbClr val="1552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3704475" y="5877032"/>
              <a:ext cx="887094" cy="312420"/>
            </a:xfrm>
            <a:custGeom>
              <a:avLst/>
              <a:gdLst/>
              <a:ahLst/>
              <a:cxnLst/>
              <a:rect l="l" t="t" r="r" b="b"/>
              <a:pathLst>
                <a:path w="887095" h="312420">
                  <a:moveTo>
                    <a:pt x="145059" y="4851"/>
                  </a:moveTo>
                  <a:lnTo>
                    <a:pt x="133896" y="0"/>
                  </a:lnTo>
                  <a:lnTo>
                    <a:pt x="0" y="307517"/>
                  </a:lnTo>
                  <a:lnTo>
                    <a:pt x="11163" y="312369"/>
                  </a:lnTo>
                  <a:lnTo>
                    <a:pt x="145059" y="4851"/>
                  </a:lnTo>
                  <a:close/>
                </a:path>
                <a:path w="887095" h="312420">
                  <a:moveTo>
                    <a:pt x="330504" y="4851"/>
                  </a:moveTo>
                  <a:lnTo>
                    <a:pt x="319354" y="0"/>
                  </a:lnTo>
                  <a:lnTo>
                    <a:pt x="185458" y="307517"/>
                  </a:lnTo>
                  <a:lnTo>
                    <a:pt x="196621" y="312369"/>
                  </a:lnTo>
                  <a:lnTo>
                    <a:pt x="330504" y="4851"/>
                  </a:lnTo>
                  <a:close/>
                </a:path>
                <a:path w="887095" h="312420">
                  <a:moveTo>
                    <a:pt x="515962" y="4851"/>
                  </a:moveTo>
                  <a:lnTo>
                    <a:pt x="504799" y="0"/>
                  </a:lnTo>
                  <a:lnTo>
                    <a:pt x="370916" y="307517"/>
                  </a:lnTo>
                  <a:lnTo>
                    <a:pt x="382066" y="312369"/>
                  </a:lnTo>
                  <a:lnTo>
                    <a:pt x="515962" y="4851"/>
                  </a:lnTo>
                  <a:close/>
                </a:path>
                <a:path w="887095" h="312420">
                  <a:moveTo>
                    <a:pt x="701421" y="4851"/>
                  </a:moveTo>
                  <a:lnTo>
                    <a:pt x="690257" y="0"/>
                  </a:lnTo>
                  <a:lnTo>
                    <a:pt x="556361" y="307517"/>
                  </a:lnTo>
                  <a:lnTo>
                    <a:pt x="567524" y="312369"/>
                  </a:lnTo>
                  <a:lnTo>
                    <a:pt x="701421" y="4851"/>
                  </a:lnTo>
                  <a:close/>
                </a:path>
                <a:path w="887095" h="312420">
                  <a:moveTo>
                    <a:pt x="886866" y="4851"/>
                  </a:moveTo>
                  <a:lnTo>
                    <a:pt x="875703" y="0"/>
                  </a:lnTo>
                  <a:lnTo>
                    <a:pt x="741819" y="307517"/>
                  </a:lnTo>
                  <a:lnTo>
                    <a:pt x="752983" y="312369"/>
                  </a:lnTo>
                  <a:lnTo>
                    <a:pt x="886866" y="4851"/>
                  </a:lnTo>
                  <a:close/>
                </a:path>
              </a:pathLst>
            </a:custGeom>
            <a:solidFill>
              <a:srgbClr val="A8DAD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 descr=""/>
          <p:cNvGrpSpPr/>
          <p:nvPr/>
        </p:nvGrpSpPr>
        <p:grpSpPr>
          <a:xfrm>
            <a:off x="6584303" y="5372017"/>
            <a:ext cx="429895" cy="1015365"/>
            <a:chOff x="6584303" y="5372017"/>
            <a:chExt cx="429895" cy="1015365"/>
          </a:xfrm>
        </p:grpSpPr>
        <p:sp>
          <p:nvSpPr>
            <p:cNvPr id="91" name="object 91" descr=""/>
            <p:cNvSpPr/>
            <p:nvPr/>
          </p:nvSpPr>
          <p:spPr>
            <a:xfrm>
              <a:off x="6584302" y="5372029"/>
              <a:ext cx="429895" cy="1015365"/>
            </a:xfrm>
            <a:custGeom>
              <a:avLst/>
              <a:gdLst/>
              <a:ahLst/>
              <a:cxnLst/>
              <a:rect l="l" t="t" r="r" b="b"/>
              <a:pathLst>
                <a:path w="429895" h="1015364">
                  <a:moveTo>
                    <a:pt x="429742" y="141986"/>
                  </a:moveTo>
                  <a:lnTo>
                    <a:pt x="406374" y="84569"/>
                  </a:lnTo>
                  <a:lnTo>
                    <a:pt x="349250" y="60477"/>
                  </a:lnTo>
                  <a:lnTo>
                    <a:pt x="216979" y="59651"/>
                  </a:lnTo>
                  <a:lnTo>
                    <a:pt x="333921" y="60375"/>
                  </a:lnTo>
                  <a:lnTo>
                    <a:pt x="334289" y="1447"/>
                  </a:lnTo>
                  <a:lnTo>
                    <a:pt x="102184" y="0"/>
                  </a:lnTo>
                  <a:lnTo>
                    <a:pt x="101828" y="58928"/>
                  </a:lnTo>
                  <a:lnTo>
                    <a:pt x="86487" y="58826"/>
                  </a:lnTo>
                  <a:lnTo>
                    <a:pt x="29057" y="82181"/>
                  </a:lnTo>
                  <a:lnTo>
                    <a:pt x="4978" y="139319"/>
                  </a:lnTo>
                  <a:lnTo>
                    <a:pt x="0" y="931633"/>
                  </a:lnTo>
                  <a:lnTo>
                    <a:pt x="6159" y="963206"/>
                  </a:lnTo>
                  <a:lnTo>
                    <a:pt x="23355" y="989063"/>
                  </a:lnTo>
                  <a:lnTo>
                    <a:pt x="48996" y="1006576"/>
                  </a:lnTo>
                  <a:lnTo>
                    <a:pt x="80479" y="1013142"/>
                  </a:lnTo>
                  <a:lnTo>
                    <a:pt x="343255" y="1014793"/>
                  </a:lnTo>
                  <a:lnTo>
                    <a:pt x="374815" y="1008634"/>
                  </a:lnTo>
                  <a:lnTo>
                    <a:pt x="400672" y="991438"/>
                  </a:lnTo>
                  <a:lnTo>
                    <a:pt x="418198" y="965796"/>
                  </a:lnTo>
                  <a:lnTo>
                    <a:pt x="424751" y="934313"/>
                  </a:lnTo>
                  <a:lnTo>
                    <a:pt x="429742" y="141986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622175" y="5476775"/>
              <a:ext cx="354330" cy="864235"/>
            </a:xfrm>
            <a:custGeom>
              <a:avLst/>
              <a:gdLst/>
              <a:ahLst/>
              <a:cxnLst/>
              <a:rect l="l" t="t" r="r" b="b"/>
              <a:pathLst>
                <a:path w="354329" h="864235">
                  <a:moveTo>
                    <a:pt x="353999" y="0"/>
                  </a:moveTo>
                  <a:lnTo>
                    <a:pt x="0" y="0"/>
                  </a:lnTo>
                  <a:lnTo>
                    <a:pt x="0" y="864120"/>
                  </a:lnTo>
                  <a:lnTo>
                    <a:pt x="353999" y="864120"/>
                  </a:lnTo>
                  <a:lnTo>
                    <a:pt x="353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6639358" y="5751468"/>
              <a:ext cx="320040" cy="574675"/>
            </a:xfrm>
            <a:custGeom>
              <a:avLst/>
              <a:gdLst/>
              <a:ahLst/>
              <a:cxnLst/>
              <a:rect l="l" t="t" r="r" b="b"/>
              <a:pathLst>
                <a:path w="320040" h="574675">
                  <a:moveTo>
                    <a:pt x="319623" y="0"/>
                  </a:moveTo>
                  <a:lnTo>
                    <a:pt x="0" y="0"/>
                  </a:lnTo>
                  <a:lnTo>
                    <a:pt x="0" y="574275"/>
                  </a:lnTo>
                  <a:lnTo>
                    <a:pt x="319623" y="574275"/>
                  </a:lnTo>
                  <a:lnTo>
                    <a:pt x="319623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4" name="object 94" descr=""/>
          <p:cNvGrpSpPr/>
          <p:nvPr/>
        </p:nvGrpSpPr>
        <p:grpSpPr>
          <a:xfrm>
            <a:off x="6223449" y="2106386"/>
            <a:ext cx="1083945" cy="1693545"/>
            <a:chOff x="6223449" y="2106386"/>
            <a:chExt cx="1083945" cy="1693545"/>
          </a:xfrm>
        </p:grpSpPr>
        <p:sp>
          <p:nvSpPr>
            <p:cNvPr id="95" name="object 95" descr=""/>
            <p:cNvSpPr/>
            <p:nvPr/>
          </p:nvSpPr>
          <p:spPr>
            <a:xfrm>
              <a:off x="6223449" y="2106386"/>
              <a:ext cx="1083945" cy="1249680"/>
            </a:xfrm>
            <a:custGeom>
              <a:avLst/>
              <a:gdLst/>
              <a:ahLst/>
              <a:cxnLst/>
              <a:rect l="l" t="t" r="r" b="b"/>
              <a:pathLst>
                <a:path w="1083945" h="1249679">
                  <a:moveTo>
                    <a:pt x="541480" y="0"/>
                  </a:moveTo>
                  <a:lnTo>
                    <a:pt x="492167" y="2132"/>
                  </a:lnTo>
                  <a:lnTo>
                    <a:pt x="444097" y="8347"/>
                  </a:lnTo>
                  <a:lnTo>
                    <a:pt x="397461" y="18461"/>
                  </a:lnTo>
                  <a:lnTo>
                    <a:pt x="352450" y="32294"/>
                  </a:lnTo>
                  <a:lnTo>
                    <a:pt x="309256" y="49664"/>
                  </a:lnTo>
                  <a:lnTo>
                    <a:pt x="268070" y="70389"/>
                  </a:lnTo>
                  <a:lnTo>
                    <a:pt x="229082" y="94287"/>
                  </a:lnTo>
                  <a:lnTo>
                    <a:pt x="192484" y="121176"/>
                  </a:lnTo>
                  <a:lnTo>
                    <a:pt x="158467" y="150876"/>
                  </a:lnTo>
                  <a:lnTo>
                    <a:pt x="127223" y="183204"/>
                  </a:lnTo>
                  <a:lnTo>
                    <a:pt x="98941" y="217978"/>
                  </a:lnTo>
                  <a:lnTo>
                    <a:pt x="73814" y="255018"/>
                  </a:lnTo>
                  <a:lnTo>
                    <a:pt x="52033" y="294140"/>
                  </a:lnTo>
                  <a:lnTo>
                    <a:pt x="33788" y="335164"/>
                  </a:lnTo>
                  <a:lnTo>
                    <a:pt x="19271" y="377909"/>
                  </a:lnTo>
                  <a:lnTo>
                    <a:pt x="8674" y="422191"/>
                  </a:lnTo>
                  <a:lnTo>
                    <a:pt x="2186" y="467830"/>
                  </a:lnTo>
                  <a:lnTo>
                    <a:pt x="0" y="514644"/>
                  </a:lnTo>
                  <a:lnTo>
                    <a:pt x="2513" y="551578"/>
                  </a:lnTo>
                  <a:lnTo>
                    <a:pt x="9637" y="593290"/>
                  </a:lnTo>
                  <a:lnTo>
                    <a:pt x="20813" y="638987"/>
                  </a:lnTo>
                  <a:lnTo>
                    <a:pt x="35486" y="687878"/>
                  </a:lnTo>
                  <a:lnTo>
                    <a:pt x="53096" y="739169"/>
                  </a:lnTo>
                  <a:lnTo>
                    <a:pt x="73088" y="792069"/>
                  </a:lnTo>
                  <a:lnTo>
                    <a:pt x="94902" y="845787"/>
                  </a:lnTo>
                  <a:lnTo>
                    <a:pt x="117983" y="899529"/>
                  </a:lnTo>
                  <a:lnTo>
                    <a:pt x="141773" y="952505"/>
                  </a:lnTo>
                  <a:lnTo>
                    <a:pt x="165714" y="1003922"/>
                  </a:lnTo>
                  <a:lnTo>
                    <a:pt x="189249" y="1052988"/>
                  </a:lnTo>
                  <a:lnTo>
                    <a:pt x="211821" y="1098912"/>
                  </a:lnTo>
                  <a:lnTo>
                    <a:pt x="232872" y="1140901"/>
                  </a:lnTo>
                  <a:lnTo>
                    <a:pt x="251845" y="1178163"/>
                  </a:lnTo>
                  <a:lnTo>
                    <a:pt x="277769" y="1214255"/>
                  </a:lnTo>
                  <a:lnTo>
                    <a:pt x="309745" y="1235975"/>
                  </a:lnTo>
                  <a:lnTo>
                    <a:pt x="347254" y="1246534"/>
                  </a:lnTo>
                  <a:lnTo>
                    <a:pt x="389778" y="1249146"/>
                  </a:lnTo>
                  <a:lnTo>
                    <a:pt x="436796" y="1247024"/>
                  </a:lnTo>
                  <a:lnTo>
                    <a:pt x="487792" y="1243380"/>
                  </a:lnTo>
                  <a:lnTo>
                    <a:pt x="542245" y="1241428"/>
                  </a:lnTo>
                  <a:lnTo>
                    <a:pt x="596054" y="1242378"/>
                  </a:lnTo>
                  <a:lnTo>
                    <a:pt x="646652" y="1243606"/>
                  </a:lnTo>
                  <a:lnTo>
                    <a:pt x="693615" y="1242586"/>
                  </a:lnTo>
                  <a:lnTo>
                    <a:pt x="736518" y="1236791"/>
                  </a:lnTo>
                  <a:lnTo>
                    <a:pt x="774937" y="1223693"/>
                  </a:lnTo>
                  <a:lnTo>
                    <a:pt x="808447" y="1200766"/>
                  </a:lnTo>
                  <a:lnTo>
                    <a:pt x="836623" y="1165482"/>
                  </a:lnTo>
                  <a:lnTo>
                    <a:pt x="858488" y="1127829"/>
                  </a:lnTo>
                  <a:lnTo>
                    <a:pt x="881433" y="1085977"/>
                  </a:lnTo>
                  <a:lnTo>
                    <a:pt x="905025" y="1040636"/>
                  </a:lnTo>
                  <a:lnTo>
                    <a:pt x="928832" y="992512"/>
                  </a:lnTo>
                  <a:lnTo>
                    <a:pt x="952421" y="942314"/>
                  </a:lnTo>
                  <a:lnTo>
                    <a:pt x="975360" y="890750"/>
                  </a:lnTo>
                  <a:lnTo>
                    <a:pt x="997218" y="838526"/>
                  </a:lnTo>
                  <a:lnTo>
                    <a:pt x="1017561" y="786352"/>
                  </a:lnTo>
                  <a:lnTo>
                    <a:pt x="1035957" y="734935"/>
                  </a:lnTo>
                  <a:lnTo>
                    <a:pt x="1051973" y="684982"/>
                  </a:lnTo>
                  <a:lnTo>
                    <a:pt x="1065178" y="637202"/>
                  </a:lnTo>
                  <a:lnTo>
                    <a:pt x="1075139" y="592302"/>
                  </a:lnTo>
                  <a:lnTo>
                    <a:pt x="1081424" y="550990"/>
                  </a:lnTo>
                  <a:lnTo>
                    <a:pt x="1083600" y="513973"/>
                  </a:lnTo>
                  <a:lnTo>
                    <a:pt x="1081357" y="467162"/>
                  </a:lnTo>
                  <a:lnTo>
                    <a:pt x="1074813" y="421531"/>
                  </a:lnTo>
                  <a:lnTo>
                    <a:pt x="1064161" y="377262"/>
                  </a:lnTo>
                  <a:lnTo>
                    <a:pt x="1049591" y="334535"/>
                  </a:lnTo>
                  <a:lnTo>
                    <a:pt x="1031296" y="293533"/>
                  </a:lnTo>
                  <a:lnTo>
                    <a:pt x="1009466" y="254437"/>
                  </a:lnTo>
                  <a:lnTo>
                    <a:pt x="984293" y="217429"/>
                  </a:lnTo>
                  <a:lnTo>
                    <a:pt x="955968" y="182689"/>
                  </a:lnTo>
                  <a:lnTo>
                    <a:pt x="924683" y="150399"/>
                  </a:lnTo>
                  <a:lnTo>
                    <a:pt x="890629" y="120742"/>
                  </a:lnTo>
                  <a:lnTo>
                    <a:pt x="853998" y="93897"/>
                  </a:lnTo>
                  <a:lnTo>
                    <a:pt x="814980" y="70047"/>
                  </a:lnTo>
                  <a:lnTo>
                    <a:pt x="773767" y="49374"/>
                  </a:lnTo>
                  <a:lnTo>
                    <a:pt x="730551" y="32058"/>
                  </a:lnTo>
                  <a:lnTo>
                    <a:pt x="685523" y="18281"/>
                  </a:lnTo>
                  <a:lnTo>
                    <a:pt x="638874" y="8225"/>
                  </a:lnTo>
                  <a:lnTo>
                    <a:pt x="590796" y="2070"/>
                  </a:lnTo>
                  <a:lnTo>
                    <a:pt x="541480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6482282" y="3336102"/>
              <a:ext cx="567055" cy="464184"/>
            </a:xfrm>
            <a:custGeom>
              <a:avLst/>
              <a:gdLst/>
              <a:ahLst/>
              <a:cxnLst/>
              <a:rect l="l" t="t" r="r" b="b"/>
              <a:pathLst>
                <a:path w="567054" h="464185">
                  <a:moveTo>
                    <a:pt x="445106" y="0"/>
                  </a:moveTo>
                  <a:lnTo>
                    <a:pt x="121535" y="272"/>
                  </a:lnTo>
                  <a:lnTo>
                    <a:pt x="59355" y="17574"/>
                  </a:lnTo>
                  <a:lnTo>
                    <a:pt x="15622" y="62636"/>
                  </a:lnTo>
                  <a:lnTo>
                    <a:pt x="1887" y="100863"/>
                  </a:lnTo>
                  <a:lnTo>
                    <a:pt x="0" y="121964"/>
                  </a:lnTo>
                  <a:lnTo>
                    <a:pt x="39150" y="342324"/>
                  </a:lnTo>
                  <a:lnTo>
                    <a:pt x="39140" y="344230"/>
                  </a:lnTo>
                  <a:lnTo>
                    <a:pt x="68220" y="405987"/>
                  </a:lnTo>
                  <a:lnTo>
                    <a:pt x="107295" y="436421"/>
                  </a:lnTo>
                  <a:lnTo>
                    <a:pt x="153602" y="456551"/>
                  </a:lnTo>
                  <a:lnTo>
                    <a:pt x="199753" y="463776"/>
                  </a:lnTo>
                  <a:lnTo>
                    <a:pt x="367496" y="463776"/>
                  </a:lnTo>
                  <a:lnTo>
                    <a:pt x="411205" y="457170"/>
                  </a:lnTo>
                  <a:lnTo>
                    <a:pt x="455398" y="438836"/>
                  </a:lnTo>
                  <a:lnTo>
                    <a:pt x="493738" y="411025"/>
                  </a:lnTo>
                  <a:lnTo>
                    <a:pt x="519889" y="375988"/>
                  </a:lnTo>
                  <a:lnTo>
                    <a:pt x="528224" y="346565"/>
                  </a:lnTo>
                  <a:lnTo>
                    <a:pt x="528203" y="341905"/>
                  </a:lnTo>
                  <a:lnTo>
                    <a:pt x="566977" y="121619"/>
                  </a:lnTo>
                  <a:lnTo>
                    <a:pt x="560956" y="83212"/>
                  </a:lnTo>
                  <a:lnTo>
                    <a:pt x="537435" y="42408"/>
                  </a:lnTo>
                  <a:lnTo>
                    <a:pt x="480402" y="5233"/>
                  </a:lnTo>
                  <a:lnTo>
                    <a:pt x="445106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6461696" y="2140171"/>
              <a:ext cx="605155" cy="287655"/>
            </a:xfrm>
            <a:custGeom>
              <a:avLst/>
              <a:gdLst/>
              <a:ahLst/>
              <a:cxnLst/>
              <a:rect l="l" t="t" r="r" b="b"/>
              <a:pathLst>
                <a:path w="605154" h="287655">
                  <a:moveTo>
                    <a:pt x="605066" y="151218"/>
                  </a:moveTo>
                  <a:lnTo>
                    <a:pt x="580453" y="95885"/>
                  </a:lnTo>
                  <a:lnTo>
                    <a:pt x="551726" y="70332"/>
                  </a:lnTo>
                  <a:lnTo>
                    <a:pt x="513829" y="47396"/>
                  </a:lnTo>
                  <a:lnTo>
                    <a:pt x="468096" y="27990"/>
                  </a:lnTo>
                  <a:lnTo>
                    <a:pt x="415886" y="13030"/>
                  </a:lnTo>
                  <a:lnTo>
                    <a:pt x="358508" y="3390"/>
                  </a:lnTo>
                  <a:lnTo>
                    <a:pt x="297319" y="0"/>
                  </a:lnTo>
                  <a:lnTo>
                    <a:pt x="236562" y="3467"/>
                  </a:lnTo>
                  <a:lnTo>
                    <a:pt x="180365" y="13169"/>
                  </a:lnTo>
                  <a:lnTo>
                    <a:pt x="129806" y="28206"/>
                  </a:lnTo>
                  <a:lnTo>
                    <a:pt x="85991" y="47663"/>
                  </a:lnTo>
                  <a:lnTo>
                    <a:pt x="49999" y="70637"/>
                  </a:lnTo>
                  <a:lnTo>
                    <a:pt x="5918" y="123507"/>
                  </a:lnTo>
                  <a:lnTo>
                    <a:pt x="0" y="151587"/>
                  </a:lnTo>
                  <a:lnTo>
                    <a:pt x="6159" y="178993"/>
                  </a:lnTo>
                  <a:lnTo>
                    <a:pt x="51714" y="227596"/>
                  </a:lnTo>
                  <a:lnTo>
                    <a:pt x="88671" y="247700"/>
                  </a:lnTo>
                  <a:lnTo>
                    <a:pt x="133451" y="264287"/>
                  </a:lnTo>
                  <a:lnTo>
                    <a:pt x="184861" y="276796"/>
                  </a:lnTo>
                  <a:lnTo>
                    <a:pt x="241655" y="284683"/>
                  </a:lnTo>
                  <a:lnTo>
                    <a:pt x="302628" y="287413"/>
                  </a:lnTo>
                  <a:lnTo>
                    <a:pt x="363588" y="284607"/>
                  </a:lnTo>
                  <a:lnTo>
                    <a:pt x="420370" y="276644"/>
                  </a:lnTo>
                  <a:lnTo>
                    <a:pt x="471754" y="264071"/>
                  </a:lnTo>
                  <a:lnTo>
                    <a:pt x="516509" y="247434"/>
                  </a:lnTo>
                  <a:lnTo>
                    <a:pt x="553440" y="227291"/>
                  </a:lnTo>
                  <a:lnTo>
                    <a:pt x="598932" y="178625"/>
                  </a:lnTo>
                  <a:lnTo>
                    <a:pt x="605066" y="151218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 descr=""/>
          <p:cNvSpPr/>
          <p:nvPr/>
        </p:nvSpPr>
        <p:spPr>
          <a:xfrm>
            <a:off x="7353779" y="2468120"/>
            <a:ext cx="198120" cy="15240"/>
          </a:xfrm>
          <a:custGeom>
            <a:avLst/>
            <a:gdLst/>
            <a:ahLst/>
            <a:cxnLst/>
            <a:rect l="l" t="t" r="r" b="b"/>
            <a:pathLst>
              <a:path w="198120" h="15239">
                <a:moveTo>
                  <a:pt x="194203" y="0"/>
                </a:moveTo>
                <a:lnTo>
                  <a:pt x="3287" y="125"/>
                </a:lnTo>
                <a:lnTo>
                  <a:pt x="0" y="3413"/>
                </a:lnTo>
                <a:lnTo>
                  <a:pt x="0" y="10439"/>
                </a:lnTo>
                <a:lnTo>
                  <a:pt x="1790" y="13015"/>
                </a:lnTo>
                <a:lnTo>
                  <a:pt x="4345" y="14156"/>
                </a:lnTo>
                <a:lnTo>
                  <a:pt x="6272" y="14795"/>
                </a:lnTo>
                <a:lnTo>
                  <a:pt x="194213" y="14680"/>
                </a:lnTo>
                <a:lnTo>
                  <a:pt x="197501" y="11392"/>
                </a:lnTo>
                <a:lnTo>
                  <a:pt x="197491" y="3277"/>
                </a:lnTo>
                <a:lnTo>
                  <a:pt x="194203" y="0"/>
                </a:lnTo>
                <a:close/>
              </a:path>
            </a:pathLst>
          </a:custGeom>
          <a:solidFill>
            <a:srgbClr val="EEB8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6009832" y="2468937"/>
            <a:ext cx="195580" cy="15240"/>
          </a:xfrm>
          <a:custGeom>
            <a:avLst/>
            <a:gdLst/>
            <a:ahLst/>
            <a:cxnLst/>
            <a:rect l="l" t="t" r="r" b="b"/>
            <a:pathLst>
              <a:path w="195579" h="15239">
                <a:moveTo>
                  <a:pt x="191763" y="0"/>
                </a:moveTo>
                <a:lnTo>
                  <a:pt x="3287" y="136"/>
                </a:lnTo>
                <a:lnTo>
                  <a:pt x="0" y="3423"/>
                </a:lnTo>
                <a:lnTo>
                  <a:pt x="0" y="10449"/>
                </a:lnTo>
                <a:lnTo>
                  <a:pt x="1790" y="13025"/>
                </a:lnTo>
                <a:lnTo>
                  <a:pt x="4345" y="14167"/>
                </a:lnTo>
                <a:lnTo>
                  <a:pt x="6272" y="14805"/>
                </a:lnTo>
                <a:lnTo>
                  <a:pt x="191742" y="14690"/>
                </a:lnTo>
                <a:lnTo>
                  <a:pt x="195030" y="11402"/>
                </a:lnTo>
                <a:lnTo>
                  <a:pt x="195030" y="3298"/>
                </a:lnTo>
                <a:lnTo>
                  <a:pt x="191763" y="0"/>
                </a:lnTo>
                <a:close/>
              </a:path>
            </a:pathLst>
          </a:custGeom>
          <a:solidFill>
            <a:srgbClr val="EEB84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0" name="object 100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217481" y="1929324"/>
            <a:ext cx="163324" cy="153953"/>
          </a:xfrm>
          <a:prstGeom prst="rect">
            <a:avLst/>
          </a:prstGeom>
        </p:spPr>
      </p:pic>
      <p:pic>
        <p:nvPicPr>
          <p:cNvPr id="101" name="object 101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187068" y="1928622"/>
            <a:ext cx="162068" cy="154079"/>
          </a:xfrm>
          <a:prstGeom prst="rect">
            <a:avLst/>
          </a:prstGeom>
        </p:spPr>
      </p:pic>
      <p:sp>
        <p:nvSpPr>
          <p:cNvPr id="102" name="object 102" descr=""/>
          <p:cNvSpPr/>
          <p:nvPr/>
        </p:nvSpPr>
        <p:spPr>
          <a:xfrm>
            <a:off x="6777702" y="1740627"/>
            <a:ext cx="15240" cy="215265"/>
          </a:xfrm>
          <a:custGeom>
            <a:avLst/>
            <a:gdLst/>
            <a:ahLst/>
            <a:cxnLst/>
            <a:rect l="l" t="t" r="r" b="b"/>
            <a:pathLst>
              <a:path w="15240" h="215264">
                <a:moveTo>
                  <a:pt x="11392" y="0"/>
                </a:moveTo>
                <a:lnTo>
                  <a:pt x="3287" y="10"/>
                </a:lnTo>
                <a:lnTo>
                  <a:pt x="0" y="3298"/>
                </a:lnTo>
                <a:lnTo>
                  <a:pt x="125" y="210454"/>
                </a:lnTo>
                <a:lnTo>
                  <a:pt x="1916" y="213019"/>
                </a:lnTo>
                <a:lnTo>
                  <a:pt x="4471" y="214171"/>
                </a:lnTo>
                <a:lnTo>
                  <a:pt x="6397" y="214810"/>
                </a:lnTo>
                <a:lnTo>
                  <a:pt x="11528" y="214799"/>
                </a:lnTo>
                <a:lnTo>
                  <a:pt x="14816" y="211511"/>
                </a:lnTo>
                <a:lnTo>
                  <a:pt x="14669" y="3287"/>
                </a:lnTo>
                <a:lnTo>
                  <a:pt x="11392" y="0"/>
                </a:lnTo>
                <a:close/>
              </a:path>
            </a:pathLst>
          </a:custGeom>
          <a:solidFill>
            <a:srgbClr val="EEB8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 descr=""/>
          <p:cNvSpPr/>
          <p:nvPr/>
        </p:nvSpPr>
        <p:spPr>
          <a:xfrm>
            <a:off x="6557257" y="2642055"/>
            <a:ext cx="442595" cy="695325"/>
          </a:xfrm>
          <a:custGeom>
            <a:avLst/>
            <a:gdLst/>
            <a:ahLst/>
            <a:cxnLst/>
            <a:rect l="l" t="t" r="r" b="b"/>
            <a:pathLst>
              <a:path w="442595" h="695325">
                <a:moveTo>
                  <a:pt x="107136" y="7103"/>
                </a:moveTo>
                <a:lnTo>
                  <a:pt x="66669" y="12680"/>
                </a:lnTo>
                <a:lnTo>
                  <a:pt x="30554" y="26393"/>
                </a:lnTo>
                <a:lnTo>
                  <a:pt x="3070" y="56294"/>
                </a:lnTo>
                <a:lnTo>
                  <a:pt x="0" y="68632"/>
                </a:lnTo>
                <a:lnTo>
                  <a:pt x="4481" y="84269"/>
                </a:lnTo>
                <a:lnTo>
                  <a:pt x="47527" y="104945"/>
                </a:lnTo>
                <a:lnTo>
                  <a:pt x="102635" y="112670"/>
                </a:lnTo>
                <a:lnTo>
                  <a:pt x="177439" y="116516"/>
                </a:lnTo>
                <a:lnTo>
                  <a:pt x="178723" y="152471"/>
                </a:lnTo>
                <a:lnTo>
                  <a:pt x="179292" y="193384"/>
                </a:lnTo>
                <a:lnTo>
                  <a:pt x="179177" y="238703"/>
                </a:lnTo>
                <a:lnTo>
                  <a:pt x="178412" y="287874"/>
                </a:lnTo>
                <a:lnTo>
                  <a:pt x="177029" y="340343"/>
                </a:lnTo>
                <a:lnTo>
                  <a:pt x="175063" y="395557"/>
                </a:lnTo>
                <a:lnTo>
                  <a:pt x="172514" y="453589"/>
                </a:lnTo>
                <a:lnTo>
                  <a:pt x="169511" y="512010"/>
                </a:lnTo>
                <a:lnTo>
                  <a:pt x="165991" y="572142"/>
                </a:lnTo>
                <a:lnTo>
                  <a:pt x="162019" y="632807"/>
                </a:lnTo>
                <a:lnTo>
                  <a:pt x="157628" y="693451"/>
                </a:lnTo>
                <a:lnTo>
                  <a:pt x="176842" y="694906"/>
                </a:lnTo>
                <a:lnTo>
                  <a:pt x="182493" y="616152"/>
                </a:lnTo>
                <a:lnTo>
                  <a:pt x="185800" y="565261"/>
                </a:lnTo>
                <a:lnTo>
                  <a:pt x="188989" y="511703"/>
                </a:lnTo>
                <a:lnTo>
                  <a:pt x="192092" y="452964"/>
                </a:lnTo>
                <a:lnTo>
                  <a:pt x="194763" y="393545"/>
                </a:lnTo>
                <a:lnTo>
                  <a:pt x="196890" y="333071"/>
                </a:lnTo>
                <a:lnTo>
                  <a:pt x="198249" y="273664"/>
                </a:lnTo>
                <a:lnTo>
                  <a:pt x="198645" y="216822"/>
                </a:lnTo>
                <a:lnTo>
                  <a:pt x="197882" y="164045"/>
                </a:lnTo>
                <a:lnTo>
                  <a:pt x="195763" y="116830"/>
                </a:lnTo>
                <a:lnTo>
                  <a:pt x="232298" y="116830"/>
                </a:lnTo>
                <a:lnTo>
                  <a:pt x="236484" y="116788"/>
                </a:lnTo>
                <a:lnTo>
                  <a:pt x="255597" y="116788"/>
                </a:lnTo>
                <a:lnTo>
                  <a:pt x="255615" y="116421"/>
                </a:lnTo>
                <a:lnTo>
                  <a:pt x="322153" y="113201"/>
                </a:lnTo>
                <a:lnTo>
                  <a:pt x="379566" y="106940"/>
                </a:lnTo>
                <a:lnTo>
                  <a:pt x="417442" y="98348"/>
                </a:lnTo>
                <a:lnTo>
                  <a:pt x="205248" y="98348"/>
                </a:lnTo>
                <a:lnTo>
                  <a:pt x="194360" y="98307"/>
                </a:lnTo>
                <a:lnTo>
                  <a:pt x="194332" y="98055"/>
                </a:lnTo>
                <a:lnTo>
                  <a:pt x="176350" y="98055"/>
                </a:lnTo>
                <a:lnTo>
                  <a:pt x="129171" y="96149"/>
                </a:lnTo>
                <a:lnTo>
                  <a:pt x="86900" y="92311"/>
                </a:lnTo>
                <a:lnTo>
                  <a:pt x="27276" y="77983"/>
                </a:lnTo>
                <a:lnTo>
                  <a:pt x="18994" y="72234"/>
                </a:lnTo>
                <a:lnTo>
                  <a:pt x="19151" y="70821"/>
                </a:lnTo>
                <a:lnTo>
                  <a:pt x="71695" y="31259"/>
                </a:lnTo>
                <a:lnTo>
                  <a:pt x="107475" y="26295"/>
                </a:lnTo>
                <a:lnTo>
                  <a:pt x="180369" y="26295"/>
                </a:lnTo>
                <a:lnTo>
                  <a:pt x="178996" y="22654"/>
                </a:lnTo>
                <a:lnTo>
                  <a:pt x="170424" y="13775"/>
                </a:lnTo>
                <a:lnTo>
                  <a:pt x="144280" y="8016"/>
                </a:lnTo>
                <a:lnTo>
                  <a:pt x="107136" y="7103"/>
                </a:lnTo>
                <a:close/>
              </a:path>
              <a:path w="442595" h="695325">
                <a:moveTo>
                  <a:pt x="255597" y="116788"/>
                </a:moveTo>
                <a:lnTo>
                  <a:pt x="236484" y="116788"/>
                </a:lnTo>
                <a:lnTo>
                  <a:pt x="233760" y="172516"/>
                </a:lnTo>
                <a:lnTo>
                  <a:pt x="232735" y="234762"/>
                </a:lnTo>
                <a:lnTo>
                  <a:pt x="233133" y="302111"/>
                </a:lnTo>
                <a:lnTo>
                  <a:pt x="234599" y="369385"/>
                </a:lnTo>
                <a:lnTo>
                  <a:pt x="236897" y="436927"/>
                </a:lnTo>
                <a:lnTo>
                  <a:pt x="239711" y="501440"/>
                </a:lnTo>
                <a:lnTo>
                  <a:pt x="242746" y="560532"/>
                </a:lnTo>
                <a:lnTo>
                  <a:pt x="245705" y="611810"/>
                </a:lnTo>
                <a:lnTo>
                  <a:pt x="248294" y="652882"/>
                </a:lnTo>
                <a:lnTo>
                  <a:pt x="251175" y="694833"/>
                </a:lnTo>
                <a:lnTo>
                  <a:pt x="270400" y="693419"/>
                </a:lnTo>
                <a:lnTo>
                  <a:pt x="269556" y="681353"/>
                </a:lnTo>
                <a:lnTo>
                  <a:pt x="267898" y="656631"/>
                </a:lnTo>
                <a:lnTo>
                  <a:pt x="265355" y="616152"/>
                </a:lnTo>
                <a:lnTo>
                  <a:pt x="262414" y="565261"/>
                </a:lnTo>
                <a:lnTo>
                  <a:pt x="259331" y="505618"/>
                </a:lnTo>
                <a:lnTo>
                  <a:pt x="256434" y="440143"/>
                </a:lnTo>
                <a:lnTo>
                  <a:pt x="254034" y="371439"/>
                </a:lnTo>
                <a:lnTo>
                  <a:pt x="252441" y="302111"/>
                </a:lnTo>
                <a:lnTo>
                  <a:pt x="251967" y="234762"/>
                </a:lnTo>
                <a:lnTo>
                  <a:pt x="252921" y="171998"/>
                </a:lnTo>
                <a:lnTo>
                  <a:pt x="255597" y="116788"/>
                </a:lnTo>
                <a:close/>
              </a:path>
              <a:path w="442595" h="695325">
                <a:moveTo>
                  <a:pt x="232298" y="116830"/>
                </a:moveTo>
                <a:lnTo>
                  <a:pt x="195763" y="116830"/>
                </a:lnTo>
                <a:lnTo>
                  <a:pt x="216053" y="116930"/>
                </a:lnTo>
                <a:lnTo>
                  <a:pt x="232298" y="116830"/>
                </a:lnTo>
                <a:close/>
              </a:path>
              <a:path w="442595" h="695325">
                <a:moveTo>
                  <a:pt x="308730" y="0"/>
                </a:moveTo>
                <a:lnTo>
                  <a:pt x="252180" y="22937"/>
                </a:lnTo>
                <a:lnTo>
                  <a:pt x="240604" y="74460"/>
                </a:lnTo>
                <a:lnTo>
                  <a:pt x="238013" y="98024"/>
                </a:lnTo>
                <a:lnTo>
                  <a:pt x="227102" y="98207"/>
                </a:lnTo>
                <a:lnTo>
                  <a:pt x="205248" y="98348"/>
                </a:lnTo>
                <a:lnTo>
                  <a:pt x="417442" y="98348"/>
                </a:lnTo>
                <a:lnTo>
                  <a:pt x="421039" y="97532"/>
                </a:lnTo>
                <a:lnTo>
                  <a:pt x="257175" y="97532"/>
                </a:lnTo>
                <a:lnTo>
                  <a:pt x="259560" y="76389"/>
                </a:lnTo>
                <a:lnTo>
                  <a:pt x="269970" y="30382"/>
                </a:lnTo>
                <a:lnTo>
                  <a:pt x="310510" y="19198"/>
                </a:lnTo>
                <a:lnTo>
                  <a:pt x="400593" y="19198"/>
                </a:lnTo>
                <a:lnTo>
                  <a:pt x="390480" y="13995"/>
                </a:lnTo>
                <a:lnTo>
                  <a:pt x="351029" y="3390"/>
                </a:lnTo>
                <a:lnTo>
                  <a:pt x="308730" y="0"/>
                </a:lnTo>
                <a:close/>
              </a:path>
              <a:path w="442595" h="695325">
                <a:moveTo>
                  <a:pt x="180369" y="26295"/>
                </a:moveTo>
                <a:lnTo>
                  <a:pt x="107475" y="26295"/>
                </a:lnTo>
                <a:lnTo>
                  <a:pt x="140244" y="26782"/>
                </a:lnTo>
                <a:lnTo>
                  <a:pt x="162623" y="31366"/>
                </a:lnTo>
                <a:lnTo>
                  <a:pt x="167184" y="38549"/>
                </a:lnTo>
                <a:lnTo>
                  <a:pt x="170975" y="52370"/>
                </a:lnTo>
                <a:lnTo>
                  <a:pt x="174021" y="72361"/>
                </a:lnTo>
                <a:lnTo>
                  <a:pt x="176350" y="98055"/>
                </a:lnTo>
                <a:lnTo>
                  <a:pt x="194332" y="98055"/>
                </a:lnTo>
                <a:lnTo>
                  <a:pt x="190676" y="65821"/>
                </a:lnTo>
                <a:lnTo>
                  <a:pt x="185651" y="40303"/>
                </a:lnTo>
                <a:lnTo>
                  <a:pt x="180369" y="26295"/>
                </a:lnTo>
                <a:close/>
              </a:path>
              <a:path w="442595" h="695325">
                <a:moveTo>
                  <a:pt x="400593" y="19198"/>
                </a:moveTo>
                <a:lnTo>
                  <a:pt x="310510" y="19198"/>
                </a:lnTo>
                <a:lnTo>
                  <a:pt x="345984" y="21923"/>
                </a:lnTo>
                <a:lnTo>
                  <a:pt x="383538" y="31974"/>
                </a:lnTo>
                <a:lnTo>
                  <a:pt x="422190" y="62893"/>
                </a:lnTo>
                <a:lnTo>
                  <a:pt x="422039" y="77208"/>
                </a:lnTo>
                <a:lnTo>
                  <a:pt x="402216" y="84110"/>
                </a:lnTo>
                <a:lnTo>
                  <a:pt x="364918" y="90052"/>
                </a:lnTo>
                <a:lnTo>
                  <a:pt x="314964" y="94652"/>
                </a:lnTo>
                <a:lnTo>
                  <a:pt x="257175" y="97532"/>
                </a:lnTo>
                <a:lnTo>
                  <a:pt x="421050" y="97530"/>
                </a:lnTo>
                <a:lnTo>
                  <a:pt x="439798" y="84862"/>
                </a:lnTo>
                <a:lnTo>
                  <a:pt x="442322" y="63846"/>
                </a:lnTo>
                <a:lnTo>
                  <a:pt x="434677" y="44603"/>
                </a:lnTo>
                <a:lnTo>
                  <a:pt x="417263" y="27773"/>
                </a:lnTo>
                <a:lnTo>
                  <a:pt x="400593" y="191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6489531" y="3398737"/>
            <a:ext cx="555625" cy="47625"/>
          </a:xfrm>
          <a:custGeom>
            <a:avLst/>
            <a:gdLst/>
            <a:ahLst/>
            <a:cxnLst/>
            <a:rect l="l" t="t" r="r" b="b"/>
            <a:pathLst>
              <a:path w="555625" h="47625">
                <a:moveTo>
                  <a:pt x="8376" y="0"/>
                </a:moveTo>
                <a:lnTo>
                  <a:pt x="5088" y="5916"/>
                </a:lnTo>
                <a:lnTo>
                  <a:pt x="2230" y="11821"/>
                </a:lnTo>
                <a:lnTo>
                  <a:pt x="0" y="18219"/>
                </a:lnTo>
                <a:lnTo>
                  <a:pt x="52468" y="27120"/>
                </a:lnTo>
                <a:lnTo>
                  <a:pt x="104602" y="34403"/>
                </a:lnTo>
                <a:lnTo>
                  <a:pt x="156382" y="40068"/>
                </a:lnTo>
                <a:lnTo>
                  <a:pt x="207785" y="44114"/>
                </a:lnTo>
                <a:lnTo>
                  <a:pt x="258791" y="46538"/>
                </a:lnTo>
                <a:lnTo>
                  <a:pt x="309377" y="47340"/>
                </a:lnTo>
                <a:lnTo>
                  <a:pt x="359523" y="46520"/>
                </a:lnTo>
                <a:lnTo>
                  <a:pt x="409206" y="44075"/>
                </a:lnTo>
                <a:lnTo>
                  <a:pt x="458406" y="40004"/>
                </a:lnTo>
                <a:lnTo>
                  <a:pt x="507102" y="34308"/>
                </a:lnTo>
                <a:lnTo>
                  <a:pt x="555271" y="26983"/>
                </a:lnTo>
                <a:lnTo>
                  <a:pt x="553700" y="20575"/>
                </a:lnTo>
                <a:lnTo>
                  <a:pt x="551375" y="14470"/>
                </a:lnTo>
                <a:lnTo>
                  <a:pt x="548716" y="8628"/>
                </a:lnTo>
                <a:lnTo>
                  <a:pt x="501811" y="15632"/>
                </a:lnTo>
                <a:lnTo>
                  <a:pt x="454397" y="21086"/>
                </a:lnTo>
                <a:lnTo>
                  <a:pt x="406494" y="24988"/>
                </a:lnTo>
                <a:lnTo>
                  <a:pt x="358126" y="27334"/>
                </a:lnTo>
                <a:lnTo>
                  <a:pt x="309315" y="28123"/>
                </a:lnTo>
                <a:lnTo>
                  <a:pt x="260082" y="27351"/>
                </a:lnTo>
                <a:lnTo>
                  <a:pt x="210451" y="25016"/>
                </a:lnTo>
                <a:lnTo>
                  <a:pt x="160442" y="21116"/>
                </a:lnTo>
                <a:lnTo>
                  <a:pt x="110078" y="15648"/>
                </a:lnTo>
                <a:lnTo>
                  <a:pt x="59383" y="8610"/>
                </a:lnTo>
                <a:lnTo>
                  <a:pt x="8376" y="0"/>
                </a:lnTo>
                <a:close/>
              </a:path>
            </a:pathLst>
          </a:custGeom>
          <a:solidFill>
            <a:srgbClr val="ADD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6500142" y="3558180"/>
            <a:ext cx="530225" cy="46355"/>
          </a:xfrm>
          <a:custGeom>
            <a:avLst/>
            <a:gdLst/>
            <a:ahLst/>
            <a:cxnLst/>
            <a:rect l="l" t="t" r="r" b="b"/>
            <a:pathLst>
              <a:path w="530225" h="46354">
                <a:moveTo>
                  <a:pt x="0" y="0"/>
                </a:moveTo>
                <a:lnTo>
                  <a:pt x="57855" y="28855"/>
                </a:lnTo>
                <a:lnTo>
                  <a:pt x="111718" y="35747"/>
                </a:lnTo>
                <a:lnTo>
                  <a:pt x="165182" y="40895"/>
                </a:lnTo>
                <a:lnTo>
                  <a:pt x="218225" y="44301"/>
                </a:lnTo>
                <a:lnTo>
                  <a:pt x="270826" y="45965"/>
                </a:lnTo>
                <a:lnTo>
                  <a:pt x="322966" y="45889"/>
                </a:lnTo>
                <a:lnTo>
                  <a:pt x="374624" y="44073"/>
                </a:lnTo>
                <a:lnTo>
                  <a:pt x="425779" y="40519"/>
                </a:lnTo>
                <a:lnTo>
                  <a:pt x="476410" y="35227"/>
                </a:lnTo>
                <a:lnTo>
                  <a:pt x="526497" y="28198"/>
                </a:lnTo>
                <a:lnTo>
                  <a:pt x="529962" y="8209"/>
                </a:lnTo>
                <a:lnTo>
                  <a:pt x="483948" y="14946"/>
                </a:lnTo>
                <a:lnTo>
                  <a:pt x="437438" y="20193"/>
                </a:lnTo>
                <a:lnTo>
                  <a:pt x="390453" y="23947"/>
                </a:lnTo>
                <a:lnTo>
                  <a:pt x="343014" y="26206"/>
                </a:lnTo>
                <a:lnTo>
                  <a:pt x="295143" y="26969"/>
                </a:lnTo>
                <a:lnTo>
                  <a:pt x="246860" y="26232"/>
                </a:lnTo>
                <a:lnTo>
                  <a:pt x="198186" y="23995"/>
                </a:lnTo>
                <a:lnTo>
                  <a:pt x="149142" y="20256"/>
                </a:lnTo>
                <a:lnTo>
                  <a:pt x="99749" y="15011"/>
                </a:lnTo>
                <a:lnTo>
                  <a:pt x="50028" y="8260"/>
                </a:lnTo>
                <a:lnTo>
                  <a:pt x="0" y="0"/>
                </a:lnTo>
                <a:close/>
              </a:path>
            </a:pathLst>
          </a:custGeom>
          <a:solidFill>
            <a:srgbClr val="ADD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6521746" y="3683851"/>
            <a:ext cx="487680" cy="43180"/>
          </a:xfrm>
          <a:custGeom>
            <a:avLst/>
            <a:gdLst/>
            <a:ahLst/>
            <a:cxnLst/>
            <a:rect l="l" t="t" r="r" b="b"/>
            <a:pathLst>
              <a:path w="487679" h="43179">
                <a:moveTo>
                  <a:pt x="0" y="0"/>
                </a:moveTo>
                <a:lnTo>
                  <a:pt x="58951" y="28216"/>
                </a:lnTo>
                <a:lnTo>
                  <a:pt x="113227" y="34519"/>
                </a:lnTo>
                <a:lnTo>
                  <a:pt x="167103" y="39015"/>
                </a:lnTo>
                <a:lnTo>
                  <a:pt x="220552" y="41708"/>
                </a:lnTo>
                <a:lnTo>
                  <a:pt x="273545" y="42601"/>
                </a:lnTo>
                <a:lnTo>
                  <a:pt x="326057" y="41697"/>
                </a:lnTo>
                <a:lnTo>
                  <a:pt x="378059" y="39000"/>
                </a:lnTo>
                <a:lnTo>
                  <a:pt x="429524" y="34513"/>
                </a:lnTo>
                <a:lnTo>
                  <a:pt x="480425" y="28239"/>
                </a:lnTo>
                <a:lnTo>
                  <a:pt x="487419" y="7926"/>
                </a:lnTo>
                <a:lnTo>
                  <a:pt x="440653" y="14055"/>
                </a:lnTo>
                <a:lnTo>
                  <a:pt x="393387" y="18636"/>
                </a:lnTo>
                <a:lnTo>
                  <a:pt x="345645" y="21673"/>
                </a:lnTo>
                <a:lnTo>
                  <a:pt x="297449" y="23169"/>
                </a:lnTo>
                <a:lnTo>
                  <a:pt x="248822" y="23128"/>
                </a:lnTo>
                <a:lnTo>
                  <a:pt x="199785" y="21554"/>
                </a:lnTo>
                <a:lnTo>
                  <a:pt x="150362" y="18451"/>
                </a:lnTo>
                <a:lnTo>
                  <a:pt x="100575" y="13821"/>
                </a:lnTo>
                <a:lnTo>
                  <a:pt x="50447" y="7670"/>
                </a:lnTo>
                <a:lnTo>
                  <a:pt x="0" y="0"/>
                </a:lnTo>
                <a:close/>
              </a:path>
            </a:pathLst>
          </a:custGeom>
          <a:solidFill>
            <a:srgbClr val="ADD4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7" name="object 107" descr=""/>
          <p:cNvGrpSpPr/>
          <p:nvPr/>
        </p:nvGrpSpPr>
        <p:grpSpPr>
          <a:xfrm>
            <a:off x="6375612" y="4217399"/>
            <a:ext cx="739140" cy="739140"/>
            <a:chOff x="6375612" y="4217399"/>
            <a:chExt cx="739140" cy="739140"/>
          </a:xfrm>
        </p:grpSpPr>
        <p:sp>
          <p:nvSpPr>
            <p:cNvPr id="108" name="object 108" descr=""/>
            <p:cNvSpPr/>
            <p:nvPr/>
          </p:nvSpPr>
          <p:spPr>
            <a:xfrm>
              <a:off x="6375612" y="4217399"/>
              <a:ext cx="739140" cy="739140"/>
            </a:xfrm>
            <a:custGeom>
              <a:avLst/>
              <a:gdLst/>
              <a:ahLst/>
              <a:cxnLst/>
              <a:rect l="l" t="t" r="r" b="b"/>
              <a:pathLst>
                <a:path w="739140" h="739139">
                  <a:moveTo>
                    <a:pt x="369528" y="0"/>
                  </a:moveTo>
                  <a:lnTo>
                    <a:pt x="323174" y="2879"/>
                  </a:lnTo>
                  <a:lnTo>
                    <a:pt x="278539" y="11285"/>
                  </a:lnTo>
                  <a:lnTo>
                    <a:pt x="235969" y="24873"/>
                  </a:lnTo>
                  <a:lnTo>
                    <a:pt x="195809" y="43295"/>
                  </a:lnTo>
                  <a:lnTo>
                    <a:pt x="158407" y="66206"/>
                  </a:lnTo>
                  <a:lnTo>
                    <a:pt x="124108" y="93259"/>
                  </a:lnTo>
                  <a:lnTo>
                    <a:pt x="93259" y="124108"/>
                  </a:lnTo>
                  <a:lnTo>
                    <a:pt x="66206" y="158407"/>
                  </a:lnTo>
                  <a:lnTo>
                    <a:pt x="43295" y="195809"/>
                  </a:lnTo>
                  <a:lnTo>
                    <a:pt x="24873" y="235969"/>
                  </a:lnTo>
                  <a:lnTo>
                    <a:pt x="11285" y="278539"/>
                  </a:lnTo>
                  <a:lnTo>
                    <a:pt x="2879" y="323174"/>
                  </a:lnTo>
                  <a:lnTo>
                    <a:pt x="0" y="369528"/>
                  </a:lnTo>
                  <a:lnTo>
                    <a:pt x="2879" y="415881"/>
                  </a:lnTo>
                  <a:lnTo>
                    <a:pt x="11285" y="460516"/>
                  </a:lnTo>
                  <a:lnTo>
                    <a:pt x="24873" y="503086"/>
                  </a:lnTo>
                  <a:lnTo>
                    <a:pt x="43295" y="543246"/>
                  </a:lnTo>
                  <a:lnTo>
                    <a:pt x="66206" y="580648"/>
                  </a:lnTo>
                  <a:lnTo>
                    <a:pt x="93259" y="614947"/>
                  </a:lnTo>
                  <a:lnTo>
                    <a:pt x="124108" y="645796"/>
                  </a:lnTo>
                  <a:lnTo>
                    <a:pt x="158407" y="672849"/>
                  </a:lnTo>
                  <a:lnTo>
                    <a:pt x="195809" y="695760"/>
                  </a:lnTo>
                  <a:lnTo>
                    <a:pt x="235969" y="714182"/>
                  </a:lnTo>
                  <a:lnTo>
                    <a:pt x="278539" y="727770"/>
                  </a:lnTo>
                  <a:lnTo>
                    <a:pt x="323174" y="736176"/>
                  </a:lnTo>
                  <a:lnTo>
                    <a:pt x="369528" y="739056"/>
                  </a:lnTo>
                  <a:lnTo>
                    <a:pt x="415881" y="736176"/>
                  </a:lnTo>
                  <a:lnTo>
                    <a:pt x="460516" y="727770"/>
                  </a:lnTo>
                  <a:lnTo>
                    <a:pt x="503086" y="714182"/>
                  </a:lnTo>
                  <a:lnTo>
                    <a:pt x="543246" y="695760"/>
                  </a:lnTo>
                  <a:lnTo>
                    <a:pt x="580648" y="672849"/>
                  </a:lnTo>
                  <a:lnTo>
                    <a:pt x="614947" y="645796"/>
                  </a:lnTo>
                  <a:lnTo>
                    <a:pt x="645796" y="614947"/>
                  </a:lnTo>
                  <a:lnTo>
                    <a:pt x="672849" y="580648"/>
                  </a:lnTo>
                  <a:lnTo>
                    <a:pt x="695760" y="543246"/>
                  </a:lnTo>
                  <a:lnTo>
                    <a:pt x="714182" y="503086"/>
                  </a:lnTo>
                  <a:lnTo>
                    <a:pt x="727770" y="460516"/>
                  </a:lnTo>
                  <a:lnTo>
                    <a:pt x="736176" y="415881"/>
                  </a:lnTo>
                  <a:lnTo>
                    <a:pt x="739056" y="369528"/>
                  </a:lnTo>
                  <a:lnTo>
                    <a:pt x="736176" y="323174"/>
                  </a:lnTo>
                  <a:lnTo>
                    <a:pt x="727770" y="278539"/>
                  </a:lnTo>
                  <a:lnTo>
                    <a:pt x="714182" y="235969"/>
                  </a:lnTo>
                  <a:lnTo>
                    <a:pt x="695760" y="195809"/>
                  </a:lnTo>
                  <a:lnTo>
                    <a:pt x="672849" y="158407"/>
                  </a:lnTo>
                  <a:lnTo>
                    <a:pt x="645796" y="124108"/>
                  </a:lnTo>
                  <a:lnTo>
                    <a:pt x="614947" y="93259"/>
                  </a:lnTo>
                  <a:lnTo>
                    <a:pt x="580648" y="66206"/>
                  </a:lnTo>
                  <a:lnTo>
                    <a:pt x="543246" y="43295"/>
                  </a:lnTo>
                  <a:lnTo>
                    <a:pt x="503086" y="24873"/>
                  </a:lnTo>
                  <a:lnTo>
                    <a:pt x="460516" y="11285"/>
                  </a:lnTo>
                  <a:lnTo>
                    <a:pt x="415881" y="2879"/>
                  </a:lnTo>
                  <a:lnTo>
                    <a:pt x="369528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6603932" y="4321111"/>
              <a:ext cx="300990" cy="555625"/>
            </a:xfrm>
            <a:custGeom>
              <a:avLst/>
              <a:gdLst/>
              <a:ahLst/>
              <a:cxnLst/>
              <a:rect l="l" t="t" r="r" b="b"/>
              <a:pathLst>
                <a:path w="300990" h="555625">
                  <a:moveTo>
                    <a:pt x="194685" y="0"/>
                  </a:moveTo>
                  <a:lnTo>
                    <a:pt x="0" y="282713"/>
                  </a:lnTo>
                  <a:lnTo>
                    <a:pt x="146393" y="303938"/>
                  </a:lnTo>
                  <a:lnTo>
                    <a:pt x="17182" y="555354"/>
                  </a:lnTo>
                  <a:lnTo>
                    <a:pt x="300681" y="241050"/>
                  </a:lnTo>
                  <a:lnTo>
                    <a:pt x="149032" y="216244"/>
                  </a:lnTo>
                  <a:lnTo>
                    <a:pt x="285205" y="30271"/>
                  </a:lnTo>
                  <a:lnTo>
                    <a:pt x="194685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" name="object 110" descr=""/>
          <p:cNvGrpSpPr/>
          <p:nvPr/>
        </p:nvGrpSpPr>
        <p:grpSpPr>
          <a:xfrm>
            <a:off x="1209995" y="5570841"/>
            <a:ext cx="774700" cy="752475"/>
            <a:chOff x="1209995" y="5570841"/>
            <a:chExt cx="774700" cy="752475"/>
          </a:xfrm>
        </p:grpSpPr>
        <p:sp>
          <p:nvSpPr>
            <p:cNvPr id="111" name="object 111" descr=""/>
            <p:cNvSpPr/>
            <p:nvPr/>
          </p:nvSpPr>
          <p:spPr>
            <a:xfrm>
              <a:off x="1346441" y="5570848"/>
              <a:ext cx="638175" cy="752475"/>
            </a:xfrm>
            <a:custGeom>
              <a:avLst/>
              <a:gdLst/>
              <a:ahLst/>
              <a:cxnLst/>
              <a:rect l="l" t="t" r="r" b="b"/>
              <a:pathLst>
                <a:path w="638175" h="752475">
                  <a:moveTo>
                    <a:pt x="549440" y="91821"/>
                  </a:moveTo>
                  <a:lnTo>
                    <a:pt x="548411" y="86296"/>
                  </a:lnTo>
                  <a:lnTo>
                    <a:pt x="540804" y="79552"/>
                  </a:lnTo>
                  <a:lnTo>
                    <a:pt x="535190" y="79235"/>
                  </a:lnTo>
                  <a:lnTo>
                    <a:pt x="506780" y="98894"/>
                  </a:lnTo>
                  <a:lnTo>
                    <a:pt x="506780" y="125704"/>
                  </a:lnTo>
                  <a:lnTo>
                    <a:pt x="447789" y="238455"/>
                  </a:lnTo>
                  <a:lnTo>
                    <a:pt x="303669" y="238290"/>
                  </a:lnTo>
                  <a:lnTo>
                    <a:pt x="334441" y="220891"/>
                  </a:lnTo>
                  <a:lnTo>
                    <a:pt x="336346" y="214274"/>
                  </a:lnTo>
                  <a:lnTo>
                    <a:pt x="267512" y="87617"/>
                  </a:lnTo>
                  <a:lnTo>
                    <a:pt x="248805" y="54038"/>
                  </a:lnTo>
                  <a:lnTo>
                    <a:pt x="238239" y="39763"/>
                  </a:lnTo>
                  <a:lnTo>
                    <a:pt x="238239" y="98945"/>
                  </a:lnTo>
                  <a:lnTo>
                    <a:pt x="237629" y="104432"/>
                  </a:lnTo>
                  <a:lnTo>
                    <a:pt x="168706" y="234492"/>
                  </a:lnTo>
                  <a:lnTo>
                    <a:pt x="27609" y="145567"/>
                  </a:lnTo>
                  <a:lnTo>
                    <a:pt x="79057" y="60363"/>
                  </a:lnTo>
                  <a:lnTo>
                    <a:pt x="82562" y="54940"/>
                  </a:lnTo>
                  <a:lnTo>
                    <a:pt x="93192" y="43942"/>
                  </a:lnTo>
                  <a:lnTo>
                    <a:pt x="112534" y="32410"/>
                  </a:lnTo>
                  <a:lnTo>
                    <a:pt x="142176" y="25400"/>
                  </a:lnTo>
                  <a:lnTo>
                    <a:pt x="173736" y="28194"/>
                  </a:lnTo>
                  <a:lnTo>
                    <a:pt x="201269" y="41402"/>
                  </a:lnTo>
                  <a:lnTo>
                    <a:pt x="222910" y="63703"/>
                  </a:lnTo>
                  <a:lnTo>
                    <a:pt x="236804" y="93789"/>
                  </a:lnTo>
                  <a:lnTo>
                    <a:pt x="238239" y="98945"/>
                  </a:lnTo>
                  <a:lnTo>
                    <a:pt x="238239" y="39763"/>
                  </a:lnTo>
                  <a:lnTo>
                    <a:pt x="233616" y="34277"/>
                  </a:lnTo>
                  <a:lnTo>
                    <a:pt x="221729" y="23317"/>
                  </a:lnTo>
                  <a:lnTo>
                    <a:pt x="395566" y="22313"/>
                  </a:lnTo>
                  <a:lnTo>
                    <a:pt x="401053" y="22948"/>
                  </a:lnTo>
                  <a:lnTo>
                    <a:pt x="410692" y="25920"/>
                  </a:lnTo>
                  <a:lnTo>
                    <a:pt x="420217" y="32181"/>
                  </a:lnTo>
                  <a:lnTo>
                    <a:pt x="483819" y="131330"/>
                  </a:lnTo>
                  <a:lnTo>
                    <a:pt x="486384" y="133096"/>
                  </a:lnTo>
                  <a:lnTo>
                    <a:pt x="492277" y="134277"/>
                  </a:lnTo>
                  <a:lnTo>
                    <a:pt x="495312" y="133642"/>
                  </a:lnTo>
                  <a:lnTo>
                    <a:pt x="506780" y="125704"/>
                  </a:lnTo>
                  <a:lnTo>
                    <a:pt x="506780" y="98894"/>
                  </a:lnTo>
                  <a:lnTo>
                    <a:pt x="494626" y="107289"/>
                  </a:lnTo>
                  <a:lnTo>
                    <a:pt x="439953" y="22047"/>
                  </a:lnTo>
                  <a:lnTo>
                    <a:pt x="406323" y="1485"/>
                  </a:lnTo>
                  <a:lnTo>
                    <a:pt x="394589" y="0"/>
                  </a:lnTo>
                  <a:lnTo>
                    <a:pt x="389686" y="0"/>
                  </a:lnTo>
                  <a:lnTo>
                    <a:pt x="172300" y="1612"/>
                  </a:lnTo>
                  <a:lnTo>
                    <a:pt x="167703" y="5638"/>
                  </a:lnTo>
                  <a:lnTo>
                    <a:pt x="167678" y="5803"/>
                  </a:lnTo>
                  <a:lnTo>
                    <a:pt x="140284" y="3416"/>
                  </a:lnTo>
                  <a:lnTo>
                    <a:pt x="102374" y="12738"/>
                  </a:lnTo>
                  <a:lnTo>
                    <a:pt x="63982" y="42938"/>
                  </a:lnTo>
                  <a:lnTo>
                    <a:pt x="0" y="148564"/>
                  </a:lnTo>
                  <a:lnTo>
                    <a:pt x="1587" y="155257"/>
                  </a:lnTo>
                  <a:lnTo>
                    <a:pt x="168770" y="260629"/>
                  </a:lnTo>
                  <a:lnTo>
                    <a:pt x="170827" y="261200"/>
                  </a:lnTo>
                  <a:lnTo>
                    <a:pt x="173837" y="261200"/>
                  </a:lnTo>
                  <a:lnTo>
                    <a:pt x="174790" y="261073"/>
                  </a:lnTo>
                  <a:lnTo>
                    <a:pt x="178689" y="260045"/>
                  </a:lnTo>
                  <a:lnTo>
                    <a:pt x="181190" y="258051"/>
                  </a:lnTo>
                  <a:lnTo>
                    <a:pt x="193675" y="234492"/>
                  </a:lnTo>
                  <a:lnTo>
                    <a:pt x="254596" y="119570"/>
                  </a:lnTo>
                  <a:lnTo>
                    <a:pt x="256819" y="114185"/>
                  </a:lnTo>
                  <a:lnTo>
                    <a:pt x="308902" y="209969"/>
                  </a:lnTo>
                  <a:lnTo>
                    <a:pt x="252006" y="242125"/>
                  </a:lnTo>
                  <a:lnTo>
                    <a:pt x="249859" y="247230"/>
                  </a:lnTo>
                  <a:lnTo>
                    <a:pt x="252412" y="256921"/>
                  </a:lnTo>
                  <a:lnTo>
                    <a:pt x="256781" y="260311"/>
                  </a:lnTo>
                  <a:lnTo>
                    <a:pt x="454456" y="260540"/>
                  </a:lnTo>
                  <a:lnTo>
                    <a:pt x="458558" y="260540"/>
                  </a:lnTo>
                  <a:lnTo>
                    <a:pt x="462343" y="258254"/>
                  </a:lnTo>
                  <a:lnTo>
                    <a:pt x="472706" y="238455"/>
                  </a:lnTo>
                  <a:lnTo>
                    <a:pt x="531698" y="125704"/>
                  </a:lnTo>
                  <a:lnTo>
                    <a:pt x="541337" y="107289"/>
                  </a:lnTo>
                  <a:lnTo>
                    <a:pt x="549440" y="91821"/>
                  </a:lnTo>
                  <a:close/>
                </a:path>
                <a:path w="638175" h="752475">
                  <a:moveTo>
                    <a:pt x="637971" y="384683"/>
                  </a:moveTo>
                  <a:lnTo>
                    <a:pt x="634923" y="355587"/>
                  </a:lnTo>
                  <a:lnTo>
                    <a:pt x="627684" y="336943"/>
                  </a:lnTo>
                  <a:lnTo>
                    <a:pt x="623404" y="330085"/>
                  </a:lnTo>
                  <a:lnTo>
                    <a:pt x="615848" y="318376"/>
                  </a:lnTo>
                  <a:lnTo>
                    <a:pt x="615848" y="385191"/>
                  </a:lnTo>
                  <a:lnTo>
                    <a:pt x="609130" y="414909"/>
                  </a:lnTo>
                  <a:lnTo>
                    <a:pt x="592734" y="442087"/>
                  </a:lnTo>
                  <a:lnTo>
                    <a:pt x="576097" y="455244"/>
                  </a:lnTo>
                  <a:lnTo>
                    <a:pt x="576097" y="487286"/>
                  </a:lnTo>
                  <a:lnTo>
                    <a:pt x="503148" y="639521"/>
                  </a:lnTo>
                  <a:lnTo>
                    <a:pt x="364007" y="675398"/>
                  </a:lnTo>
                  <a:lnTo>
                    <a:pt x="361315" y="676948"/>
                  </a:lnTo>
                  <a:lnTo>
                    <a:pt x="357670" y="681710"/>
                  </a:lnTo>
                  <a:lnTo>
                    <a:pt x="356895" y="684707"/>
                  </a:lnTo>
                  <a:lnTo>
                    <a:pt x="358990" y="698512"/>
                  </a:lnTo>
                  <a:lnTo>
                    <a:pt x="283591" y="595998"/>
                  </a:lnTo>
                  <a:lnTo>
                    <a:pt x="346964" y="466598"/>
                  </a:lnTo>
                  <a:lnTo>
                    <a:pt x="349097" y="501878"/>
                  </a:lnTo>
                  <a:lnTo>
                    <a:pt x="354253" y="506476"/>
                  </a:lnTo>
                  <a:lnTo>
                    <a:pt x="528764" y="498754"/>
                  </a:lnTo>
                  <a:lnTo>
                    <a:pt x="576097" y="487286"/>
                  </a:lnTo>
                  <a:lnTo>
                    <a:pt x="576097" y="455244"/>
                  </a:lnTo>
                  <a:lnTo>
                    <a:pt x="568782" y="461022"/>
                  </a:lnTo>
                  <a:lnTo>
                    <a:pt x="539254" y="470649"/>
                  </a:lnTo>
                  <a:lnTo>
                    <a:pt x="506145" y="469912"/>
                  </a:lnTo>
                  <a:lnTo>
                    <a:pt x="500888" y="468947"/>
                  </a:lnTo>
                  <a:lnTo>
                    <a:pt x="496239" y="465988"/>
                  </a:lnTo>
                  <a:lnTo>
                    <a:pt x="409613" y="346976"/>
                  </a:lnTo>
                  <a:lnTo>
                    <a:pt x="551446" y="259219"/>
                  </a:lnTo>
                  <a:lnTo>
                    <a:pt x="605409" y="342836"/>
                  </a:lnTo>
                  <a:lnTo>
                    <a:pt x="608749" y="348373"/>
                  </a:lnTo>
                  <a:lnTo>
                    <a:pt x="613968" y="362750"/>
                  </a:lnTo>
                  <a:lnTo>
                    <a:pt x="615848" y="385191"/>
                  </a:lnTo>
                  <a:lnTo>
                    <a:pt x="615848" y="318376"/>
                  </a:lnTo>
                  <a:lnTo>
                    <a:pt x="577684" y="259219"/>
                  </a:lnTo>
                  <a:lnTo>
                    <a:pt x="560844" y="233108"/>
                  </a:lnTo>
                  <a:lnTo>
                    <a:pt x="554139" y="231597"/>
                  </a:lnTo>
                  <a:lnTo>
                    <a:pt x="385267" y="336080"/>
                  </a:lnTo>
                  <a:lnTo>
                    <a:pt x="383451" y="338721"/>
                  </a:lnTo>
                  <a:lnTo>
                    <a:pt x="382257" y="344741"/>
                  </a:lnTo>
                  <a:lnTo>
                    <a:pt x="382955" y="347865"/>
                  </a:lnTo>
                  <a:lnTo>
                    <a:pt x="475195" y="474586"/>
                  </a:lnTo>
                  <a:lnTo>
                    <a:pt x="478993" y="478904"/>
                  </a:lnTo>
                  <a:lnTo>
                    <a:pt x="370116" y="483717"/>
                  </a:lnTo>
                  <a:lnTo>
                    <a:pt x="369087" y="466598"/>
                  </a:lnTo>
                  <a:lnTo>
                    <a:pt x="366179" y="418477"/>
                  </a:lnTo>
                  <a:lnTo>
                    <a:pt x="362546" y="414312"/>
                  </a:lnTo>
                  <a:lnTo>
                    <a:pt x="352691" y="412318"/>
                  </a:lnTo>
                  <a:lnTo>
                    <a:pt x="347764" y="414794"/>
                  </a:lnTo>
                  <a:lnTo>
                    <a:pt x="259016" y="595998"/>
                  </a:lnTo>
                  <a:lnTo>
                    <a:pt x="259397" y="600379"/>
                  </a:lnTo>
                  <a:lnTo>
                    <a:pt x="369849" y="750506"/>
                  </a:lnTo>
                  <a:lnTo>
                    <a:pt x="373176" y="752119"/>
                  </a:lnTo>
                  <a:lnTo>
                    <a:pt x="378015" y="752119"/>
                  </a:lnTo>
                  <a:lnTo>
                    <a:pt x="379450" y="751840"/>
                  </a:lnTo>
                  <a:lnTo>
                    <a:pt x="385521" y="749325"/>
                  </a:lnTo>
                  <a:lnTo>
                    <a:pt x="388277" y="744435"/>
                  </a:lnTo>
                  <a:lnTo>
                    <a:pt x="381317" y="698512"/>
                  </a:lnTo>
                  <a:lnTo>
                    <a:pt x="380885" y="695667"/>
                  </a:lnTo>
                  <a:lnTo>
                    <a:pt x="485533" y="683463"/>
                  </a:lnTo>
                  <a:lnTo>
                    <a:pt x="521169" y="652868"/>
                  </a:lnTo>
                  <a:lnTo>
                    <a:pt x="600570" y="487286"/>
                  </a:lnTo>
                  <a:lnTo>
                    <a:pt x="602284" y="483717"/>
                  </a:lnTo>
                  <a:lnTo>
                    <a:pt x="617296" y="452399"/>
                  </a:lnTo>
                  <a:lnTo>
                    <a:pt x="615873" y="447205"/>
                  </a:lnTo>
                  <a:lnTo>
                    <a:pt x="629716" y="422846"/>
                  </a:lnTo>
                  <a:lnTo>
                    <a:pt x="637971" y="384683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321721" y="6058653"/>
              <a:ext cx="231118" cy="211082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1209995" y="5810009"/>
              <a:ext cx="301625" cy="377825"/>
            </a:xfrm>
            <a:custGeom>
              <a:avLst/>
              <a:gdLst/>
              <a:ahLst/>
              <a:cxnLst/>
              <a:rect l="l" t="t" r="r" b="b"/>
              <a:pathLst>
                <a:path w="301625" h="377825">
                  <a:moveTo>
                    <a:pt x="203718" y="0"/>
                  </a:moveTo>
                  <a:lnTo>
                    <a:pt x="199184" y="178"/>
                  </a:lnTo>
                  <a:lnTo>
                    <a:pt x="15430" y="1057"/>
                  </a:lnTo>
                  <a:lnTo>
                    <a:pt x="11022" y="4544"/>
                  </a:lnTo>
                  <a:lnTo>
                    <a:pt x="8645" y="14418"/>
                  </a:lnTo>
                  <a:lnTo>
                    <a:pt x="10970" y="19528"/>
                  </a:lnTo>
                  <a:lnTo>
                    <a:pt x="54759" y="42270"/>
                  </a:lnTo>
                  <a:lnTo>
                    <a:pt x="3002" y="134037"/>
                  </a:lnTo>
                  <a:lnTo>
                    <a:pt x="2698" y="134728"/>
                  </a:lnTo>
                  <a:lnTo>
                    <a:pt x="2478" y="135451"/>
                  </a:lnTo>
                  <a:lnTo>
                    <a:pt x="0" y="153999"/>
                  </a:lnTo>
                  <a:lnTo>
                    <a:pt x="2581" y="169803"/>
                  </a:lnTo>
                  <a:lnTo>
                    <a:pt x="6756" y="180868"/>
                  </a:lnTo>
                  <a:lnTo>
                    <a:pt x="9054" y="185198"/>
                  </a:lnTo>
                  <a:lnTo>
                    <a:pt x="111606" y="375433"/>
                  </a:lnTo>
                  <a:lnTo>
                    <a:pt x="115386" y="377580"/>
                  </a:lnTo>
                  <a:lnTo>
                    <a:pt x="120579" y="377580"/>
                  </a:lnTo>
                  <a:lnTo>
                    <a:pt x="121836" y="377370"/>
                  </a:lnTo>
                  <a:lnTo>
                    <a:pt x="128181" y="375108"/>
                  </a:lnTo>
                  <a:lnTo>
                    <a:pt x="131207" y="369810"/>
                  </a:lnTo>
                  <a:lnTo>
                    <a:pt x="130181" y="364460"/>
                  </a:lnTo>
                  <a:lnTo>
                    <a:pt x="128526" y="337595"/>
                  </a:lnTo>
                  <a:lnTo>
                    <a:pt x="131412" y="322744"/>
                  </a:lnTo>
                  <a:lnTo>
                    <a:pt x="108265" y="322744"/>
                  </a:lnTo>
                  <a:lnTo>
                    <a:pt x="28142" y="174162"/>
                  </a:lnTo>
                  <a:lnTo>
                    <a:pt x="26718" y="171428"/>
                  </a:lnTo>
                  <a:lnTo>
                    <a:pt x="24002" y="164405"/>
                  </a:lnTo>
                  <a:lnTo>
                    <a:pt x="22121" y="154513"/>
                  </a:lnTo>
                  <a:lnTo>
                    <a:pt x="23200" y="143168"/>
                  </a:lnTo>
                  <a:lnTo>
                    <a:pt x="81062" y="40553"/>
                  </a:lnTo>
                  <a:lnTo>
                    <a:pt x="81418" y="37464"/>
                  </a:lnTo>
                  <a:lnTo>
                    <a:pt x="79701" y="31726"/>
                  </a:lnTo>
                  <a:lnTo>
                    <a:pt x="77722" y="29328"/>
                  </a:lnTo>
                  <a:lnTo>
                    <a:pt x="65335" y="22889"/>
                  </a:lnTo>
                  <a:lnTo>
                    <a:pt x="217558" y="22282"/>
                  </a:lnTo>
                  <a:lnTo>
                    <a:pt x="207069" y="2418"/>
                  </a:lnTo>
                  <a:lnTo>
                    <a:pt x="203718" y="0"/>
                  </a:lnTo>
                  <a:close/>
                </a:path>
                <a:path w="301625" h="377825">
                  <a:moveTo>
                    <a:pt x="230115" y="130655"/>
                  </a:moveTo>
                  <a:lnTo>
                    <a:pt x="190966" y="180868"/>
                  </a:lnTo>
                  <a:lnTo>
                    <a:pt x="143664" y="252181"/>
                  </a:lnTo>
                  <a:lnTo>
                    <a:pt x="122731" y="284434"/>
                  </a:lnTo>
                  <a:lnTo>
                    <a:pt x="108265" y="322744"/>
                  </a:lnTo>
                  <a:lnTo>
                    <a:pt x="131412" y="322744"/>
                  </a:lnTo>
                  <a:lnTo>
                    <a:pt x="132748" y="315868"/>
                  </a:lnTo>
                  <a:lnTo>
                    <a:pt x="139689" y="299440"/>
                  </a:lnTo>
                  <a:lnTo>
                    <a:pt x="146191" y="288472"/>
                  </a:lnTo>
                  <a:lnTo>
                    <a:pt x="158915" y="269117"/>
                  </a:lnTo>
                  <a:lnTo>
                    <a:pt x="232429" y="158340"/>
                  </a:lnTo>
                  <a:lnTo>
                    <a:pt x="289408" y="158340"/>
                  </a:lnTo>
                  <a:lnTo>
                    <a:pt x="284852" y="149712"/>
                  </a:lnTo>
                  <a:lnTo>
                    <a:pt x="259884" y="149712"/>
                  </a:lnTo>
                  <a:lnTo>
                    <a:pt x="230115" y="130655"/>
                  </a:lnTo>
                  <a:close/>
                </a:path>
                <a:path w="301625" h="377825">
                  <a:moveTo>
                    <a:pt x="289408" y="158340"/>
                  </a:moveTo>
                  <a:lnTo>
                    <a:pt x="232429" y="158340"/>
                  </a:lnTo>
                  <a:lnTo>
                    <a:pt x="287454" y="193564"/>
                  </a:lnTo>
                  <a:lnTo>
                    <a:pt x="292982" y="193083"/>
                  </a:lnTo>
                  <a:lnTo>
                    <a:pt x="300343" y="186297"/>
                  </a:lnTo>
                  <a:lnTo>
                    <a:pt x="301296" y="180853"/>
                  </a:lnTo>
                  <a:lnTo>
                    <a:pt x="289408" y="158340"/>
                  </a:lnTo>
                  <a:close/>
                </a:path>
                <a:path w="301625" h="377825">
                  <a:moveTo>
                    <a:pt x="217558" y="22282"/>
                  </a:moveTo>
                  <a:lnTo>
                    <a:pt x="192598" y="22282"/>
                  </a:lnTo>
                  <a:lnTo>
                    <a:pt x="259884" y="149712"/>
                  </a:lnTo>
                  <a:lnTo>
                    <a:pt x="284852" y="149712"/>
                  </a:lnTo>
                  <a:lnTo>
                    <a:pt x="217558" y="22282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" name="object 114" descr=""/>
          <p:cNvSpPr/>
          <p:nvPr/>
        </p:nvSpPr>
        <p:spPr>
          <a:xfrm>
            <a:off x="1238346" y="4287574"/>
            <a:ext cx="692150" cy="313055"/>
          </a:xfrm>
          <a:custGeom>
            <a:avLst/>
            <a:gdLst/>
            <a:ahLst/>
            <a:cxnLst/>
            <a:rect l="l" t="t" r="r" b="b"/>
            <a:pathLst>
              <a:path w="692150" h="313054">
                <a:moveTo>
                  <a:pt x="359449" y="0"/>
                </a:moveTo>
                <a:lnTo>
                  <a:pt x="309138" y="3391"/>
                </a:lnTo>
                <a:lnTo>
                  <a:pt x="260688" y="13304"/>
                </a:lnTo>
                <a:lnTo>
                  <a:pt x="214602" y="29344"/>
                </a:lnTo>
                <a:lnTo>
                  <a:pt x="171383" y="51121"/>
                </a:lnTo>
                <a:lnTo>
                  <a:pt x="131535" y="78239"/>
                </a:lnTo>
                <a:lnTo>
                  <a:pt x="95560" y="110308"/>
                </a:lnTo>
                <a:lnTo>
                  <a:pt x="63963" y="146933"/>
                </a:lnTo>
                <a:lnTo>
                  <a:pt x="37246" y="187722"/>
                </a:lnTo>
                <a:lnTo>
                  <a:pt x="15912" y="232283"/>
                </a:lnTo>
                <a:lnTo>
                  <a:pt x="465" y="280221"/>
                </a:lnTo>
                <a:lnTo>
                  <a:pt x="0" y="290670"/>
                </a:lnTo>
                <a:lnTo>
                  <a:pt x="3453" y="300158"/>
                </a:lnTo>
                <a:lnTo>
                  <a:pt x="10212" y="307659"/>
                </a:lnTo>
                <a:lnTo>
                  <a:pt x="19658" y="312147"/>
                </a:lnTo>
                <a:lnTo>
                  <a:pt x="21794" y="312681"/>
                </a:lnTo>
                <a:lnTo>
                  <a:pt x="23941" y="312932"/>
                </a:lnTo>
                <a:lnTo>
                  <a:pt x="26056" y="312932"/>
                </a:lnTo>
                <a:lnTo>
                  <a:pt x="66628" y="247457"/>
                </a:lnTo>
                <a:lnTo>
                  <a:pt x="87835" y="205582"/>
                </a:lnTo>
                <a:lnTo>
                  <a:pt x="114625" y="167791"/>
                </a:lnTo>
                <a:lnTo>
                  <a:pt x="146406" y="134546"/>
                </a:lnTo>
                <a:lnTo>
                  <a:pt x="182585" y="106310"/>
                </a:lnTo>
                <a:lnTo>
                  <a:pt x="222571" y="83544"/>
                </a:lnTo>
                <a:lnTo>
                  <a:pt x="265772" y="66710"/>
                </a:lnTo>
                <a:lnTo>
                  <a:pt x="311595" y="56271"/>
                </a:lnTo>
                <a:lnTo>
                  <a:pt x="359449" y="52689"/>
                </a:lnTo>
                <a:lnTo>
                  <a:pt x="413045" y="57301"/>
                </a:lnTo>
                <a:lnTo>
                  <a:pt x="464563" y="70768"/>
                </a:lnTo>
                <a:lnTo>
                  <a:pt x="512940" y="92536"/>
                </a:lnTo>
                <a:lnTo>
                  <a:pt x="557113" y="122051"/>
                </a:lnTo>
                <a:lnTo>
                  <a:pt x="596018" y="158759"/>
                </a:lnTo>
                <a:lnTo>
                  <a:pt x="546585" y="155796"/>
                </a:lnTo>
                <a:lnTo>
                  <a:pt x="691753" y="282253"/>
                </a:lnTo>
                <a:lnTo>
                  <a:pt x="676665" y="90332"/>
                </a:lnTo>
                <a:lnTo>
                  <a:pt x="646456" y="136603"/>
                </a:lnTo>
                <a:lnTo>
                  <a:pt x="614365" y="102001"/>
                </a:lnTo>
                <a:lnTo>
                  <a:pt x="578417" y="71972"/>
                </a:lnTo>
                <a:lnTo>
                  <a:pt x="539144" y="46791"/>
                </a:lnTo>
                <a:lnTo>
                  <a:pt x="497079" y="26730"/>
                </a:lnTo>
                <a:lnTo>
                  <a:pt x="452753" y="12062"/>
                </a:lnTo>
                <a:lnTo>
                  <a:pt x="406699" y="3061"/>
                </a:lnTo>
                <a:lnTo>
                  <a:pt x="359449" y="0"/>
                </a:lnTo>
                <a:close/>
              </a:path>
            </a:pathLst>
          </a:custGeom>
          <a:solidFill>
            <a:srgbClr val="86B9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1264370" y="4691495"/>
            <a:ext cx="692150" cy="313055"/>
          </a:xfrm>
          <a:custGeom>
            <a:avLst/>
            <a:gdLst/>
            <a:ahLst/>
            <a:cxnLst/>
            <a:rect l="l" t="t" r="r" b="b"/>
            <a:pathLst>
              <a:path w="692150" h="313054">
                <a:moveTo>
                  <a:pt x="667812" y="0"/>
                </a:moveTo>
                <a:lnTo>
                  <a:pt x="665697" y="0"/>
                </a:lnTo>
                <a:lnTo>
                  <a:pt x="657147" y="1437"/>
                </a:lnTo>
                <a:lnTo>
                  <a:pt x="649621" y="5497"/>
                </a:lnTo>
                <a:lnTo>
                  <a:pt x="643748" y="11803"/>
                </a:lnTo>
                <a:lnTo>
                  <a:pt x="640158" y="19978"/>
                </a:lnTo>
                <a:lnTo>
                  <a:pt x="625125" y="65475"/>
                </a:lnTo>
                <a:lnTo>
                  <a:pt x="603918" y="107350"/>
                </a:lnTo>
                <a:lnTo>
                  <a:pt x="577128" y="145141"/>
                </a:lnTo>
                <a:lnTo>
                  <a:pt x="545347" y="178385"/>
                </a:lnTo>
                <a:lnTo>
                  <a:pt x="509168" y="206622"/>
                </a:lnTo>
                <a:lnTo>
                  <a:pt x="469182" y="229388"/>
                </a:lnTo>
                <a:lnTo>
                  <a:pt x="425981" y="246221"/>
                </a:lnTo>
                <a:lnTo>
                  <a:pt x="380158" y="256661"/>
                </a:lnTo>
                <a:lnTo>
                  <a:pt x="332304" y="260243"/>
                </a:lnTo>
                <a:lnTo>
                  <a:pt x="278707" y="255631"/>
                </a:lnTo>
                <a:lnTo>
                  <a:pt x="227189" y="242164"/>
                </a:lnTo>
                <a:lnTo>
                  <a:pt x="178812" y="220396"/>
                </a:lnTo>
                <a:lnTo>
                  <a:pt x="134640" y="190881"/>
                </a:lnTo>
                <a:lnTo>
                  <a:pt x="95735" y="154173"/>
                </a:lnTo>
                <a:lnTo>
                  <a:pt x="145168" y="157136"/>
                </a:lnTo>
                <a:lnTo>
                  <a:pt x="0" y="30679"/>
                </a:lnTo>
                <a:lnTo>
                  <a:pt x="15088" y="222600"/>
                </a:lnTo>
                <a:lnTo>
                  <a:pt x="45297" y="176329"/>
                </a:lnTo>
                <a:lnTo>
                  <a:pt x="77388" y="210931"/>
                </a:lnTo>
                <a:lnTo>
                  <a:pt x="113338" y="240960"/>
                </a:lnTo>
                <a:lnTo>
                  <a:pt x="152612" y="266141"/>
                </a:lnTo>
                <a:lnTo>
                  <a:pt x="194678" y="286202"/>
                </a:lnTo>
                <a:lnTo>
                  <a:pt x="239004" y="300870"/>
                </a:lnTo>
                <a:lnTo>
                  <a:pt x="285057" y="309871"/>
                </a:lnTo>
                <a:lnTo>
                  <a:pt x="332304" y="312932"/>
                </a:lnTo>
                <a:lnTo>
                  <a:pt x="382615" y="309541"/>
                </a:lnTo>
                <a:lnTo>
                  <a:pt x="431065" y="299628"/>
                </a:lnTo>
                <a:lnTo>
                  <a:pt x="477151" y="283588"/>
                </a:lnTo>
                <a:lnTo>
                  <a:pt x="520370" y="261811"/>
                </a:lnTo>
                <a:lnTo>
                  <a:pt x="560218" y="234693"/>
                </a:lnTo>
                <a:lnTo>
                  <a:pt x="596192" y="202624"/>
                </a:lnTo>
                <a:lnTo>
                  <a:pt x="627790" y="165999"/>
                </a:lnTo>
                <a:lnTo>
                  <a:pt x="654507" y="125210"/>
                </a:lnTo>
                <a:lnTo>
                  <a:pt x="675840" y="80649"/>
                </a:lnTo>
                <a:lnTo>
                  <a:pt x="691287" y="32711"/>
                </a:lnTo>
                <a:lnTo>
                  <a:pt x="691753" y="22262"/>
                </a:lnTo>
                <a:lnTo>
                  <a:pt x="688299" y="12774"/>
                </a:lnTo>
                <a:lnTo>
                  <a:pt x="681541" y="5273"/>
                </a:lnTo>
                <a:lnTo>
                  <a:pt x="672094" y="785"/>
                </a:lnTo>
                <a:lnTo>
                  <a:pt x="669958" y="251"/>
                </a:lnTo>
                <a:lnTo>
                  <a:pt x="667812" y="0"/>
                </a:lnTo>
                <a:close/>
              </a:path>
            </a:pathLst>
          </a:custGeom>
          <a:solidFill>
            <a:srgbClr val="86B9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1307488" y="1882808"/>
            <a:ext cx="572770" cy="572770"/>
          </a:xfrm>
          <a:custGeom>
            <a:avLst/>
            <a:gdLst/>
            <a:ahLst/>
            <a:cxnLst/>
            <a:rect l="l" t="t" r="r" b="b"/>
            <a:pathLst>
              <a:path w="572769" h="572769">
                <a:moveTo>
                  <a:pt x="286127" y="0"/>
                </a:moveTo>
                <a:lnTo>
                  <a:pt x="239776" y="3751"/>
                </a:lnTo>
                <a:lnTo>
                  <a:pt x="195784" y="14611"/>
                </a:lnTo>
                <a:lnTo>
                  <a:pt x="154744" y="31985"/>
                </a:lnTo>
                <a:lnTo>
                  <a:pt x="117251" y="55280"/>
                </a:lnTo>
                <a:lnTo>
                  <a:pt x="83897" y="83901"/>
                </a:lnTo>
                <a:lnTo>
                  <a:pt x="55277" y="117256"/>
                </a:lnTo>
                <a:lnTo>
                  <a:pt x="31983" y="154749"/>
                </a:lnTo>
                <a:lnTo>
                  <a:pt x="14610" y="195788"/>
                </a:lnTo>
                <a:lnTo>
                  <a:pt x="3751" y="239778"/>
                </a:lnTo>
                <a:lnTo>
                  <a:pt x="0" y="286127"/>
                </a:lnTo>
                <a:lnTo>
                  <a:pt x="3751" y="332478"/>
                </a:lnTo>
                <a:lnTo>
                  <a:pt x="14610" y="376471"/>
                </a:lnTo>
                <a:lnTo>
                  <a:pt x="31983" y="417512"/>
                </a:lnTo>
                <a:lnTo>
                  <a:pt x="55277" y="455006"/>
                </a:lnTo>
                <a:lnTo>
                  <a:pt x="83897" y="488362"/>
                </a:lnTo>
                <a:lnTo>
                  <a:pt x="117251" y="516984"/>
                </a:lnTo>
                <a:lnTo>
                  <a:pt x="154744" y="540279"/>
                </a:lnTo>
                <a:lnTo>
                  <a:pt x="195784" y="557653"/>
                </a:lnTo>
                <a:lnTo>
                  <a:pt x="239776" y="568513"/>
                </a:lnTo>
                <a:lnTo>
                  <a:pt x="286127" y="572265"/>
                </a:lnTo>
                <a:lnTo>
                  <a:pt x="332478" y="568513"/>
                </a:lnTo>
                <a:lnTo>
                  <a:pt x="376471" y="557653"/>
                </a:lnTo>
                <a:lnTo>
                  <a:pt x="417512" y="540279"/>
                </a:lnTo>
                <a:lnTo>
                  <a:pt x="425538" y="535292"/>
                </a:lnTo>
                <a:lnTo>
                  <a:pt x="286127" y="535292"/>
                </a:lnTo>
                <a:lnTo>
                  <a:pt x="241401" y="531270"/>
                </a:lnTo>
                <a:lnTo>
                  <a:pt x="199280" y="519678"/>
                </a:lnTo>
                <a:lnTo>
                  <a:pt x="160474" y="501224"/>
                </a:lnTo>
                <a:lnTo>
                  <a:pt x="125693" y="476619"/>
                </a:lnTo>
                <a:lnTo>
                  <a:pt x="95645" y="446570"/>
                </a:lnTo>
                <a:lnTo>
                  <a:pt x="71039" y="411787"/>
                </a:lnTo>
                <a:lnTo>
                  <a:pt x="52586" y="372979"/>
                </a:lnTo>
                <a:lnTo>
                  <a:pt x="40994" y="330856"/>
                </a:lnTo>
                <a:lnTo>
                  <a:pt x="36972" y="286127"/>
                </a:lnTo>
                <a:lnTo>
                  <a:pt x="40994" y="241401"/>
                </a:lnTo>
                <a:lnTo>
                  <a:pt x="52586" y="199280"/>
                </a:lnTo>
                <a:lnTo>
                  <a:pt x="71039" y="160474"/>
                </a:lnTo>
                <a:lnTo>
                  <a:pt x="95645" y="125693"/>
                </a:lnTo>
                <a:lnTo>
                  <a:pt x="125693" y="95645"/>
                </a:lnTo>
                <a:lnTo>
                  <a:pt x="160474" y="71039"/>
                </a:lnTo>
                <a:lnTo>
                  <a:pt x="199280" y="52586"/>
                </a:lnTo>
                <a:lnTo>
                  <a:pt x="241401" y="40994"/>
                </a:lnTo>
                <a:lnTo>
                  <a:pt x="286127" y="36972"/>
                </a:lnTo>
                <a:lnTo>
                  <a:pt x="425538" y="36972"/>
                </a:lnTo>
                <a:lnTo>
                  <a:pt x="417512" y="31985"/>
                </a:lnTo>
                <a:lnTo>
                  <a:pt x="376471" y="14611"/>
                </a:lnTo>
                <a:lnTo>
                  <a:pt x="332478" y="3751"/>
                </a:lnTo>
                <a:lnTo>
                  <a:pt x="286127" y="0"/>
                </a:lnTo>
                <a:close/>
              </a:path>
              <a:path w="572769" h="572769">
                <a:moveTo>
                  <a:pt x="425538" y="36972"/>
                </a:moveTo>
                <a:lnTo>
                  <a:pt x="286127" y="36972"/>
                </a:lnTo>
                <a:lnTo>
                  <a:pt x="330856" y="40994"/>
                </a:lnTo>
                <a:lnTo>
                  <a:pt x="372979" y="52586"/>
                </a:lnTo>
                <a:lnTo>
                  <a:pt x="411787" y="71039"/>
                </a:lnTo>
                <a:lnTo>
                  <a:pt x="446570" y="95645"/>
                </a:lnTo>
                <a:lnTo>
                  <a:pt x="476619" y="125693"/>
                </a:lnTo>
                <a:lnTo>
                  <a:pt x="501224" y="160474"/>
                </a:lnTo>
                <a:lnTo>
                  <a:pt x="519678" y="199280"/>
                </a:lnTo>
                <a:lnTo>
                  <a:pt x="531270" y="241401"/>
                </a:lnTo>
                <a:lnTo>
                  <a:pt x="535292" y="286127"/>
                </a:lnTo>
                <a:lnTo>
                  <a:pt x="531270" y="330856"/>
                </a:lnTo>
                <a:lnTo>
                  <a:pt x="519678" y="372979"/>
                </a:lnTo>
                <a:lnTo>
                  <a:pt x="501224" y="411787"/>
                </a:lnTo>
                <a:lnTo>
                  <a:pt x="476619" y="446570"/>
                </a:lnTo>
                <a:lnTo>
                  <a:pt x="446570" y="476619"/>
                </a:lnTo>
                <a:lnTo>
                  <a:pt x="411787" y="501224"/>
                </a:lnTo>
                <a:lnTo>
                  <a:pt x="372979" y="519678"/>
                </a:lnTo>
                <a:lnTo>
                  <a:pt x="330856" y="531270"/>
                </a:lnTo>
                <a:lnTo>
                  <a:pt x="286127" y="535292"/>
                </a:lnTo>
                <a:lnTo>
                  <a:pt x="425538" y="535292"/>
                </a:lnTo>
                <a:lnTo>
                  <a:pt x="488362" y="488362"/>
                </a:lnTo>
                <a:lnTo>
                  <a:pt x="516984" y="455006"/>
                </a:lnTo>
                <a:lnTo>
                  <a:pt x="540279" y="417512"/>
                </a:lnTo>
                <a:lnTo>
                  <a:pt x="557653" y="376471"/>
                </a:lnTo>
                <a:lnTo>
                  <a:pt x="568513" y="332478"/>
                </a:lnTo>
                <a:lnTo>
                  <a:pt x="572265" y="286127"/>
                </a:lnTo>
                <a:lnTo>
                  <a:pt x="568513" y="239778"/>
                </a:lnTo>
                <a:lnTo>
                  <a:pt x="557653" y="195788"/>
                </a:lnTo>
                <a:lnTo>
                  <a:pt x="540279" y="154749"/>
                </a:lnTo>
                <a:lnTo>
                  <a:pt x="516984" y="117256"/>
                </a:lnTo>
                <a:lnTo>
                  <a:pt x="488362" y="83901"/>
                </a:lnTo>
                <a:lnTo>
                  <a:pt x="455006" y="55280"/>
                </a:lnTo>
                <a:lnTo>
                  <a:pt x="425538" y="36972"/>
                </a:lnTo>
                <a:close/>
              </a:path>
            </a:pathLst>
          </a:custGeom>
          <a:solidFill>
            <a:srgbClr val="86B9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1569710" y="1685686"/>
            <a:ext cx="37465" cy="138430"/>
          </a:xfrm>
          <a:custGeom>
            <a:avLst/>
            <a:gdLst/>
            <a:ahLst/>
            <a:cxnLst/>
            <a:rect l="l" t="t" r="r" b="b"/>
            <a:pathLst>
              <a:path w="37465" h="138430">
                <a:moveTo>
                  <a:pt x="18481" y="0"/>
                </a:moveTo>
                <a:lnTo>
                  <a:pt x="11286" y="1453"/>
                </a:lnTo>
                <a:lnTo>
                  <a:pt x="5412" y="5417"/>
                </a:lnTo>
                <a:lnTo>
                  <a:pt x="1452" y="11295"/>
                </a:lnTo>
                <a:lnTo>
                  <a:pt x="0" y="18491"/>
                </a:lnTo>
                <a:lnTo>
                  <a:pt x="0" y="119765"/>
                </a:lnTo>
                <a:lnTo>
                  <a:pt x="1452" y="126960"/>
                </a:lnTo>
                <a:lnTo>
                  <a:pt x="5412" y="132834"/>
                </a:lnTo>
                <a:lnTo>
                  <a:pt x="11286" y="136795"/>
                </a:lnTo>
                <a:lnTo>
                  <a:pt x="18481" y="138247"/>
                </a:lnTo>
                <a:lnTo>
                  <a:pt x="25675" y="136795"/>
                </a:lnTo>
                <a:lnTo>
                  <a:pt x="31550" y="132834"/>
                </a:lnTo>
                <a:lnTo>
                  <a:pt x="35510" y="126960"/>
                </a:lnTo>
                <a:lnTo>
                  <a:pt x="36962" y="119765"/>
                </a:lnTo>
                <a:lnTo>
                  <a:pt x="36962" y="18491"/>
                </a:lnTo>
                <a:lnTo>
                  <a:pt x="35510" y="11295"/>
                </a:lnTo>
                <a:lnTo>
                  <a:pt x="31550" y="5417"/>
                </a:lnTo>
                <a:lnTo>
                  <a:pt x="25675" y="1453"/>
                </a:lnTo>
                <a:lnTo>
                  <a:pt x="18481" y="0"/>
                </a:lnTo>
                <a:close/>
              </a:path>
            </a:pathLst>
          </a:custGeom>
          <a:solidFill>
            <a:srgbClr val="86B93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8" name="object 118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830668" y="1815953"/>
            <a:ext cx="108575" cy="108580"/>
          </a:xfrm>
          <a:prstGeom prst="rect">
            <a:avLst/>
          </a:prstGeom>
        </p:spPr>
      </p:pic>
      <p:sp>
        <p:nvSpPr>
          <p:cNvPr id="119" name="object 119" descr=""/>
          <p:cNvSpPr/>
          <p:nvPr/>
        </p:nvSpPr>
        <p:spPr>
          <a:xfrm>
            <a:off x="1944045" y="2143220"/>
            <a:ext cx="138430" cy="37465"/>
          </a:xfrm>
          <a:custGeom>
            <a:avLst/>
            <a:gdLst/>
            <a:ahLst/>
            <a:cxnLst/>
            <a:rect l="l" t="t" r="r" b="b"/>
            <a:pathLst>
              <a:path w="138430" h="37464">
                <a:moveTo>
                  <a:pt x="119765" y="0"/>
                </a:moveTo>
                <a:lnTo>
                  <a:pt x="18491" y="0"/>
                </a:lnTo>
                <a:lnTo>
                  <a:pt x="11295" y="1453"/>
                </a:lnTo>
                <a:lnTo>
                  <a:pt x="5417" y="5417"/>
                </a:lnTo>
                <a:lnTo>
                  <a:pt x="1453" y="11295"/>
                </a:lnTo>
                <a:lnTo>
                  <a:pt x="0" y="18491"/>
                </a:lnTo>
                <a:lnTo>
                  <a:pt x="1453" y="25686"/>
                </a:lnTo>
                <a:lnTo>
                  <a:pt x="5417" y="31560"/>
                </a:lnTo>
                <a:lnTo>
                  <a:pt x="11295" y="35520"/>
                </a:lnTo>
                <a:lnTo>
                  <a:pt x="18491" y="36972"/>
                </a:lnTo>
                <a:lnTo>
                  <a:pt x="119765" y="36972"/>
                </a:lnTo>
                <a:lnTo>
                  <a:pt x="126960" y="35520"/>
                </a:lnTo>
                <a:lnTo>
                  <a:pt x="132834" y="31560"/>
                </a:lnTo>
                <a:lnTo>
                  <a:pt x="136795" y="25686"/>
                </a:lnTo>
                <a:lnTo>
                  <a:pt x="138247" y="18491"/>
                </a:lnTo>
                <a:lnTo>
                  <a:pt x="136795" y="11295"/>
                </a:lnTo>
                <a:lnTo>
                  <a:pt x="132834" y="5417"/>
                </a:lnTo>
                <a:lnTo>
                  <a:pt x="126960" y="1453"/>
                </a:lnTo>
                <a:lnTo>
                  <a:pt x="119765" y="0"/>
                </a:lnTo>
                <a:close/>
              </a:path>
            </a:pathLst>
          </a:custGeom>
          <a:solidFill>
            <a:srgbClr val="86B93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0" name="object 120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843452" y="2404178"/>
            <a:ext cx="108585" cy="108580"/>
          </a:xfrm>
          <a:prstGeom prst="rect">
            <a:avLst/>
          </a:prstGeom>
        </p:spPr>
      </p:pic>
      <p:sp>
        <p:nvSpPr>
          <p:cNvPr id="121" name="object 121" descr=""/>
          <p:cNvSpPr/>
          <p:nvPr/>
        </p:nvSpPr>
        <p:spPr>
          <a:xfrm>
            <a:off x="1587789" y="2517563"/>
            <a:ext cx="37465" cy="138430"/>
          </a:xfrm>
          <a:custGeom>
            <a:avLst/>
            <a:gdLst/>
            <a:ahLst/>
            <a:cxnLst/>
            <a:rect l="l" t="t" r="r" b="b"/>
            <a:pathLst>
              <a:path w="37465" h="138430">
                <a:moveTo>
                  <a:pt x="18491" y="0"/>
                </a:moveTo>
                <a:lnTo>
                  <a:pt x="11295" y="1453"/>
                </a:lnTo>
                <a:lnTo>
                  <a:pt x="5417" y="5417"/>
                </a:lnTo>
                <a:lnTo>
                  <a:pt x="1453" y="11295"/>
                </a:lnTo>
                <a:lnTo>
                  <a:pt x="0" y="18491"/>
                </a:lnTo>
                <a:lnTo>
                  <a:pt x="0" y="119755"/>
                </a:lnTo>
                <a:lnTo>
                  <a:pt x="1453" y="126951"/>
                </a:lnTo>
                <a:lnTo>
                  <a:pt x="5417" y="132829"/>
                </a:lnTo>
                <a:lnTo>
                  <a:pt x="11295" y="136793"/>
                </a:lnTo>
                <a:lnTo>
                  <a:pt x="18491" y="138247"/>
                </a:lnTo>
                <a:lnTo>
                  <a:pt x="25686" y="136793"/>
                </a:lnTo>
                <a:lnTo>
                  <a:pt x="31560" y="132829"/>
                </a:lnTo>
                <a:lnTo>
                  <a:pt x="35520" y="126951"/>
                </a:lnTo>
                <a:lnTo>
                  <a:pt x="36972" y="119755"/>
                </a:lnTo>
                <a:lnTo>
                  <a:pt x="36972" y="18491"/>
                </a:lnTo>
                <a:lnTo>
                  <a:pt x="35520" y="11295"/>
                </a:lnTo>
                <a:lnTo>
                  <a:pt x="31560" y="5417"/>
                </a:lnTo>
                <a:lnTo>
                  <a:pt x="25686" y="1453"/>
                </a:lnTo>
                <a:lnTo>
                  <a:pt x="18491" y="0"/>
                </a:lnTo>
                <a:close/>
              </a:path>
            </a:pathLst>
          </a:custGeom>
          <a:solidFill>
            <a:srgbClr val="86B93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2" name="object 122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255224" y="2416966"/>
            <a:ext cx="108585" cy="108580"/>
          </a:xfrm>
          <a:prstGeom prst="rect">
            <a:avLst/>
          </a:prstGeom>
        </p:spPr>
      </p:pic>
      <p:sp>
        <p:nvSpPr>
          <p:cNvPr id="123" name="object 123" descr=""/>
          <p:cNvSpPr/>
          <p:nvPr/>
        </p:nvSpPr>
        <p:spPr>
          <a:xfrm>
            <a:off x="1112171" y="2161305"/>
            <a:ext cx="138430" cy="37465"/>
          </a:xfrm>
          <a:custGeom>
            <a:avLst/>
            <a:gdLst/>
            <a:ahLst/>
            <a:cxnLst/>
            <a:rect l="l" t="t" r="r" b="b"/>
            <a:pathLst>
              <a:path w="138430" h="37464">
                <a:moveTo>
                  <a:pt x="119765" y="0"/>
                </a:moveTo>
                <a:lnTo>
                  <a:pt x="18491" y="0"/>
                </a:lnTo>
                <a:lnTo>
                  <a:pt x="11295" y="1453"/>
                </a:lnTo>
                <a:lnTo>
                  <a:pt x="5417" y="5417"/>
                </a:lnTo>
                <a:lnTo>
                  <a:pt x="1453" y="11295"/>
                </a:lnTo>
                <a:lnTo>
                  <a:pt x="0" y="18491"/>
                </a:lnTo>
                <a:lnTo>
                  <a:pt x="1453" y="25686"/>
                </a:lnTo>
                <a:lnTo>
                  <a:pt x="5417" y="31560"/>
                </a:lnTo>
                <a:lnTo>
                  <a:pt x="11295" y="35520"/>
                </a:lnTo>
                <a:lnTo>
                  <a:pt x="18491" y="36972"/>
                </a:lnTo>
                <a:lnTo>
                  <a:pt x="119765" y="36972"/>
                </a:lnTo>
                <a:lnTo>
                  <a:pt x="126960" y="35520"/>
                </a:lnTo>
                <a:lnTo>
                  <a:pt x="132834" y="31560"/>
                </a:lnTo>
                <a:lnTo>
                  <a:pt x="136795" y="25686"/>
                </a:lnTo>
                <a:lnTo>
                  <a:pt x="138247" y="18491"/>
                </a:lnTo>
                <a:lnTo>
                  <a:pt x="136795" y="11295"/>
                </a:lnTo>
                <a:lnTo>
                  <a:pt x="132834" y="5417"/>
                </a:lnTo>
                <a:lnTo>
                  <a:pt x="126960" y="1453"/>
                </a:lnTo>
                <a:lnTo>
                  <a:pt x="119765" y="0"/>
                </a:lnTo>
                <a:close/>
              </a:path>
            </a:pathLst>
          </a:custGeom>
          <a:solidFill>
            <a:srgbClr val="86B93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4" name="object 124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242439" y="1828741"/>
            <a:ext cx="108583" cy="108580"/>
          </a:xfrm>
          <a:prstGeom prst="rect">
            <a:avLst/>
          </a:prstGeom>
        </p:spPr>
      </p:pic>
      <p:sp>
        <p:nvSpPr>
          <p:cNvPr id="125" name="object 125" descr=""/>
          <p:cNvSpPr/>
          <p:nvPr/>
        </p:nvSpPr>
        <p:spPr>
          <a:xfrm>
            <a:off x="1040498" y="3033375"/>
            <a:ext cx="1112520" cy="746125"/>
          </a:xfrm>
          <a:custGeom>
            <a:avLst/>
            <a:gdLst/>
            <a:ahLst/>
            <a:cxnLst/>
            <a:rect l="l" t="t" r="r" b="b"/>
            <a:pathLst>
              <a:path w="1112520" h="746125">
                <a:moveTo>
                  <a:pt x="259753" y="553135"/>
                </a:moveTo>
                <a:lnTo>
                  <a:pt x="259676" y="542137"/>
                </a:lnTo>
                <a:lnTo>
                  <a:pt x="257416" y="531215"/>
                </a:lnTo>
                <a:lnTo>
                  <a:pt x="246659" y="511556"/>
                </a:lnTo>
                <a:lnTo>
                  <a:pt x="243395" y="508939"/>
                </a:lnTo>
                <a:lnTo>
                  <a:pt x="243395" y="543826"/>
                </a:lnTo>
                <a:lnTo>
                  <a:pt x="243370" y="552107"/>
                </a:lnTo>
                <a:lnTo>
                  <a:pt x="215392" y="586282"/>
                </a:lnTo>
                <a:lnTo>
                  <a:pt x="199809" y="587946"/>
                </a:lnTo>
                <a:lnTo>
                  <a:pt x="192151" y="586460"/>
                </a:lnTo>
                <a:lnTo>
                  <a:pt x="163563" y="552107"/>
                </a:lnTo>
                <a:lnTo>
                  <a:pt x="163601" y="543826"/>
                </a:lnTo>
                <a:lnTo>
                  <a:pt x="191579" y="509651"/>
                </a:lnTo>
                <a:lnTo>
                  <a:pt x="199529" y="507834"/>
                </a:lnTo>
                <a:lnTo>
                  <a:pt x="203454" y="507834"/>
                </a:lnTo>
                <a:lnTo>
                  <a:pt x="241795" y="536054"/>
                </a:lnTo>
                <a:lnTo>
                  <a:pt x="243395" y="543826"/>
                </a:lnTo>
                <a:lnTo>
                  <a:pt x="243395" y="508939"/>
                </a:lnTo>
                <a:lnTo>
                  <a:pt x="242023" y="507834"/>
                </a:lnTo>
                <a:lnTo>
                  <a:pt x="229755" y="498005"/>
                </a:lnTo>
                <a:lnTo>
                  <a:pt x="209016" y="491756"/>
                </a:lnTo>
                <a:lnTo>
                  <a:pt x="186728" y="494030"/>
                </a:lnTo>
                <a:lnTo>
                  <a:pt x="153492" y="521677"/>
                </a:lnTo>
                <a:lnTo>
                  <a:pt x="147294" y="553796"/>
                </a:lnTo>
                <a:lnTo>
                  <a:pt x="149555" y="564730"/>
                </a:lnTo>
                <a:lnTo>
                  <a:pt x="177203" y="597954"/>
                </a:lnTo>
                <a:lnTo>
                  <a:pt x="203415" y="604481"/>
                </a:lnTo>
                <a:lnTo>
                  <a:pt x="209042" y="604481"/>
                </a:lnTo>
                <a:lnTo>
                  <a:pt x="243039" y="587946"/>
                </a:lnTo>
                <a:lnTo>
                  <a:pt x="247345" y="583577"/>
                </a:lnTo>
                <a:lnTo>
                  <a:pt x="253479" y="574255"/>
                </a:lnTo>
                <a:lnTo>
                  <a:pt x="257683" y="563930"/>
                </a:lnTo>
                <a:lnTo>
                  <a:pt x="259753" y="553135"/>
                </a:lnTo>
                <a:close/>
              </a:path>
              <a:path w="1112520" h="746125">
                <a:moveTo>
                  <a:pt x="395859" y="520928"/>
                </a:moveTo>
                <a:lnTo>
                  <a:pt x="382028" y="476440"/>
                </a:lnTo>
                <a:lnTo>
                  <a:pt x="380885" y="472757"/>
                </a:lnTo>
                <a:lnTo>
                  <a:pt x="377444" y="461708"/>
                </a:lnTo>
                <a:lnTo>
                  <a:pt x="376466" y="460527"/>
                </a:lnTo>
                <a:lnTo>
                  <a:pt x="376466" y="513664"/>
                </a:lnTo>
                <a:lnTo>
                  <a:pt x="328650" y="528523"/>
                </a:lnTo>
                <a:lnTo>
                  <a:pt x="326263" y="532117"/>
                </a:lnTo>
                <a:lnTo>
                  <a:pt x="326644" y="535978"/>
                </a:lnTo>
                <a:lnTo>
                  <a:pt x="327240" y="548195"/>
                </a:lnTo>
                <a:lnTo>
                  <a:pt x="326618" y="560349"/>
                </a:lnTo>
                <a:lnTo>
                  <a:pt x="324789" y="572389"/>
                </a:lnTo>
                <a:lnTo>
                  <a:pt x="321741" y="584276"/>
                </a:lnTo>
                <a:lnTo>
                  <a:pt x="320586" y="588048"/>
                </a:lnTo>
                <a:lnTo>
                  <a:pt x="322262" y="592099"/>
                </a:lnTo>
                <a:lnTo>
                  <a:pt x="367118" y="615683"/>
                </a:lnTo>
                <a:lnTo>
                  <a:pt x="348970" y="650176"/>
                </a:lnTo>
                <a:lnTo>
                  <a:pt x="339483" y="645198"/>
                </a:lnTo>
                <a:lnTo>
                  <a:pt x="303047" y="626033"/>
                </a:lnTo>
                <a:lnTo>
                  <a:pt x="298919" y="626795"/>
                </a:lnTo>
                <a:lnTo>
                  <a:pt x="269773" y="652424"/>
                </a:lnTo>
                <a:lnTo>
                  <a:pt x="255943" y="660069"/>
                </a:lnTo>
                <a:lnTo>
                  <a:pt x="254203" y="664171"/>
                </a:lnTo>
                <a:lnTo>
                  <a:pt x="270217" y="715695"/>
                </a:lnTo>
                <a:lnTo>
                  <a:pt x="232994" y="727265"/>
                </a:lnTo>
                <a:lnTo>
                  <a:pt x="219341" y="683361"/>
                </a:lnTo>
                <a:lnTo>
                  <a:pt x="216395" y="673887"/>
                </a:lnTo>
                <a:lnTo>
                  <a:pt x="213283" y="671601"/>
                </a:lnTo>
                <a:lnTo>
                  <a:pt x="198335" y="671601"/>
                </a:lnTo>
                <a:lnTo>
                  <a:pt x="187452" y="670648"/>
                </a:lnTo>
                <a:lnTo>
                  <a:pt x="176644" y="668731"/>
                </a:lnTo>
                <a:lnTo>
                  <a:pt x="165989" y="665848"/>
                </a:lnTo>
                <a:lnTo>
                  <a:pt x="162204" y="664629"/>
                </a:lnTo>
                <a:lnTo>
                  <a:pt x="158115" y="666318"/>
                </a:lnTo>
                <a:lnTo>
                  <a:pt x="130975" y="717918"/>
                </a:lnTo>
                <a:lnTo>
                  <a:pt x="96469" y="699770"/>
                </a:lnTo>
                <a:lnTo>
                  <a:pt x="124396" y="646658"/>
                </a:lnTo>
                <a:lnTo>
                  <a:pt x="123659" y="642569"/>
                </a:lnTo>
                <a:lnTo>
                  <a:pt x="103733" y="621017"/>
                </a:lnTo>
                <a:lnTo>
                  <a:pt x="100584" y="616712"/>
                </a:lnTo>
                <a:lnTo>
                  <a:pt x="95211" y="607885"/>
                </a:lnTo>
                <a:lnTo>
                  <a:pt x="93345" y="604481"/>
                </a:lnTo>
                <a:lnTo>
                  <a:pt x="89369" y="602881"/>
                </a:lnTo>
                <a:lnTo>
                  <a:pt x="84137" y="604481"/>
                </a:lnTo>
                <a:lnTo>
                  <a:pt x="30962" y="621017"/>
                </a:lnTo>
                <a:lnTo>
                  <a:pt x="19392" y="583793"/>
                </a:lnTo>
                <a:lnTo>
                  <a:pt x="78130" y="565531"/>
                </a:lnTo>
                <a:lnTo>
                  <a:pt x="80505" y="562013"/>
                </a:lnTo>
                <a:lnTo>
                  <a:pt x="80187" y="558190"/>
                </a:lnTo>
                <a:lnTo>
                  <a:pt x="79756" y="547941"/>
                </a:lnTo>
                <a:lnTo>
                  <a:pt x="80175" y="537743"/>
                </a:lnTo>
                <a:lnTo>
                  <a:pt x="81432" y="527646"/>
                </a:lnTo>
                <a:lnTo>
                  <a:pt x="83515" y="517677"/>
                </a:lnTo>
                <a:lnTo>
                  <a:pt x="84455" y="514007"/>
                </a:lnTo>
                <a:lnTo>
                  <a:pt x="82753" y="510184"/>
                </a:lnTo>
                <a:lnTo>
                  <a:pt x="28740" y="481774"/>
                </a:lnTo>
                <a:lnTo>
                  <a:pt x="46888" y="447281"/>
                </a:lnTo>
                <a:lnTo>
                  <a:pt x="99796" y="475107"/>
                </a:lnTo>
                <a:lnTo>
                  <a:pt x="104101" y="474192"/>
                </a:lnTo>
                <a:lnTo>
                  <a:pt x="138201" y="442849"/>
                </a:lnTo>
                <a:lnTo>
                  <a:pt x="141363" y="440880"/>
                </a:lnTo>
                <a:lnTo>
                  <a:pt x="142811" y="437032"/>
                </a:lnTo>
                <a:lnTo>
                  <a:pt x="125628" y="381749"/>
                </a:lnTo>
                <a:lnTo>
                  <a:pt x="162864" y="370179"/>
                </a:lnTo>
                <a:lnTo>
                  <a:pt x="179425" y="423481"/>
                </a:lnTo>
                <a:lnTo>
                  <a:pt x="183248" y="425881"/>
                </a:lnTo>
                <a:lnTo>
                  <a:pt x="187134" y="425348"/>
                </a:lnTo>
                <a:lnTo>
                  <a:pt x="198564" y="424345"/>
                </a:lnTo>
                <a:lnTo>
                  <a:pt x="209981" y="424395"/>
                </a:lnTo>
                <a:lnTo>
                  <a:pt x="221322" y="425526"/>
                </a:lnTo>
                <a:lnTo>
                  <a:pt x="232549" y="427710"/>
                </a:lnTo>
                <a:lnTo>
                  <a:pt x="236220" y="428586"/>
                </a:lnTo>
                <a:lnTo>
                  <a:pt x="239979" y="426885"/>
                </a:lnTo>
                <a:lnTo>
                  <a:pt x="241312" y="424345"/>
                </a:lnTo>
                <a:lnTo>
                  <a:pt x="248627" y="410438"/>
                </a:lnTo>
                <a:lnTo>
                  <a:pt x="264871" y="379539"/>
                </a:lnTo>
                <a:lnTo>
                  <a:pt x="299377" y="397687"/>
                </a:lnTo>
                <a:lnTo>
                  <a:pt x="275285" y="443522"/>
                </a:lnTo>
                <a:lnTo>
                  <a:pt x="276212" y="447840"/>
                </a:lnTo>
                <a:lnTo>
                  <a:pt x="304342" y="476313"/>
                </a:lnTo>
                <a:lnTo>
                  <a:pt x="312762" y="489839"/>
                </a:lnTo>
                <a:lnTo>
                  <a:pt x="316687" y="491388"/>
                </a:lnTo>
                <a:lnTo>
                  <a:pt x="364909" y="476440"/>
                </a:lnTo>
                <a:lnTo>
                  <a:pt x="376466" y="513664"/>
                </a:lnTo>
                <a:lnTo>
                  <a:pt x="376466" y="460527"/>
                </a:lnTo>
                <a:lnTo>
                  <a:pt x="376008" y="459968"/>
                </a:lnTo>
                <a:lnTo>
                  <a:pt x="372173" y="457962"/>
                </a:lnTo>
                <a:lnTo>
                  <a:pt x="369925" y="457746"/>
                </a:lnTo>
                <a:lnTo>
                  <a:pt x="321652" y="472757"/>
                </a:lnTo>
                <a:lnTo>
                  <a:pt x="315798" y="464248"/>
                </a:lnTo>
                <a:lnTo>
                  <a:pt x="309346" y="456222"/>
                </a:lnTo>
                <a:lnTo>
                  <a:pt x="302310" y="448703"/>
                </a:lnTo>
                <a:lnTo>
                  <a:pt x="294716" y="441693"/>
                </a:lnTo>
                <a:lnTo>
                  <a:pt x="319760" y="394068"/>
                </a:lnTo>
                <a:lnTo>
                  <a:pt x="318223" y="389128"/>
                </a:lnTo>
                <a:lnTo>
                  <a:pt x="299999" y="379539"/>
                </a:lnTo>
                <a:lnTo>
                  <a:pt x="263321" y="360248"/>
                </a:lnTo>
                <a:lnTo>
                  <a:pt x="261099" y="360045"/>
                </a:lnTo>
                <a:lnTo>
                  <a:pt x="256946" y="361327"/>
                </a:lnTo>
                <a:lnTo>
                  <a:pt x="255206" y="362762"/>
                </a:lnTo>
                <a:lnTo>
                  <a:pt x="230149" y="410438"/>
                </a:lnTo>
                <a:lnTo>
                  <a:pt x="220637" y="408927"/>
                </a:lnTo>
                <a:lnTo>
                  <a:pt x="214515" y="408393"/>
                </a:lnTo>
                <a:lnTo>
                  <a:pt x="211086" y="408089"/>
                </a:lnTo>
                <a:lnTo>
                  <a:pt x="201485" y="407898"/>
                </a:lnTo>
                <a:lnTo>
                  <a:pt x="191858" y="408393"/>
                </a:lnTo>
                <a:lnTo>
                  <a:pt x="179984" y="370179"/>
                </a:lnTo>
                <a:lnTo>
                  <a:pt x="175412" y="355460"/>
                </a:lnTo>
                <a:lnTo>
                  <a:pt x="173977" y="353720"/>
                </a:lnTo>
                <a:lnTo>
                  <a:pt x="170141" y="351701"/>
                </a:lnTo>
                <a:lnTo>
                  <a:pt x="167894" y="351497"/>
                </a:lnTo>
                <a:lnTo>
                  <a:pt x="110896" y="369201"/>
                </a:lnTo>
                <a:lnTo>
                  <a:pt x="109169" y="370636"/>
                </a:lnTo>
                <a:lnTo>
                  <a:pt x="107137" y="374484"/>
                </a:lnTo>
                <a:lnTo>
                  <a:pt x="106946" y="376720"/>
                </a:lnTo>
                <a:lnTo>
                  <a:pt x="124256" y="432422"/>
                </a:lnTo>
                <a:lnTo>
                  <a:pt x="117170" y="437603"/>
                </a:lnTo>
                <a:lnTo>
                  <a:pt x="110439" y="443230"/>
                </a:lnTo>
                <a:lnTo>
                  <a:pt x="104076" y="449262"/>
                </a:lnTo>
                <a:lnTo>
                  <a:pt x="98069" y="455714"/>
                </a:lnTo>
                <a:lnTo>
                  <a:pt x="82029" y="447281"/>
                </a:lnTo>
                <a:lnTo>
                  <a:pt x="45339" y="427977"/>
                </a:lnTo>
                <a:lnTo>
                  <a:pt x="43103" y="427786"/>
                </a:lnTo>
                <a:lnTo>
                  <a:pt x="38950" y="429056"/>
                </a:lnTo>
                <a:lnTo>
                  <a:pt x="37223" y="430504"/>
                </a:lnTo>
                <a:lnTo>
                  <a:pt x="8356" y="485406"/>
                </a:lnTo>
                <a:lnTo>
                  <a:pt x="9893" y="490347"/>
                </a:lnTo>
                <a:lnTo>
                  <a:pt x="66217" y="519976"/>
                </a:lnTo>
                <a:lnTo>
                  <a:pt x="64808" y="528129"/>
                </a:lnTo>
                <a:lnTo>
                  <a:pt x="63919" y="535978"/>
                </a:lnTo>
                <a:lnTo>
                  <a:pt x="63804" y="537743"/>
                </a:lnTo>
                <a:lnTo>
                  <a:pt x="63576" y="542137"/>
                </a:lnTo>
                <a:lnTo>
                  <a:pt x="63500" y="552958"/>
                </a:lnTo>
                <a:lnTo>
                  <a:pt x="2413" y="571944"/>
                </a:lnTo>
                <a:lnTo>
                  <a:pt x="18402" y="635749"/>
                </a:lnTo>
                <a:lnTo>
                  <a:pt x="25933" y="639711"/>
                </a:lnTo>
                <a:lnTo>
                  <a:pt x="84277" y="621576"/>
                </a:lnTo>
                <a:lnTo>
                  <a:pt x="88912" y="628611"/>
                </a:lnTo>
                <a:lnTo>
                  <a:pt x="93967" y="635355"/>
                </a:lnTo>
                <a:lnTo>
                  <a:pt x="99428" y="641769"/>
                </a:lnTo>
                <a:lnTo>
                  <a:pt x="105283" y="647865"/>
                </a:lnTo>
                <a:lnTo>
                  <a:pt x="76085" y="703389"/>
                </a:lnTo>
                <a:lnTo>
                  <a:pt x="77622" y="708342"/>
                </a:lnTo>
                <a:lnTo>
                  <a:pt x="132524" y="737222"/>
                </a:lnTo>
                <a:lnTo>
                  <a:pt x="134772" y="737412"/>
                </a:lnTo>
                <a:lnTo>
                  <a:pt x="138899" y="736130"/>
                </a:lnTo>
                <a:lnTo>
                  <a:pt x="140639" y="734695"/>
                </a:lnTo>
                <a:lnTo>
                  <a:pt x="149466" y="717918"/>
                </a:lnTo>
                <a:lnTo>
                  <a:pt x="167627" y="683361"/>
                </a:lnTo>
                <a:lnTo>
                  <a:pt x="176580" y="685406"/>
                </a:lnTo>
                <a:lnTo>
                  <a:pt x="185623" y="686828"/>
                </a:lnTo>
                <a:lnTo>
                  <a:pt x="194678" y="687692"/>
                </a:lnTo>
                <a:lnTo>
                  <a:pt x="203682" y="688073"/>
                </a:lnTo>
                <a:lnTo>
                  <a:pt x="220433" y="741997"/>
                </a:lnTo>
                <a:lnTo>
                  <a:pt x="221881" y="743737"/>
                </a:lnTo>
                <a:lnTo>
                  <a:pt x="224980" y="745375"/>
                </a:lnTo>
                <a:lnTo>
                  <a:pt x="226288" y="745693"/>
                </a:lnTo>
                <a:lnTo>
                  <a:pt x="228422" y="745693"/>
                </a:lnTo>
                <a:lnTo>
                  <a:pt x="229247" y="745566"/>
                </a:lnTo>
                <a:lnTo>
                  <a:pt x="287185" y="727557"/>
                </a:lnTo>
                <a:lnTo>
                  <a:pt x="287337" y="727265"/>
                </a:lnTo>
                <a:lnTo>
                  <a:pt x="289610" y="722972"/>
                </a:lnTo>
                <a:lnTo>
                  <a:pt x="273011" y="669569"/>
                </a:lnTo>
                <a:lnTo>
                  <a:pt x="281508" y="664311"/>
                </a:lnTo>
                <a:lnTo>
                  <a:pt x="289572" y="658495"/>
                </a:lnTo>
                <a:lnTo>
                  <a:pt x="297192" y="652119"/>
                </a:lnTo>
                <a:lnTo>
                  <a:pt x="304342" y="645198"/>
                </a:lnTo>
                <a:lnTo>
                  <a:pt x="352602" y="670572"/>
                </a:lnTo>
                <a:lnTo>
                  <a:pt x="357530" y="669036"/>
                </a:lnTo>
                <a:lnTo>
                  <a:pt x="367449" y="650176"/>
                </a:lnTo>
                <a:lnTo>
                  <a:pt x="387502" y="612063"/>
                </a:lnTo>
                <a:lnTo>
                  <a:pt x="385965" y="607110"/>
                </a:lnTo>
                <a:lnTo>
                  <a:pt x="339229" y="582523"/>
                </a:lnTo>
                <a:lnTo>
                  <a:pt x="341426" y="572389"/>
                </a:lnTo>
                <a:lnTo>
                  <a:pt x="342887" y="562013"/>
                </a:lnTo>
                <a:lnTo>
                  <a:pt x="343509" y="552107"/>
                </a:lnTo>
                <a:lnTo>
                  <a:pt x="343420" y="541070"/>
                </a:lnTo>
                <a:lnTo>
                  <a:pt x="393446" y="525513"/>
                </a:lnTo>
                <a:lnTo>
                  <a:pt x="395859" y="520928"/>
                </a:lnTo>
                <a:close/>
              </a:path>
              <a:path w="1112520" h="746125">
                <a:moveTo>
                  <a:pt x="932764" y="402958"/>
                </a:moveTo>
                <a:lnTo>
                  <a:pt x="932649" y="345287"/>
                </a:lnTo>
                <a:lnTo>
                  <a:pt x="920457" y="302526"/>
                </a:lnTo>
                <a:lnTo>
                  <a:pt x="916508" y="295554"/>
                </a:lnTo>
                <a:lnTo>
                  <a:pt x="916508" y="401675"/>
                </a:lnTo>
                <a:lnTo>
                  <a:pt x="911123" y="424700"/>
                </a:lnTo>
                <a:lnTo>
                  <a:pt x="891159" y="467067"/>
                </a:lnTo>
                <a:lnTo>
                  <a:pt x="861314" y="501345"/>
                </a:lnTo>
                <a:lnTo>
                  <a:pt x="809561" y="532434"/>
                </a:lnTo>
                <a:lnTo>
                  <a:pt x="750176" y="543255"/>
                </a:lnTo>
                <a:lnTo>
                  <a:pt x="705434" y="537235"/>
                </a:lnTo>
                <a:lnTo>
                  <a:pt x="665200" y="520230"/>
                </a:lnTo>
                <a:lnTo>
                  <a:pt x="631088" y="493852"/>
                </a:lnTo>
                <a:lnTo>
                  <a:pt x="604723" y="459752"/>
                </a:lnTo>
                <a:lnTo>
                  <a:pt x="587717" y="419519"/>
                </a:lnTo>
                <a:lnTo>
                  <a:pt x="581685" y="374777"/>
                </a:lnTo>
                <a:lnTo>
                  <a:pt x="587717" y="330034"/>
                </a:lnTo>
                <a:lnTo>
                  <a:pt x="604723" y="289801"/>
                </a:lnTo>
                <a:lnTo>
                  <a:pt x="631088" y="255689"/>
                </a:lnTo>
                <a:lnTo>
                  <a:pt x="665200" y="229323"/>
                </a:lnTo>
                <a:lnTo>
                  <a:pt x="705434" y="212318"/>
                </a:lnTo>
                <a:lnTo>
                  <a:pt x="750176" y="206286"/>
                </a:lnTo>
                <a:lnTo>
                  <a:pt x="798169" y="213118"/>
                </a:lnTo>
                <a:lnTo>
                  <a:pt x="840879" y="232410"/>
                </a:lnTo>
                <a:lnTo>
                  <a:pt x="876211" y="262318"/>
                </a:lnTo>
                <a:lnTo>
                  <a:pt x="902093" y="300990"/>
                </a:lnTo>
                <a:lnTo>
                  <a:pt x="916406" y="346583"/>
                </a:lnTo>
                <a:lnTo>
                  <a:pt x="916508" y="401675"/>
                </a:lnTo>
                <a:lnTo>
                  <a:pt x="916508" y="295554"/>
                </a:lnTo>
                <a:lnTo>
                  <a:pt x="899210" y="264998"/>
                </a:lnTo>
                <a:lnTo>
                  <a:pt x="870229" y="233857"/>
                </a:lnTo>
                <a:lnTo>
                  <a:pt x="834847" y="210197"/>
                </a:lnTo>
                <a:lnTo>
                  <a:pt x="824293" y="206286"/>
                </a:lnTo>
                <a:lnTo>
                  <a:pt x="794385" y="195186"/>
                </a:lnTo>
                <a:lnTo>
                  <a:pt x="750176" y="189928"/>
                </a:lnTo>
                <a:lnTo>
                  <a:pt x="701090" y="196545"/>
                </a:lnTo>
                <a:lnTo>
                  <a:pt x="656958" y="215201"/>
                </a:lnTo>
                <a:lnTo>
                  <a:pt x="619531" y="244132"/>
                </a:lnTo>
                <a:lnTo>
                  <a:pt x="590613" y="281546"/>
                </a:lnTo>
                <a:lnTo>
                  <a:pt x="571944" y="325691"/>
                </a:lnTo>
                <a:lnTo>
                  <a:pt x="565340" y="374777"/>
                </a:lnTo>
                <a:lnTo>
                  <a:pt x="571944" y="423849"/>
                </a:lnTo>
                <a:lnTo>
                  <a:pt x="590613" y="467995"/>
                </a:lnTo>
                <a:lnTo>
                  <a:pt x="619531" y="505409"/>
                </a:lnTo>
                <a:lnTo>
                  <a:pt x="656958" y="534339"/>
                </a:lnTo>
                <a:lnTo>
                  <a:pt x="701090" y="552996"/>
                </a:lnTo>
                <a:lnTo>
                  <a:pt x="750176" y="559612"/>
                </a:lnTo>
                <a:lnTo>
                  <a:pt x="783501" y="556590"/>
                </a:lnTo>
                <a:lnTo>
                  <a:pt x="815467" y="547700"/>
                </a:lnTo>
                <a:lnTo>
                  <a:pt x="824611" y="543255"/>
                </a:lnTo>
                <a:lnTo>
                  <a:pt x="845324" y="533222"/>
                </a:lnTo>
                <a:lnTo>
                  <a:pt x="888860" y="496925"/>
                </a:lnTo>
                <a:lnTo>
                  <a:pt x="917384" y="453466"/>
                </a:lnTo>
                <a:lnTo>
                  <a:pt x="926782" y="428993"/>
                </a:lnTo>
                <a:lnTo>
                  <a:pt x="932764" y="402958"/>
                </a:lnTo>
                <a:close/>
              </a:path>
              <a:path w="1112520" h="746125">
                <a:moveTo>
                  <a:pt x="1112494" y="315087"/>
                </a:moveTo>
                <a:lnTo>
                  <a:pt x="1108837" y="311429"/>
                </a:lnTo>
                <a:lnTo>
                  <a:pt x="1096137" y="311429"/>
                </a:lnTo>
                <a:lnTo>
                  <a:pt x="1096137" y="327774"/>
                </a:lnTo>
                <a:lnTo>
                  <a:pt x="1096137" y="418211"/>
                </a:lnTo>
                <a:lnTo>
                  <a:pt x="1042530" y="418211"/>
                </a:lnTo>
                <a:lnTo>
                  <a:pt x="1039126" y="421068"/>
                </a:lnTo>
                <a:lnTo>
                  <a:pt x="1038440" y="424992"/>
                </a:lnTo>
                <a:lnTo>
                  <a:pt x="1030884" y="457365"/>
                </a:lnTo>
                <a:lnTo>
                  <a:pt x="1019657" y="488734"/>
                </a:lnTo>
                <a:lnTo>
                  <a:pt x="1004938" y="518642"/>
                </a:lnTo>
                <a:lnTo>
                  <a:pt x="986904" y="546696"/>
                </a:lnTo>
                <a:lnTo>
                  <a:pt x="984542" y="549948"/>
                </a:lnTo>
                <a:lnTo>
                  <a:pt x="984897" y="554443"/>
                </a:lnTo>
                <a:lnTo>
                  <a:pt x="1023658" y="593204"/>
                </a:lnTo>
                <a:lnTo>
                  <a:pt x="959713" y="657136"/>
                </a:lnTo>
                <a:lnTo>
                  <a:pt x="938453" y="635889"/>
                </a:lnTo>
                <a:lnTo>
                  <a:pt x="919454" y="616877"/>
                </a:lnTo>
                <a:lnTo>
                  <a:pt x="915136" y="616445"/>
                </a:lnTo>
                <a:lnTo>
                  <a:pt x="854379" y="648284"/>
                </a:lnTo>
                <a:lnTo>
                  <a:pt x="791730" y="664400"/>
                </a:lnTo>
                <a:lnTo>
                  <a:pt x="787704" y="664972"/>
                </a:lnTo>
                <a:lnTo>
                  <a:pt x="784707" y="668413"/>
                </a:lnTo>
                <a:lnTo>
                  <a:pt x="784707" y="729627"/>
                </a:lnTo>
                <a:lnTo>
                  <a:pt x="694296" y="729627"/>
                </a:lnTo>
                <a:lnTo>
                  <a:pt x="694296" y="664819"/>
                </a:lnTo>
                <a:lnTo>
                  <a:pt x="691603" y="661492"/>
                </a:lnTo>
                <a:lnTo>
                  <a:pt x="629386" y="641350"/>
                </a:lnTo>
                <a:lnTo>
                  <a:pt x="576237" y="610044"/>
                </a:lnTo>
                <a:lnTo>
                  <a:pt x="572998" y="607644"/>
                </a:lnTo>
                <a:lnTo>
                  <a:pt x="568464" y="607974"/>
                </a:lnTo>
                <a:lnTo>
                  <a:pt x="519290" y="657136"/>
                </a:lnTo>
                <a:lnTo>
                  <a:pt x="455345" y="593204"/>
                </a:lnTo>
                <a:lnTo>
                  <a:pt x="506641" y="541921"/>
                </a:lnTo>
                <a:lnTo>
                  <a:pt x="507072" y="537641"/>
                </a:lnTo>
                <a:lnTo>
                  <a:pt x="477812" y="481863"/>
                </a:lnTo>
                <a:lnTo>
                  <a:pt x="461911" y="424992"/>
                </a:lnTo>
                <a:lnTo>
                  <a:pt x="461238" y="421068"/>
                </a:lnTo>
                <a:lnTo>
                  <a:pt x="457835" y="418211"/>
                </a:lnTo>
                <a:lnTo>
                  <a:pt x="382854" y="418211"/>
                </a:lnTo>
                <a:lnTo>
                  <a:pt x="382854" y="327774"/>
                </a:lnTo>
                <a:lnTo>
                  <a:pt x="458431" y="327774"/>
                </a:lnTo>
                <a:lnTo>
                  <a:pt x="461822" y="324967"/>
                </a:lnTo>
                <a:lnTo>
                  <a:pt x="478929" y="264883"/>
                </a:lnTo>
                <a:lnTo>
                  <a:pt x="506336" y="213055"/>
                </a:lnTo>
                <a:lnTo>
                  <a:pt x="508495" y="209804"/>
                </a:lnTo>
                <a:lnTo>
                  <a:pt x="508076" y="205486"/>
                </a:lnTo>
                <a:lnTo>
                  <a:pt x="455345" y="152781"/>
                </a:lnTo>
                <a:lnTo>
                  <a:pt x="519290" y="88849"/>
                </a:lnTo>
                <a:lnTo>
                  <a:pt x="570496" y="140055"/>
                </a:lnTo>
                <a:lnTo>
                  <a:pt x="575005" y="140411"/>
                </a:lnTo>
                <a:lnTo>
                  <a:pt x="578243" y="138049"/>
                </a:lnTo>
                <a:lnTo>
                  <a:pt x="603707" y="121450"/>
                </a:lnTo>
                <a:lnTo>
                  <a:pt x="605053" y="120764"/>
                </a:lnTo>
                <a:lnTo>
                  <a:pt x="630529" y="107683"/>
                </a:lnTo>
                <a:lnTo>
                  <a:pt x="658596" y="96812"/>
                </a:lnTo>
                <a:lnTo>
                  <a:pt x="687844" y="88874"/>
                </a:lnTo>
                <a:lnTo>
                  <a:pt x="691603" y="88061"/>
                </a:lnTo>
                <a:lnTo>
                  <a:pt x="694296" y="84734"/>
                </a:lnTo>
                <a:lnTo>
                  <a:pt x="694296" y="16357"/>
                </a:lnTo>
                <a:lnTo>
                  <a:pt x="784707" y="16357"/>
                </a:lnTo>
                <a:lnTo>
                  <a:pt x="784707" y="81127"/>
                </a:lnTo>
                <a:lnTo>
                  <a:pt x="787704" y="84582"/>
                </a:lnTo>
                <a:lnTo>
                  <a:pt x="853198" y="100825"/>
                </a:lnTo>
                <a:lnTo>
                  <a:pt x="909815" y="129565"/>
                </a:lnTo>
                <a:lnTo>
                  <a:pt x="913028" y="131673"/>
                </a:lnTo>
                <a:lnTo>
                  <a:pt x="917321" y="131241"/>
                </a:lnTo>
                <a:lnTo>
                  <a:pt x="936269" y="112293"/>
                </a:lnTo>
                <a:lnTo>
                  <a:pt x="959713" y="88849"/>
                </a:lnTo>
                <a:lnTo>
                  <a:pt x="1023658" y="152781"/>
                </a:lnTo>
                <a:lnTo>
                  <a:pt x="983361" y="193065"/>
                </a:lnTo>
                <a:lnTo>
                  <a:pt x="983030" y="197586"/>
                </a:lnTo>
                <a:lnTo>
                  <a:pt x="985443" y="200837"/>
                </a:lnTo>
                <a:lnTo>
                  <a:pt x="1003579" y="228511"/>
                </a:lnTo>
                <a:lnTo>
                  <a:pt x="1018476" y="258064"/>
                </a:lnTo>
                <a:lnTo>
                  <a:pt x="1029957" y="289064"/>
                </a:lnTo>
                <a:lnTo>
                  <a:pt x="1037818" y="321094"/>
                </a:lnTo>
                <a:lnTo>
                  <a:pt x="1038542" y="324967"/>
                </a:lnTo>
                <a:lnTo>
                  <a:pt x="1041920" y="327774"/>
                </a:lnTo>
                <a:lnTo>
                  <a:pt x="1096137" y="327774"/>
                </a:lnTo>
                <a:lnTo>
                  <a:pt x="1096137" y="311429"/>
                </a:lnTo>
                <a:lnTo>
                  <a:pt x="1052588" y="311429"/>
                </a:lnTo>
                <a:lnTo>
                  <a:pt x="1044587" y="281063"/>
                </a:lnTo>
                <a:lnTo>
                  <a:pt x="1033513" y="251637"/>
                </a:lnTo>
                <a:lnTo>
                  <a:pt x="1019517" y="223443"/>
                </a:lnTo>
                <a:lnTo>
                  <a:pt x="1002728" y="196824"/>
                </a:lnTo>
                <a:lnTo>
                  <a:pt x="1042530" y="157035"/>
                </a:lnTo>
                <a:lnTo>
                  <a:pt x="1043393" y="154952"/>
                </a:lnTo>
                <a:lnTo>
                  <a:pt x="1043393" y="150609"/>
                </a:lnTo>
                <a:lnTo>
                  <a:pt x="1042530" y="148526"/>
                </a:lnTo>
                <a:lnTo>
                  <a:pt x="982853" y="88849"/>
                </a:lnTo>
                <a:lnTo>
                  <a:pt x="962431" y="68427"/>
                </a:lnTo>
                <a:lnTo>
                  <a:pt x="956995" y="68427"/>
                </a:lnTo>
                <a:lnTo>
                  <a:pt x="913142" y="112293"/>
                </a:lnTo>
                <a:lnTo>
                  <a:pt x="886714" y="97561"/>
                </a:lnTo>
                <a:lnTo>
                  <a:pt x="859180" y="85598"/>
                </a:lnTo>
                <a:lnTo>
                  <a:pt x="830592" y="76415"/>
                </a:lnTo>
                <a:lnTo>
                  <a:pt x="801065" y="70040"/>
                </a:lnTo>
                <a:lnTo>
                  <a:pt x="801065" y="16357"/>
                </a:lnTo>
                <a:lnTo>
                  <a:pt x="801065" y="3657"/>
                </a:lnTo>
                <a:lnTo>
                  <a:pt x="797407" y="0"/>
                </a:lnTo>
                <a:lnTo>
                  <a:pt x="681596" y="0"/>
                </a:lnTo>
                <a:lnTo>
                  <a:pt x="677926" y="3657"/>
                </a:lnTo>
                <a:lnTo>
                  <a:pt x="677926" y="74358"/>
                </a:lnTo>
                <a:lnTo>
                  <a:pt x="650468" y="82296"/>
                </a:lnTo>
                <a:lnTo>
                  <a:pt x="624001" y="92684"/>
                </a:lnTo>
                <a:lnTo>
                  <a:pt x="598589" y="105524"/>
                </a:lnTo>
                <a:lnTo>
                  <a:pt x="574332" y="120764"/>
                </a:lnTo>
                <a:lnTo>
                  <a:pt x="542417" y="88849"/>
                </a:lnTo>
                <a:lnTo>
                  <a:pt x="521995" y="68427"/>
                </a:lnTo>
                <a:lnTo>
                  <a:pt x="516559" y="68427"/>
                </a:lnTo>
                <a:lnTo>
                  <a:pt x="434809" y="150190"/>
                </a:lnTo>
                <a:lnTo>
                  <a:pt x="434809" y="155371"/>
                </a:lnTo>
                <a:lnTo>
                  <a:pt x="489064" y="209626"/>
                </a:lnTo>
                <a:lnTo>
                  <a:pt x="475284" y="233654"/>
                </a:lnTo>
                <a:lnTo>
                  <a:pt x="463791" y="258686"/>
                </a:lnTo>
                <a:lnTo>
                  <a:pt x="454609" y="284632"/>
                </a:lnTo>
                <a:lnTo>
                  <a:pt x="447763" y="311429"/>
                </a:lnTo>
                <a:lnTo>
                  <a:pt x="370154" y="311429"/>
                </a:lnTo>
                <a:lnTo>
                  <a:pt x="366509" y="315087"/>
                </a:lnTo>
                <a:lnTo>
                  <a:pt x="366509" y="430898"/>
                </a:lnTo>
                <a:lnTo>
                  <a:pt x="370154" y="434555"/>
                </a:lnTo>
                <a:lnTo>
                  <a:pt x="447040" y="434555"/>
                </a:lnTo>
                <a:lnTo>
                  <a:pt x="453644" y="461695"/>
                </a:lnTo>
                <a:lnTo>
                  <a:pt x="462635" y="487972"/>
                </a:lnTo>
                <a:lnTo>
                  <a:pt x="473989" y="513346"/>
                </a:lnTo>
                <a:lnTo>
                  <a:pt x="487692" y="537730"/>
                </a:lnTo>
                <a:lnTo>
                  <a:pt x="434809" y="590613"/>
                </a:lnTo>
                <a:lnTo>
                  <a:pt x="434809" y="595795"/>
                </a:lnTo>
                <a:lnTo>
                  <a:pt x="516699" y="677684"/>
                </a:lnTo>
                <a:lnTo>
                  <a:pt x="521868" y="677684"/>
                </a:lnTo>
                <a:lnTo>
                  <a:pt x="542417" y="657136"/>
                </a:lnTo>
                <a:lnTo>
                  <a:pt x="572236" y="627329"/>
                </a:lnTo>
                <a:lnTo>
                  <a:pt x="596925" y="643089"/>
                </a:lnTo>
                <a:lnTo>
                  <a:pt x="622833" y="656336"/>
                </a:lnTo>
                <a:lnTo>
                  <a:pt x="649846" y="667054"/>
                </a:lnTo>
                <a:lnTo>
                  <a:pt x="677926" y="675182"/>
                </a:lnTo>
                <a:lnTo>
                  <a:pt x="677926" y="742327"/>
                </a:lnTo>
                <a:lnTo>
                  <a:pt x="681596" y="745985"/>
                </a:lnTo>
                <a:lnTo>
                  <a:pt x="797407" y="745985"/>
                </a:lnTo>
                <a:lnTo>
                  <a:pt x="801065" y="742327"/>
                </a:lnTo>
                <a:lnTo>
                  <a:pt x="801065" y="729627"/>
                </a:lnTo>
                <a:lnTo>
                  <a:pt x="801065" y="679500"/>
                </a:lnTo>
                <a:lnTo>
                  <a:pt x="831240" y="672960"/>
                </a:lnTo>
                <a:lnTo>
                  <a:pt x="860386" y="663498"/>
                </a:lnTo>
                <a:lnTo>
                  <a:pt x="888441" y="651129"/>
                </a:lnTo>
                <a:lnTo>
                  <a:pt x="915327" y="635889"/>
                </a:lnTo>
                <a:lnTo>
                  <a:pt x="956995" y="677557"/>
                </a:lnTo>
                <a:lnTo>
                  <a:pt x="962431" y="677557"/>
                </a:lnTo>
                <a:lnTo>
                  <a:pt x="982853" y="657136"/>
                </a:lnTo>
                <a:lnTo>
                  <a:pt x="1042530" y="597458"/>
                </a:lnTo>
                <a:lnTo>
                  <a:pt x="1043393" y="595376"/>
                </a:lnTo>
                <a:lnTo>
                  <a:pt x="1043393" y="591032"/>
                </a:lnTo>
                <a:lnTo>
                  <a:pt x="1042530" y="588962"/>
                </a:lnTo>
                <a:lnTo>
                  <a:pt x="1004189" y="550608"/>
                </a:lnTo>
                <a:lnTo>
                  <a:pt x="1020889" y="523621"/>
                </a:lnTo>
                <a:lnTo>
                  <a:pt x="1034732" y="495071"/>
                </a:lnTo>
                <a:lnTo>
                  <a:pt x="1045591" y="465264"/>
                </a:lnTo>
                <a:lnTo>
                  <a:pt x="1053312" y="434555"/>
                </a:lnTo>
                <a:lnTo>
                  <a:pt x="1108837" y="434555"/>
                </a:lnTo>
                <a:lnTo>
                  <a:pt x="1112494" y="430898"/>
                </a:lnTo>
                <a:lnTo>
                  <a:pt x="1112494" y="315087"/>
                </a:lnTo>
                <a:close/>
              </a:path>
            </a:pathLst>
          </a:custGeom>
          <a:solidFill>
            <a:srgbClr val="86B9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/>
          <p:nvPr/>
        </p:nvSpPr>
        <p:spPr>
          <a:xfrm>
            <a:off x="7201844" y="7750885"/>
            <a:ext cx="295275" cy="292735"/>
          </a:xfrm>
          <a:custGeom>
            <a:avLst/>
            <a:gdLst/>
            <a:ahLst/>
            <a:cxnLst/>
            <a:rect l="l" t="t" r="r" b="b"/>
            <a:pathLst>
              <a:path w="295275" h="292734">
                <a:moveTo>
                  <a:pt x="179656" y="0"/>
                </a:moveTo>
                <a:lnTo>
                  <a:pt x="131625" y="21698"/>
                </a:lnTo>
                <a:lnTo>
                  <a:pt x="73275" y="67290"/>
                </a:lnTo>
                <a:lnTo>
                  <a:pt x="43344" y="104393"/>
                </a:lnTo>
                <a:lnTo>
                  <a:pt x="17716" y="154755"/>
                </a:lnTo>
                <a:lnTo>
                  <a:pt x="0" y="221169"/>
                </a:lnTo>
                <a:lnTo>
                  <a:pt x="50249" y="292350"/>
                </a:lnTo>
                <a:lnTo>
                  <a:pt x="295195" y="277690"/>
                </a:lnTo>
                <a:lnTo>
                  <a:pt x="278447" y="205727"/>
                </a:lnTo>
                <a:lnTo>
                  <a:pt x="263398" y="142562"/>
                </a:lnTo>
                <a:lnTo>
                  <a:pt x="249133" y="85089"/>
                </a:lnTo>
                <a:lnTo>
                  <a:pt x="231733" y="42068"/>
                </a:lnTo>
                <a:lnTo>
                  <a:pt x="207265" y="12593"/>
                </a:lnTo>
                <a:lnTo>
                  <a:pt x="179656" y="0"/>
                </a:lnTo>
                <a:close/>
              </a:path>
            </a:pathLst>
          </a:custGeom>
          <a:solidFill>
            <a:srgbClr val="85D0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 descr=""/>
          <p:cNvSpPr/>
          <p:nvPr/>
        </p:nvSpPr>
        <p:spPr>
          <a:xfrm>
            <a:off x="5673798" y="7675067"/>
            <a:ext cx="640080" cy="371475"/>
          </a:xfrm>
          <a:custGeom>
            <a:avLst/>
            <a:gdLst/>
            <a:ahLst/>
            <a:cxnLst/>
            <a:rect l="l" t="t" r="r" b="b"/>
            <a:pathLst>
              <a:path w="640079" h="371475">
                <a:moveTo>
                  <a:pt x="314348" y="0"/>
                </a:moveTo>
                <a:lnTo>
                  <a:pt x="259124" y="158"/>
                </a:lnTo>
                <a:lnTo>
                  <a:pt x="203662" y="4616"/>
                </a:lnTo>
                <a:lnTo>
                  <a:pt x="149871" y="13613"/>
                </a:lnTo>
                <a:lnTo>
                  <a:pt x="99664" y="27389"/>
                </a:lnTo>
                <a:lnTo>
                  <a:pt x="62552" y="45816"/>
                </a:lnTo>
                <a:lnTo>
                  <a:pt x="16705" y="103558"/>
                </a:lnTo>
                <a:lnTo>
                  <a:pt x="5453" y="140859"/>
                </a:lnTo>
                <a:lnTo>
                  <a:pt x="304" y="182438"/>
                </a:lnTo>
                <a:lnTo>
                  <a:pt x="0" y="227288"/>
                </a:lnTo>
                <a:lnTo>
                  <a:pt x="3282" y="274403"/>
                </a:lnTo>
                <a:lnTo>
                  <a:pt x="8892" y="322775"/>
                </a:lnTo>
                <a:lnTo>
                  <a:pt x="15572" y="371399"/>
                </a:lnTo>
                <a:lnTo>
                  <a:pt x="57856" y="370443"/>
                </a:lnTo>
                <a:lnTo>
                  <a:pt x="151263" y="367576"/>
                </a:lnTo>
                <a:lnTo>
                  <a:pt x="245626" y="362798"/>
                </a:lnTo>
                <a:lnTo>
                  <a:pt x="290778" y="356112"/>
                </a:lnTo>
                <a:lnTo>
                  <a:pt x="299101" y="347747"/>
                </a:lnTo>
                <a:lnTo>
                  <a:pt x="338240" y="327440"/>
                </a:lnTo>
                <a:lnTo>
                  <a:pt x="440923" y="279423"/>
                </a:lnTo>
                <a:lnTo>
                  <a:pt x="639878" y="187928"/>
                </a:lnTo>
                <a:lnTo>
                  <a:pt x="628650" y="170529"/>
                </a:lnTo>
                <a:lnTo>
                  <a:pt x="597833" y="129002"/>
                </a:lnTo>
                <a:lnTo>
                  <a:pt x="551728" y="79353"/>
                </a:lnTo>
                <a:lnTo>
                  <a:pt x="494636" y="37587"/>
                </a:lnTo>
                <a:lnTo>
                  <a:pt x="416436" y="11627"/>
                </a:lnTo>
                <a:lnTo>
                  <a:pt x="367422" y="3902"/>
                </a:lnTo>
                <a:lnTo>
                  <a:pt x="314348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8" name="object 128" descr=""/>
          <p:cNvGrpSpPr/>
          <p:nvPr/>
        </p:nvGrpSpPr>
        <p:grpSpPr>
          <a:xfrm>
            <a:off x="5522470" y="7683108"/>
            <a:ext cx="2331085" cy="2592705"/>
            <a:chOff x="5522470" y="7683108"/>
            <a:chExt cx="2331085" cy="2592705"/>
          </a:xfrm>
        </p:grpSpPr>
        <p:sp>
          <p:nvSpPr>
            <p:cNvPr id="129" name="object 129" descr=""/>
            <p:cNvSpPr/>
            <p:nvPr/>
          </p:nvSpPr>
          <p:spPr>
            <a:xfrm>
              <a:off x="6471665" y="7683108"/>
              <a:ext cx="868044" cy="428625"/>
            </a:xfrm>
            <a:custGeom>
              <a:avLst/>
              <a:gdLst/>
              <a:ahLst/>
              <a:cxnLst/>
              <a:rect l="l" t="t" r="r" b="b"/>
              <a:pathLst>
                <a:path w="868045" h="428625">
                  <a:moveTo>
                    <a:pt x="363115" y="0"/>
                  </a:moveTo>
                  <a:lnTo>
                    <a:pt x="332534" y="238"/>
                  </a:lnTo>
                  <a:lnTo>
                    <a:pt x="321307" y="10870"/>
                  </a:lnTo>
                  <a:lnTo>
                    <a:pt x="328713" y="30819"/>
                  </a:lnTo>
                  <a:lnTo>
                    <a:pt x="347587" y="59367"/>
                  </a:lnTo>
                  <a:lnTo>
                    <a:pt x="370763" y="95796"/>
                  </a:lnTo>
                  <a:lnTo>
                    <a:pt x="334332" y="103262"/>
                  </a:lnTo>
                  <a:lnTo>
                    <a:pt x="242717" y="129721"/>
                  </a:lnTo>
                  <a:lnTo>
                    <a:pt x="122434" y="181264"/>
                  </a:lnTo>
                  <a:lnTo>
                    <a:pt x="0" y="263979"/>
                  </a:lnTo>
                  <a:lnTo>
                    <a:pt x="45862" y="428341"/>
                  </a:lnTo>
                  <a:lnTo>
                    <a:pt x="867659" y="359536"/>
                  </a:lnTo>
                  <a:lnTo>
                    <a:pt x="854460" y="338932"/>
                  </a:lnTo>
                  <a:lnTo>
                    <a:pt x="807934" y="283569"/>
                  </a:lnTo>
                  <a:lnTo>
                    <a:pt x="717692" y="203120"/>
                  </a:lnTo>
                  <a:lnTo>
                    <a:pt x="573343" y="107261"/>
                  </a:lnTo>
                  <a:lnTo>
                    <a:pt x="583137" y="102365"/>
                  </a:lnTo>
                  <a:lnTo>
                    <a:pt x="605831" y="88152"/>
                  </a:lnTo>
                  <a:lnTo>
                    <a:pt x="631392" y="65340"/>
                  </a:lnTo>
                  <a:lnTo>
                    <a:pt x="649791" y="34646"/>
                  </a:lnTo>
                  <a:lnTo>
                    <a:pt x="641549" y="12903"/>
                  </a:lnTo>
                  <a:lnTo>
                    <a:pt x="603922" y="9794"/>
                  </a:lnTo>
                  <a:lnTo>
                    <a:pt x="551962" y="15287"/>
                  </a:lnTo>
                  <a:lnTo>
                    <a:pt x="500717" y="19348"/>
                  </a:lnTo>
                  <a:lnTo>
                    <a:pt x="452938" y="15287"/>
                  </a:lnTo>
                  <a:lnTo>
                    <a:pt x="405160" y="6927"/>
                  </a:lnTo>
                  <a:lnTo>
                    <a:pt x="36311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5733964" y="7798596"/>
              <a:ext cx="1376045" cy="286385"/>
            </a:xfrm>
            <a:custGeom>
              <a:avLst/>
              <a:gdLst/>
              <a:ahLst/>
              <a:cxnLst/>
              <a:rect l="l" t="t" r="r" b="b"/>
              <a:pathLst>
                <a:path w="1376045" h="286384">
                  <a:moveTo>
                    <a:pt x="440940" y="0"/>
                  </a:moveTo>
                  <a:lnTo>
                    <a:pt x="396409" y="2251"/>
                  </a:lnTo>
                  <a:lnTo>
                    <a:pt x="353067" y="9470"/>
                  </a:lnTo>
                  <a:lnTo>
                    <a:pt x="310982" y="21344"/>
                  </a:lnTo>
                  <a:lnTo>
                    <a:pt x="270222" y="37560"/>
                  </a:lnTo>
                  <a:lnTo>
                    <a:pt x="230854" y="57806"/>
                  </a:lnTo>
                  <a:lnTo>
                    <a:pt x="192948" y="81768"/>
                  </a:lnTo>
                  <a:lnTo>
                    <a:pt x="156571" y="109135"/>
                  </a:lnTo>
                  <a:lnTo>
                    <a:pt x="121791" y="139593"/>
                  </a:lnTo>
                  <a:lnTo>
                    <a:pt x="88676" y="172831"/>
                  </a:lnTo>
                  <a:lnTo>
                    <a:pt x="57293" y="208535"/>
                  </a:lnTo>
                  <a:lnTo>
                    <a:pt x="27712" y="246394"/>
                  </a:lnTo>
                  <a:lnTo>
                    <a:pt x="0" y="286093"/>
                  </a:lnTo>
                  <a:lnTo>
                    <a:pt x="1376020" y="259340"/>
                  </a:lnTo>
                  <a:lnTo>
                    <a:pt x="1280466" y="181937"/>
                  </a:lnTo>
                  <a:lnTo>
                    <a:pt x="1172846" y="127110"/>
                  </a:lnTo>
                  <a:lnTo>
                    <a:pt x="1035842" y="98801"/>
                  </a:lnTo>
                  <a:lnTo>
                    <a:pt x="981310" y="97283"/>
                  </a:lnTo>
                  <a:lnTo>
                    <a:pt x="895452" y="96358"/>
                  </a:lnTo>
                  <a:lnTo>
                    <a:pt x="859220" y="95253"/>
                  </a:lnTo>
                  <a:lnTo>
                    <a:pt x="787879" y="87516"/>
                  </a:lnTo>
                  <a:lnTo>
                    <a:pt x="747863" y="79187"/>
                  </a:lnTo>
                  <a:lnTo>
                    <a:pt x="701678" y="66753"/>
                  </a:lnTo>
                  <a:lnTo>
                    <a:pt x="646871" y="49365"/>
                  </a:lnTo>
                  <a:lnTo>
                    <a:pt x="580987" y="26174"/>
                  </a:lnTo>
                  <a:lnTo>
                    <a:pt x="533297" y="11649"/>
                  </a:lnTo>
                  <a:lnTo>
                    <a:pt x="486592" y="3028"/>
                  </a:lnTo>
                  <a:lnTo>
                    <a:pt x="440940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5522470" y="8006971"/>
              <a:ext cx="2064385" cy="168275"/>
            </a:xfrm>
            <a:custGeom>
              <a:avLst/>
              <a:gdLst/>
              <a:ahLst/>
              <a:cxnLst/>
              <a:rect l="l" t="t" r="r" b="b"/>
              <a:pathLst>
                <a:path w="2064384" h="168275">
                  <a:moveTo>
                    <a:pt x="2064031" y="0"/>
                  </a:moveTo>
                  <a:lnTo>
                    <a:pt x="0" y="0"/>
                  </a:lnTo>
                  <a:lnTo>
                    <a:pt x="0" y="168183"/>
                  </a:lnTo>
                  <a:lnTo>
                    <a:pt x="2064031" y="168183"/>
                  </a:lnTo>
                  <a:lnTo>
                    <a:pt x="2064031" y="0"/>
                  </a:lnTo>
                  <a:close/>
                </a:path>
              </a:pathLst>
            </a:custGeom>
            <a:solidFill>
              <a:srgbClr val="A2CC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5609100" y="8175150"/>
              <a:ext cx="1891030" cy="2099945"/>
            </a:xfrm>
            <a:custGeom>
              <a:avLst/>
              <a:gdLst/>
              <a:ahLst/>
              <a:cxnLst/>
              <a:rect l="l" t="t" r="r" b="b"/>
              <a:pathLst>
                <a:path w="1891029" h="2099945">
                  <a:moveTo>
                    <a:pt x="1890759" y="0"/>
                  </a:moveTo>
                  <a:lnTo>
                    <a:pt x="0" y="0"/>
                  </a:lnTo>
                  <a:lnTo>
                    <a:pt x="195365" y="2099705"/>
                  </a:lnTo>
                  <a:lnTo>
                    <a:pt x="1695393" y="2099705"/>
                  </a:lnTo>
                  <a:lnTo>
                    <a:pt x="189075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6173724" y="8591784"/>
              <a:ext cx="798830" cy="797560"/>
            </a:xfrm>
            <a:custGeom>
              <a:avLst/>
              <a:gdLst/>
              <a:ahLst/>
              <a:cxnLst/>
              <a:rect l="l" t="t" r="r" b="b"/>
              <a:pathLst>
                <a:path w="798829" h="797559">
                  <a:moveTo>
                    <a:pt x="769531" y="313982"/>
                  </a:moveTo>
                  <a:lnTo>
                    <a:pt x="752741" y="100482"/>
                  </a:lnTo>
                  <a:lnTo>
                    <a:pt x="719150" y="151955"/>
                  </a:lnTo>
                  <a:lnTo>
                    <a:pt x="683437" y="113461"/>
                  </a:lnTo>
                  <a:lnTo>
                    <a:pt x="643445" y="80060"/>
                  </a:lnTo>
                  <a:lnTo>
                    <a:pt x="599757" y="52057"/>
                  </a:lnTo>
                  <a:lnTo>
                    <a:pt x="552970" y="29730"/>
                  </a:lnTo>
                  <a:lnTo>
                    <a:pt x="503656" y="13423"/>
                  </a:lnTo>
                  <a:lnTo>
                    <a:pt x="452424" y="3403"/>
                  </a:lnTo>
                  <a:lnTo>
                    <a:pt x="399872" y="0"/>
                  </a:lnTo>
                  <a:lnTo>
                    <a:pt x="353098" y="2628"/>
                  </a:lnTo>
                  <a:lnTo>
                    <a:pt x="307695" y="10350"/>
                  </a:lnTo>
                  <a:lnTo>
                    <a:pt x="263994" y="22898"/>
                  </a:lnTo>
                  <a:lnTo>
                    <a:pt x="222313" y="40030"/>
                  </a:lnTo>
                  <a:lnTo>
                    <a:pt x="182981" y="61493"/>
                  </a:lnTo>
                  <a:lnTo>
                    <a:pt x="146316" y="87033"/>
                  </a:lnTo>
                  <a:lnTo>
                    <a:pt x="112649" y="116395"/>
                  </a:lnTo>
                  <a:lnTo>
                    <a:pt x="82296" y="149326"/>
                  </a:lnTo>
                  <a:lnTo>
                    <a:pt x="55575" y="185585"/>
                  </a:lnTo>
                  <a:lnTo>
                    <a:pt x="32829" y="224904"/>
                  </a:lnTo>
                  <a:lnTo>
                    <a:pt x="14363" y="267030"/>
                  </a:lnTo>
                  <a:lnTo>
                    <a:pt x="520" y="311721"/>
                  </a:lnTo>
                  <a:lnTo>
                    <a:pt x="0" y="323342"/>
                  </a:lnTo>
                  <a:lnTo>
                    <a:pt x="3848" y="333908"/>
                  </a:lnTo>
                  <a:lnTo>
                    <a:pt x="11366" y="342252"/>
                  </a:lnTo>
                  <a:lnTo>
                    <a:pt x="21869" y="347243"/>
                  </a:lnTo>
                  <a:lnTo>
                    <a:pt x="24257" y="347840"/>
                  </a:lnTo>
                  <a:lnTo>
                    <a:pt x="26631" y="348119"/>
                  </a:lnTo>
                  <a:lnTo>
                    <a:pt x="28981" y="348119"/>
                  </a:lnTo>
                  <a:lnTo>
                    <a:pt x="72123" y="280162"/>
                  </a:lnTo>
                  <a:lnTo>
                    <a:pt x="92481" y="237655"/>
                  </a:lnTo>
                  <a:lnTo>
                    <a:pt x="117957" y="198755"/>
                  </a:lnTo>
                  <a:lnTo>
                    <a:pt x="148107" y="163817"/>
                  </a:lnTo>
                  <a:lnTo>
                    <a:pt x="182422" y="133235"/>
                  </a:lnTo>
                  <a:lnTo>
                    <a:pt x="220433" y="107365"/>
                  </a:lnTo>
                  <a:lnTo>
                    <a:pt x="261670" y="86601"/>
                  </a:lnTo>
                  <a:lnTo>
                    <a:pt x="305638" y="71297"/>
                  </a:lnTo>
                  <a:lnTo>
                    <a:pt x="351866" y="61849"/>
                  </a:lnTo>
                  <a:lnTo>
                    <a:pt x="399872" y="58610"/>
                  </a:lnTo>
                  <a:lnTo>
                    <a:pt x="449681" y="62179"/>
                  </a:lnTo>
                  <a:lnTo>
                    <a:pt x="498017" y="72669"/>
                  </a:lnTo>
                  <a:lnTo>
                    <a:pt x="544220" y="89712"/>
                  </a:lnTo>
                  <a:lnTo>
                    <a:pt x="587565" y="112953"/>
                  </a:lnTo>
                  <a:lnTo>
                    <a:pt x="627405" y="142036"/>
                  </a:lnTo>
                  <a:lnTo>
                    <a:pt x="663028" y="176606"/>
                  </a:lnTo>
                  <a:lnTo>
                    <a:pt x="608037" y="173304"/>
                  </a:lnTo>
                  <a:lnTo>
                    <a:pt x="769531" y="313982"/>
                  </a:lnTo>
                  <a:close/>
                </a:path>
                <a:path w="798829" h="797559">
                  <a:moveTo>
                    <a:pt x="798487" y="474103"/>
                  </a:moveTo>
                  <a:lnTo>
                    <a:pt x="771842" y="449326"/>
                  </a:lnTo>
                  <a:lnTo>
                    <a:pt x="769505" y="449326"/>
                  </a:lnTo>
                  <a:lnTo>
                    <a:pt x="726351" y="517283"/>
                  </a:lnTo>
                  <a:lnTo>
                    <a:pt x="706005" y="559790"/>
                  </a:lnTo>
                  <a:lnTo>
                    <a:pt x="680516" y="598690"/>
                  </a:lnTo>
                  <a:lnTo>
                    <a:pt x="650379" y="633628"/>
                  </a:lnTo>
                  <a:lnTo>
                    <a:pt x="616051" y="664210"/>
                  </a:lnTo>
                  <a:lnTo>
                    <a:pt x="578040" y="690079"/>
                  </a:lnTo>
                  <a:lnTo>
                    <a:pt x="536816" y="710844"/>
                  </a:lnTo>
                  <a:lnTo>
                    <a:pt x="492836" y="726147"/>
                  </a:lnTo>
                  <a:lnTo>
                    <a:pt x="446620" y="735596"/>
                  </a:lnTo>
                  <a:lnTo>
                    <a:pt x="398614" y="738835"/>
                  </a:lnTo>
                  <a:lnTo>
                    <a:pt x="348805" y="735266"/>
                  </a:lnTo>
                  <a:lnTo>
                    <a:pt x="300456" y="724776"/>
                  </a:lnTo>
                  <a:lnTo>
                    <a:pt x="254266" y="707732"/>
                  </a:lnTo>
                  <a:lnTo>
                    <a:pt x="210908" y="684491"/>
                  </a:lnTo>
                  <a:lnTo>
                    <a:pt x="171081" y="655408"/>
                  </a:lnTo>
                  <a:lnTo>
                    <a:pt x="135445" y="620839"/>
                  </a:lnTo>
                  <a:lnTo>
                    <a:pt x="190436" y="624141"/>
                  </a:lnTo>
                  <a:lnTo>
                    <a:pt x="28956" y="483463"/>
                  </a:lnTo>
                  <a:lnTo>
                    <a:pt x="45732" y="696963"/>
                  </a:lnTo>
                  <a:lnTo>
                    <a:pt x="79336" y="645490"/>
                  </a:lnTo>
                  <a:lnTo>
                    <a:pt x="115036" y="683983"/>
                  </a:lnTo>
                  <a:lnTo>
                    <a:pt x="155028" y="717384"/>
                  </a:lnTo>
                  <a:lnTo>
                    <a:pt x="198716" y="745388"/>
                  </a:lnTo>
                  <a:lnTo>
                    <a:pt x="245516" y="767715"/>
                  </a:lnTo>
                  <a:lnTo>
                    <a:pt x="294817" y="784021"/>
                  </a:lnTo>
                  <a:lnTo>
                    <a:pt x="346049" y="794042"/>
                  </a:lnTo>
                  <a:lnTo>
                    <a:pt x="398614" y="797445"/>
                  </a:lnTo>
                  <a:lnTo>
                    <a:pt x="445389" y="794816"/>
                  </a:lnTo>
                  <a:lnTo>
                    <a:pt x="490778" y="787095"/>
                  </a:lnTo>
                  <a:lnTo>
                    <a:pt x="534479" y="774547"/>
                  </a:lnTo>
                  <a:lnTo>
                    <a:pt x="576160" y="757415"/>
                  </a:lnTo>
                  <a:lnTo>
                    <a:pt x="615492" y="735952"/>
                  </a:lnTo>
                  <a:lnTo>
                    <a:pt x="652157" y="710412"/>
                  </a:lnTo>
                  <a:lnTo>
                    <a:pt x="685838" y="681050"/>
                  </a:lnTo>
                  <a:lnTo>
                    <a:pt x="716191" y="648119"/>
                  </a:lnTo>
                  <a:lnTo>
                    <a:pt x="742899" y="611860"/>
                  </a:lnTo>
                  <a:lnTo>
                    <a:pt x="765657" y="572541"/>
                  </a:lnTo>
                  <a:lnTo>
                    <a:pt x="784110" y="530415"/>
                  </a:lnTo>
                  <a:lnTo>
                    <a:pt x="797966" y="485724"/>
                  </a:lnTo>
                  <a:lnTo>
                    <a:pt x="798487" y="474103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7118134" y="8952753"/>
              <a:ext cx="735330" cy="1322705"/>
            </a:xfrm>
            <a:custGeom>
              <a:avLst/>
              <a:gdLst/>
              <a:ahLst/>
              <a:cxnLst/>
              <a:rect l="l" t="t" r="r" b="b"/>
              <a:pathLst>
                <a:path w="735329" h="1322704">
                  <a:moveTo>
                    <a:pt x="367559" y="0"/>
                  </a:moveTo>
                  <a:lnTo>
                    <a:pt x="321453" y="2863"/>
                  </a:lnTo>
                  <a:lnTo>
                    <a:pt x="277056" y="11226"/>
                  </a:lnTo>
                  <a:lnTo>
                    <a:pt x="234712" y="24742"/>
                  </a:lnTo>
                  <a:lnTo>
                    <a:pt x="194767" y="43067"/>
                  </a:lnTo>
                  <a:lnTo>
                    <a:pt x="157564" y="65857"/>
                  </a:lnTo>
                  <a:lnTo>
                    <a:pt x="123447" y="92767"/>
                  </a:lnTo>
                  <a:lnTo>
                    <a:pt x="92763" y="123453"/>
                  </a:lnTo>
                  <a:lnTo>
                    <a:pt x="65853" y="157571"/>
                  </a:lnTo>
                  <a:lnTo>
                    <a:pt x="43065" y="194775"/>
                  </a:lnTo>
                  <a:lnTo>
                    <a:pt x="24740" y="234721"/>
                  </a:lnTo>
                  <a:lnTo>
                    <a:pt x="11225" y="277066"/>
                  </a:lnTo>
                  <a:lnTo>
                    <a:pt x="2863" y="321463"/>
                  </a:lnTo>
                  <a:lnTo>
                    <a:pt x="0" y="367569"/>
                  </a:lnTo>
                  <a:lnTo>
                    <a:pt x="0" y="1322483"/>
                  </a:lnTo>
                  <a:lnTo>
                    <a:pt x="723758" y="1322483"/>
                  </a:lnTo>
                  <a:lnTo>
                    <a:pt x="735129" y="367569"/>
                  </a:lnTo>
                  <a:lnTo>
                    <a:pt x="732265" y="321463"/>
                  </a:lnTo>
                  <a:lnTo>
                    <a:pt x="723903" y="277066"/>
                  </a:lnTo>
                  <a:lnTo>
                    <a:pt x="710388" y="234721"/>
                  </a:lnTo>
                  <a:lnTo>
                    <a:pt x="692064" y="194775"/>
                  </a:lnTo>
                  <a:lnTo>
                    <a:pt x="669274" y="157571"/>
                  </a:lnTo>
                  <a:lnTo>
                    <a:pt x="642365" y="123453"/>
                  </a:lnTo>
                  <a:lnTo>
                    <a:pt x="611679" y="92767"/>
                  </a:lnTo>
                  <a:lnTo>
                    <a:pt x="577562" y="65857"/>
                  </a:lnTo>
                  <a:lnTo>
                    <a:pt x="540358" y="43067"/>
                  </a:lnTo>
                  <a:lnTo>
                    <a:pt x="500411" y="24742"/>
                  </a:lnTo>
                  <a:lnTo>
                    <a:pt x="458066" y="11226"/>
                  </a:lnTo>
                  <a:lnTo>
                    <a:pt x="413667" y="2863"/>
                  </a:lnTo>
                  <a:lnTo>
                    <a:pt x="367559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7205287" y="9039910"/>
              <a:ext cx="561340" cy="280670"/>
            </a:xfrm>
            <a:custGeom>
              <a:avLst/>
              <a:gdLst/>
              <a:ahLst/>
              <a:cxnLst/>
              <a:rect l="l" t="t" r="r" b="b"/>
              <a:pathLst>
                <a:path w="561340" h="280670">
                  <a:moveTo>
                    <a:pt x="280410" y="0"/>
                  </a:moveTo>
                  <a:lnTo>
                    <a:pt x="234985" y="3676"/>
                  </a:lnTo>
                  <a:lnTo>
                    <a:pt x="191872" y="14319"/>
                  </a:lnTo>
                  <a:lnTo>
                    <a:pt x="151652" y="31347"/>
                  </a:lnTo>
                  <a:lnTo>
                    <a:pt x="114908" y="54176"/>
                  </a:lnTo>
                  <a:lnTo>
                    <a:pt x="82221" y="82226"/>
                  </a:lnTo>
                  <a:lnTo>
                    <a:pt x="54172" y="114915"/>
                  </a:lnTo>
                  <a:lnTo>
                    <a:pt x="31344" y="151660"/>
                  </a:lnTo>
                  <a:lnTo>
                    <a:pt x="14318" y="191881"/>
                  </a:lnTo>
                  <a:lnTo>
                    <a:pt x="3676" y="234995"/>
                  </a:lnTo>
                  <a:lnTo>
                    <a:pt x="0" y="280420"/>
                  </a:lnTo>
                  <a:lnTo>
                    <a:pt x="560820" y="279928"/>
                  </a:lnTo>
                  <a:lnTo>
                    <a:pt x="557075" y="234570"/>
                  </a:lnTo>
                  <a:lnTo>
                    <a:pt x="546385" y="191525"/>
                  </a:lnTo>
                  <a:lnTo>
                    <a:pt x="529328" y="151372"/>
                  </a:lnTo>
                  <a:lnTo>
                    <a:pt x="506486" y="114691"/>
                  </a:lnTo>
                  <a:lnTo>
                    <a:pt x="478438" y="82062"/>
                  </a:lnTo>
                  <a:lnTo>
                    <a:pt x="445764" y="54066"/>
                  </a:lnTo>
                  <a:lnTo>
                    <a:pt x="409044" y="31282"/>
                  </a:lnTo>
                  <a:lnTo>
                    <a:pt x="368858" y="14289"/>
                  </a:lnTo>
                  <a:lnTo>
                    <a:pt x="325787" y="3669"/>
                  </a:lnTo>
                  <a:lnTo>
                    <a:pt x="280410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7375719" y="9517716"/>
              <a:ext cx="276225" cy="154305"/>
            </a:xfrm>
            <a:custGeom>
              <a:avLst/>
              <a:gdLst/>
              <a:ahLst/>
              <a:cxnLst/>
              <a:rect l="l" t="t" r="r" b="b"/>
              <a:pathLst>
                <a:path w="276225" h="154304">
                  <a:moveTo>
                    <a:pt x="113677" y="0"/>
                  </a:moveTo>
                  <a:lnTo>
                    <a:pt x="42438" y="10511"/>
                  </a:lnTo>
                  <a:lnTo>
                    <a:pt x="2303" y="30105"/>
                  </a:lnTo>
                  <a:lnTo>
                    <a:pt x="0" y="39005"/>
                  </a:lnTo>
                  <a:lnTo>
                    <a:pt x="8146" y="52826"/>
                  </a:lnTo>
                  <a:lnTo>
                    <a:pt x="17067" y="55120"/>
                  </a:lnTo>
                  <a:lnTo>
                    <a:pt x="23967" y="51046"/>
                  </a:lnTo>
                  <a:lnTo>
                    <a:pt x="52079" y="37925"/>
                  </a:lnTo>
                  <a:lnTo>
                    <a:pt x="81788" y="30548"/>
                  </a:lnTo>
                  <a:lnTo>
                    <a:pt x="112360" y="29029"/>
                  </a:lnTo>
                  <a:lnTo>
                    <a:pt x="143063" y="33476"/>
                  </a:lnTo>
                  <a:lnTo>
                    <a:pt x="167569" y="41605"/>
                  </a:lnTo>
                  <a:lnTo>
                    <a:pt x="190118" y="53404"/>
                  </a:lnTo>
                  <a:lnTo>
                    <a:pt x="210404" y="68605"/>
                  </a:lnTo>
                  <a:lnTo>
                    <a:pt x="228118" y="86941"/>
                  </a:lnTo>
                  <a:lnTo>
                    <a:pt x="206402" y="86972"/>
                  </a:lnTo>
                  <a:lnTo>
                    <a:pt x="276054" y="154300"/>
                  </a:lnTo>
                  <a:lnTo>
                    <a:pt x="275666" y="57423"/>
                  </a:lnTo>
                  <a:lnTo>
                    <a:pt x="257091" y="76742"/>
                  </a:lnTo>
                  <a:lnTo>
                    <a:pt x="235420" y="52017"/>
                  </a:lnTo>
                  <a:lnTo>
                    <a:pt x="210014" y="31607"/>
                  </a:lnTo>
                  <a:lnTo>
                    <a:pt x="181365" y="15894"/>
                  </a:lnTo>
                  <a:lnTo>
                    <a:pt x="149964" y="5257"/>
                  </a:lnTo>
                  <a:lnTo>
                    <a:pt x="113677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420440" y="9692292"/>
              <a:ext cx="248233" cy="226286"/>
            </a:xfrm>
            <a:prstGeom prst="rect">
              <a:avLst/>
            </a:prstGeom>
          </p:spPr>
        </p:pic>
        <p:sp>
          <p:nvSpPr>
            <p:cNvPr id="138" name="object 138" descr=""/>
            <p:cNvSpPr/>
            <p:nvPr/>
          </p:nvSpPr>
          <p:spPr>
            <a:xfrm>
              <a:off x="7282570" y="9574858"/>
              <a:ext cx="130810" cy="299085"/>
            </a:xfrm>
            <a:custGeom>
              <a:avLst/>
              <a:gdLst/>
              <a:ahLst/>
              <a:cxnLst/>
              <a:rect l="l" t="t" r="r" b="b"/>
              <a:pathLst>
                <a:path w="130809" h="299084">
                  <a:moveTo>
                    <a:pt x="83505" y="0"/>
                  </a:moveTo>
                  <a:lnTo>
                    <a:pt x="0" y="49118"/>
                  </a:lnTo>
                  <a:lnTo>
                    <a:pt x="26041" y="55443"/>
                  </a:lnTo>
                  <a:lnTo>
                    <a:pt x="15592" y="86614"/>
                  </a:lnTo>
                  <a:lnTo>
                    <a:pt x="10750" y="118838"/>
                  </a:lnTo>
                  <a:lnTo>
                    <a:pt x="11599" y="151499"/>
                  </a:lnTo>
                  <a:lnTo>
                    <a:pt x="18219" y="183983"/>
                  </a:lnTo>
                  <a:lnTo>
                    <a:pt x="51703" y="248298"/>
                  </a:lnTo>
                  <a:lnTo>
                    <a:pt x="107043" y="295132"/>
                  </a:lnTo>
                  <a:lnTo>
                    <a:pt x="114048" y="299058"/>
                  </a:lnTo>
                  <a:lnTo>
                    <a:pt x="122896" y="296556"/>
                  </a:lnTo>
                  <a:lnTo>
                    <a:pt x="130739" y="282556"/>
                  </a:lnTo>
                  <a:lnTo>
                    <a:pt x="128236" y="273698"/>
                  </a:lnTo>
                  <a:lnTo>
                    <a:pt x="121242" y="269782"/>
                  </a:lnTo>
                  <a:lnTo>
                    <a:pt x="95745" y="252106"/>
                  </a:lnTo>
                  <a:lnTo>
                    <a:pt x="57702" y="204504"/>
                  </a:lnTo>
                  <a:lnTo>
                    <a:pt x="40764" y="150469"/>
                  </a:lnTo>
                  <a:lnTo>
                    <a:pt x="39603" y="125048"/>
                  </a:lnTo>
                  <a:lnTo>
                    <a:pt x="42521" y="99871"/>
                  </a:lnTo>
                  <a:lnTo>
                    <a:pt x="49443" y="75338"/>
                  </a:lnTo>
                  <a:lnTo>
                    <a:pt x="60406" y="94080"/>
                  </a:lnTo>
                  <a:lnTo>
                    <a:pt x="83505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9" name="object 139" descr=""/>
          <p:cNvGrpSpPr/>
          <p:nvPr/>
        </p:nvGrpSpPr>
        <p:grpSpPr>
          <a:xfrm>
            <a:off x="8421436" y="2252712"/>
            <a:ext cx="1069975" cy="1038225"/>
            <a:chOff x="8421436" y="2252712"/>
            <a:chExt cx="1069975" cy="1038225"/>
          </a:xfrm>
        </p:grpSpPr>
        <p:sp>
          <p:nvSpPr>
            <p:cNvPr id="140" name="object 140" descr=""/>
            <p:cNvSpPr/>
            <p:nvPr/>
          </p:nvSpPr>
          <p:spPr>
            <a:xfrm>
              <a:off x="8617556" y="2257523"/>
              <a:ext cx="335915" cy="335280"/>
            </a:xfrm>
            <a:custGeom>
              <a:avLst/>
              <a:gdLst/>
              <a:ahLst/>
              <a:cxnLst/>
              <a:rect l="l" t="t" r="r" b="b"/>
              <a:pathLst>
                <a:path w="335915" h="335280">
                  <a:moveTo>
                    <a:pt x="182874" y="0"/>
                  </a:moveTo>
                  <a:lnTo>
                    <a:pt x="134151" y="11951"/>
                  </a:lnTo>
                  <a:lnTo>
                    <a:pt x="85529" y="50214"/>
                  </a:lnTo>
                  <a:lnTo>
                    <a:pt x="0" y="191491"/>
                  </a:lnTo>
                  <a:lnTo>
                    <a:pt x="227877" y="335110"/>
                  </a:lnTo>
                  <a:lnTo>
                    <a:pt x="330157" y="142121"/>
                  </a:lnTo>
                  <a:lnTo>
                    <a:pt x="333474" y="134125"/>
                  </a:lnTo>
                  <a:lnTo>
                    <a:pt x="335218" y="125718"/>
                  </a:lnTo>
                  <a:lnTo>
                    <a:pt x="335350" y="117139"/>
                  </a:lnTo>
                  <a:lnTo>
                    <a:pt x="333832" y="108624"/>
                  </a:lnTo>
                  <a:lnTo>
                    <a:pt x="312025" y="61301"/>
                  </a:lnTo>
                  <a:lnTo>
                    <a:pt x="277778" y="25789"/>
                  </a:lnTo>
                  <a:lnTo>
                    <a:pt x="233818" y="4539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8852458" y="2252712"/>
              <a:ext cx="511175" cy="339090"/>
            </a:xfrm>
            <a:custGeom>
              <a:avLst/>
              <a:gdLst/>
              <a:ahLst/>
              <a:cxnLst/>
              <a:rect l="l" t="t" r="r" b="b"/>
              <a:pathLst>
                <a:path w="511175" h="339089">
                  <a:moveTo>
                    <a:pt x="306868" y="0"/>
                  </a:moveTo>
                  <a:lnTo>
                    <a:pt x="0" y="2253"/>
                  </a:lnTo>
                  <a:lnTo>
                    <a:pt x="39974" y="20615"/>
                  </a:lnTo>
                  <a:lnTo>
                    <a:pt x="67501" y="43345"/>
                  </a:lnTo>
                  <a:lnTo>
                    <a:pt x="84736" y="64996"/>
                  </a:lnTo>
                  <a:lnTo>
                    <a:pt x="93829" y="80125"/>
                  </a:lnTo>
                  <a:lnTo>
                    <a:pt x="207459" y="288862"/>
                  </a:lnTo>
                  <a:lnTo>
                    <a:pt x="119368" y="338651"/>
                  </a:lnTo>
                  <a:lnTo>
                    <a:pt x="393202" y="338965"/>
                  </a:lnTo>
                  <a:lnTo>
                    <a:pt x="510979" y="113956"/>
                  </a:lnTo>
                  <a:lnTo>
                    <a:pt x="445871" y="158960"/>
                  </a:lnTo>
                  <a:lnTo>
                    <a:pt x="356826" y="20127"/>
                  </a:lnTo>
                  <a:lnTo>
                    <a:pt x="338854" y="7492"/>
                  </a:lnTo>
                  <a:lnTo>
                    <a:pt x="320796" y="1636"/>
                  </a:lnTo>
                  <a:lnTo>
                    <a:pt x="306868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9159293" y="2584073"/>
              <a:ext cx="332105" cy="337820"/>
            </a:xfrm>
            <a:custGeom>
              <a:avLst/>
              <a:gdLst/>
              <a:ahLst/>
              <a:cxnLst/>
              <a:rect l="l" t="t" r="r" b="b"/>
              <a:pathLst>
                <a:path w="332104" h="337819">
                  <a:moveTo>
                    <a:pt x="229061" y="0"/>
                  </a:moveTo>
                  <a:lnTo>
                    <a:pt x="0" y="141733"/>
                  </a:lnTo>
                  <a:lnTo>
                    <a:pt x="128530" y="318335"/>
                  </a:lnTo>
                  <a:lnTo>
                    <a:pt x="134261" y="324820"/>
                  </a:lnTo>
                  <a:lnTo>
                    <a:pt x="141051" y="330076"/>
                  </a:lnTo>
                  <a:lnTo>
                    <a:pt x="148704" y="333961"/>
                  </a:lnTo>
                  <a:lnTo>
                    <a:pt x="157021" y="336335"/>
                  </a:lnTo>
                  <a:lnTo>
                    <a:pt x="209110" y="337511"/>
                  </a:lnTo>
                  <a:lnTo>
                    <a:pt x="256045" y="322323"/>
                  </a:lnTo>
                  <a:lnTo>
                    <a:pt x="294430" y="292150"/>
                  </a:lnTo>
                  <a:lnTo>
                    <a:pt x="320869" y="248369"/>
                  </a:lnTo>
                  <a:lnTo>
                    <a:pt x="331516" y="199336"/>
                  </a:lnTo>
                  <a:lnTo>
                    <a:pt x="327618" y="162284"/>
                  </a:lnTo>
                  <a:lnTo>
                    <a:pt x="318466" y="138851"/>
                  </a:lnTo>
                  <a:lnTo>
                    <a:pt x="313351" y="130676"/>
                  </a:lnTo>
                  <a:lnTo>
                    <a:pt x="229061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8984513" y="2839931"/>
              <a:ext cx="475615" cy="450850"/>
            </a:xfrm>
            <a:custGeom>
              <a:avLst/>
              <a:gdLst/>
              <a:ahLst/>
              <a:cxnLst/>
              <a:rect l="l" t="t" r="r" b="b"/>
              <a:pathLst>
                <a:path w="475615" h="450850">
                  <a:moveTo>
                    <a:pt x="120457" y="0"/>
                  </a:moveTo>
                  <a:lnTo>
                    <a:pt x="0" y="245919"/>
                  </a:lnTo>
                  <a:lnTo>
                    <a:pt x="150498" y="450488"/>
                  </a:lnTo>
                  <a:lnTo>
                    <a:pt x="138634" y="372239"/>
                  </a:lnTo>
                  <a:lnTo>
                    <a:pt x="302461" y="353151"/>
                  </a:lnTo>
                  <a:lnTo>
                    <a:pt x="321700" y="342555"/>
                  </a:lnTo>
                  <a:lnTo>
                    <a:pt x="334887" y="328903"/>
                  </a:lnTo>
                  <a:lnTo>
                    <a:pt x="342471" y="317108"/>
                  </a:lnTo>
                  <a:lnTo>
                    <a:pt x="475116" y="40375"/>
                  </a:lnTo>
                  <a:lnTo>
                    <a:pt x="441075" y="68239"/>
                  </a:lnTo>
                  <a:lnTo>
                    <a:pt x="408570" y="82998"/>
                  </a:lnTo>
                  <a:lnTo>
                    <a:pt x="381548" y="88980"/>
                  </a:lnTo>
                  <a:lnTo>
                    <a:pt x="363957" y="90510"/>
                  </a:lnTo>
                  <a:lnTo>
                    <a:pt x="126540" y="101002"/>
                  </a:lnTo>
                  <a:lnTo>
                    <a:pt x="120457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8580367" y="2946111"/>
              <a:ext cx="297180" cy="269240"/>
            </a:xfrm>
            <a:custGeom>
              <a:avLst/>
              <a:gdLst/>
              <a:ahLst/>
              <a:cxnLst/>
              <a:rect l="l" t="t" r="r" b="b"/>
              <a:pathLst>
                <a:path w="297179" h="269239">
                  <a:moveTo>
                    <a:pt x="296717" y="73"/>
                  </a:moveTo>
                  <a:lnTo>
                    <a:pt x="78294" y="0"/>
                  </a:lnTo>
                  <a:lnTo>
                    <a:pt x="15353" y="53851"/>
                  </a:lnTo>
                  <a:lnTo>
                    <a:pt x="0" y="100732"/>
                  </a:lnTo>
                  <a:lnTo>
                    <a:pt x="1791" y="149526"/>
                  </a:lnTo>
                  <a:lnTo>
                    <a:pt x="21615" y="196674"/>
                  </a:lnTo>
                  <a:lnTo>
                    <a:pt x="54984" y="234141"/>
                  </a:lnTo>
                  <a:lnTo>
                    <a:pt x="111563" y="259198"/>
                  </a:lnTo>
                  <a:lnTo>
                    <a:pt x="276435" y="268672"/>
                  </a:lnTo>
                  <a:lnTo>
                    <a:pt x="296717" y="73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8421436" y="2592941"/>
              <a:ext cx="395605" cy="505459"/>
            </a:xfrm>
            <a:custGeom>
              <a:avLst/>
              <a:gdLst/>
              <a:ahLst/>
              <a:cxnLst/>
              <a:rect l="l" t="t" r="r" b="b"/>
              <a:pathLst>
                <a:path w="395604" h="505460">
                  <a:moveTo>
                    <a:pt x="267493" y="0"/>
                  </a:moveTo>
                  <a:lnTo>
                    <a:pt x="13532" y="1214"/>
                  </a:lnTo>
                  <a:lnTo>
                    <a:pt x="83770" y="37695"/>
                  </a:lnTo>
                  <a:lnTo>
                    <a:pt x="2757" y="181366"/>
                  </a:lnTo>
                  <a:lnTo>
                    <a:pt x="0" y="203155"/>
                  </a:lnTo>
                  <a:lnTo>
                    <a:pt x="3274" y="221851"/>
                  </a:lnTo>
                  <a:lnTo>
                    <a:pt x="8345" y="234925"/>
                  </a:lnTo>
                  <a:lnTo>
                    <a:pt x="153946" y="505063"/>
                  </a:lnTo>
                  <a:lnTo>
                    <a:pt x="151464" y="461145"/>
                  </a:lnTo>
                  <a:lnTo>
                    <a:pt x="158670" y="426182"/>
                  </a:lnTo>
                  <a:lnTo>
                    <a:pt x="169741" y="400816"/>
                  </a:lnTo>
                  <a:lnTo>
                    <a:pt x="178856" y="385695"/>
                  </a:lnTo>
                  <a:lnTo>
                    <a:pt x="310140" y="187596"/>
                  </a:lnTo>
                  <a:lnTo>
                    <a:pt x="395373" y="242149"/>
                  </a:lnTo>
                  <a:lnTo>
                    <a:pt x="267493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6" name="object 146" descr=""/>
          <p:cNvGrpSpPr/>
          <p:nvPr/>
        </p:nvGrpSpPr>
        <p:grpSpPr>
          <a:xfrm>
            <a:off x="8454949" y="3616290"/>
            <a:ext cx="1002665" cy="1002665"/>
            <a:chOff x="8454949" y="3616290"/>
            <a:chExt cx="1002665" cy="1002665"/>
          </a:xfrm>
        </p:grpSpPr>
        <p:sp>
          <p:nvSpPr>
            <p:cNvPr id="147" name="object 147" descr=""/>
            <p:cNvSpPr/>
            <p:nvPr/>
          </p:nvSpPr>
          <p:spPr>
            <a:xfrm>
              <a:off x="8454949" y="3616290"/>
              <a:ext cx="1002665" cy="1002665"/>
            </a:xfrm>
            <a:custGeom>
              <a:avLst/>
              <a:gdLst/>
              <a:ahLst/>
              <a:cxnLst/>
              <a:rect l="l" t="t" r="r" b="b"/>
              <a:pathLst>
                <a:path w="1002665" h="1002664">
                  <a:moveTo>
                    <a:pt x="501021" y="0"/>
                  </a:moveTo>
                  <a:lnTo>
                    <a:pt x="452770" y="2293"/>
                  </a:lnTo>
                  <a:lnTo>
                    <a:pt x="405816" y="9034"/>
                  </a:lnTo>
                  <a:lnTo>
                    <a:pt x="360370" y="20012"/>
                  </a:lnTo>
                  <a:lnTo>
                    <a:pt x="316641" y="35017"/>
                  </a:lnTo>
                  <a:lnTo>
                    <a:pt x="274840" y="53839"/>
                  </a:lnTo>
                  <a:lnTo>
                    <a:pt x="235176" y="76269"/>
                  </a:lnTo>
                  <a:lnTo>
                    <a:pt x="197860" y="102096"/>
                  </a:lnTo>
                  <a:lnTo>
                    <a:pt x="163101" y="131111"/>
                  </a:lnTo>
                  <a:lnTo>
                    <a:pt x="131110" y="163103"/>
                  </a:lnTo>
                  <a:lnTo>
                    <a:pt x="102095" y="197862"/>
                  </a:lnTo>
                  <a:lnTo>
                    <a:pt x="76269" y="235179"/>
                  </a:lnTo>
                  <a:lnTo>
                    <a:pt x="53839" y="274844"/>
                  </a:lnTo>
                  <a:lnTo>
                    <a:pt x="35017" y="316646"/>
                  </a:lnTo>
                  <a:lnTo>
                    <a:pt x="20012" y="360376"/>
                  </a:lnTo>
                  <a:lnTo>
                    <a:pt x="9034" y="405823"/>
                  </a:lnTo>
                  <a:lnTo>
                    <a:pt x="2293" y="452778"/>
                  </a:lnTo>
                  <a:lnTo>
                    <a:pt x="0" y="501031"/>
                  </a:lnTo>
                  <a:lnTo>
                    <a:pt x="2293" y="549284"/>
                  </a:lnTo>
                  <a:lnTo>
                    <a:pt x="9034" y="596240"/>
                  </a:lnTo>
                  <a:lnTo>
                    <a:pt x="20012" y="641687"/>
                  </a:lnTo>
                  <a:lnTo>
                    <a:pt x="35017" y="685417"/>
                  </a:lnTo>
                  <a:lnTo>
                    <a:pt x="53839" y="727219"/>
                  </a:lnTo>
                  <a:lnTo>
                    <a:pt x="76269" y="766884"/>
                  </a:lnTo>
                  <a:lnTo>
                    <a:pt x="102095" y="804201"/>
                  </a:lnTo>
                  <a:lnTo>
                    <a:pt x="131110" y="838960"/>
                  </a:lnTo>
                  <a:lnTo>
                    <a:pt x="163101" y="870952"/>
                  </a:lnTo>
                  <a:lnTo>
                    <a:pt x="197860" y="899967"/>
                  </a:lnTo>
                  <a:lnTo>
                    <a:pt x="235176" y="925794"/>
                  </a:lnTo>
                  <a:lnTo>
                    <a:pt x="274840" y="948223"/>
                  </a:lnTo>
                  <a:lnTo>
                    <a:pt x="316641" y="967046"/>
                  </a:lnTo>
                  <a:lnTo>
                    <a:pt x="360370" y="982051"/>
                  </a:lnTo>
                  <a:lnTo>
                    <a:pt x="405816" y="993029"/>
                  </a:lnTo>
                  <a:lnTo>
                    <a:pt x="452770" y="999770"/>
                  </a:lnTo>
                  <a:lnTo>
                    <a:pt x="501021" y="1002063"/>
                  </a:lnTo>
                  <a:lnTo>
                    <a:pt x="549274" y="999770"/>
                  </a:lnTo>
                  <a:lnTo>
                    <a:pt x="596229" y="993029"/>
                  </a:lnTo>
                  <a:lnTo>
                    <a:pt x="641677" y="982051"/>
                  </a:lnTo>
                  <a:lnTo>
                    <a:pt x="685406" y="967046"/>
                  </a:lnTo>
                  <a:lnTo>
                    <a:pt x="727209" y="948223"/>
                  </a:lnTo>
                  <a:lnTo>
                    <a:pt x="766873" y="925794"/>
                  </a:lnTo>
                  <a:lnTo>
                    <a:pt x="804190" y="899967"/>
                  </a:lnTo>
                  <a:lnTo>
                    <a:pt x="838950" y="870952"/>
                  </a:lnTo>
                  <a:lnTo>
                    <a:pt x="870942" y="838960"/>
                  </a:lnTo>
                  <a:lnTo>
                    <a:pt x="899956" y="804201"/>
                  </a:lnTo>
                  <a:lnTo>
                    <a:pt x="925783" y="766884"/>
                  </a:lnTo>
                  <a:lnTo>
                    <a:pt x="948213" y="727219"/>
                  </a:lnTo>
                  <a:lnTo>
                    <a:pt x="967035" y="685417"/>
                  </a:lnTo>
                  <a:lnTo>
                    <a:pt x="982041" y="641687"/>
                  </a:lnTo>
                  <a:lnTo>
                    <a:pt x="993018" y="596240"/>
                  </a:lnTo>
                  <a:lnTo>
                    <a:pt x="999759" y="549284"/>
                  </a:lnTo>
                  <a:lnTo>
                    <a:pt x="1002053" y="501031"/>
                  </a:lnTo>
                  <a:lnTo>
                    <a:pt x="999759" y="452778"/>
                  </a:lnTo>
                  <a:lnTo>
                    <a:pt x="993018" y="405823"/>
                  </a:lnTo>
                  <a:lnTo>
                    <a:pt x="982041" y="360376"/>
                  </a:lnTo>
                  <a:lnTo>
                    <a:pt x="967035" y="316646"/>
                  </a:lnTo>
                  <a:lnTo>
                    <a:pt x="948213" y="274844"/>
                  </a:lnTo>
                  <a:lnTo>
                    <a:pt x="925783" y="235179"/>
                  </a:lnTo>
                  <a:lnTo>
                    <a:pt x="899956" y="197862"/>
                  </a:lnTo>
                  <a:lnTo>
                    <a:pt x="870942" y="163103"/>
                  </a:lnTo>
                  <a:lnTo>
                    <a:pt x="838950" y="131111"/>
                  </a:lnTo>
                  <a:lnTo>
                    <a:pt x="804190" y="102096"/>
                  </a:lnTo>
                  <a:lnTo>
                    <a:pt x="766873" y="76269"/>
                  </a:lnTo>
                  <a:lnTo>
                    <a:pt x="727209" y="53839"/>
                  </a:lnTo>
                  <a:lnTo>
                    <a:pt x="685406" y="35017"/>
                  </a:lnTo>
                  <a:lnTo>
                    <a:pt x="641677" y="20012"/>
                  </a:lnTo>
                  <a:lnTo>
                    <a:pt x="596229" y="9034"/>
                  </a:lnTo>
                  <a:lnTo>
                    <a:pt x="549274" y="2293"/>
                  </a:lnTo>
                  <a:lnTo>
                    <a:pt x="501021" y="0"/>
                  </a:lnTo>
                  <a:close/>
                </a:path>
              </a:pathLst>
            </a:custGeom>
            <a:solidFill>
              <a:srgbClr val="69C8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8548762" y="3709626"/>
              <a:ext cx="815975" cy="817880"/>
            </a:xfrm>
            <a:custGeom>
              <a:avLst/>
              <a:gdLst/>
              <a:ahLst/>
              <a:cxnLst/>
              <a:rect l="l" t="t" r="r" b="b"/>
              <a:pathLst>
                <a:path w="815975" h="817879">
                  <a:moveTo>
                    <a:pt x="412343" y="1270"/>
                  </a:moveTo>
                  <a:lnTo>
                    <a:pt x="403495" y="1270"/>
                  </a:lnTo>
                  <a:lnTo>
                    <a:pt x="356432" y="5080"/>
                  </a:lnTo>
                  <a:lnTo>
                    <a:pt x="310965" y="12700"/>
                  </a:lnTo>
                  <a:lnTo>
                    <a:pt x="267397" y="26670"/>
                  </a:lnTo>
                  <a:lnTo>
                    <a:pt x="226031" y="44450"/>
                  </a:lnTo>
                  <a:lnTo>
                    <a:pt x="187169" y="66040"/>
                  </a:lnTo>
                  <a:lnTo>
                    <a:pt x="151113" y="92710"/>
                  </a:lnTo>
                  <a:lnTo>
                    <a:pt x="118166" y="123190"/>
                  </a:lnTo>
                  <a:lnTo>
                    <a:pt x="88631" y="156210"/>
                  </a:lnTo>
                  <a:lnTo>
                    <a:pt x="62809" y="191770"/>
                  </a:lnTo>
                  <a:lnTo>
                    <a:pt x="41004" y="231140"/>
                  </a:lnTo>
                  <a:lnTo>
                    <a:pt x="23519" y="273050"/>
                  </a:lnTo>
                  <a:lnTo>
                    <a:pt x="10654" y="316230"/>
                  </a:lnTo>
                  <a:lnTo>
                    <a:pt x="2714" y="361950"/>
                  </a:lnTo>
                  <a:lnTo>
                    <a:pt x="0" y="408940"/>
                  </a:lnTo>
                  <a:lnTo>
                    <a:pt x="2724" y="457200"/>
                  </a:lnTo>
                  <a:lnTo>
                    <a:pt x="10664" y="501650"/>
                  </a:lnTo>
                  <a:lnTo>
                    <a:pt x="23528" y="546100"/>
                  </a:lnTo>
                  <a:lnTo>
                    <a:pt x="41013" y="588010"/>
                  </a:lnTo>
                  <a:lnTo>
                    <a:pt x="62817" y="626110"/>
                  </a:lnTo>
                  <a:lnTo>
                    <a:pt x="88637" y="662940"/>
                  </a:lnTo>
                  <a:lnTo>
                    <a:pt x="118171" y="695960"/>
                  </a:lnTo>
                  <a:lnTo>
                    <a:pt x="151117" y="726440"/>
                  </a:lnTo>
                  <a:lnTo>
                    <a:pt x="187172" y="751840"/>
                  </a:lnTo>
                  <a:lnTo>
                    <a:pt x="226033" y="774700"/>
                  </a:lnTo>
                  <a:lnTo>
                    <a:pt x="267398" y="792480"/>
                  </a:lnTo>
                  <a:lnTo>
                    <a:pt x="310966" y="805180"/>
                  </a:lnTo>
                  <a:lnTo>
                    <a:pt x="356432" y="814070"/>
                  </a:lnTo>
                  <a:lnTo>
                    <a:pt x="403495" y="816610"/>
                  </a:lnTo>
                  <a:lnTo>
                    <a:pt x="404783" y="817880"/>
                  </a:lnTo>
                  <a:lnTo>
                    <a:pt x="411055" y="817880"/>
                  </a:lnTo>
                  <a:lnTo>
                    <a:pt x="412343" y="816610"/>
                  </a:lnTo>
                  <a:lnTo>
                    <a:pt x="459406" y="814070"/>
                  </a:lnTo>
                  <a:lnTo>
                    <a:pt x="504873" y="805180"/>
                  </a:lnTo>
                  <a:lnTo>
                    <a:pt x="522300" y="800100"/>
                  </a:lnTo>
                  <a:lnTo>
                    <a:pt x="399684" y="800100"/>
                  </a:lnTo>
                  <a:lnTo>
                    <a:pt x="358246" y="791210"/>
                  </a:lnTo>
                  <a:lnTo>
                    <a:pt x="320723" y="791210"/>
                  </a:lnTo>
                  <a:lnTo>
                    <a:pt x="277926" y="778510"/>
                  </a:lnTo>
                  <a:lnTo>
                    <a:pt x="237287" y="762000"/>
                  </a:lnTo>
                  <a:lnTo>
                    <a:pt x="199107" y="740410"/>
                  </a:lnTo>
                  <a:lnTo>
                    <a:pt x="163691" y="715010"/>
                  </a:lnTo>
                  <a:lnTo>
                    <a:pt x="197912" y="707390"/>
                  </a:lnTo>
                  <a:lnTo>
                    <a:pt x="222481" y="702310"/>
                  </a:lnTo>
                  <a:lnTo>
                    <a:pt x="148393" y="702310"/>
                  </a:lnTo>
                  <a:lnTo>
                    <a:pt x="116371" y="670560"/>
                  </a:lnTo>
                  <a:lnTo>
                    <a:pt x="88180" y="635000"/>
                  </a:lnTo>
                  <a:lnTo>
                    <a:pt x="64163" y="596900"/>
                  </a:lnTo>
                  <a:lnTo>
                    <a:pt x="44662" y="554990"/>
                  </a:lnTo>
                  <a:lnTo>
                    <a:pt x="30021" y="511810"/>
                  </a:lnTo>
                  <a:lnTo>
                    <a:pt x="20583" y="464820"/>
                  </a:lnTo>
                  <a:lnTo>
                    <a:pt x="16690" y="417830"/>
                  </a:lnTo>
                  <a:lnTo>
                    <a:pt x="416154" y="417830"/>
                  </a:lnTo>
                  <a:lnTo>
                    <a:pt x="815410" y="416560"/>
                  </a:lnTo>
                  <a:lnTo>
                    <a:pt x="815839" y="408940"/>
                  </a:lnTo>
                  <a:lnTo>
                    <a:pt x="815398" y="401320"/>
                  </a:lnTo>
                  <a:lnTo>
                    <a:pt x="16690" y="401320"/>
                  </a:lnTo>
                  <a:lnTo>
                    <a:pt x="20586" y="353060"/>
                  </a:lnTo>
                  <a:lnTo>
                    <a:pt x="30025" y="307340"/>
                  </a:lnTo>
                  <a:lnTo>
                    <a:pt x="44666" y="264160"/>
                  </a:lnTo>
                  <a:lnTo>
                    <a:pt x="64166" y="222250"/>
                  </a:lnTo>
                  <a:lnTo>
                    <a:pt x="88182" y="184150"/>
                  </a:lnTo>
                  <a:lnTo>
                    <a:pt x="116372" y="148590"/>
                  </a:lnTo>
                  <a:lnTo>
                    <a:pt x="148393" y="116840"/>
                  </a:lnTo>
                  <a:lnTo>
                    <a:pt x="225647" y="116840"/>
                  </a:lnTo>
                  <a:lnTo>
                    <a:pt x="216159" y="115570"/>
                  </a:lnTo>
                  <a:lnTo>
                    <a:pt x="180421" y="107950"/>
                  </a:lnTo>
                  <a:lnTo>
                    <a:pt x="163691" y="104140"/>
                  </a:lnTo>
                  <a:lnTo>
                    <a:pt x="199112" y="78740"/>
                  </a:lnTo>
                  <a:lnTo>
                    <a:pt x="237291" y="57150"/>
                  </a:lnTo>
                  <a:lnTo>
                    <a:pt x="277928" y="40640"/>
                  </a:lnTo>
                  <a:lnTo>
                    <a:pt x="320723" y="27940"/>
                  </a:lnTo>
                  <a:lnTo>
                    <a:pt x="355962" y="27940"/>
                  </a:lnTo>
                  <a:lnTo>
                    <a:pt x="358246" y="26670"/>
                  </a:lnTo>
                  <a:lnTo>
                    <a:pt x="399684" y="17780"/>
                  </a:lnTo>
                  <a:lnTo>
                    <a:pt x="520716" y="17780"/>
                  </a:lnTo>
                  <a:lnTo>
                    <a:pt x="504873" y="12700"/>
                  </a:lnTo>
                  <a:lnTo>
                    <a:pt x="459406" y="5080"/>
                  </a:lnTo>
                  <a:lnTo>
                    <a:pt x="412343" y="1270"/>
                  </a:lnTo>
                  <a:close/>
                </a:path>
                <a:path w="815975" h="817879">
                  <a:moveTo>
                    <a:pt x="416154" y="687070"/>
                  </a:moveTo>
                  <a:lnTo>
                    <a:pt x="399684" y="687070"/>
                  </a:lnTo>
                  <a:lnTo>
                    <a:pt x="399684" y="800100"/>
                  </a:lnTo>
                  <a:lnTo>
                    <a:pt x="416154" y="800100"/>
                  </a:lnTo>
                  <a:lnTo>
                    <a:pt x="416154" y="687070"/>
                  </a:lnTo>
                  <a:close/>
                </a:path>
                <a:path w="815975" h="817879">
                  <a:moveTo>
                    <a:pt x="603345" y="687070"/>
                  </a:moveTo>
                  <a:lnTo>
                    <a:pt x="416154" y="687070"/>
                  </a:lnTo>
                  <a:lnTo>
                    <a:pt x="455551" y="688340"/>
                  </a:lnTo>
                  <a:lnTo>
                    <a:pt x="529322" y="693420"/>
                  </a:lnTo>
                  <a:lnTo>
                    <a:pt x="563501" y="697230"/>
                  </a:lnTo>
                  <a:lnTo>
                    <a:pt x="531946" y="739140"/>
                  </a:lnTo>
                  <a:lnTo>
                    <a:pt x="496416" y="770890"/>
                  </a:lnTo>
                  <a:lnTo>
                    <a:pt x="457592" y="791210"/>
                  </a:lnTo>
                  <a:lnTo>
                    <a:pt x="416154" y="800100"/>
                  </a:lnTo>
                  <a:lnTo>
                    <a:pt x="522300" y="800100"/>
                  </a:lnTo>
                  <a:lnTo>
                    <a:pt x="548441" y="792480"/>
                  </a:lnTo>
                  <a:lnTo>
                    <a:pt x="551396" y="791210"/>
                  </a:lnTo>
                  <a:lnTo>
                    <a:pt x="495115" y="791210"/>
                  </a:lnTo>
                  <a:lnTo>
                    <a:pt x="518712" y="773430"/>
                  </a:lnTo>
                  <a:lnTo>
                    <a:pt x="540945" y="753110"/>
                  </a:lnTo>
                  <a:lnTo>
                    <a:pt x="561661" y="727710"/>
                  </a:lnTo>
                  <a:lnTo>
                    <a:pt x="580704" y="699770"/>
                  </a:lnTo>
                  <a:lnTo>
                    <a:pt x="658313" y="699770"/>
                  </a:lnTo>
                  <a:lnTo>
                    <a:pt x="649180" y="697230"/>
                  </a:lnTo>
                  <a:lnTo>
                    <a:pt x="630094" y="693420"/>
                  </a:lnTo>
                  <a:lnTo>
                    <a:pt x="610221" y="688340"/>
                  </a:lnTo>
                  <a:lnTo>
                    <a:pt x="603345" y="687070"/>
                  </a:lnTo>
                  <a:close/>
                </a:path>
                <a:path w="815975" h="817879">
                  <a:moveTo>
                    <a:pt x="254240" y="699770"/>
                  </a:moveTo>
                  <a:lnTo>
                    <a:pt x="235134" y="699770"/>
                  </a:lnTo>
                  <a:lnTo>
                    <a:pt x="254177" y="727710"/>
                  </a:lnTo>
                  <a:lnTo>
                    <a:pt x="274893" y="753110"/>
                  </a:lnTo>
                  <a:lnTo>
                    <a:pt x="297126" y="773430"/>
                  </a:lnTo>
                  <a:lnTo>
                    <a:pt x="320723" y="791210"/>
                  </a:lnTo>
                  <a:lnTo>
                    <a:pt x="358246" y="791210"/>
                  </a:lnTo>
                  <a:lnTo>
                    <a:pt x="319420" y="770890"/>
                  </a:lnTo>
                  <a:lnTo>
                    <a:pt x="283887" y="739140"/>
                  </a:lnTo>
                  <a:lnTo>
                    <a:pt x="254240" y="699770"/>
                  </a:lnTo>
                  <a:close/>
                </a:path>
                <a:path w="815975" h="817879">
                  <a:moveTo>
                    <a:pt x="658313" y="699770"/>
                  </a:moveTo>
                  <a:lnTo>
                    <a:pt x="580704" y="699770"/>
                  </a:lnTo>
                  <a:lnTo>
                    <a:pt x="617926" y="707390"/>
                  </a:lnTo>
                  <a:lnTo>
                    <a:pt x="652147" y="715010"/>
                  </a:lnTo>
                  <a:lnTo>
                    <a:pt x="616731" y="740410"/>
                  </a:lnTo>
                  <a:lnTo>
                    <a:pt x="578551" y="762000"/>
                  </a:lnTo>
                  <a:lnTo>
                    <a:pt x="537912" y="778510"/>
                  </a:lnTo>
                  <a:lnTo>
                    <a:pt x="495115" y="791210"/>
                  </a:lnTo>
                  <a:lnTo>
                    <a:pt x="551396" y="791210"/>
                  </a:lnTo>
                  <a:lnTo>
                    <a:pt x="589807" y="774700"/>
                  </a:lnTo>
                  <a:lnTo>
                    <a:pt x="628669" y="751840"/>
                  </a:lnTo>
                  <a:lnTo>
                    <a:pt x="664725" y="726440"/>
                  </a:lnTo>
                  <a:lnTo>
                    <a:pt x="690808" y="702310"/>
                  </a:lnTo>
                  <a:lnTo>
                    <a:pt x="667445" y="702310"/>
                  </a:lnTo>
                  <a:lnTo>
                    <a:pt x="658313" y="699770"/>
                  </a:lnTo>
                  <a:close/>
                </a:path>
                <a:path w="815975" h="817879">
                  <a:moveTo>
                    <a:pt x="177764" y="417830"/>
                  </a:moveTo>
                  <a:lnTo>
                    <a:pt x="161283" y="417830"/>
                  </a:lnTo>
                  <a:lnTo>
                    <a:pt x="163791" y="468630"/>
                  </a:lnTo>
                  <a:lnTo>
                    <a:pt x="169929" y="516890"/>
                  </a:lnTo>
                  <a:lnTo>
                    <a:pt x="179469" y="563880"/>
                  </a:lnTo>
                  <a:lnTo>
                    <a:pt x="192185" y="607060"/>
                  </a:lnTo>
                  <a:lnTo>
                    <a:pt x="207849" y="647700"/>
                  </a:lnTo>
                  <a:lnTo>
                    <a:pt x="226233" y="684530"/>
                  </a:lnTo>
                  <a:lnTo>
                    <a:pt x="205609" y="688340"/>
                  </a:lnTo>
                  <a:lnTo>
                    <a:pt x="185739" y="693420"/>
                  </a:lnTo>
                  <a:lnTo>
                    <a:pt x="166656" y="697230"/>
                  </a:lnTo>
                  <a:lnTo>
                    <a:pt x="148393" y="702310"/>
                  </a:lnTo>
                  <a:lnTo>
                    <a:pt x="222481" y="702310"/>
                  </a:lnTo>
                  <a:lnTo>
                    <a:pt x="235134" y="699770"/>
                  </a:lnTo>
                  <a:lnTo>
                    <a:pt x="254240" y="699770"/>
                  </a:lnTo>
                  <a:lnTo>
                    <a:pt x="252327" y="697230"/>
                  </a:lnTo>
                  <a:lnTo>
                    <a:pt x="286511" y="693420"/>
                  </a:lnTo>
                  <a:lnTo>
                    <a:pt x="360287" y="688340"/>
                  </a:lnTo>
                  <a:lnTo>
                    <a:pt x="399684" y="687070"/>
                  </a:lnTo>
                  <a:lnTo>
                    <a:pt x="603345" y="687070"/>
                  </a:lnTo>
                  <a:lnTo>
                    <a:pt x="589594" y="684530"/>
                  </a:lnTo>
                  <a:lnTo>
                    <a:pt x="590864" y="681990"/>
                  </a:lnTo>
                  <a:lnTo>
                    <a:pt x="243123" y="681990"/>
                  </a:lnTo>
                  <a:lnTo>
                    <a:pt x="221298" y="638810"/>
                  </a:lnTo>
                  <a:lnTo>
                    <a:pt x="203433" y="589280"/>
                  </a:lnTo>
                  <a:lnTo>
                    <a:pt x="189944" y="535940"/>
                  </a:lnTo>
                  <a:lnTo>
                    <a:pt x="181249" y="477520"/>
                  </a:lnTo>
                  <a:lnTo>
                    <a:pt x="177764" y="417830"/>
                  </a:lnTo>
                  <a:close/>
                </a:path>
                <a:path w="815975" h="817879">
                  <a:moveTo>
                    <a:pt x="815410" y="416560"/>
                  </a:moveTo>
                  <a:lnTo>
                    <a:pt x="799169" y="416560"/>
                  </a:lnTo>
                  <a:lnTo>
                    <a:pt x="795343" y="464820"/>
                  </a:lnTo>
                  <a:lnTo>
                    <a:pt x="785946" y="510540"/>
                  </a:lnTo>
                  <a:lnTo>
                    <a:pt x="771321" y="554990"/>
                  </a:lnTo>
                  <a:lnTo>
                    <a:pt x="751813" y="595630"/>
                  </a:lnTo>
                  <a:lnTo>
                    <a:pt x="727768" y="635000"/>
                  </a:lnTo>
                  <a:lnTo>
                    <a:pt x="699531" y="670560"/>
                  </a:lnTo>
                  <a:lnTo>
                    <a:pt x="667445" y="702310"/>
                  </a:lnTo>
                  <a:lnTo>
                    <a:pt x="690808" y="702310"/>
                  </a:lnTo>
                  <a:lnTo>
                    <a:pt x="727207" y="662940"/>
                  </a:lnTo>
                  <a:lnTo>
                    <a:pt x="753029" y="626110"/>
                  </a:lnTo>
                  <a:lnTo>
                    <a:pt x="774834" y="588010"/>
                  </a:lnTo>
                  <a:lnTo>
                    <a:pt x="792319" y="546100"/>
                  </a:lnTo>
                  <a:lnTo>
                    <a:pt x="805184" y="501650"/>
                  </a:lnTo>
                  <a:lnTo>
                    <a:pt x="813124" y="457200"/>
                  </a:lnTo>
                  <a:lnTo>
                    <a:pt x="815410" y="416560"/>
                  </a:lnTo>
                  <a:close/>
                </a:path>
                <a:path w="815975" h="817879">
                  <a:moveTo>
                    <a:pt x="416154" y="417830"/>
                  </a:moveTo>
                  <a:lnTo>
                    <a:pt x="399684" y="417830"/>
                  </a:lnTo>
                  <a:lnTo>
                    <a:pt x="399684" y="670560"/>
                  </a:lnTo>
                  <a:lnTo>
                    <a:pt x="358351" y="671830"/>
                  </a:lnTo>
                  <a:lnTo>
                    <a:pt x="318360" y="674370"/>
                  </a:lnTo>
                  <a:lnTo>
                    <a:pt x="243123" y="681990"/>
                  </a:lnTo>
                  <a:lnTo>
                    <a:pt x="572715" y="681990"/>
                  </a:lnTo>
                  <a:lnTo>
                    <a:pt x="497478" y="674370"/>
                  </a:lnTo>
                  <a:lnTo>
                    <a:pt x="457487" y="671830"/>
                  </a:lnTo>
                  <a:lnTo>
                    <a:pt x="416154" y="670560"/>
                  </a:lnTo>
                  <a:lnTo>
                    <a:pt x="416154" y="417830"/>
                  </a:lnTo>
                  <a:close/>
                </a:path>
                <a:path w="815975" h="817879">
                  <a:moveTo>
                    <a:pt x="654555" y="416560"/>
                  </a:moveTo>
                  <a:lnTo>
                    <a:pt x="638085" y="416560"/>
                  </a:lnTo>
                  <a:lnTo>
                    <a:pt x="634628" y="477520"/>
                  </a:lnTo>
                  <a:lnTo>
                    <a:pt x="625943" y="534670"/>
                  </a:lnTo>
                  <a:lnTo>
                    <a:pt x="612450" y="589280"/>
                  </a:lnTo>
                  <a:lnTo>
                    <a:pt x="594567" y="638810"/>
                  </a:lnTo>
                  <a:lnTo>
                    <a:pt x="572715" y="681990"/>
                  </a:lnTo>
                  <a:lnTo>
                    <a:pt x="590864" y="681990"/>
                  </a:lnTo>
                  <a:lnTo>
                    <a:pt x="608007" y="647700"/>
                  </a:lnTo>
                  <a:lnTo>
                    <a:pt x="623690" y="607060"/>
                  </a:lnTo>
                  <a:lnTo>
                    <a:pt x="636415" y="562610"/>
                  </a:lnTo>
                  <a:lnTo>
                    <a:pt x="645953" y="516890"/>
                  </a:lnTo>
                  <a:lnTo>
                    <a:pt x="652076" y="467360"/>
                  </a:lnTo>
                  <a:lnTo>
                    <a:pt x="654555" y="416560"/>
                  </a:lnTo>
                  <a:close/>
                </a:path>
                <a:path w="815975" h="817879">
                  <a:moveTo>
                    <a:pt x="225647" y="116840"/>
                  </a:moveTo>
                  <a:lnTo>
                    <a:pt x="148393" y="116840"/>
                  </a:lnTo>
                  <a:lnTo>
                    <a:pt x="166656" y="121920"/>
                  </a:lnTo>
                  <a:lnTo>
                    <a:pt x="185739" y="125730"/>
                  </a:lnTo>
                  <a:lnTo>
                    <a:pt x="226233" y="133350"/>
                  </a:lnTo>
                  <a:lnTo>
                    <a:pt x="207863" y="171450"/>
                  </a:lnTo>
                  <a:lnTo>
                    <a:pt x="192209" y="212090"/>
                  </a:lnTo>
                  <a:lnTo>
                    <a:pt x="179498" y="255270"/>
                  </a:lnTo>
                  <a:lnTo>
                    <a:pt x="169957" y="302260"/>
                  </a:lnTo>
                  <a:lnTo>
                    <a:pt x="163814" y="350520"/>
                  </a:lnTo>
                  <a:lnTo>
                    <a:pt x="161293" y="401320"/>
                  </a:lnTo>
                  <a:lnTo>
                    <a:pt x="177764" y="401320"/>
                  </a:lnTo>
                  <a:lnTo>
                    <a:pt x="181273" y="340360"/>
                  </a:lnTo>
                  <a:lnTo>
                    <a:pt x="189979" y="283210"/>
                  </a:lnTo>
                  <a:lnTo>
                    <a:pt x="203466" y="229870"/>
                  </a:lnTo>
                  <a:lnTo>
                    <a:pt x="221319" y="180340"/>
                  </a:lnTo>
                  <a:lnTo>
                    <a:pt x="243123" y="135890"/>
                  </a:lnTo>
                  <a:lnTo>
                    <a:pt x="590817" y="135890"/>
                  </a:lnTo>
                  <a:lnTo>
                    <a:pt x="589594" y="133350"/>
                  </a:lnTo>
                  <a:lnTo>
                    <a:pt x="603345" y="130810"/>
                  </a:lnTo>
                  <a:lnTo>
                    <a:pt x="360287" y="130810"/>
                  </a:lnTo>
                  <a:lnTo>
                    <a:pt x="286516" y="125730"/>
                  </a:lnTo>
                  <a:lnTo>
                    <a:pt x="252337" y="120650"/>
                  </a:lnTo>
                  <a:lnTo>
                    <a:pt x="254310" y="118110"/>
                  </a:lnTo>
                  <a:lnTo>
                    <a:pt x="235134" y="118110"/>
                  </a:lnTo>
                  <a:lnTo>
                    <a:pt x="225647" y="116840"/>
                  </a:lnTo>
                  <a:close/>
                </a:path>
                <a:path w="815975" h="817879">
                  <a:moveTo>
                    <a:pt x="416154" y="147320"/>
                  </a:moveTo>
                  <a:lnTo>
                    <a:pt x="399684" y="147320"/>
                  </a:lnTo>
                  <a:lnTo>
                    <a:pt x="399684" y="401320"/>
                  </a:lnTo>
                  <a:lnTo>
                    <a:pt x="416154" y="401320"/>
                  </a:lnTo>
                  <a:lnTo>
                    <a:pt x="416154" y="147320"/>
                  </a:lnTo>
                  <a:close/>
                </a:path>
                <a:path w="815975" h="817879">
                  <a:moveTo>
                    <a:pt x="590817" y="135890"/>
                  </a:moveTo>
                  <a:lnTo>
                    <a:pt x="572715" y="135890"/>
                  </a:lnTo>
                  <a:lnTo>
                    <a:pt x="594493" y="180340"/>
                  </a:lnTo>
                  <a:lnTo>
                    <a:pt x="612331" y="229870"/>
                  </a:lnTo>
                  <a:lnTo>
                    <a:pt x="625815" y="283210"/>
                  </a:lnTo>
                  <a:lnTo>
                    <a:pt x="634530" y="340360"/>
                  </a:lnTo>
                  <a:lnTo>
                    <a:pt x="638064" y="400050"/>
                  </a:lnTo>
                  <a:lnTo>
                    <a:pt x="416154" y="401320"/>
                  </a:lnTo>
                  <a:lnTo>
                    <a:pt x="815398" y="401320"/>
                  </a:lnTo>
                  <a:lnTo>
                    <a:pt x="815325" y="400050"/>
                  </a:lnTo>
                  <a:lnTo>
                    <a:pt x="654535" y="400050"/>
                  </a:lnTo>
                  <a:lnTo>
                    <a:pt x="651988" y="350520"/>
                  </a:lnTo>
                  <a:lnTo>
                    <a:pt x="645831" y="300990"/>
                  </a:lnTo>
                  <a:lnTo>
                    <a:pt x="636286" y="255270"/>
                  </a:lnTo>
                  <a:lnTo>
                    <a:pt x="623582" y="212090"/>
                  </a:lnTo>
                  <a:lnTo>
                    <a:pt x="607942" y="171450"/>
                  </a:lnTo>
                  <a:lnTo>
                    <a:pt x="590817" y="135890"/>
                  </a:lnTo>
                  <a:close/>
                </a:path>
                <a:path w="815975" h="817879">
                  <a:moveTo>
                    <a:pt x="690808" y="116840"/>
                  </a:moveTo>
                  <a:lnTo>
                    <a:pt x="667445" y="116840"/>
                  </a:lnTo>
                  <a:lnTo>
                    <a:pt x="699402" y="148590"/>
                  </a:lnTo>
                  <a:lnTo>
                    <a:pt x="727546" y="184150"/>
                  </a:lnTo>
                  <a:lnTo>
                    <a:pt x="751535" y="222250"/>
                  </a:lnTo>
                  <a:lnTo>
                    <a:pt x="771029" y="262890"/>
                  </a:lnTo>
                  <a:lnTo>
                    <a:pt x="785688" y="307340"/>
                  </a:lnTo>
                  <a:lnTo>
                    <a:pt x="795171" y="353060"/>
                  </a:lnTo>
                  <a:lnTo>
                    <a:pt x="799137" y="400050"/>
                  </a:lnTo>
                  <a:lnTo>
                    <a:pt x="815325" y="400050"/>
                  </a:lnTo>
                  <a:lnTo>
                    <a:pt x="813124" y="361950"/>
                  </a:lnTo>
                  <a:lnTo>
                    <a:pt x="805184" y="316230"/>
                  </a:lnTo>
                  <a:lnTo>
                    <a:pt x="792319" y="273050"/>
                  </a:lnTo>
                  <a:lnTo>
                    <a:pt x="774834" y="231140"/>
                  </a:lnTo>
                  <a:lnTo>
                    <a:pt x="753029" y="191770"/>
                  </a:lnTo>
                  <a:lnTo>
                    <a:pt x="727207" y="156210"/>
                  </a:lnTo>
                  <a:lnTo>
                    <a:pt x="697672" y="123190"/>
                  </a:lnTo>
                  <a:lnTo>
                    <a:pt x="690808" y="116840"/>
                  </a:lnTo>
                  <a:close/>
                </a:path>
                <a:path w="815975" h="817879">
                  <a:moveTo>
                    <a:pt x="572715" y="135890"/>
                  </a:moveTo>
                  <a:lnTo>
                    <a:pt x="243123" y="135890"/>
                  </a:lnTo>
                  <a:lnTo>
                    <a:pt x="279891" y="140970"/>
                  </a:lnTo>
                  <a:lnTo>
                    <a:pt x="318360" y="144780"/>
                  </a:lnTo>
                  <a:lnTo>
                    <a:pt x="358351" y="147320"/>
                  </a:lnTo>
                  <a:lnTo>
                    <a:pt x="457487" y="147320"/>
                  </a:lnTo>
                  <a:lnTo>
                    <a:pt x="497478" y="144780"/>
                  </a:lnTo>
                  <a:lnTo>
                    <a:pt x="535947" y="140970"/>
                  </a:lnTo>
                  <a:lnTo>
                    <a:pt x="572715" y="135890"/>
                  </a:lnTo>
                  <a:close/>
                </a:path>
                <a:path w="815975" h="817879">
                  <a:moveTo>
                    <a:pt x="416154" y="17780"/>
                  </a:moveTo>
                  <a:lnTo>
                    <a:pt x="399684" y="17780"/>
                  </a:lnTo>
                  <a:lnTo>
                    <a:pt x="399684" y="130810"/>
                  </a:lnTo>
                  <a:lnTo>
                    <a:pt x="416154" y="130810"/>
                  </a:lnTo>
                  <a:lnTo>
                    <a:pt x="416154" y="17780"/>
                  </a:lnTo>
                  <a:close/>
                </a:path>
                <a:path w="815975" h="817879">
                  <a:moveTo>
                    <a:pt x="520716" y="17780"/>
                  </a:moveTo>
                  <a:lnTo>
                    <a:pt x="416154" y="17780"/>
                  </a:lnTo>
                  <a:lnTo>
                    <a:pt x="457592" y="26670"/>
                  </a:lnTo>
                  <a:lnTo>
                    <a:pt x="496416" y="48260"/>
                  </a:lnTo>
                  <a:lnTo>
                    <a:pt x="531946" y="80010"/>
                  </a:lnTo>
                  <a:lnTo>
                    <a:pt x="563501" y="120650"/>
                  </a:lnTo>
                  <a:lnTo>
                    <a:pt x="529322" y="125730"/>
                  </a:lnTo>
                  <a:lnTo>
                    <a:pt x="455551" y="130810"/>
                  </a:lnTo>
                  <a:lnTo>
                    <a:pt x="603345" y="130810"/>
                  </a:lnTo>
                  <a:lnTo>
                    <a:pt x="649180" y="121920"/>
                  </a:lnTo>
                  <a:lnTo>
                    <a:pt x="662879" y="118110"/>
                  </a:lnTo>
                  <a:lnTo>
                    <a:pt x="580704" y="118110"/>
                  </a:lnTo>
                  <a:lnTo>
                    <a:pt x="561656" y="90170"/>
                  </a:lnTo>
                  <a:lnTo>
                    <a:pt x="540941" y="66040"/>
                  </a:lnTo>
                  <a:lnTo>
                    <a:pt x="518710" y="44450"/>
                  </a:lnTo>
                  <a:lnTo>
                    <a:pt x="495115" y="27940"/>
                  </a:lnTo>
                  <a:lnTo>
                    <a:pt x="551396" y="27940"/>
                  </a:lnTo>
                  <a:lnTo>
                    <a:pt x="548441" y="26670"/>
                  </a:lnTo>
                  <a:lnTo>
                    <a:pt x="520716" y="17780"/>
                  </a:lnTo>
                  <a:close/>
                </a:path>
                <a:path w="815975" h="817879">
                  <a:moveTo>
                    <a:pt x="355962" y="27940"/>
                  </a:moveTo>
                  <a:lnTo>
                    <a:pt x="320723" y="27940"/>
                  </a:lnTo>
                  <a:lnTo>
                    <a:pt x="297126" y="44450"/>
                  </a:lnTo>
                  <a:lnTo>
                    <a:pt x="274893" y="66040"/>
                  </a:lnTo>
                  <a:lnTo>
                    <a:pt x="254177" y="90170"/>
                  </a:lnTo>
                  <a:lnTo>
                    <a:pt x="235134" y="118110"/>
                  </a:lnTo>
                  <a:lnTo>
                    <a:pt x="254310" y="118110"/>
                  </a:lnTo>
                  <a:lnTo>
                    <a:pt x="283892" y="80010"/>
                  </a:lnTo>
                  <a:lnTo>
                    <a:pt x="319422" y="48260"/>
                  </a:lnTo>
                  <a:lnTo>
                    <a:pt x="355962" y="27940"/>
                  </a:lnTo>
                  <a:close/>
                </a:path>
                <a:path w="815975" h="817879">
                  <a:moveTo>
                    <a:pt x="551396" y="27940"/>
                  </a:moveTo>
                  <a:lnTo>
                    <a:pt x="495115" y="27940"/>
                  </a:lnTo>
                  <a:lnTo>
                    <a:pt x="537910" y="40640"/>
                  </a:lnTo>
                  <a:lnTo>
                    <a:pt x="578547" y="57150"/>
                  </a:lnTo>
                  <a:lnTo>
                    <a:pt x="616726" y="78740"/>
                  </a:lnTo>
                  <a:lnTo>
                    <a:pt x="652147" y="104140"/>
                  </a:lnTo>
                  <a:lnTo>
                    <a:pt x="635417" y="107950"/>
                  </a:lnTo>
                  <a:lnTo>
                    <a:pt x="599679" y="115570"/>
                  </a:lnTo>
                  <a:lnTo>
                    <a:pt x="580704" y="118110"/>
                  </a:lnTo>
                  <a:lnTo>
                    <a:pt x="662879" y="118110"/>
                  </a:lnTo>
                  <a:lnTo>
                    <a:pt x="667445" y="116840"/>
                  </a:lnTo>
                  <a:lnTo>
                    <a:pt x="690808" y="116840"/>
                  </a:lnTo>
                  <a:lnTo>
                    <a:pt x="664725" y="92710"/>
                  </a:lnTo>
                  <a:lnTo>
                    <a:pt x="628669" y="66040"/>
                  </a:lnTo>
                  <a:lnTo>
                    <a:pt x="589807" y="44450"/>
                  </a:lnTo>
                  <a:lnTo>
                    <a:pt x="551396" y="27940"/>
                  </a:lnTo>
                  <a:close/>
                </a:path>
                <a:path w="815975" h="817879">
                  <a:moveTo>
                    <a:pt x="409547" y="0"/>
                  </a:moveTo>
                  <a:lnTo>
                    <a:pt x="406291" y="0"/>
                  </a:lnTo>
                  <a:lnTo>
                    <a:pt x="404783" y="1270"/>
                  </a:lnTo>
                  <a:lnTo>
                    <a:pt x="411055" y="1270"/>
                  </a:lnTo>
                  <a:lnTo>
                    <a:pt x="409547" y="0"/>
                  </a:lnTo>
                  <a:close/>
                </a:path>
              </a:pathLst>
            </a:custGeom>
            <a:solidFill>
              <a:srgbClr val="CCFF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9" name="object 149" descr=""/>
          <p:cNvSpPr/>
          <p:nvPr/>
        </p:nvSpPr>
        <p:spPr>
          <a:xfrm>
            <a:off x="3982677" y="4455900"/>
            <a:ext cx="334010" cy="334010"/>
          </a:xfrm>
          <a:custGeom>
            <a:avLst/>
            <a:gdLst/>
            <a:ahLst/>
            <a:cxnLst/>
            <a:rect l="l" t="t" r="r" b="b"/>
            <a:pathLst>
              <a:path w="334010" h="334010">
                <a:moveTo>
                  <a:pt x="166979" y="0"/>
                </a:moveTo>
                <a:lnTo>
                  <a:pt x="122586" y="5964"/>
                </a:lnTo>
                <a:lnTo>
                  <a:pt x="82698" y="22798"/>
                </a:lnTo>
                <a:lnTo>
                  <a:pt x="48904" y="48908"/>
                </a:lnTo>
                <a:lnTo>
                  <a:pt x="22795" y="82702"/>
                </a:lnTo>
                <a:lnTo>
                  <a:pt x="5964" y="122590"/>
                </a:lnTo>
                <a:lnTo>
                  <a:pt x="0" y="166979"/>
                </a:lnTo>
                <a:lnTo>
                  <a:pt x="5964" y="211367"/>
                </a:lnTo>
                <a:lnTo>
                  <a:pt x="22795" y="251255"/>
                </a:lnTo>
                <a:lnTo>
                  <a:pt x="48904" y="285050"/>
                </a:lnTo>
                <a:lnTo>
                  <a:pt x="82698" y="311160"/>
                </a:lnTo>
                <a:lnTo>
                  <a:pt x="122586" y="327993"/>
                </a:lnTo>
                <a:lnTo>
                  <a:pt x="166979" y="333958"/>
                </a:lnTo>
                <a:lnTo>
                  <a:pt x="211367" y="327993"/>
                </a:lnTo>
                <a:lnTo>
                  <a:pt x="251255" y="311160"/>
                </a:lnTo>
                <a:lnTo>
                  <a:pt x="285050" y="285050"/>
                </a:lnTo>
                <a:lnTo>
                  <a:pt x="311160" y="251255"/>
                </a:lnTo>
                <a:lnTo>
                  <a:pt x="327993" y="211367"/>
                </a:lnTo>
                <a:lnTo>
                  <a:pt x="333958" y="166979"/>
                </a:lnTo>
                <a:lnTo>
                  <a:pt x="327993" y="122590"/>
                </a:lnTo>
                <a:lnTo>
                  <a:pt x="311160" y="82702"/>
                </a:lnTo>
                <a:lnTo>
                  <a:pt x="285050" y="48908"/>
                </a:lnTo>
                <a:lnTo>
                  <a:pt x="251255" y="22798"/>
                </a:lnTo>
                <a:lnTo>
                  <a:pt x="211367" y="5964"/>
                </a:lnTo>
                <a:lnTo>
                  <a:pt x="166979" y="0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0" name="object 150" descr=""/>
          <p:cNvGrpSpPr/>
          <p:nvPr/>
        </p:nvGrpSpPr>
        <p:grpSpPr>
          <a:xfrm>
            <a:off x="3248855" y="2203213"/>
            <a:ext cx="1792605" cy="2456815"/>
            <a:chOff x="3248855" y="2203213"/>
            <a:chExt cx="1792605" cy="2456815"/>
          </a:xfrm>
        </p:grpSpPr>
        <p:sp>
          <p:nvSpPr>
            <p:cNvPr id="151" name="object 151" descr=""/>
            <p:cNvSpPr/>
            <p:nvPr/>
          </p:nvSpPr>
          <p:spPr>
            <a:xfrm>
              <a:off x="3248855" y="2203213"/>
              <a:ext cx="1792605" cy="2185670"/>
            </a:xfrm>
            <a:custGeom>
              <a:avLst/>
              <a:gdLst/>
              <a:ahLst/>
              <a:cxnLst/>
              <a:rect l="l" t="t" r="r" b="b"/>
              <a:pathLst>
                <a:path w="1792604" h="2185670">
                  <a:moveTo>
                    <a:pt x="901696" y="0"/>
                  </a:moveTo>
                  <a:lnTo>
                    <a:pt x="853749" y="959"/>
                  </a:lnTo>
                  <a:lnTo>
                    <a:pt x="805976" y="4446"/>
                  </a:lnTo>
                  <a:lnTo>
                    <a:pt x="758912" y="10436"/>
                  </a:lnTo>
                  <a:lnTo>
                    <a:pt x="712624" y="18861"/>
                  </a:lnTo>
                  <a:lnTo>
                    <a:pt x="667178" y="29651"/>
                  </a:lnTo>
                  <a:lnTo>
                    <a:pt x="622643" y="42739"/>
                  </a:lnTo>
                  <a:lnTo>
                    <a:pt x="579083" y="58057"/>
                  </a:lnTo>
                  <a:lnTo>
                    <a:pt x="536566" y="75538"/>
                  </a:lnTo>
                  <a:lnTo>
                    <a:pt x="495159" y="95112"/>
                  </a:lnTo>
                  <a:lnTo>
                    <a:pt x="454928" y="116712"/>
                  </a:lnTo>
                  <a:lnTo>
                    <a:pt x="415940" y="140269"/>
                  </a:lnTo>
                  <a:lnTo>
                    <a:pt x="378261" y="165717"/>
                  </a:lnTo>
                  <a:lnTo>
                    <a:pt x="341959" y="192986"/>
                  </a:lnTo>
                  <a:lnTo>
                    <a:pt x="307100" y="222009"/>
                  </a:lnTo>
                  <a:lnTo>
                    <a:pt x="273751" y="252717"/>
                  </a:lnTo>
                  <a:lnTo>
                    <a:pt x="241979" y="285043"/>
                  </a:lnTo>
                  <a:lnTo>
                    <a:pt x="211850" y="318919"/>
                  </a:lnTo>
                  <a:lnTo>
                    <a:pt x="183430" y="354275"/>
                  </a:lnTo>
                  <a:lnTo>
                    <a:pt x="156788" y="391046"/>
                  </a:lnTo>
                  <a:lnTo>
                    <a:pt x="131989" y="429161"/>
                  </a:lnTo>
                  <a:lnTo>
                    <a:pt x="109099" y="468554"/>
                  </a:lnTo>
                  <a:lnTo>
                    <a:pt x="88187" y="509156"/>
                  </a:lnTo>
                  <a:lnTo>
                    <a:pt x="69318" y="550900"/>
                  </a:lnTo>
                  <a:lnTo>
                    <a:pt x="52560" y="593716"/>
                  </a:lnTo>
                  <a:lnTo>
                    <a:pt x="37978" y="637538"/>
                  </a:lnTo>
                  <a:lnTo>
                    <a:pt x="25640" y="682296"/>
                  </a:lnTo>
                  <a:lnTo>
                    <a:pt x="15612" y="727924"/>
                  </a:lnTo>
                  <a:lnTo>
                    <a:pt x="7961" y="774353"/>
                  </a:lnTo>
                  <a:lnTo>
                    <a:pt x="2754" y="821514"/>
                  </a:lnTo>
                  <a:lnTo>
                    <a:pt x="58" y="869341"/>
                  </a:lnTo>
                  <a:lnTo>
                    <a:pt x="0" y="921379"/>
                  </a:lnTo>
                  <a:lnTo>
                    <a:pt x="2858" y="972690"/>
                  </a:lnTo>
                  <a:lnTo>
                    <a:pt x="8553" y="1023193"/>
                  </a:lnTo>
                  <a:lnTo>
                    <a:pt x="17007" y="1072808"/>
                  </a:lnTo>
                  <a:lnTo>
                    <a:pt x="28140" y="1121457"/>
                  </a:lnTo>
                  <a:lnTo>
                    <a:pt x="41871" y="1169061"/>
                  </a:lnTo>
                  <a:lnTo>
                    <a:pt x="58123" y="1215539"/>
                  </a:lnTo>
                  <a:lnTo>
                    <a:pt x="76816" y="1260813"/>
                  </a:lnTo>
                  <a:lnTo>
                    <a:pt x="97870" y="1304803"/>
                  </a:lnTo>
                  <a:lnTo>
                    <a:pt x="121207" y="1347430"/>
                  </a:lnTo>
                  <a:lnTo>
                    <a:pt x="146746" y="1388615"/>
                  </a:lnTo>
                  <a:lnTo>
                    <a:pt x="174408" y="1428278"/>
                  </a:lnTo>
                  <a:lnTo>
                    <a:pt x="204115" y="1466340"/>
                  </a:lnTo>
                  <a:lnTo>
                    <a:pt x="235787" y="1502721"/>
                  </a:lnTo>
                  <a:lnTo>
                    <a:pt x="269345" y="1537343"/>
                  </a:lnTo>
                  <a:lnTo>
                    <a:pt x="304708" y="1570126"/>
                  </a:lnTo>
                  <a:lnTo>
                    <a:pt x="347099" y="1607986"/>
                  </a:lnTo>
                  <a:lnTo>
                    <a:pt x="386885" y="1645091"/>
                  </a:lnTo>
                  <a:lnTo>
                    <a:pt x="423981" y="1681801"/>
                  </a:lnTo>
                  <a:lnTo>
                    <a:pt x="458302" y="1718477"/>
                  </a:lnTo>
                  <a:lnTo>
                    <a:pt x="489762" y="1755481"/>
                  </a:lnTo>
                  <a:lnTo>
                    <a:pt x="518274" y="1793174"/>
                  </a:lnTo>
                  <a:lnTo>
                    <a:pt x="543753" y="1831917"/>
                  </a:lnTo>
                  <a:lnTo>
                    <a:pt x="566114" y="1872072"/>
                  </a:lnTo>
                  <a:lnTo>
                    <a:pt x="585270" y="1913999"/>
                  </a:lnTo>
                  <a:lnTo>
                    <a:pt x="601135" y="1958061"/>
                  </a:lnTo>
                  <a:lnTo>
                    <a:pt x="613624" y="2004617"/>
                  </a:lnTo>
                  <a:lnTo>
                    <a:pt x="622651" y="2054031"/>
                  </a:lnTo>
                  <a:lnTo>
                    <a:pt x="628130" y="2106662"/>
                  </a:lnTo>
                  <a:lnTo>
                    <a:pt x="629976" y="2162872"/>
                  </a:lnTo>
                  <a:lnTo>
                    <a:pt x="629976" y="2185070"/>
                  </a:lnTo>
                  <a:lnTo>
                    <a:pt x="1162232" y="2185070"/>
                  </a:lnTo>
                  <a:lnTo>
                    <a:pt x="1162232" y="2173406"/>
                  </a:lnTo>
                  <a:lnTo>
                    <a:pt x="1163957" y="2117105"/>
                  </a:lnTo>
                  <a:lnTo>
                    <a:pt x="1169102" y="2064206"/>
                  </a:lnTo>
                  <a:lnTo>
                    <a:pt x="1177620" y="2014384"/>
                  </a:lnTo>
                  <a:lnTo>
                    <a:pt x="1189466" y="1967310"/>
                  </a:lnTo>
                  <a:lnTo>
                    <a:pt x="1204595" y="1922659"/>
                  </a:lnTo>
                  <a:lnTo>
                    <a:pt x="1222960" y="1880103"/>
                  </a:lnTo>
                  <a:lnTo>
                    <a:pt x="1244516" y="1839315"/>
                  </a:lnTo>
                  <a:lnTo>
                    <a:pt x="1269217" y="1799969"/>
                  </a:lnTo>
                  <a:lnTo>
                    <a:pt x="1297017" y="1761738"/>
                  </a:lnTo>
                  <a:lnTo>
                    <a:pt x="1327870" y="1724294"/>
                  </a:lnTo>
                  <a:lnTo>
                    <a:pt x="1361731" y="1687312"/>
                  </a:lnTo>
                  <a:lnTo>
                    <a:pt x="1398554" y="1650464"/>
                  </a:lnTo>
                  <a:lnTo>
                    <a:pt x="1438293" y="1613423"/>
                  </a:lnTo>
                  <a:lnTo>
                    <a:pt x="1480903" y="1575864"/>
                  </a:lnTo>
                  <a:lnTo>
                    <a:pt x="1515849" y="1544128"/>
                  </a:lnTo>
                  <a:lnTo>
                    <a:pt x="1549080" y="1510615"/>
                  </a:lnTo>
                  <a:lnTo>
                    <a:pt x="1580522" y="1475398"/>
                  </a:lnTo>
                  <a:lnTo>
                    <a:pt x="1610100" y="1438552"/>
                  </a:lnTo>
                  <a:lnTo>
                    <a:pt x="1637740" y="1400151"/>
                  </a:lnTo>
                  <a:lnTo>
                    <a:pt x="1663366" y="1360270"/>
                  </a:lnTo>
                  <a:lnTo>
                    <a:pt x="1686906" y="1318984"/>
                  </a:lnTo>
                  <a:lnTo>
                    <a:pt x="1708283" y="1276366"/>
                  </a:lnTo>
                  <a:lnTo>
                    <a:pt x="1727425" y="1232491"/>
                  </a:lnTo>
                  <a:lnTo>
                    <a:pt x="1744256" y="1187434"/>
                  </a:lnTo>
                  <a:lnTo>
                    <a:pt x="1758701" y="1141269"/>
                  </a:lnTo>
                  <a:lnTo>
                    <a:pt x="1770688" y="1094070"/>
                  </a:lnTo>
                  <a:lnTo>
                    <a:pt x="1780140" y="1045913"/>
                  </a:lnTo>
                  <a:lnTo>
                    <a:pt x="1786983" y="996870"/>
                  </a:lnTo>
                  <a:lnTo>
                    <a:pt x="1791144" y="947017"/>
                  </a:lnTo>
                  <a:lnTo>
                    <a:pt x="1792548" y="896429"/>
                  </a:lnTo>
                  <a:lnTo>
                    <a:pt x="1791315" y="848998"/>
                  </a:lnTo>
                  <a:lnTo>
                    <a:pt x="1787655" y="802209"/>
                  </a:lnTo>
                  <a:lnTo>
                    <a:pt x="1781632" y="756124"/>
                  </a:lnTo>
                  <a:lnTo>
                    <a:pt x="1773305" y="710803"/>
                  </a:lnTo>
                  <a:lnTo>
                    <a:pt x="1762736" y="666308"/>
                  </a:lnTo>
                  <a:lnTo>
                    <a:pt x="1749987" y="622700"/>
                  </a:lnTo>
                  <a:lnTo>
                    <a:pt x="1735118" y="580040"/>
                  </a:lnTo>
                  <a:lnTo>
                    <a:pt x="1718191" y="538390"/>
                  </a:lnTo>
                  <a:lnTo>
                    <a:pt x="1699267" y="497811"/>
                  </a:lnTo>
                  <a:lnTo>
                    <a:pt x="1678407" y="458365"/>
                  </a:lnTo>
                  <a:lnTo>
                    <a:pt x="1655673" y="420111"/>
                  </a:lnTo>
                  <a:lnTo>
                    <a:pt x="1631126" y="383113"/>
                  </a:lnTo>
                  <a:lnTo>
                    <a:pt x="1604827" y="347430"/>
                  </a:lnTo>
                  <a:lnTo>
                    <a:pt x="1576837" y="313124"/>
                  </a:lnTo>
                  <a:lnTo>
                    <a:pt x="1547217" y="280257"/>
                  </a:lnTo>
                  <a:lnTo>
                    <a:pt x="1516030" y="248890"/>
                  </a:lnTo>
                  <a:lnTo>
                    <a:pt x="1483336" y="219083"/>
                  </a:lnTo>
                  <a:lnTo>
                    <a:pt x="1449196" y="190899"/>
                  </a:lnTo>
                  <a:lnTo>
                    <a:pt x="1413671" y="164398"/>
                  </a:lnTo>
                  <a:lnTo>
                    <a:pt x="1376824" y="139642"/>
                  </a:lnTo>
                  <a:lnTo>
                    <a:pt x="1338715" y="116692"/>
                  </a:lnTo>
                  <a:lnTo>
                    <a:pt x="1299405" y="95609"/>
                  </a:lnTo>
                  <a:lnTo>
                    <a:pt x="1258956" y="76455"/>
                  </a:lnTo>
                  <a:lnTo>
                    <a:pt x="1217428" y="59291"/>
                  </a:lnTo>
                  <a:lnTo>
                    <a:pt x="1174884" y="44177"/>
                  </a:lnTo>
                  <a:lnTo>
                    <a:pt x="1131384" y="31176"/>
                  </a:lnTo>
                  <a:lnTo>
                    <a:pt x="1086990" y="20349"/>
                  </a:lnTo>
                  <a:lnTo>
                    <a:pt x="1041763" y="11756"/>
                  </a:lnTo>
                  <a:lnTo>
                    <a:pt x="995764" y="5459"/>
                  </a:lnTo>
                  <a:lnTo>
                    <a:pt x="949055" y="1520"/>
                  </a:lnTo>
                  <a:lnTo>
                    <a:pt x="90169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3330588" y="2284910"/>
              <a:ext cx="1629410" cy="2021839"/>
            </a:xfrm>
            <a:custGeom>
              <a:avLst/>
              <a:gdLst/>
              <a:ahLst/>
              <a:cxnLst/>
              <a:rect l="l" t="t" r="r" b="b"/>
              <a:pathLst>
                <a:path w="1629410" h="2021839">
                  <a:moveTo>
                    <a:pt x="814375" y="0"/>
                  </a:moveTo>
                  <a:lnTo>
                    <a:pt x="775780" y="890"/>
                  </a:lnTo>
                  <a:lnTo>
                    <a:pt x="727402" y="4572"/>
                  </a:lnTo>
                  <a:lnTo>
                    <a:pt x="679834" y="11073"/>
                  </a:lnTo>
                  <a:lnTo>
                    <a:pt x="633160" y="20307"/>
                  </a:lnTo>
                  <a:lnTo>
                    <a:pt x="587465" y="32188"/>
                  </a:lnTo>
                  <a:lnTo>
                    <a:pt x="542833" y="46630"/>
                  </a:lnTo>
                  <a:lnTo>
                    <a:pt x="499346" y="63549"/>
                  </a:lnTo>
                  <a:lnTo>
                    <a:pt x="457091" y="82857"/>
                  </a:lnTo>
                  <a:lnTo>
                    <a:pt x="416151" y="104471"/>
                  </a:lnTo>
                  <a:lnTo>
                    <a:pt x="376610" y="128304"/>
                  </a:lnTo>
                  <a:lnTo>
                    <a:pt x="338552" y="154270"/>
                  </a:lnTo>
                  <a:lnTo>
                    <a:pt x="302061" y="182285"/>
                  </a:lnTo>
                  <a:lnTo>
                    <a:pt x="267222" y="212262"/>
                  </a:lnTo>
                  <a:lnTo>
                    <a:pt x="234118" y="244115"/>
                  </a:lnTo>
                  <a:lnTo>
                    <a:pt x="202834" y="277760"/>
                  </a:lnTo>
                  <a:lnTo>
                    <a:pt x="173455" y="313110"/>
                  </a:lnTo>
                  <a:lnTo>
                    <a:pt x="146063" y="350080"/>
                  </a:lnTo>
                  <a:lnTo>
                    <a:pt x="120744" y="388585"/>
                  </a:lnTo>
                  <a:lnTo>
                    <a:pt x="97580" y="428538"/>
                  </a:lnTo>
                  <a:lnTo>
                    <a:pt x="76658" y="469855"/>
                  </a:lnTo>
                  <a:lnTo>
                    <a:pt x="58060" y="512449"/>
                  </a:lnTo>
                  <a:lnTo>
                    <a:pt x="41871" y="556235"/>
                  </a:lnTo>
                  <a:lnTo>
                    <a:pt x="28175" y="601128"/>
                  </a:lnTo>
                  <a:lnTo>
                    <a:pt x="17056" y="647041"/>
                  </a:lnTo>
                  <a:lnTo>
                    <a:pt x="8598" y="693889"/>
                  </a:lnTo>
                  <a:lnTo>
                    <a:pt x="2885" y="741587"/>
                  </a:lnTo>
                  <a:lnTo>
                    <a:pt x="2" y="790049"/>
                  </a:lnTo>
                  <a:lnTo>
                    <a:pt x="0" y="838655"/>
                  </a:lnTo>
                  <a:lnTo>
                    <a:pt x="2834" y="886842"/>
                  </a:lnTo>
                  <a:lnTo>
                    <a:pt x="8459" y="934505"/>
                  </a:lnTo>
                  <a:lnTo>
                    <a:pt x="16829" y="981538"/>
                  </a:lnTo>
                  <a:lnTo>
                    <a:pt x="27898" y="1027836"/>
                  </a:lnTo>
                  <a:lnTo>
                    <a:pt x="41620" y="1073291"/>
                  </a:lnTo>
                  <a:lnTo>
                    <a:pt x="57949" y="1117798"/>
                  </a:lnTo>
                  <a:lnTo>
                    <a:pt x="76838" y="1161252"/>
                  </a:lnTo>
                  <a:lnTo>
                    <a:pt x="98243" y="1203547"/>
                  </a:lnTo>
                  <a:lnTo>
                    <a:pt x="122116" y="1244576"/>
                  </a:lnTo>
                  <a:lnTo>
                    <a:pt x="148412" y="1284234"/>
                  </a:lnTo>
                  <a:lnTo>
                    <a:pt x="177085" y="1322414"/>
                  </a:lnTo>
                  <a:lnTo>
                    <a:pt x="208089" y="1359012"/>
                  </a:lnTo>
                  <a:lnTo>
                    <a:pt x="241378" y="1393921"/>
                  </a:lnTo>
                  <a:lnTo>
                    <a:pt x="276905" y="1427035"/>
                  </a:lnTo>
                  <a:lnTo>
                    <a:pt x="312631" y="1458790"/>
                  </a:lnTo>
                  <a:lnTo>
                    <a:pt x="347397" y="1490693"/>
                  </a:lnTo>
                  <a:lnTo>
                    <a:pt x="381017" y="1522970"/>
                  </a:lnTo>
                  <a:lnTo>
                    <a:pt x="413308" y="1555847"/>
                  </a:lnTo>
                  <a:lnTo>
                    <a:pt x="444084" y="1589549"/>
                  </a:lnTo>
                  <a:lnTo>
                    <a:pt x="473162" y="1624303"/>
                  </a:lnTo>
                  <a:lnTo>
                    <a:pt x="500357" y="1660334"/>
                  </a:lnTo>
                  <a:lnTo>
                    <a:pt x="525485" y="1697868"/>
                  </a:lnTo>
                  <a:lnTo>
                    <a:pt x="548361" y="1737130"/>
                  </a:lnTo>
                  <a:lnTo>
                    <a:pt x="568801" y="1778348"/>
                  </a:lnTo>
                  <a:lnTo>
                    <a:pt x="586620" y="1821745"/>
                  </a:lnTo>
                  <a:lnTo>
                    <a:pt x="601634" y="1867549"/>
                  </a:lnTo>
                  <a:lnTo>
                    <a:pt x="613659" y="1915985"/>
                  </a:lnTo>
                  <a:lnTo>
                    <a:pt x="622511" y="1967278"/>
                  </a:lnTo>
                  <a:lnTo>
                    <a:pt x="628004" y="2021655"/>
                  </a:lnTo>
                  <a:lnTo>
                    <a:pt x="1001228" y="2021655"/>
                  </a:lnTo>
                  <a:lnTo>
                    <a:pt x="1006809" y="1967754"/>
                  </a:lnTo>
                  <a:lnTo>
                    <a:pt x="1015553" y="1916715"/>
                  </a:lnTo>
                  <a:lnTo>
                    <a:pt x="1027404" y="1868275"/>
                  </a:lnTo>
                  <a:lnTo>
                    <a:pt x="1042300" y="1822173"/>
                  </a:lnTo>
                  <a:lnTo>
                    <a:pt x="1060185" y="1778149"/>
                  </a:lnTo>
                  <a:lnTo>
                    <a:pt x="1080997" y="1735940"/>
                  </a:lnTo>
                  <a:lnTo>
                    <a:pt x="1104679" y="1695286"/>
                  </a:lnTo>
                  <a:lnTo>
                    <a:pt x="1131172" y="1655924"/>
                  </a:lnTo>
                  <a:lnTo>
                    <a:pt x="1160415" y="1617593"/>
                  </a:lnTo>
                  <a:lnTo>
                    <a:pt x="1192351" y="1580032"/>
                  </a:lnTo>
                  <a:lnTo>
                    <a:pt x="1226920" y="1542980"/>
                  </a:lnTo>
                  <a:lnTo>
                    <a:pt x="1264063" y="1506175"/>
                  </a:lnTo>
                  <a:lnTo>
                    <a:pt x="1303721" y="1469355"/>
                  </a:lnTo>
                  <a:lnTo>
                    <a:pt x="1345836" y="1432260"/>
                  </a:lnTo>
                  <a:lnTo>
                    <a:pt x="1383226" y="1397979"/>
                  </a:lnTo>
                  <a:lnTo>
                    <a:pt x="1418208" y="1361681"/>
                  </a:lnTo>
                  <a:lnTo>
                    <a:pt x="1450725" y="1323493"/>
                  </a:lnTo>
                  <a:lnTo>
                    <a:pt x="1480718" y="1283540"/>
                  </a:lnTo>
                  <a:lnTo>
                    <a:pt x="1508129" y="1241949"/>
                  </a:lnTo>
                  <a:lnTo>
                    <a:pt x="1532901" y="1198846"/>
                  </a:lnTo>
                  <a:lnTo>
                    <a:pt x="1554976" y="1154357"/>
                  </a:lnTo>
                  <a:lnTo>
                    <a:pt x="1574295" y="1108608"/>
                  </a:lnTo>
                  <a:lnTo>
                    <a:pt x="1590801" y="1061726"/>
                  </a:lnTo>
                  <a:lnTo>
                    <a:pt x="1604436" y="1013836"/>
                  </a:lnTo>
                  <a:lnTo>
                    <a:pt x="1615141" y="965066"/>
                  </a:lnTo>
                  <a:lnTo>
                    <a:pt x="1622860" y="915540"/>
                  </a:lnTo>
                  <a:lnTo>
                    <a:pt x="1627534" y="865385"/>
                  </a:lnTo>
                  <a:lnTo>
                    <a:pt x="1629105" y="814729"/>
                  </a:lnTo>
                  <a:lnTo>
                    <a:pt x="1627719" y="766929"/>
                  </a:lnTo>
                  <a:lnTo>
                    <a:pt x="1623613" y="719847"/>
                  </a:lnTo>
                  <a:lnTo>
                    <a:pt x="1616864" y="673560"/>
                  </a:lnTo>
                  <a:lnTo>
                    <a:pt x="1607549" y="628145"/>
                  </a:lnTo>
                  <a:lnTo>
                    <a:pt x="1595745" y="583679"/>
                  </a:lnTo>
                  <a:lnTo>
                    <a:pt x="1581529" y="540240"/>
                  </a:lnTo>
                  <a:lnTo>
                    <a:pt x="1564978" y="497903"/>
                  </a:lnTo>
                  <a:lnTo>
                    <a:pt x="1546169" y="456746"/>
                  </a:lnTo>
                  <a:lnTo>
                    <a:pt x="1525178" y="416846"/>
                  </a:lnTo>
                  <a:lnTo>
                    <a:pt x="1502084" y="378281"/>
                  </a:lnTo>
                  <a:lnTo>
                    <a:pt x="1476963" y="341126"/>
                  </a:lnTo>
                  <a:lnTo>
                    <a:pt x="1449891" y="305459"/>
                  </a:lnTo>
                  <a:lnTo>
                    <a:pt x="1420947" y="271358"/>
                  </a:lnTo>
                  <a:lnTo>
                    <a:pt x="1390206" y="238898"/>
                  </a:lnTo>
                  <a:lnTo>
                    <a:pt x="1357746" y="208157"/>
                  </a:lnTo>
                  <a:lnTo>
                    <a:pt x="1323645" y="179213"/>
                  </a:lnTo>
                  <a:lnTo>
                    <a:pt x="1287978" y="152141"/>
                  </a:lnTo>
                  <a:lnTo>
                    <a:pt x="1250823" y="127020"/>
                  </a:lnTo>
                  <a:lnTo>
                    <a:pt x="1212258" y="103926"/>
                  </a:lnTo>
                  <a:lnTo>
                    <a:pt x="1172358" y="82935"/>
                  </a:lnTo>
                  <a:lnTo>
                    <a:pt x="1131201" y="64126"/>
                  </a:lnTo>
                  <a:lnTo>
                    <a:pt x="1088864" y="47575"/>
                  </a:lnTo>
                  <a:lnTo>
                    <a:pt x="1045425" y="33359"/>
                  </a:lnTo>
                  <a:lnTo>
                    <a:pt x="1000959" y="21555"/>
                  </a:lnTo>
                  <a:lnTo>
                    <a:pt x="955544" y="12240"/>
                  </a:lnTo>
                  <a:lnTo>
                    <a:pt x="909257" y="5491"/>
                  </a:lnTo>
                  <a:lnTo>
                    <a:pt x="862175" y="1385"/>
                  </a:lnTo>
                  <a:lnTo>
                    <a:pt x="814375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3574377" y="2528799"/>
              <a:ext cx="1141730" cy="1490980"/>
            </a:xfrm>
            <a:custGeom>
              <a:avLst/>
              <a:gdLst/>
              <a:ahLst/>
              <a:cxnLst/>
              <a:rect l="l" t="t" r="r" b="b"/>
              <a:pathLst>
                <a:path w="1141729" h="1490979">
                  <a:moveTo>
                    <a:pt x="570579" y="0"/>
                  </a:moveTo>
                  <a:lnTo>
                    <a:pt x="494447" y="4990"/>
                  </a:lnTo>
                  <a:lnTo>
                    <a:pt x="446934" y="13415"/>
                  </a:lnTo>
                  <a:lnTo>
                    <a:pt x="400837" y="25722"/>
                  </a:lnTo>
                  <a:lnTo>
                    <a:pt x="356333" y="41731"/>
                  </a:lnTo>
                  <a:lnTo>
                    <a:pt x="313600" y="61261"/>
                  </a:lnTo>
                  <a:lnTo>
                    <a:pt x="272816" y="84131"/>
                  </a:lnTo>
                  <a:lnTo>
                    <a:pt x="234157" y="110161"/>
                  </a:lnTo>
                  <a:lnTo>
                    <a:pt x="197802" y="139169"/>
                  </a:lnTo>
                  <a:lnTo>
                    <a:pt x="163928" y="170976"/>
                  </a:lnTo>
                  <a:lnTo>
                    <a:pt x="132712" y="205400"/>
                  </a:lnTo>
                  <a:lnTo>
                    <a:pt x="104333" y="242261"/>
                  </a:lnTo>
                  <a:lnTo>
                    <a:pt x="78967" y="281379"/>
                  </a:lnTo>
                  <a:lnTo>
                    <a:pt x="56792" y="322571"/>
                  </a:lnTo>
                  <a:lnTo>
                    <a:pt x="37986" y="365659"/>
                  </a:lnTo>
                  <a:lnTo>
                    <a:pt x="22726" y="410461"/>
                  </a:lnTo>
                  <a:lnTo>
                    <a:pt x="11190" y="456796"/>
                  </a:lnTo>
                  <a:lnTo>
                    <a:pt x="3555" y="504484"/>
                  </a:lnTo>
                  <a:lnTo>
                    <a:pt x="0" y="553344"/>
                  </a:lnTo>
                  <a:lnTo>
                    <a:pt x="741" y="604361"/>
                  </a:lnTo>
                  <a:lnTo>
                    <a:pt x="5921" y="654633"/>
                  </a:lnTo>
                  <a:lnTo>
                    <a:pt x="15430" y="703908"/>
                  </a:lnTo>
                  <a:lnTo>
                    <a:pt x="29160" y="751938"/>
                  </a:lnTo>
                  <a:lnTo>
                    <a:pt x="47002" y="798471"/>
                  </a:lnTo>
                  <a:lnTo>
                    <a:pt x="68847" y="843258"/>
                  </a:lnTo>
                  <a:lnTo>
                    <a:pt x="94586" y="886047"/>
                  </a:lnTo>
                  <a:lnTo>
                    <a:pt x="124109" y="926588"/>
                  </a:lnTo>
                  <a:lnTo>
                    <a:pt x="157310" y="964632"/>
                  </a:lnTo>
                  <a:lnTo>
                    <a:pt x="194077" y="999927"/>
                  </a:lnTo>
                  <a:lnTo>
                    <a:pt x="228570" y="1030555"/>
                  </a:lnTo>
                  <a:lnTo>
                    <a:pt x="262825" y="1061838"/>
                  </a:lnTo>
                  <a:lnTo>
                    <a:pt x="296660" y="1093921"/>
                  </a:lnTo>
                  <a:lnTo>
                    <a:pt x="329889" y="1126952"/>
                  </a:lnTo>
                  <a:lnTo>
                    <a:pt x="362327" y="1161075"/>
                  </a:lnTo>
                  <a:lnTo>
                    <a:pt x="393791" y="1196437"/>
                  </a:lnTo>
                  <a:lnTo>
                    <a:pt x="424095" y="1233185"/>
                  </a:lnTo>
                  <a:lnTo>
                    <a:pt x="453056" y="1271463"/>
                  </a:lnTo>
                  <a:lnTo>
                    <a:pt x="480488" y="1311419"/>
                  </a:lnTo>
                  <a:lnTo>
                    <a:pt x="506206" y="1353199"/>
                  </a:lnTo>
                  <a:lnTo>
                    <a:pt x="530027" y="1396948"/>
                  </a:lnTo>
                  <a:lnTo>
                    <a:pt x="551766" y="1442812"/>
                  </a:lnTo>
                  <a:lnTo>
                    <a:pt x="571239" y="1490938"/>
                  </a:lnTo>
                  <a:lnTo>
                    <a:pt x="592045" y="1439763"/>
                  </a:lnTo>
                  <a:lnTo>
                    <a:pt x="615390" y="1390995"/>
                  </a:lnTo>
                  <a:lnTo>
                    <a:pt x="641065" y="1344489"/>
                  </a:lnTo>
                  <a:lnTo>
                    <a:pt x="668865" y="1300098"/>
                  </a:lnTo>
                  <a:lnTo>
                    <a:pt x="698582" y="1257676"/>
                  </a:lnTo>
                  <a:lnTo>
                    <a:pt x="730009" y="1217078"/>
                  </a:lnTo>
                  <a:lnTo>
                    <a:pt x="762938" y="1178156"/>
                  </a:lnTo>
                  <a:lnTo>
                    <a:pt x="797162" y="1140766"/>
                  </a:lnTo>
                  <a:lnTo>
                    <a:pt x="832475" y="1104760"/>
                  </a:lnTo>
                  <a:lnTo>
                    <a:pt x="868669" y="1069993"/>
                  </a:lnTo>
                  <a:lnTo>
                    <a:pt x="905537" y="1036319"/>
                  </a:lnTo>
                  <a:lnTo>
                    <a:pt x="942871" y="1003592"/>
                  </a:lnTo>
                  <a:lnTo>
                    <a:pt x="979094" y="969552"/>
                  </a:lnTo>
                  <a:lnTo>
                    <a:pt x="1011976" y="932812"/>
                  </a:lnTo>
                  <a:lnTo>
                    <a:pt x="1041408" y="893616"/>
                  </a:lnTo>
                  <a:lnTo>
                    <a:pt x="1067276" y="852206"/>
                  </a:lnTo>
                  <a:lnTo>
                    <a:pt x="1089470" y="808824"/>
                  </a:lnTo>
                  <a:lnTo>
                    <a:pt x="1107879" y="763714"/>
                  </a:lnTo>
                  <a:lnTo>
                    <a:pt x="1122391" y="717118"/>
                  </a:lnTo>
                  <a:lnTo>
                    <a:pt x="1132894" y="669279"/>
                  </a:lnTo>
                  <a:lnTo>
                    <a:pt x="1139278" y="620439"/>
                  </a:lnTo>
                  <a:lnTo>
                    <a:pt x="1141431" y="570841"/>
                  </a:lnTo>
                  <a:lnTo>
                    <a:pt x="1139535" y="524091"/>
                  </a:lnTo>
                  <a:lnTo>
                    <a:pt x="1133946" y="478369"/>
                  </a:lnTo>
                  <a:lnTo>
                    <a:pt x="1124811" y="433824"/>
                  </a:lnTo>
                  <a:lnTo>
                    <a:pt x="1112280" y="390603"/>
                  </a:lnTo>
                  <a:lnTo>
                    <a:pt x="1096499" y="348855"/>
                  </a:lnTo>
                  <a:lnTo>
                    <a:pt x="1077617" y="308728"/>
                  </a:lnTo>
                  <a:lnTo>
                    <a:pt x="1055783" y="270368"/>
                  </a:lnTo>
                  <a:lnTo>
                    <a:pt x="1031143" y="233926"/>
                  </a:lnTo>
                  <a:lnTo>
                    <a:pt x="1003847" y="199548"/>
                  </a:lnTo>
                  <a:lnTo>
                    <a:pt x="974042" y="167383"/>
                  </a:lnTo>
                  <a:lnTo>
                    <a:pt x="941876" y="137579"/>
                  </a:lnTo>
                  <a:lnTo>
                    <a:pt x="907497" y="110283"/>
                  </a:lnTo>
                  <a:lnTo>
                    <a:pt x="871054" y="85644"/>
                  </a:lnTo>
                  <a:lnTo>
                    <a:pt x="832694" y="63811"/>
                  </a:lnTo>
                  <a:lnTo>
                    <a:pt x="792566" y="44930"/>
                  </a:lnTo>
                  <a:lnTo>
                    <a:pt x="750817" y="29150"/>
                  </a:lnTo>
                  <a:lnTo>
                    <a:pt x="707596" y="16618"/>
                  </a:lnTo>
                  <a:lnTo>
                    <a:pt x="663051" y="7484"/>
                  </a:lnTo>
                  <a:lnTo>
                    <a:pt x="617329" y="1895"/>
                  </a:lnTo>
                  <a:lnTo>
                    <a:pt x="570579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3881320" y="4337650"/>
              <a:ext cx="527685" cy="322580"/>
            </a:xfrm>
            <a:custGeom>
              <a:avLst/>
              <a:gdLst/>
              <a:ahLst/>
              <a:cxnLst/>
              <a:rect l="l" t="t" r="r" b="b"/>
              <a:pathLst>
                <a:path w="527685" h="322579">
                  <a:moveTo>
                    <a:pt x="527282" y="0"/>
                  </a:moveTo>
                  <a:lnTo>
                    <a:pt x="0" y="0"/>
                  </a:lnTo>
                  <a:lnTo>
                    <a:pt x="0" y="225082"/>
                  </a:lnTo>
                  <a:lnTo>
                    <a:pt x="7627" y="262867"/>
                  </a:lnTo>
                  <a:lnTo>
                    <a:pt x="28429" y="293724"/>
                  </a:lnTo>
                  <a:lnTo>
                    <a:pt x="59285" y="314528"/>
                  </a:lnTo>
                  <a:lnTo>
                    <a:pt x="97075" y="322157"/>
                  </a:lnTo>
                  <a:lnTo>
                    <a:pt x="430206" y="322157"/>
                  </a:lnTo>
                  <a:lnTo>
                    <a:pt x="467991" y="314528"/>
                  </a:lnTo>
                  <a:lnTo>
                    <a:pt x="498848" y="293724"/>
                  </a:lnTo>
                  <a:lnTo>
                    <a:pt x="519653" y="262867"/>
                  </a:lnTo>
                  <a:lnTo>
                    <a:pt x="527282" y="225082"/>
                  </a:lnTo>
                  <a:lnTo>
                    <a:pt x="52728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3843810" y="4234205"/>
              <a:ext cx="602615" cy="322580"/>
            </a:xfrm>
            <a:custGeom>
              <a:avLst/>
              <a:gdLst/>
              <a:ahLst/>
              <a:cxnLst/>
              <a:rect l="l" t="t" r="r" b="b"/>
              <a:pathLst>
                <a:path w="602614" h="322579">
                  <a:moveTo>
                    <a:pt x="595238" y="0"/>
                  </a:moveTo>
                  <a:lnTo>
                    <a:pt x="7057" y="0"/>
                  </a:lnTo>
                  <a:lnTo>
                    <a:pt x="0" y="7057"/>
                  </a:lnTo>
                  <a:lnTo>
                    <a:pt x="0" y="315100"/>
                  </a:lnTo>
                  <a:lnTo>
                    <a:pt x="7057" y="322157"/>
                  </a:lnTo>
                  <a:lnTo>
                    <a:pt x="586537" y="322157"/>
                  </a:lnTo>
                  <a:lnTo>
                    <a:pt x="595238" y="322157"/>
                  </a:lnTo>
                  <a:lnTo>
                    <a:pt x="602295" y="315100"/>
                  </a:lnTo>
                  <a:lnTo>
                    <a:pt x="602295" y="7057"/>
                  </a:lnTo>
                  <a:lnTo>
                    <a:pt x="59523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6" name="object 156" descr=""/>
          <p:cNvSpPr/>
          <p:nvPr/>
        </p:nvSpPr>
        <p:spPr>
          <a:xfrm>
            <a:off x="4067423" y="1699191"/>
            <a:ext cx="155575" cy="408940"/>
          </a:xfrm>
          <a:custGeom>
            <a:avLst/>
            <a:gdLst/>
            <a:ahLst/>
            <a:cxnLst/>
            <a:rect l="l" t="t" r="r" b="b"/>
            <a:pathLst>
              <a:path w="155575" h="408939">
                <a:moveTo>
                  <a:pt x="77536" y="0"/>
                </a:moveTo>
                <a:lnTo>
                  <a:pt x="47354" y="6092"/>
                </a:lnTo>
                <a:lnTo>
                  <a:pt x="22708" y="22708"/>
                </a:lnTo>
                <a:lnTo>
                  <a:pt x="6092" y="47354"/>
                </a:lnTo>
                <a:lnTo>
                  <a:pt x="0" y="77536"/>
                </a:lnTo>
                <a:lnTo>
                  <a:pt x="0" y="331037"/>
                </a:lnTo>
                <a:lnTo>
                  <a:pt x="6092" y="361219"/>
                </a:lnTo>
                <a:lnTo>
                  <a:pt x="22708" y="385865"/>
                </a:lnTo>
                <a:lnTo>
                  <a:pt x="47354" y="402481"/>
                </a:lnTo>
                <a:lnTo>
                  <a:pt x="77536" y="408573"/>
                </a:lnTo>
                <a:lnTo>
                  <a:pt x="107719" y="402481"/>
                </a:lnTo>
                <a:lnTo>
                  <a:pt x="132365" y="385865"/>
                </a:lnTo>
                <a:lnTo>
                  <a:pt x="148981" y="361219"/>
                </a:lnTo>
                <a:lnTo>
                  <a:pt x="155073" y="331037"/>
                </a:lnTo>
                <a:lnTo>
                  <a:pt x="155073" y="77536"/>
                </a:lnTo>
                <a:lnTo>
                  <a:pt x="148981" y="47354"/>
                </a:lnTo>
                <a:lnTo>
                  <a:pt x="132365" y="22708"/>
                </a:lnTo>
                <a:lnTo>
                  <a:pt x="107719" y="6092"/>
                </a:lnTo>
                <a:lnTo>
                  <a:pt x="77536" y="0"/>
                </a:lnTo>
                <a:close/>
              </a:path>
            </a:pathLst>
          </a:custGeom>
          <a:solidFill>
            <a:srgbClr val="FFD2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 descr=""/>
          <p:cNvSpPr/>
          <p:nvPr/>
        </p:nvSpPr>
        <p:spPr>
          <a:xfrm>
            <a:off x="4855062" y="2078807"/>
            <a:ext cx="334645" cy="334645"/>
          </a:xfrm>
          <a:custGeom>
            <a:avLst/>
            <a:gdLst/>
            <a:ahLst/>
            <a:cxnLst/>
            <a:rect l="l" t="t" r="r" b="b"/>
            <a:pathLst>
              <a:path w="334645" h="334644">
                <a:moveTo>
                  <a:pt x="256793" y="0"/>
                </a:moveTo>
                <a:lnTo>
                  <a:pt x="201951" y="22720"/>
                </a:lnTo>
                <a:lnTo>
                  <a:pt x="22711" y="201961"/>
                </a:lnTo>
                <a:lnTo>
                  <a:pt x="0" y="256791"/>
                </a:lnTo>
                <a:lnTo>
                  <a:pt x="5677" y="285971"/>
                </a:lnTo>
                <a:lnTo>
                  <a:pt x="22711" y="311622"/>
                </a:lnTo>
                <a:lnTo>
                  <a:pt x="48362" y="328656"/>
                </a:lnTo>
                <a:lnTo>
                  <a:pt x="77542" y="334334"/>
                </a:lnTo>
                <a:lnTo>
                  <a:pt x="106721" y="328656"/>
                </a:lnTo>
                <a:lnTo>
                  <a:pt x="132372" y="311622"/>
                </a:lnTo>
                <a:lnTo>
                  <a:pt x="311624" y="132371"/>
                </a:lnTo>
                <a:lnTo>
                  <a:pt x="328651" y="106720"/>
                </a:lnTo>
                <a:lnTo>
                  <a:pt x="334327" y="77542"/>
                </a:lnTo>
                <a:lnTo>
                  <a:pt x="328651" y="48365"/>
                </a:lnTo>
                <a:lnTo>
                  <a:pt x="311608" y="22710"/>
                </a:lnTo>
                <a:lnTo>
                  <a:pt x="285950" y="5676"/>
                </a:lnTo>
                <a:lnTo>
                  <a:pt x="256793" y="0"/>
                </a:lnTo>
                <a:close/>
              </a:path>
            </a:pathLst>
          </a:custGeom>
          <a:solidFill>
            <a:srgbClr val="FFD2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 descr=""/>
          <p:cNvSpPr/>
          <p:nvPr/>
        </p:nvSpPr>
        <p:spPr>
          <a:xfrm>
            <a:off x="3115294" y="2114454"/>
            <a:ext cx="334645" cy="334645"/>
          </a:xfrm>
          <a:custGeom>
            <a:avLst/>
            <a:gdLst/>
            <a:ahLst/>
            <a:cxnLst/>
            <a:rect l="l" t="t" r="r" b="b"/>
            <a:pathLst>
              <a:path w="334645" h="334644">
                <a:moveTo>
                  <a:pt x="77534" y="0"/>
                </a:moveTo>
                <a:lnTo>
                  <a:pt x="48357" y="5674"/>
                </a:lnTo>
                <a:lnTo>
                  <a:pt x="22712" y="22712"/>
                </a:lnTo>
                <a:lnTo>
                  <a:pt x="5678" y="48357"/>
                </a:lnTo>
                <a:lnTo>
                  <a:pt x="0" y="77534"/>
                </a:lnTo>
                <a:lnTo>
                  <a:pt x="5674" y="106712"/>
                </a:lnTo>
                <a:lnTo>
                  <a:pt x="22702" y="132363"/>
                </a:lnTo>
                <a:lnTo>
                  <a:pt x="201953" y="311614"/>
                </a:lnTo>
                <a:lnTo>
                  <a:pt x="227604" y="328648"/>
                </a:lnTo>
                <a:lnTo>
                  <a:pt x="256784" y="334326"/>
                </a:lnTo>
                <a:lnTo>
                  <a:pt x="285963" y="328648"/>
                </a:lnTo>
                <a:lnTo>
                  <a:pt x="311614" y="311614"/>
                </a:lnTo>
                <a:lnTo>
                  <a:pt x="328648" y="285963"/>
                </a:lnTo>
                <a:lnTo>
                  <a:pt x="334326" y="256784"/>
                </a:lnTo>
                <a:lnTo>
                  <a:pt x="328648" y="227604"/>
                </a:lnTo>
                <a:lnTo>
                  <a:pt x="311614" y="201953"/>
                </a:lnTo>
                <a:lnTo>
                  <a:pt x="132363" y="22712"/>
                </a:lnTo>
                <a:lnTo>
                  <a:pt x="106712" y="5678"/>
                </a:lnTo>
                <a:lnTo>
                  <a:pt x="77534" y="0"/>
                </a:lnTo>
                <a:close/>
              </a:path>
            </a:pathLst>
          </a:custGeom>
          <a:solidFill>
            <a:srgbClr val="FFD23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9" name="object 159" descr=""/>
          <p:cNvGrpSpPr/>
          <p:nvPr/>
        </p:nvGrpSpPr>
        <p:grpSpPr>
          <a:xfrm>
            <a:off x="3858008" y="2435820"/>
            <a:ext cx="639445" cy="1799589"/>
            <a:chOff x="3858008" y="2435820"/>
            <a:chExt cx="639445" cy="1799589"/>
          </a:xfrm>
        </p:grpSpPr>
        <p:sp>
          <p:nvSpPr>
            <p:cNvPr id="160" name="object 160" descr=""/>
            <p:cNvSpPr/>
            <p:nvPr/>
          </p:nvSpPr>
          <p:spPr>
            <a:xfrm>
              <a:off x="3858006" y="2435827"/>
              <a:ext cx="639445" cy="1560830"/>
            </a:xfrm>
            <a:custGeom>
              <a:avLst/>
              <a:gdLst/>
              <a:ahLst/>
              <a:cxnLst/>
              <a:rect l="l" t="t" r="r" b="b"/>
              <a:pathLst>
                <a:path w="639445" h="1560829">
                  <a:moveTo>
                    <a:pt x="256476" y="1560741"/>
                  </a:moveTo>
                  <a:lnTo>
                    <a:pt x="234861" y="1481683"/>
                  </a:lnTo>
                  <a:lnTo>
                    <a:pt x="208051" y="1417637"/>
                  </a:lnTo>
                  <a:lnTo>
                    <a:pt x="177660" y="1367028"/>
                  </a:lnTo>
                  <a:lnTo>
                    <a:pt x="145300" y="1328267"/>
                  </a:lnTo>
                  <a:lnTo>
                    <a:pt x="112585" y="1299794"/>
                  </a:lnTo>
                  <a:lnTo>
                    <a:pt x="52514" y="1267383"/>
                  </a:lnTo>
                  <a:lnTo>
                    <a:pt x="10350" y="1257223"/>
                  </a:lnTo>
                  <a:lnTo>
                    <a:pt x="0" y="1256538"/>
                  </a:lnTo>
                  <a:lnTo>
                    <a:pt x="50977" y="1418983"/>
                  </a:lnTo>
                  <a:lnTo>
                    <a:pt x="137934" y="1510792"/>
                  </a:lnTo>
                  <a:lnTo>
                    <a:pt x="220040" y="1551520"/>
                  </a:lnTo>
                  <a:lnTo>
                    <a:pt x="256476" y="1560741"/>
                  </a:lnTo>
                  <a:close/>
                </a:path>
                <a:path w="639445" h="1560829">
                  <a:moveTo>
                    <a:pt x="469214" y="520903"/>
                  </a:moveTo>
                  <a:lnTo>
                    <a:pt x="451510" y="327126"/>
                  </a:lnTo>
                  <a:lnTo>
                    <a:pt x="393166" y="160540"/>
                  </a:lnTo>
                  <a:lnTo>
                    <a:pt x="331101" y="43929"/>
                  </a:lnTo>
                  <a:lnTo>
                    <a:pt x="302209" y="0"/>
                  </a:lnTo>
                  <a:lnTo>
                    <a:pt x="295617" y="34632"/>
                  </a:lnTo>
                  <a:lnTo>
                    <a:pt x="282968" y="68592"/>
                  </a:lnTo>
                  <a:lnTo>
                    <a:pt x="265226" y="102666"/>
                  </a:lnTo>
                  <a:lnTo>
                    <a:pt x="243332" y="137655"/>
                  </a:lnTo>
                  <a:lnTo>
                    <a:pt x="218236" y="174358"/>
                  </a:lnTo>
                  <a:lnTo>
                    <a:pt x="190893" y="213563"/>
                  </a:lnTo>
                  <a:lnTo>
                    <a:pt x="162255" y="256082"/>
                  </a:lnTo>
                  <a:lnTo>
                    <a:pt x="133261" y="302704"/>
                  </a:lnTo>
                  <a:lnTo>
                    <a:pt x="104863" y="354228"/>
                  </a:lnTo>
                  <a:lnTo>
                    <a:pt x="78016" y="411454"/>
                  </a:lnTo>
                  <a:lnTo>
                    <a:pt x="53682" y="475183"/>
                  </a:lnTo>
                  <a:lnTo>
                    <a:pt x="41389" y="525868"/>
                  </a:lnTo>
                  <a:lnTo>
                    <a:pt x="37274" y="578815"/>
                  </a:lnTo>
                  <a:lnTo>
                    <a:pt x="40398" y="633234"/>
                  </a:lnTo>
                  <a:lnTo>
                    <a:pt x="49834" y="688365"/>
                  </a:lnTo>
                  <a:lnTo>
                    <a:pt x="64655" y="743445"/>
                  </a:lnTo>
                  <a:lnTo>
                    <a:pt x="83896" y="797687"/>
                  </a:lnTo>
                  <a:lnTo>
                    <a:pt x="106654" y="850328"/>
                  </a:lnTo>
                  <a:lnTo>
                    <a:pt x="131953" y="900595"/>
                  </a:lnTo>
                  <a:lnTo>
                    <a:pt x="158889" y="947724"/>
                  </a:lnTo>
                  <a:lnTo>
                    <a:pt x="186524" y="990942"/>
                  </a:lnTo>
                  <a:lnTo>
                    <a:pt x="213893" y="1029462"/>
                  </a:lnTo>
                  <a:lnTo>
                    <a:pt x="240093" y="1062545"/>
                  </a:lnTo>
                  <a:lnTo>
                    <a:pt x="285178" y="1109256"/>
                  </a:lnTo>
                  <a:lnTo>
                    <a:pt x="302209" y="1121346"/>
                  </a:lnTo>
                  <a:lnTo>
                    <a:pt x="307035" y="1067117"/>
                  </a:lnTo>
                  <a:lnTo>
                    <a:pt x="315595" y="1017625"/>
                  </a:lnTo>
                  <a:lnTo>
                    <a:pt x="327228" y="971918"/>
                  </a:lnTo>
                  <a:lnTo>
                    <a:pt x="341274" y="929106"/>
                  </a:lnTo>
                  <a:lnTo>
                    <a:pt x="357098" y="888238"/>
                  </a:lnTo>
                  <a:lnTo>
                    <a:pt x="374040" y="848398"/>
                  </a:lnTo>
                  <a:lnTo>
                    <a:pt x="391452" y="808672"/>
                  </a:lnTo>
                  <a:lnTo>
                    <a:pt x="408673" y="768134"/>
                  </a:lnTo>
                  <a:lnTo>
                    <a:pt x="425056" y="725855"/>
                  </a:lnTo>
                  <a:lnTo>
                    <a:pt x="439966" y="680910"/>
                  </a:lnTo>
                  <a:lnTo>
                    <a:pt x="452716" y="632396"/>
                  </a:lnTo>
                  <a:lnTo>
                    <a:pt x="462686" y="579361"/>
                  </a:lnTo>
                  <a:lnTo>
                    <a:pt x="469214" y="520903"/>
                  </a:lnTo>
                  <a:close/>
                </a:path>
                <a:path w="639445" h="1560829">
                  <a:moveTo>
                    <a:pt x="639432" y="960170"/>
                  </a:moveTo>
                  <a:lnTo>
                    <a:pt x="638213" y="888733"/>
                  </a:lnTo>
                  <a:lnTo>
                    <a:pt x="597954" y="919543"/>
                  </a:lnTo>
                  <a:lnTo>
                    <a:pt x="547624" y="957503"/>
                  </a:lnTo>
                  <a:lnTo>
                    <a:pt x="477177" y="1010018"/>
                  </a:lnTo>
                  <a:lnTo>
                    <a:pt x="440105" y="1040803"/>
                  </a:lnTo>
                  <a:lnTo>
                    <a:pt x="409130" y="1074039"/>
                  </a:lnTo>
                  <a:lnTo>
                    <a:pt x="383857" y="1110488"/>
                  </a:lnTo>
                  <a:lnTo>
                    <a:pt x="363842" y="1150924"/>
                  </a:lnTo>
                  <a:lnTo>
                    <a:pt x="348678" y="1196111"/>
                  </a:lnTo>
                  <a:lnTo>
                    <a:pt x="337934" y="1246822"/>
                  </a:lnTo>
                  <a:lnTo>
                    <a:pt x="331203" y="1303820"/>
                  </a:lnTo>
                  <a:lnTo>
                    <a:pt x="328053" y="1367891"/>
                  </a:lnTo>
                  <a:lnTo>
                    <a:pt x="345440" y="1363306"/>
                  </a:lnTo>
                  <a:lnTo>
                    <a:pt x="394309" y="1343660"/>
                  </a:lnTo>
                  <a:lnTo>
                    <a:pt x="454774" y="1308112"/>
                  </a:lnTo>
                  <a:lnTo>
                    <a:pt x="486651" y="1283639"/>
                  </a:lnTo>
                  <a:lnTo>
                    <a:pt x="518172" y="1254315"/>
                  </a:lnTo>
                  <a:lnTo>
                    <a:pt x="548271" y="1219847"/>
                  </a:lnTo>
                  <a:lnTo>
                    <a:pt x="575868" y="1179944"/>
                  </a:lnTo>
                  <a:lnTo>
                    <a:pt x="599859" y="1134313"/>
                  </a:lnTo>
                  <a:lnTo>
                    <a:pt x="619163" y="1082675"/>
                  </a:lnTo>
                  <a:lnTo>
                    <a:pt x="632714" y="1024724"/>
                  </a:lnTo>
                  <a:lnTo>
                    <a:pt x="639432" y="96017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4099344" y="2797282"/>
              <a:ext cx="302260" cy="1437640"/>
            </a:xfrm>
            <a:custGeom>
              <a:avLst/>
              <a:gdLst/>
              <a:ahLst/>
              <a:cxnLst/>
              <a:rect l="l" t="t" r="r" b="b"/>
              <a:pathLst>
                <a:path w="302260" h="1437639">
                  <a:moveTo>
                    <a:pt x="301891" y="713854"/>
                  </a:moveTo>
                  <a:lnTo>
                    <a:pt x="296011" y="707821"/>
                  </a:lnTo>
                  <a:lnTo>
                    <a:pt x="291198" y="707758"/>
                  </a:lnTo>
                  <a:lnTo>
                    <a:pt x="288175" y="710692"/>
                  </a:lnTo>
                  <a:lnTo>
                    <a:pt x="236486" y="765848"/>
                  </a:lnTo>
                  <a:lnTo>
                    <a:pt x="191376" y="822566"/>
                  </a:lnTo>
                  <a:lnTo>
                    <a:pt x="152946" y="878116"/>
                  </a:lnTo>
                  <a:lnTo>
                    <a:pt x="121272" y="929792"/>
                  </a:lnTo>
                  <a:lnTo>
                    <a:pt x="96431" y="974864"/>
                  </a:lnTo>
                  <a:lnTo>
                    <a:pt x="78511" y="1010627"/>
                  </a:lnTo>
                  <a:lnTo>
                    <a:pt x="77495" y="1012825"/>
                  </a:lnTo>
                  <a:lnTo>
                    <a:pt x="78295" y="980617"/>
                  </a:lnTo>
                  <a:lnTo>
                    <a:pt x="78613" y="915746"/>
                  </a:lnTo>
                  <a:lnTo>
                    <a:pt x="77279" y="855700"/>
                  </a:lnTo>
                  <a:lnTo>
                    <a:pt x="73977" y="802601"/>
                  </a:lnTo>
                  <a:lnTo>
                    <a:pt x="68376" y="758571"/>
                  </a:lnTo>
                  <a:lnTo>
                    <a:pt x="51955" y="669112"/>
                  </a:lnTo>
                  <a:lnTo>
                    <a:pt x="44983" y="629881"/>
                  </a:lnTo>
                  <a:lnTo>
                    <a:pt x="38163" y="588733"/>
                  </a:lnTo>
                  <a:lnTo>
                    <a:pt x="31762" y="545668"/>
                  </a:lnTo>
                  <a:lnTo>
                    <a:pt x="26060" y="500684"/>
                  </a:lnTo>
                  <a:lnTo>
                    <a:pt x="21297" y="453796"/>
                  </a:lnTo>
                  <a:lnTo>
                    <a:pt x="17729" y="404990"/>
                  </a:lnTo>
                  <a:lnTo>
                    <a:pt x="15646" y="354279"/>
                  </a:lnTo>
                  <a:lnTo>
                    <a:pt x="15278" y="301663"/>
                  </a:lnTo>
                  <a:lnTo>
                    <a:pt x="16891" y="247129"/>
                  </a:lnTo>
                  <a:lnTo>
                    <a:pt x="20764" y="190703"/>
                  </a:lnTo>
                  <a:lnTo>
                    <a:pt x="27127" y="132359"/>
                  </a:lnTo>
                  <a:lnTo>
                    <a:pt x="36271" y="72123"/>
                  </a:lnTo>
                  <a:lnTo>
                    <a:pt x="49326" y="5854"/>
                  </a:lnTo>
                  <a:lnTo>
                    <a:pt x="46723" y="1803"/>
                  </a:lnTo>
                  <a:lnTo>
                    <a:pt x="21247" y="69494"/>
                  </a:lnTo>
                  <a:lnTo>
                    <a:pt x="12014" y="130327"/>
                  </a:lnTo>
                  <a:lnTo>
                    <a:pt x="5562" y="189217"/>
                  </a:lnTo>
                  <a:lnTo>
                    <a:pt x="1651" y="246176"/>
                  </a:lnTo>
                  <a:lnTo>
                    <a:pt x="0" y="301193"/>
                  </a:lnTo>
                  <a:lnTo>
                    <a:pt x="355" y="354266"/>
                  </a:lnTo>
                  <a:lnTo>
                    <a:pt x="2463" y="405409"/>
                  </a:lnTo>
                  <a:lnTo>
                    <a:pt x="6032" y="454621"/>
                  </a:lnTo>
                  <a:lnTo>
                    <a:pt x="10833" y="501891"/>
                  </a:lnTo>
                  <a:lnTo>
                    <a:pt x="16573" y="547230"/>
                  </a:lnTo>
                  <a:lnTo>
                    <a:pt x="23025" y="590626"/>
                  </a:lnTo>
                  <a:lnTo>
                    <a:pt x="29883" y="632091"/>
                  </a:lnTo>
                  <a:lnTo>
                    <a:pt x="36918" y="671626"/>
                  </a:lnTo>
                  <a:lnTo>
                    <a:pt x="53365" y="761212"/>
                  </a:lnTo>
                  <a:lnTo>
                    <a:pt x="58864" y="805040"/>
                  </a:lnTo>
                  <a:lnTo>
                    <a:pt x="62052" y="858367"/>
                  </a:lnTo>
                  <a:lnTo>
                    <a:pt x="63258" y="918933"/>
                  </a:lnTo>
                  <a:lnTo>
                    <a:pt x="62801" y="984516"/>
                  </a:lnTo>
                  <a:lnTo>
                    <a:pt x="61010" y="1052855"/>
                  </a:lnTo>
                  <a:lnTo>
                    <a:pt x="58204" y="1121702"/>
                  </a:lnTo>
                  <a:lnTo>
                    <a:pt x="54711" y="1188821"/>
                  </a:lnTo>
                  <a:lnTo>
                    <a:pt x="50850" y="1251953"/>
                  </a:lnTo>
                  <a:lnTo>
                    <a:pt x="46951" y="1308862"/>
                  </a:lnTo>
                  <a:lnTo>
                    <a:pt x="43319" y="1357287"/>
                  </a:lnTo>
                  <a:lnTo>
                    <a:pt x="36995" y="1433410"/>
                  </a:lnTo>
                  <a:lnTo>
                    <a:pt x="40081" y="1437119"/>
                  </a:lnTo>
                  <a:lnTo>
                    <a:pt x="44970" y="1437538"/>
                  </a:lnTo>
                  <a:lnTo>
                    <a:pt x="48869" y="1437538"/>
                  </a:lnTo>
                  <a:lnTo>
                    <a:pt x="59105" y="1352016"/>
                  </a:lnTo>
                  <a:lnTo>
                    <a:pt x="62788" y="1302867"/>
                  </a:lnTo>
                  <a:lnTo>
                    <a:pt x="66700" y="1245781"/>
                  </a:lnTo>
                  <a:lnTo>
                    <a:pt x="70510" y="1182890"/>
                  </a:lnTo>
                  <a:lnTo>
                    <a:pt x="73926" y="1116317"/>
                  </a:lnTo>
                  <a:lnTo>
                    <a:pt x="76466" y="1052144"/>
                  </a:lnTo>
                  <a:lnTo>
                    <a:pt x="76669" y="1052017"/>
                  </a:lnTo>
                  <a:lnTo>
                    <a:pt x="92430" y="1016838"/>
                  </a:lnTo>
                  <a:lnTo>
                    <a:pt x="110083" y="981633"/>
                  </a:lnTo>
                  <a:lnTo>
                    <a:pt x="134543" y="937260"/>
                  </a:lnTo>
                  <a:lnTo>
                    <a:pt x="165722" y="886396"/>
                  </a:lnTo>
                  <a:lnTo>
                    <a:pt x="203555" y="831710"/>
                  </a:lnTo>
                  <a:lnTo>
                    <a:pt x="247942" y="775893"/>
                  </a:lnTo>
                  <a:lnTo>
                    <a:pt x="298805" y="721614"/>
                  </a:lnTo>
                  <a:lnTo>
                    <a:pt x="301828" y="718680"/>
                  </a:lnTo>
                  <a:lnTo>
                    <a:pt x="301891" y="713854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992750" y="3856932"/>
              <a:ext cx="172193" cy="198946"/>
            </a:xfrm>
            <a:prstGeom prst="rect">
              <a:avLst/>
            </a:prstGeom>
          </p:spPr>
        </p:pic>
      </p:grpSp>
      <p:grpSp>
        <p:nvGrpSpPr>
          <p:cNvPr id="163" name="object 163" descr=""/>
          <p:cNvGrpSpPr/>
          <p:nvPr/>
        </p:nvGrpSpPr>
        <p:grpSpPr>
          <a:xfrm>
            <a:off x="8248691" y="5068072"/>
            <a:ext cx="1370965" cy="1250950"/>
            <a:chOff x="8248691" y="5068072"/>
            <a:chExt cx="1370965" cy="1250950"/>
          </a:xfrm>
        </p:grpSpPr>
        <p:pic>
          <p:nvPicPr>
            <p:cNvPr id="164" name="object 164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777843" y="5357821"/>
              <a:ext cx="230872" cy="229595"/>
            </a:xfrm>
            <a:prstGeom prst="rect">
              <a:avLst/>
            </a:prstGeom>
          </p:spPr>
        </p:pic>
        <p:sp>
          <p:nvSpPr>
            <p:cNvPr id="165" name="object 165" descr=""/>
            <p:cNvSpPr/>
            <p:nvPr/>
          </p:nvSpPr>
          <p:spPr>
            <a:xfrm>
              <a:off x="8938781" y="5354526"/>
              <a:ext cx="350520" cy="232410"/>
            </a:xfrm>
            <a:custGeom>
              <a:avLst/>
              <a:gdLst/>
              <a:ahLst/>
              <a:cxnLst/>
              <a:rect l="l" t="t" r="r" b="b"/>
              <a:pathLst>
                <a:path w="350520" h="232410">
                  <a:moveTo>
                    <a:pt x="210246" y="0"/>
                  </a:moveTo>
                  <a:lnTo>
                    <a:pt x="0" y="1544"/>
                  </a:lnTo>
                  <a:lnTo>
                    <a:pt x="27386" y="14124"/>
                  </a:lnTo>
                  <a:lnTo>
                    <a:pt x="46245" y="29697"/>
                  </a:lnTo>
                  <a:lnTo>
                    <a:pt x="58055" y="44533"/>
                  </a:lnTo>
                  <a:lnTo>
                    <a:pt x="64291" y="54904"/>
                  </a:lnTo>
                  <a:lnTo>
                    <a:pt x="142131" y="197905"/>
                  </a:lnTo>
                  <a:lnTo>
                    <a:pt x="81777" y="232019"/>
                  </a:lnTo>
                  <a:lnTo>
                    <a:pt x="269394" y="232239"/>
                  </a:lnTo>
                  <a:lnTo>
                    <a:pt x="350083" y="78076"/>
                  </a:lnTo>
                  <a:lnTo>
                    <a:pt x="305477" y="108913"/>
                  </a:lnTo>
                  <a:lnTo>
                    <a:pt x="244463" y="13785"/>
                  </a:lnTo>
                  <a:lnTo>
                    <a:pt x="232158" y="5131"/>
                  </a:lnTo>
                  <a:lnTo>
                    <a:pt x="219789" y="1120"/>
                  </a:lnTo>
                  <a:lnTo>
                    <a:pt x="210246" y="0"/>
                  </a:lnTo>
                  <a:close/>
                </a:path>
              </a:pathLst>
            </a:custGeom>
            <a:solidFill>
              <a:srgbClr val="69C8B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149000" y="5581553"/>
              <a:ext cx="227128" cy="231235"/>
            </a:xfrm>
            <a:prstGeom prst="rect">
              <a:avLst/>
            </a:prstGeom>
          </p:spPr>
        </p:pic>
        <p:sp>
          <p:nvSpPr>
            <p:cNvPr id="167" name="object 167" descr=""/>
            <p:cNvSpPr/>
            <p:nvPr/>
          </p:nvSpPr>
          <p:spPr>
            <a:xfrm>
              <a:off x="9029252" y="5756847"/>
              <a:ext cx="325755" cy="309245"/>
            </a:xfrm>
            <a:custGeom>
              <a:avLst/>
              <a:gdLst/>
              <a:ahLst/>
              <a:cxnLst/>
              <a:rect l="l" t="t" r="r" b="b"/>
              <a:pathLst>
                <a:path w="325754" h="309245">
                  <a:moveTo>
                    <a:pt x="82531" y="0"/>
                  </a:moveTo>
                  <a:lnTo>
                    <a:pt x="0" y="168487"/>
                  </a:lnTo>
                  <a:lnTo>
                    <a:pt x="103106" y="308650"/>
                  </a:lnTo>
                  <a:lnTo>
                    <a:pt x="94981" y="255028"/>
                  </a:lnTo>
                  <a:lnTo>
                    <a:pt x="207229" y="241961"/>
                  </a:lnTo>
                  <a:lnTo>
                    <a:pt x="220408" y="234696"/>
                  </a:lnTo>
                  <a:lnTo>
                    <a:pt x="229444" y="225339"/>
                  </a:lnTo>
                  <a:lnTo>
                    <a:pt x="234642" y="217257"/>
                  </a:lnTo>
                  <a:lnTo>
                    <a:pt x="325518" y="27664"/>
                  </a:lnTo>
                  <a:lnTo>
                    <a:pt x="302196" y="46752"/>
                  </a:lnTo>
                  <a:lnTo>
                    <a:pt x="279926" y="56864"/>
                  </a:lnTo>
                  <a:lnTo>
                    <a:pt x="261413" y="60965"/>
                  </a:lnTo>
                  <a:lnTo>
                    <a:pt x="249364" y="62019"/>
                  </a:lnTo>
                  <a:lnTo>
                    <a:pt x="86698" y="69202"/>
                  </a:lnTo>
                  <a:lnTo>
                    <a:pt x="82531" y="0"/>
                  </a:lnTo>
                  <a:close/>
                </a:path>
              </a:pathLst>
            </a:custGeom>
            <a:solidFill>
              <a:srgbClr val="69C8B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752366" y="5829593"/>
              <a:ext cx="203287" cy="184078"/>
            </a:xfrm>
            <a:prstGeom prst="rect">
              <a:avLst/>
            </a:prstGeom>
          </p:spPr>
        </p:pic>
        <p:sp>
          <p:nvSpPr>
            <p:cNvPr id="169" name="object 169" descr=""/>
            <p:cNvSpPr/>
            <p:nvPr/>
          </p:nvSpPr>
          <p:spPr>
            <a:xfrm>
              <a:off x="8643470" y="5587621"/>
              <a:ext cx="271145" cy="346075"/>
            </a:xfrm>
            <a:custGeom>
              <a:avLst/>
              <a:gdLst/>
              <a:ahLst/>
              <a:cxnLst/>
              <a:rect l="l" t="t" r="r" b="b"/>
              <a:pathLst>
                <a:path w="271145" h="346075">
                  <a:moveTo>
                    <a:pt x="183276" y="0"/>
                  </a:moveTo>
                  <a:lnTo>
                    <a:pt x="9281" y="837"/>
                  </a:lnTo>
                  <a:lnTo>
                    <a:pt x="57406" y="25831"/>
                  </a:lnTo>
                  <a:lnTo>
                    <a:pt x="1889" y="124268"/>
                  </a:lnTo>
                  <a:lnTo>
                    <a:pt x="0" y="139196"/>
                  </a:lnTo>
                  <a:lnTo>
                    <a:pt x="2244" y="152008"/>
                  </a:lnTo>
                  <a:lnTo>
                    <a:pt x="5719" y="160968"/>
                  </a:lnTo>
                  <a:lnTo>
                    <a:pt x="105477" y="346041"/>
                  </a:lnTo>
                  <a:lnTo>
                    <a:pt x="103778" y="315949"/>
                  </a:lnTo>
                  <a:lnTo>
                    <a:pt x="108714" y="291993"/>
                  </a:lnTo>
                  <a:lnTo>
                    <a:pt x="116299" y="274615"/>
                  </a:lnTo>
                  <a:lnTo>
                    <a:pt x="122545" y="264253"/>
                  </a:lnTo>
                  <a:lnTo>
                    <a:pt x="212490" y="128540"/>
                  </a:lnTo>
                  <a:lnTo>
                    <a:pt x="270886" y="165911"/>
                  </a:lnTo>
                  <a:lnTo>
                    <a:pt x="183276" y="0"/>
                  </a:lnTo>
                  <a:close/>
                </a:path>
              </a:pathLst>
            </a:custGeom>
            <a:solidFill>
              <a:srgbClr val="69C8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8396000" y="5068072"/>
              <a:ext cx="1223645" cy="1250950"/>
            </a:xfrm>
            <a:custGeom>
              <a:avLst/>
              <a:gdLst/>
              <a:ahLst/>
              <a:cxnLst/>
              <a:rect l="l" t="t" r="r" b="b"/>
              <a:pathLst>
                <a:path w="1223645" h="1250950">
                  <a:moveTo>
                    <a:pt x="602451" y="0"/>
                  </a:moveTo>
                  <a:lnTo>
                    <a:pt x="556642" y="1347"/>
                  </a:lnTo>
                  <a:lnTo>
                    <a:pt x="511121" y="6019"/>
                  </a:lnTo>
                  <a:lnTo>
                    <a:pt x="466082" y="13981"/>
                  </a:lnTo>
                  <a:lnTo>
                    <a:pt x="421718" y="25200"/>
                  </a:lnTo>
                  <a:lnTo>
                    <a:pt x="378224" y="39640"/>
                  </a:lnTo>
                  <a:lnTo>
                    <a:pt x="335792" y="57269"/>
                  </a:lnTo>
                  <a:lnTo>
                    <a:pt x="294617" y="78051"/>
                  </a:lnTo>
                  <a:lnTo>
                    <a:pt x="254893" y="101952"/>
                  </a:lnTo>
                  <a:lnTo>
                    <a:pt x="216812" y="128937"/>
                  </a:lnTo>
                  <a:lnTo>
                    <a:pt x="180569" y="158974"/>
                  </a:lnTo>
                  <a:lnTo>
                    <a:pt x="146358" y="192027"/>
                  </a:lnTo>
                  <a:lnTo>
                    <a:pt x="114371" y="228063"/>
                  </a:lnTo>
                  <a:lnTo>
                    <a:pt x="84803" y="267046"/>
                  </a:lnTo>
                  <a:lnTo>
                    <a:pt x="58149" y="308503"/>
                  </a:lnTo>
                  <a:lnTo>
                    <a:pt x="35165" y="351240"/>
                  </a:lnTo>
                  <a:lnTo>
                    <a:pt x="15799" y="395057"/>
                  </a:lnTo>
                  <a:lnTo>
                    <a:pt x="0" y="439753"/>
                  </a:lnTo>
                  <a:lnTo>
                    <a:pt x="159848" y="488725"/>
                  </a:lnTo>
                  <a:lnTo>
                    <a:pt x="171408" y="456147"/>
                  </a:lnTo>
                  <a:lnTo>
                    <a:pt x="185545" y="424210"/>
                  </a:lnTo>
                  <a:lnTo>
                    <a:pt x="221741" y="362844"/>
                  </a:lnTo>
                  <a:lnTo>
                    <a:pt x="250552" y="325787"/>
                  </a:lnTo>
                  <a:lnTo>
                    <a:pt x="282340" y="292464"/>
                  </a:lnTo>
                  <a:lnTo>
                    <a:pt x="316785" y="262934"/>
                  </a:lnTo>
                  <a:lnTo>
                    <a:pt x="353565" y="237253"/>
                  </a:lnTo>
                  <a:lnTo>
                    <a:pt x="392359" y="215478"/>
                  </a:lnTo>
                  <a:lnTo>
                    <a:pt x="432847" y="197665"/>
                  </a:lnTo>
                  <a:lnTo>
                    <a:pt x="474708" y="183872"/>
                  </a:lnTo>
                  <a:lnTo>
                    <a:pt x="517620" y="174154"/>
                  </a:lnTo>
                  <a:lnTo>
                    <a:pt x="561262" y="168569"/>
                  </a:lnTo>
                  <a:lnTo>
                    <a:pt x="605315" y="167173"/>
                  </a:lnTo>
                  <a:lnTo>
                    <a:pt x="649456" y="170024"/>
                  </a:lnTo>
                  <a:lnTo>
                    <a:pt x="693364" y="177178"/>
                  </a:lnTo>
                  <a:lnTo>
                    <a:pt x="736719" y="188691"/>
                  </a:lnTo>
                  <a:lnTo>
                    <a:pt x="779201" y="204621"/>
                  </a:lnTo>
                  <a:lnTo>
                    <a:pt x="820486" y="225025"/>
                  </a:lnTo>
                  <a:lnTo>
                    <a:pt x="860256" y="249958"/>
                  </a:lnTo>
                  <a:lnTo>
                    <a:pt x="897312" y="278769"/>
                  </a:lnTo>
                  <a:lnTo>
                    <a:pt x="930633" y="310557"/>
                  </a:lnTo>
                  <a:lnTo>
                    <a:pt x="960161" y="345001"/>
                  </a:lnTo>
                  <a:lnTo>
                    <a:pt x="985841" y="381781"/>
                  </a:lnTo>
                  <a:lnTo>
                    <a:pt x="1007615" y="420576"/>
                  </a:lnTo>
                  <a:lnTo>
                    <a:pt x="1025427" y="461064"/>
                  </a:lnTo>
                  <a:lnTo>
                    <a:pt x="1039220" y="502924"/>
                  </a:lnTo>
                  <a:lnTo>
                    <a:pt x="1048937" y="545836"/>
                  </a:lnTo>
                  <a:lnTo>
                    <a:pt x="1054522" y="589479"/>
                  </a:lnTo>
                  <a:lnTo>
                    <a:pt x="1055917" y="633531"/>
                  </a:lnTo>
                  <a:lnTo>
                    <a:pt x="1053066" y="677672"/>
                  </a:lnTo>
                  <a:lnTo>
                    <a:pt x="1045912" y="721581"/>
                  </a:lnTo>
                  <a:lnTo>
                    <a:pt x="1034399" y="764936"/>
                  </a:lnTo>
                  <a:lnTo>
                    <a:pt x="1018469" y="807417"/>
                  </a:lnTo>
                  <a:lnTo>
                    <a:pt x="998065" y="848703"/>
                  </a:lnTo>
                  <a:lnTo>
                    <a:pt x="973132" y="888472"/>
                  </a:lnTo>
                  <a:lnTo>
                    <a:pt x="939956" y="930504"/>
                  </a:lnTo>
                  <a:lnTo>
                    <a:pt x="902953" y="967621"/>
                  </a:lnTo>
                  <a:lnTo>
                    <a:pt x="862600" y="999747"/>
                  </a:lnTo>
                  <a:lnTo>
                    <a:pt x="819376" y="1026802"/>
                  </a:lnTo>
                  <a:lnTo>
                    <a:pt x="773761" y="1048711"/>
                  </a:lnTo>
                  <a:lnTo>
                    <a:pt x="726234" y="1065395"/>
                  </a:lnTo>
                  <a:lnTo>
                    <a:pt x="677273" y="1076778"/>
                  </a:lnTo>
                  <a:lnTo>
                    <a:pt x="627358" y="1082780"/>
                  </a:lnTo>
                  <a:lnTo>
                    <a:pt x="576966" y="1083325"/>
                  </a:lnTo>
                  <a:lnTo>
                    <a:pt x="567323" y="1250461"/>
                  </a:lnTo>
                  <a:lnTo>
                    <a:pt x="615136" y="1250896"/>
                  </a:lnTo>
                  <a:lnTo>
                    <a:pt x="662743" y="1247707"/>
                  </a:lnTo>
                  <a:lnTo>
                    <a:pt x="709923" y="1240932"/>
                  </a:lnTo>
                  <a:lnTo>
                    <a:pt x="756458" y="1230608"/>
                  </a:lnTo>
                  <a:lnTo>
                    <a:pt x="802129" y="1216775"/>
                  </a:lnTo>
                  <a:lnTo>
                    <a:pt x="846716" y="1199468"/>
                  </a:lnTo>
                  <a:lnTo>
                    <a:pt x="890000" y="1178727"/>
                  </a:lnTo>
                  <a:lnTo>
                    <a:pt x="931762" y="1154589"/>
                  </a:lnTo>
                  <a:lnTo>
                    <a:pt x="971783" y="1127092"/>
                  </a:lnTo>
                  <a:lnTo>
                    <a:pt x="1009844" y="1096274"/>
                  </a:lnTo>
                  <a:lnTo>
                    <a:pt x="1045724" y="1062173"/>
                  </a:lnTo>
                  <a:lnTo>
                    <a:pt x="1079206" y="1024825"/>
                  </a:lnTo>
                  <a:lnTo>
                    <a:pt x="1110070" y="984271"/>
                  </a:lnTo>
                  <a:lnTo>
                    <a:pt x="1136554" y="943129"/>
                  </a:lnTo>
                  <a:lnTo>
                    <a:pt x="1159438" y="900727"/>
                  </a:lnTo>
                  <a:lnTo>
                    <a:pt x="1178759" y="857256"/>
                  </a:lnTo>
                  <a:lnTo>
                    <a:pt x="1194549" y="812912"/>
                  </a:lnTo>
                  <a:lnTo>
                    <a:pt x="1206843" y="767887"/>
                  </a:lnTo>
                  <a:lnTo>
                    <a:pt x="1215676" y="722376"/>
                  </a:lnTo>
                  <a:lnTo>
                    <a:pt x="1221082" y="676571"/>
                  </a:lnTo>
                  <a:lnTo>
                    <a:pt x="1223094" y="630668"/>
                  </a:lnTo>
                  <a:lnTo>
                    <a:pt x="1221747" y="584858"/>
                  </a:lnTo>
                  <a:lnTo>
                    <a:pt x="1217076" y="539337"/>
                  </a:lnTo>
                  <a:lnTo>
                    <a:pt x="1209114" y="494298"/>
                  </a:lnTo>
                  <a:lnTo>
                    <a:pt x="1197897" y="449935"/>
                  </a:lnTo>
                  <a:lnTo>
                    <a:pt x="1183457" y="406440"/>
                  </a:lnTo>
                  <a:lnTo>
                    <a:pt x="1165829" y="364009"/>
                  </a:lnTo>
                  <a:lnTo>
                    <a:pt x="1145048" y="322834"/>
                  </a:lnTo>
                  <a:lnTo>
                    <a:pt x="1121147" y="283109"/>
                  </a:lnTo>
                  <a:lnTo>
                    <a:pt x="1094162" y="245028"/>
                  </a:lnTo>
                  <a:lnTo>
                    <a:pt x="1064126" y="208785"/>
                  </a:lnTo>
                  <a:lnTo>
                    <a:pt x="1031073" y="174574"/>
                  </a:lnTo>
                  <a:lnTo>
                    <a:pt x="995038" y="142587"/>
                  </a:lnTo>
                  <a:lnTo>
                    <a:pt x="956054" y="113020"/>
                  </a:lnTo>
                  <a:lnTo>
                    <a:pt x="914913" y="86537"/>
                  </a:lnTo>
                  <a:lnTo>
                    <a:pt x="872510" y="63652"/>
                  </a:lnTo>
                  <a:lnTo>
                    <a:pt x="829040" y="44332"/>
                  </a:lnTo>
                  <a:lnTo>
                    <a:pt x="784695" y="28542"/>
                  </a:lnTo>
                  <a:lnTo>
                    <a:pt x="739671" y="16248"/>
                  </a:lnTo>
                  <a:lnTo>
                    <a:pt x="694159" y="7416"/>
                  </a:lnTo>
                  <a:lnTo>
                    <a:pt x="648355" y="2011"/>
                  </a:lnTo>
                  <a:lnTo>
                    <a:pt x="602451" y="0"/>
                  </a:lnTo>
                  <a:close/>
                </a:path>
              </a:pathLst>
            </a:custGeom>
            <a:solidFill>
              <a:srgbClr val="31AC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8367855" y="5507828"/>
              <a:ext cx="605155" cy="810895"/>
            </a:xfrm>
            <a:custGeom>
              <a:avLst/>
              <a:gdLst/>
              <a:ahLst/>
              <a:cxnLst/>
              <a:rect l="l" t="t" r="r" b="b"/>
              <a:pathLst>
                <a:path w="605154" h="810895">
                  <a:moveTo>
                    <a:pt x="28142" y="0"/>
                  </a:moveTo>
                  <a:lnTo>
                    <a:pt x="15970" y="44961"/>
                  </a:lnTo>
                  <a:lnTo>
                    <a:pt x="7245" y="90402"/>
                  </a:lnTo>
                  <a:lnTo>
                    <a:pt x="1933" y="136129"/>
                  </a:lnTo>
                  <a:lnTo>
                    <a:pt x="0" y="181951"/>
                  </a:lnTo>
                  <a:lnTo>
                    <a:pt x="1412" y="227674"/>
                  </a:lnTo>
                  <a:lnTo>
                    <a:pt x="6135" y="273106"/>
                  </a:lnTo>
                  <a:lnTo>
                    <a:pt x="14136" y="318053"/>
                  </a:lnTo>
                  <a:lnTo>
                    <a:pt x="25381" y="362325"/>
                  </a:lnTo>
                  <a:lnTo>
                    <a:pt x="39836" y="405726"/>
                  </a:lnTo>
                  <a:lnTo>
                    <a:pt x="57467" y="448067"/>
                  </a:lnTo>
                  <a:lnTo>
                    <a:pt x="78240" y="489152"/>
                  </a:lnTo>
                  <a:lnTo>
                    <a:pt x="102122" y="528791"/>
                  </a:lnTo>
                  <a:lnTo>
                    <a:pt x="129078" y="566789"/>
                  </a:lnTo>
                  <a:lnTo>
                    <a:pt x="159075" y="602956"/>
                  </a:lnTo>
                  <a:lnTo>
                    <a:pt x="192079" y="637097"/>
                  </a:lnTo>
                  <a:lnTo>
                    <a:pt x="228056" y="669020"/>
                  </a:lnTo>
                  <a:lnTo>
                    <a:pt x="266972" y="698533"/>
                  </a:lnTo>
                  <a:lnTo>
                    <a:pt x="310821" y="726596"/>
                  </a:lnTo>
                  <a:lnTo>
                    <a:pt x="356085" y="750568"/>
                  </a:lnTo>
                  <a:lnTo>
                    <a:pt x="402533" y="770496"/>
                  </a:lnTo>
                  <a:lnTo>
                    <a:pt x="449929" y="786426"/>
                  </a:lnTo>
                  <a:lnTo>
                    <a:pt x="498041" y="798407"/>
                  </a:lnTo>
                  <a:lnTo>
                    <a:pt x="546634" y="806485"/>
                  </a:lnTo>
                  <a:lnTo>
                    <a:pt x="595475" y="810708"/>
                  </a:lnTo>
                  <a:lnTo>
                    <a:pt x="605109" y="643572"/>
                  </a:lnTo>
                  <a:lnTo>
                    <a:pt x="554716" y="638607"/>
                  </a:lnTo>
                  <a:lnTo>
                    <a:pt x="504805" y="628054"/>
                  </a:lnTo>
                  <a:lnTo>
                    <a:pt x="455856" y="611785"/>
                  </a:lnTo>
                  <a:lnTo>
                    <a:pt x="408348" y="589674"/>
                  </a:lnTo>
                  <a:lnTo>
                    <a:pt x="362760" y="561595"/>
                  </a:lnTo>
                  <a:lnTo>
                    <a:pt x="322945" y="530383"/>
                  </a:lnTo>
                  <a:lnTo>
                    <a:pt x="287485" y="495735"/>
                  </a:lnTo>
                  <a:lnTo>
                    <a:pt x="256453" y="458056"/>
                  </a:lnTo>
                  <a:lnTo>
                    <a:pt x="229917" y="417747"/>
                  </a:lnTo>
                  <a:lnTo>
                    <a:pt x="207950" y="375212"/>
                  </a:lnTo>
                  <a:lnTo>
                    <a:pt x="190620" y="330853"/>
                  </a:lnTo>
                  <a:lnTo>
                    <a:pt x="177999" y="285074"/>
                  </a:lnTo>
                  <a:lnTo>
                    <a:pt x="170157" y="238277"/>
                  </a:lnTo>
                  <a:lnTo>
                    <a:pt x="167165" y="190866"/>
                  </a:lnTo>
                  <a:lnTo>
                    <a:pt x="169092" y="143242"/>
                  </a:lnTo>
                  <a:lnTo>
                    <a:pt x="176011" y="95810"/>
                  </a:lnTo>
                  <a:lnTo>
                    <a:pt x="187990" y="48972"/>
                  </a:lnTo>
                  <a:lnTo>
                    <a:pt x="28142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8248691" y="5070817"/>
              <a:ext cx="433070" cy="1167765"/>
            </a:xfrm>
            <a:custGeom>
              <a:avLst/>
              <a:gdLst/>
              <a:ahLst/>
              <a:cxnLst/>
              <a:rect l="l" t="t" r="r" b="b"/>
              <a:pathLst>
                <a:path w="433070" h="1167764">
                  <a:moveTo>
                    <a:pt x="332164" y="0"/>
                  </a:moveTo>
                  <a:lnTo>
                    <a:pt x="293882" y="27122"/>
                  </a:lnTo>
                  <a:lnTo>
                    <a:pt x="257612" y="56448"/>
                  </a:lnTo>
                  <a:lnTo>
                    <a:pt x="223424" y="87852"/>
                  </a:lnTo>
                  <a:lnTo>
                    <a:pt x="191386" y="121212"/>
                  </a:lnTo>
                  <a:lnTo>
                    <a:pt x="161569" y="156403"/>
                  </a:lnTo>
                  <a:lnTo>
                    <a:pt x="134041" y="193301"/>
                  </a:lnTo>
                  <a:lnTo>
                    <a:pt x="108873" y="231783"/>
                  </a:lnTo>
                  <a:lnTo>
                    <a:pt x="86134" y="271724"/>
                  </a:lnTo>
                  <a:lnTo>
                    <a:pt x="65893" y="313001"/>
                  </a:lnTo>
                  <a:lnTo>
                    <a:pt x="48220" y="355489"/>
                  </a:lnTo>
                  <a:lnTo>
                    <a:pt x="33184" y="399064"/>
                  </a:lnTo>
                  <a:lnTo>
                    <a:pt x="20855" y="443604"/>
                  </a:lnTo>
                  <a:lnTo>
                    <a:pt x="11303" y="488983"/>
                  </a:lnTo>
                  <a:lnTo>
                    <a:pt x="4596" y="535079"/>
                  </a:lnTo>
                  <a:lnTo>
                    <a:pt x="805" y="581766"/>
                  </a:lnTo>
                  <a:lnTo>
                    <a:pt x="0" y="628921"/>
                  </a:lnTo>
                  <a:lnTo>
                    <a:pt x="2248" y="676420"/>
                  </a:lnTo>
                  <a:lnTo>
                    <a:pt x="7621" y="724140"/>
                  </a:lnTo>
                  <a:lnTo>
                    <a:pt x="16187" y="771956"/>
                  </a:lnTo>
                  <a:lnTo>
                    <a:pt x="28016" y="819744"/>
                  </a:lnTo>
                  <a:lnTo>
                    <a:pt x="44469" y="870914"/>
                  </a:lnTo>
                  <a:lnTo>
                    <a:pt x="64253" y="920058"/>
                  </a:lnTo>
                  <a:lnTo>
                    <a:pt x="87204" y="967090"/>
                  </a:lnTo>
                  <a:lnTo>
                    <a:pt x="113157" y="1011922"/>
                  </a:lnTo>
                  <a:lnTo>
                    <a:pt x="141949" y="1054466"/>
                  </a:lnTo>
                  <a:lnTo>
                    <a:pt x="173413" y="1094636"/>
                  </a:lnTo>
                  <a:lnTo>
                    <a:pt x="207387" y="1132344"/>
                  </a:lnTo>
                  <a:lnTo>
                    <a:pt x="243706" y="1167503"/>
                  </a:lnTo>
                  <a:lnTo>
                    <a:pt x="366571" y="1034052"/>
                  </a:lnTo>
                  <a:lnTo>
                    <a:pt x="330135" y="998134"/>
                  </a:lnTo>
                  <a:lnTo>
                    <a:pt x="296942" y="958798"/>
                  </a:lnTo>
                  <a:lnTo>
                    <a:pt x="267290" y="916202"/>
                  </a:lnTo>
                  <a:lnTo>
                    <a:pt x="241480" y="870503"/>
                  </a:lnTo>
                  <a:lnTo>
                    <a:pt x="219813" y="821858"/>
                  </a:lnTo>
                  <a:lnTo>
                    <a:pt x="202587" y="770426"/>
                  </a:lnTo>
                  <a:lnTo>
                    <a:pt x="191216" y="722246"/>
                  </a:lnTo>
                  <a:lnTo>
                    <a:pt x="184204" y="674083"/>
                  </a:lnTo>
                  <a:lnTo>
                    <a:pt x="181425" y="626162"/>
                  </a:lnTo>
                  <a:lnTo>
                    <a:pt x="182754" y="578704"/>
                  </a:lnTo>
                  <a:lnTo>
                    <a:pt x="188068" y="531932"/>
                  </a:lnTo>
                  <a:lnTo>
                    <a:pt x="197240" y="486069"/>
                  </a:lnTo>
                  <a:lnTo>
                    <a:pt x="210147" y="441337"/>
                  </a:lnTo>
                  <a:lnTo>
                    <a:pt x="226663" y="397958"/>
                  </a:lnTo>
                  <a:lnTo>
                    <a:pt x="246664" y="356156"/>
                  </a:lnTo>
                  <a:lnTo>
                    <a:pt x="270025" y="316153"/>
                  </a:lnTo>
                  <a:lnTo>
                    <a:pt x="296621" y="278171"/>
                  </a:lnTo>
                  <a:lnTo>
                    <a:pt x="326328" y="242432"/>
                  </a:lnTo>
                  <a:lnTo>
                    <a:pt x="359020" y="209160"/>
                  </a:lnTo>
                  <a:lnTo>
                    <a:pt x="394573" y="178577"/>
                  </a:lnTo>
                  <a:lnTo>
                    <a:pt x="432862" y="150906"/>
                  </a:lnTo>
                  <a:lnTo>
                    <a:pt x="332164" y="0"/>
                  </a:lnTo>
                  <a:close/>
                </a:path>
              </a:pathLst>
            </a:custGeom>
            <a:solidFill>
              <a:srgbClr val="37827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3" name="object 173" descr=""/>
          <p:cNvSpPr/>
          <p:nvPr/>
        </p:nvSpPr>
        <p:spPr>
          <a:xfrm>
            <a:off x="11479462" y="2082385"/>
            <a:ext cx="1679575" cy="532130"/>
          </a:xfrm>
          <a:custGeom>
            <a:avLst/>
            <a:gdLst/>
            <a:ahLst/>
            <a:cxnLst/>
            <a:rect l="l" t="t" r="r" b="b"/>
            <a:pathLst>
              <a:path w="1679575" h="532130">
                <a:moveTo>
                  <a:pt x="18219" y="0"/>
                </a:moveTo>
                <a:lnTo>
                  <a:pt x="0" y="9507"/>
                </a:lnTo>
                <a:lnTo>
                  <a:pt x="1794" y="11106"/>
                </a:lnTo>
                <a:lnTo>
                  <a:pt x="6592" y="14758"/>
                </a:lnTo>
                <a:lnTo>
                  <a:pt x="38621" y="36878"/>
                </a:lnTo>
                <a:lnTo>
                  <a:pt x="74277" y="59764"/>
                </a:lnTo>
                <a:lnTo>
                  <a:pt x="121013" y="88079"/>
                </a:lnTo>
                <a:lnTo>
                  <a:pt x="178517" y="120894"/>
                </a:lnTo>
                <a:lnTo>
                  <a:pt x="246474" y="157279"/>
                </a:lnTo>
                <a:lnTo>
                  <a:pt x="284276" y="176520"/>
                </a:lnTo>
                <a:lnTo>
                  <a:pt x="324575" y="196305"/>
                </a:lnTo>
                <a:lnTo>
                  <a:pt x="367330" y="216518"/>
                </a:lnTo>
                <a:lnTo>
                  <a:pt x="412505" y="237044"/>
                </a:lnTo>
                <a:lnTo>
                  <a:pt x="460059" y="257765"/>
                </a:lnTo>
                <a:lnTo>
                  <a:pt x="509953" y="278566"/>
                </a:lnTo>
                <a:lnTo>
                  <a:pt x="562149" y="299331"/>
                </a:lnTo>
                <a:lnTo>
                  <a:pt x="616607" y="319943"/>
                </a:lnTo>
                <a:lnTo>
                  <a:pt x="673288" y="340287"/>
                </a:lnTo>
                <a:lnTo>
                  <a:pt x="732154" y="360246"/>
                </a:lnTo>
                <a:lnTo>
                  <a:pt x="793165" y="379704"/>
                </a:lnTo>
                <a:lnTo>
                  <a:pt x="856282" y="398545"/>
                </a:lnTo>
                <a:lnTo>
                  <a:pt x="921467" y="416653"/>
                </a:lnTo>
                <a:lnTo>
                  <a:pt x="988679" y="433912"/>
                </a:lnTo>
                <a:lnTo>
                  <a:pt x="1057881" y="450206"/>
                </a:lnTo>
                <a:lnTo>
                  <a:pt x="1129033" y="465418"/>
                </a:lnTo>
                <a:lnTo>
                  <a:pt x="1202096" y="479432"/>
                </a:lnTo>
                <a:lnTo>
                  <a:pt x="1277031" y="492133"/>
                </a:lnTo>
                <a:lnTo>
                  <a:pt x="1353799" y="503404"/>
                </a:lnTo>
                <a:lnTo>
                  <a:pt x="1432361" y="513129"/>
                </a:lnTo>
                <a:lnTo>
                  <a:pt x="1512677" y="521193"/>
                </a:lnTo>
                <a:lnTo>
                  <a:pt x="1594710" y="527477"/>
                </a:lnTo>
                <a:lnTo>
                  <a:pt x="1678420" y="531868"/>
                </a:lnTo>
                <a:lnTo>
                  <a:pt x="1679257" y="511345"/>
                </a:lnTo>
                <a:lnTo>
                  <a:pt x="1596570" y="507019"/>
                </a:lnTo>
                <a:lnTo>
                  <a:pt x="1515525" y="500842"/>
                </a:lnTo>
                <a:lnTo>
                  <a:pt x="1436161" y="492927"/>
                </a:lnTo>
                <a:lnTo>
                  <a:pt x="1358518" y="483388"/>
                </a:lnTo>
                <a:lnTo>
                  <a:pt x="1282634" y="472339"/>
                </a:lnTo>
                <a:lnTo>
                  <a:pt x="1208551" y="459893"/>
                </a:lnTo>
                <a:lnTo>
                  <a:pt x="1136306" y="446164"/>
                </a:lnTo>
                <a:lnTo>
                  <a:pt x="1065939" y="431265"/>
                </a:lnTo>
                <a:lnTo>
                  <a:pt x="997490" y="415309"/>
                </a:lnTo>
                <a:lnTo>
                  <a:pt x="930998" y="398411"/>
                </a:lnTo>
                <a:lnTo>
                  <a:pt x="866502" y="380683"/>
                </a:lnTo>
                <a:lnTo>
                  <a:pt x="804042" y="362239"/>
                </a:lnTo>
                <a:lnTo>
                  <a:pt x="743658" y="343194"/>
                </a:lnTo>
                <a:lnTo>
                  <a:pt x="685388" y="323659"/>
                </a:lnTo>
                <a:lnTo>
                  <a:pt x="629273" y="303749"/>
                </a:lnTo>
                <a:lnTo>
                  <a:pt x="575351" y="283577"/>
                </a:lnTo>
                <a:lnTo>
                  <a:pt x="523661" y="263258"/>
                </a:lnTo>
                <a:lnTo>
                  <a:pt x="474244" y="242903"/>
                </a:lnTo>
                <a:lnTo>
                  <a:pt x="427139" y="222627"/>
                </a:lnTo>
                <a:lnTo>
                  <a:pt x="382385" y="202544"/>
                </a:lnTo>
                <a:lnTo>
                  <a:pt x="340021" y="182767"/>
                </a:lnTo>
                <a:lnTo>
                  <a:pt x="300087" y="163408"/>
                </a:lnTo>
                <a:lnTo>
                  <a:pt x="262623" y="144583"/>
                </a:lnTo>
                <a:lnTo>
                  <a:pt x="227667" y="126404"/>
                </a:lnTo>
                <a:lnTo>
                  <a:pt x="165439" y="92440"/>
                </a:lnTo>
                <a:lnTo>
                  <a:pt x="113719" y="62424"/>
                </a:lnTo>
                <a:lnTo>
                  <a:pt x="72821" y="37263"/>
                </a:lnTo>
                <a:lnTo>
                  <a:pt x="32458" y="10614"/>
                </a:lnTo>
                <a:lnTo>
                  <a:pt x="19997" y="1567"/>
                </a:lnTo>
                <a:lnTo>
                  <a:pt x="18219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 descr=""/>
          <p:cNvSpPr/>
          <p:nvPr/>
        </p:nvSpPr>
        <p:spPr>
          <a:xfrm>
            <a:off x="11043938" y="1314831"/>
            <a:ext cx="236220" cy="134620"/>
          </a:xfrm>
          <a:custGeom>
            <a:avLst/>
            <a:gdLst/>
            <a:ahLst/>
            <a:cxnLst/>
            <a:rect l="l" t="t" r="r" b="b"/>
            <a:pathLst>
              <a:path w="236220" h="134619">
                <a:moveTo>
                  <a:pt x="236024" y="0"/>
                </a:moveTo>
                <a:lnTo>
                  <a:pt x="0" y="0"/>
                </a:lnTo>
                <a:lnTo>
                  <a:pt x="0" y="32993"/>
                </a:lnTo>
                <a:lnTo>
                  <a:pt x="210307" y="32993"/>
                </a:lnTo>
                <a:lnTo>
                  <a:pt x="210307" y="101441"/>
                </a:lnTo>
                <a:lnTo>
                  <a:pt x="163230" y="101441"/>
                </a:lnTo>
                <a:lnTo>
                  <a:pt x="164853" y="134456"/>
                </a:lnTo>
                <a:lnTo>
                  <a:pt x="236024" y="134456"/>
                </a:lnTo>
                <a:lnTo>
                  <a:pt x="236024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 descr=""/>
          <p:cNvSpPr/>
          <p:nvPr/>
        </p:nvSpPr>
        <p:spPr>
          <a:xfrm>
            <a:off x="11217676" y="2117732"/>
            <a:ext cx="34925" cy="203835"/>
          </a:xfrm>
          <a:custGeom>
            <a:avLst/>
            <a:gdLst/>
            <a:ahLst/>
            <a:cxnLst/>
            <a:rect l="l" t="t" r="r" b="b"/>
            <a:pathLst>
              <a:path w="34925" h="203835">
                <a:moveTo>
                  <a:pt x="0" y="0"/>
                </a:moveTo>
                <a:lnTo>
                  <a:pt x="8806" y="183973"/>
                </a:lnTo>
                <a:lnTo>
                  <a:pt x="34868" y="203815"/>
                </a:lnTo>
                <a:lnTo>
                  <a:pt x="25077" y="230"/>
                </a:lnTo>
                <a:lnTo>
                  <a:pt x="0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 descr=""/>
          <p:cNvSpPr/>
          <p:nvPr/>
        </p:nvSpPr>
        <p:spPr>
          <a:xfrm>
            <a:off x="11050213" y="1416274"/>
            <a:ext cx="168275" cy="194310"/>
          </a:xfrm>
          <a:custGeom>
            <a:avLst/>
            <a:gdLst/>
            <a:ahLst/>
            <a:cxnLst/>
            <a:rect l="l" t="t" r="r" b="b"/>
            <a:pathLst>
              <a:path w="168275" h="194309">
                <a:moveTo>
                  <a:pt x="158874" y="0"/>
                </a:moveTo>
                <a:lnTo>
                  <a:pt x="0" y="0"/>
                </a:lnTo>
                <a:lnTo>
                  <a:pt x="0" y="33014"/>
                </a:lnTo>
                <a:lnTo>
                  <a:pt x="135388" y="33014"/>
                </a:lnTo>
                <a:lnTo>
                  <a:pt x="142791" y="187680"/>
                </a:lnTo>
                <a:lnTo>
                  <a:pt x="163670" y="187125"/>
                </a:lnTo>
                <a:lnTo>
                  <a:pt x="168204" y="194287"/>
                </a:lnTo>
                <a:lnTo>
                  <a:pt x="158874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 descr=""/>
          <p:cNvSpPr/>
          <p:nvPr/>
        </p:nvSpPr>
        <p:spPr>
          <a:xfrm>
            <a:off x="11228389" y="2341294"/>
            <a:ext cx="34290" cy="182245"/>
          </a:xfrm>
          <a:custGeom>
            <a:avLst/>
            <a:gdLst/>
            <a:ahLst/>
            <a:cxnLst/>
            <a:rect l="l" t="t" r="r" b="b"/>
            <a:pathLst>
              <a:path w="34290" h="182244">
                <a:moveTo>
                  <a:pt x="0" y="0"/>
                </a:moveTo>
                <a:lnTo>
                  <a:pt x="8743" y="181921"/>
                </a:lnTo>
                <a:lnTo>
                  <a:pt x="33841" y="182025"/>
                </a:lnTo>
                <a:lnTo>
                  <a:pt x="26041" y="19852"/>
                </a:lnTo>
                <a:lnTo>
                  <a:pt x="0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 descr=""/>
          <p:cNvSpPr/>
          <p:nvPr/>
        </p:nvSpPr>
        <p:spPr>
          <a:xfrm>
            <a:off x="11194593" y="1636708"/>
            <a:ext cx="46990" cy="448309"/>
          </a:xfrm>
          <a:custGeom>
            <a:avLst/>
            <a:gdLst/>
            <a:ahLst/>
            <a:cxnLst/>
            <a:rect l="l" t="t" r="r" b="b"/>
            <a:pathLst>
              <a:path w="46990" h="448310">
                <a:moveTo>
                  <a:pt x="7800" y="0"/>
                </a:moveTo>
                <a:lnTo>
                  <a:pt x="0" y="251"/>
                </a:lnTo>
                <a:lnTo>
                  <a:pt x="21496" y="448007"/>
                </a:lnTo>
                <a:lnTo>
                  <a:pt x="46574" y="448237"/>
                </a:lnTo>
                <a:lnTo>
                  <a:pt x="26512" y="29475"/>
                </a:lnTo>
                <a:lnTo>
                  <a:pt x="7800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 descr=""/>
          <p:cNvSpPr/>
          <p:nvPr/>
        </p:nvSpPr>
        <p:spPr>
          <a:xfrm>
            <a:off x="11050219" y="2556213"/>
            <a:ext cx="268605" cy="1141095"/>
          </a:xfrm>
          <a:custGeom>
            <a:avLst/>
            <a:gdLst/>
            <a:ahLst/>
            <a:cxnLst/>
            <a:rect l="l" t="t" r="r" b="b"/>
            <a:pathLst>
              <a:path w="268604" h="1141095">
                <a:moveTo>
                  <a:pt x="188486" y="0"/>
                </a:moveTo>
                <a:lnTo>
                  <a:pt x="241626" y="1107526"/>
                </a:lnTo>
                <a:lnTo>
                  <a:pt x="0" y="1107526"/>
                </a:lnTo>
                <a:lnTo>
                  <a:pt x="0" y="1140562"/>
                </a:lnTo>
                <a:lnTo>
                  <a:pt x="268337" y="1140562"/>
                </a:lnTo>
                <a:lnTo>
                  <a:pt x="213595" y="125"/>
                </a:lnTo>
                <a:lnTo>
                  <a:pt x="188486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 descr=""/>
          <p:cNvSpPr/>
          <p:nvPr/>
        </p:nvSpPr>
        <p:spPr>
          <a:xfrm>
            <a:off x="11050213" y="1603405"/>
            <a:ext cx="492759" cy="517525"/>
          </a:xfrm>
          <a:custGeom>
            <a:avLst/>
            <a:gdLst/>
            <a:ahLst/>
            <a:cxnLst/>
            <a:rect l="l" t="t" r="r" b="b"/>
            <a:pathLst>
              <a:path w="492759" h="517525">
                <a:moveTo>
                  <a:pt x="163670" y="0"/>
                </a:moveTo>
                <a:lnTo>
                  <a:pt x="0" y="4471"/>
                </a:lnTo>
                <a:lnTo>
                  <a:pt x="0" y="37496"/>
                </a:lnTo>
                <a:lnTo>
                  <a:pt x="152183" y="33307"/>
                </a:lnTo>
                <a:lnTo>
                  <a:pt x="438353" y="483733"/>
                </a:lnTo>
                <a:lnTo>
                  <a:pt x="0" y="479817"/>
                </a:lnTo>
                <a:lnTo>
                  <a:pt x="0" y="512801"/>
                </a:lnTo>
                <a:lnTo>
                  <a:pt x="192538" y="514560"/>
                </a:lnTo>
                <a:lnTo>
                  <a:pt x="492278" y="517251"/>
                </a:lnTo>
                <a:lnTo>
                  <a:pt x="163670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 descr=""/>
          <p:cNvSpPr/>
          <p:nvPr/>
        </p:nvSpPr>
        <p:spPr>
          <a:xfrm>
            <a:off x="11050219" y="2290242"/>
            <a:ext cx="512445" cy="267970"/>
          </a:xfrm>
          <a:custGeom>
            <a:avLst/>
            <a:gdLst/>
            <a:ahLst/>
            <a:cxnLst/>
            <a:rect l="l" t="t" r="r" b="b"/>
            <a:pathLst>
              <a:path w="512445" h="267969">
                <a:moveTo>
                  <a:pt x="161220" y="0"/>
                </a:moveTo>
                <a:lnTo>
                  <a:pt x="0" y="2136"/>
                </a:lnTo>
                <a:lnTo>
                  <a:pt x="0" y="35161"/>
                </a:lnTo>
                <a:lnTo>
                  <a:pt x="154602" y="33087"/>
                </a:lnTo>
                <a:lnTo>
                  <a:pt x="418332" y="233950"/>
                </a:lnTo>
                <a:lnTo>
                  <a:pt x="0" y="232139"/>
                </a:lnTo>
                <a:lnTo>
                  <a:pt x="0" y="265164"/>
                </a:lnTo>
                <a:lnTo>
                  <a:pt x="213595" y="266096"/>
                </a:lnTo>
                <a:lnTo>
                  <a:pt x="512246" y="267405"/>
                </a:lnTo>
                <a:lnTo>
                  <a:pt x="161220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10704576" y="1314925"/>
            <a:ext cx="501650" cy="2381885"/>
          </a:xfrm>
          <a:custGeom>
            <a:avLst/>
            <a:gdLst/>
            <a:ahLst/>
            <a:cxnLst/>
            <a:rect l="l" t="t" r="r" b="b"/>
            <a:pathLst>
              <a:path w="501650" h="2381885">
                <a:moveTo>
                  <a:pt x="501243" y="2381847"/>
                </a:moveTo>
                <a:lnTo>
                  <a:pt x="499656" y="2348827"/>
                </a:lnTo>
                <a:lnTo>
                  <a:pt x="474535" y="1825574"/>
                </a:lnTo>
                <a:lnTo>
                  <a:pt x="474535" y="2348827"/>
                </a:lnTo>
                <a:lnTo>
                  <a:pt x="26657" y="2348827"/>
                </a:lnTo>
                <a:lnTo>
                  <a:pt x="132943" y="134620"/>
                </a:lnTo>
                <a:lnTo>
                  <a:pt x="368287" y="134620"/>
                </a:lnTo>
                <a:lnTo>
                  <a:pt x="474535" y="2348827"/>
                </a:lnTo>
                <a:lnTo>
                  <a:pt x="474535" y="1825574"/>
                </a:lnTo>
                <a:lnTo>
                  <a:pt x="393357" y="134620"/>
                </a:lnTo>
                <a:lnTo>
                  <a:pt x="462673" y="134620"/>
                </a:lnTo>
                <a:lnTo>
                  <a:pt x="462673" y="101600"/>
                </a:lnTo>
                <a:lnTo>
                  <a:pt x="391769" y="101600"/>
                </a:lnTo>
                <a:lnTo>
                  <a:pt x="391769" y="101358"/>
                </a:lnTo>
                <a:lnTo>
                  <a:pt x="109435" y="101358"/>
                </a:lnTo>
                <a:lnTo>
                  <a:pt x="109423" y="101600"/>
                </a:lnTo>
                <a:lnTo>
                  <a:pt x="63614" y="101600"/>
                </a:lnTo>
                <a:lnTo>
                  <a:pt x="63614" y="33020"/>
                </a:lnTo>
                <a:lnTo>
                  <a:pt x="437629" y="33020"/>
                </a:lnTo>
                <a:lnTo>
                  <a:pt x="437629" y="101346"/>
                </a:lnTo>
                <a:lnTo>
                  <a:pt x="462673" y="101346"/>
                </a:lnTo>
                <a:lnTo>
                  <a:pt x="462673" y="33020"/>
                </a:lnTo>
                <a:lnTo>
                  <a:pt x="462673" y="0"/>
                </a:lnTo>
                <a:lnTo>
                  <a:pt x="38544" y="0"/>
                </a:lnTo>
                <a:lnTo>
                  <a:pt x="38544" y="33020"/>
                </a:lnTo>
                <a:lnTo>
                  <a:pt x="38544" y="101600"/>
                </a:lnTo>
                <a:lnTo>
                  <a:pt x="38544" y="134620"/>
                </a:lnTo>
                <a:lnTo>
                  <a:pt x="107835" y="134620"/>
                </a:lnTo>
                <a:lnTo>
                  <a:pt x="0" y="2381847"/>
                </a:lnTo>
                <a:lnTo>
                  <a:pt x="501243" y="2381847"/>
                </a:lnTo>
                <a:close/>
              </a:path>
            </a:pathLst>
          </a:custGeom>
          <a:solidFill>
            <a:srgbClr val="4241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/>
          <p:nvPr/>
        </p:nvSpPr>
        <p:spPr>
          <a:xfrm>
            <a:off x="10581332" y="3773646"/>
            <a:ext cx="788035" cy="31750"/>
          </a:xfrm>
          <a:custGeom>
            <a:avLst/>
            <a:gdLst/>
            <a:ahLst/>
            <a:cxnLst/>
            <a:rect l="l" t="t" r="r" b="b"/>
            <a:pathLst>
              <a:path w="788034" h="31750">
                <a:moveTo>
                  <a:pt x="0" y="31750"/>
                </a:moveTo>
                <a:lnTo>
                  <a:pt x="787473" y="31750"/>
                </a:lnTo>
                <a:lnTo>
                  <a:pt x="787473" y="0"/>
                </a:lnTo>
                <a:lnTo>
                  <a:pt x="0" y="0"/>
                </a:lnTo>
                <a:lnTo>
                  <a:pt x="0" y="31750"/>
                </a:lnTo>
                <a:close/>
              </a:path>
            </a:pathLst>
          </a:custGeom>
          <a:solidFill>
            <a:srgbClr val="4241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4" name="object 184" descr=""/>
          <p:cNvGrpSpPr/>
          <p:nvPr/>
        </p:nvGrpSpPr>
        <p:grpSpPr>
          <a:xfrm>
            <a:off x="10491123" y="1422621"/>
            <a:ext cx="999490" cy="2383790"/>
            <a:chOff x="10491123" y="1422621"/>
            <a:chExt cx="999490" cy="2383790"/>
          </a:xfrm>
        </p:grpSpPr>
        <p:sp>
          <p:nvSpPr>
            <p:cNvPr id="185" name="object 185" descr=""/>
            <p:cNvSpPr/>
            <p:nvPr/>
          </p:nvSpPr>
          <p:spPr>
            <a:xfrm>
              <a:off x="10491114" y="1422621"/>
              <a:ext cx="958850" cy="2383790"/>
            </a:xfrm>
            <a:custGeom>
              <a:avLst/>
              <a:gdLst/>
              <a:ahLst/>
              <a:cxnLst/>
              <a:rect l="l" t="t" r="r" b="b"/>
              <a:pathLst>
                <a:path w="958850" h="2383790">
                  <a:moveTo>
                    <a:pt x="958634" y="1135037"/>
                  </a:moveTo>
                  <a:lnTo>
                    <a:pt x="914717" y="1101572"/>
                  </a:lnTo>
                  <a:lnTo>
                    <a:pt x="864704" y="1063485"/>
                  </a:lnTo>
                  <a:lnTo>
                    <a:pt x="864704" y="1101572"/>
                  </a:lnTo>
                  <a:lnTo>
                    <a:pt x="491223" y="1099959"/>
                  </a:lnTo>
                  <a:lnTo>
                    <a:pt x="617562" y="913358"/>
                  </a:lnTo>
                  <a:lnTo>
                    <a:pt x="864704" y="1101572"/>
                  </a:lnTo>
                  <a:lnTo>
                    <a:pt x="864704" y="1063485"/>
                  </a:lnTo>
                  <a:lnTo>
                    <a:pt x="651014" y="900709"/>
                  </a:lnTo>
                  <a:lnTo>
                    <a:pt x="634593" y="888212"/>
                  </a:lnTo>
                  <a:lnTo>
                    <a:pt x="641337" y="878255"/>
                  </a:lnTo>
                  <a:lnTo>
                    <a:pt x="597484" y="821601"/>
                  </a:lnTo>
                  <a:lnTo>
                    <a:pt x="597484" y="867765"/>
                  </a:lnTo>
                  <a:lnTo>
                    <a:pt x="592467" y="867841"/>
                  </a:lnTo>
                  <a:lnTo>
                    <a:pt x="592467" y="900823"/>
                  </a:lnTo>
                  <a:lnTo>
                    <a:pt x="457974" y="1099489"/>
                  </a:lnTo>
                  <a:lnTo>
                    <a:pt x="423557" y="1051699"/>
                  </a:lnTo>
                  <a:lnTo>
                    <a:pt x="423557" y="1099667"/>
                  </a:lnTo>
                  <a:lnTo>
                    <a:pt x="86906" y="1098207"/>
                  </a:lnTo>
                  <a:lnTo>
                    <a:pt x="297535" y="924661"/>
                  </a:lnTo>
                  <a:lnTo>
                    <a:pt x="423557" y="1099667"/>
                  </a:lnTo>
                  <a:lnTo>
                    <a:pt x="423557" y="1051699"/>
                  </a:lnTo>
                  <a:lnTo>
                    <a:pt x="319214" y="906792"/>
                  </a:lnTo>
                  <a:lnTo>
                    <a:pt x="322110" y="904405"/>
                  </a:lnTo>
                  <a:lnTo>
                    <a:pt x="592467" y="900823"/>
                  </a:lnTo>
                  <a:lnTo>
                    <a:pt x="592467" y="867841"/>
                  </a:lnTo>
                  <a:lnTo>
                    <a:pt x="335241" y="871232"/>
                  </a:lnTo>
                  <a:lnTo>
                    <a:pt x="464121" y="695464"/>
                  </a:lnTo>
                  <a:lnTo>
                    <a:pt x="597484" y="867765"/>
                  </a:lnTo>
                  <a:lnTo>
                    <a:pt x="597484" y="821601"/>
                  </a:lnTo>
                  <a:lnTo>
                    <a:pt x="498792" y="694080"/>
                  </a:lnTo>
                  <a:lnTo>
                    <a:pt x="938631" y="698042"/>
                  </a:lnTo>
                  <a:lnTo>
                    <a:pt x="917333" y="664527"/>
                  </a:lnTo>
                  <a:lnTo>
                    <a:pt x="884707" y="613181"/>
                  </a:lnTo>
                  <a:lnTo>
                    <a:pt x="884707" y="664527"/>
                  </a:lnTo>
                  <a:lnTo>
                    <a:pt x="489419" y="660984"/>
                  </a:lnTo>
                  <a:lnTo>
                    <a:pt x="626262" y="474345"/>
                  </a:lnTo>
                  <a:lnTo>
                    <a:pt x="593115" y="418553"/>
                  </a:lnTo>
                  <a:lnTo>
                    <a:pt x="593115" y="472059"/>
                  </a:lnTo>
                  <a:lnTo>
                    <a:pt x="463626" y="648639"/>
                  </a:lnTo>
                  <a:lnTo>
                    <a:pt x="338658" y="487133"/>
                  </a:lnTo>
                  <a:lnTo>
                    <a:pt x="467296" y="260273"/>
                  </a:lnTo>
                  <a:lnTo>
                    <a:pt x="593115" y="472059"/>
                  </a:lnTo>
                  <a:lnTo>
                    <a:pt x="593115" y="418553"/>
                  </a:lnTo>
                  <a:lnTo>
                    <a:pt x="482828" y="232879"/>
                  </a:lnTo>
                  <a:lnTo>
                    <a:pt x="491820" y="217017"/>
                  </a:lnTo>
                  <a:lnTo>
                    <a:pt x="598525" y="214096"/>
                  </a:lnTo>
                  <a:lnTo>
                    <a:pt x="884707" y="664527"/>
                  </a:lnTo>
                  <a:lnTo>
                    <a:pt x="884707" y="613181"/>
                  </a:lnTo>
                  <a:lnTo>
                    <a:pt x="631190" y="214096"/>
                  </a:lnTo>
                  <a:lnTo>
                    <a:pt x="610019" y="180784"/>
                  </a:lnTo>
                  <a:lnTo>
                    <a:pt x="510832" y="183502"/>
                  </a:lnTo>
                  <a:lnTo>
                    <a:pt x="603529" y="20040"/>
                  </a:lnTo>
                  <a:lnTo>
                    <a:pt x="583450" y="292"/>
                  </a:lnTo>
                  <a:lnTo>
                    <a:pt x="479056" y="184365"/>
                  </a:lnTo>
                  <a:lnTo>
                    <a:pt x="454406" y="185039"/>
                  </a:lnTo>
                  <a:lnTo>
                    <a:pt x="451294" y="179806"/>
                  </a:lnTo>
                  <a:lnTo>
                    <a:pt x="451294" y="233337"/>
                  </a:lnTo>
                  <a:lnTo>
                    <a:pt x="305473" y="490474"/>
                  </a:lnTo>
                  <a:lnTo>
                    <a:pt x="437057" y="660514"/>
                  </a:lnTo>
                  <a:lnTo>
                    <a:pt x="68846" y="657199"/>
                  </a:lnTo>
                  <a:lnTo>
                    <a:pt x="324713" y="221589"/>
                  </a:lnTo>
                  <a:lnTo>
                    <a:pt x="442391" y="218376"/>
                  </a:lnTo>
                  <a:lnTo>
                    <a:pt x="451294" y="233337"/>
                  </a:lnTo>
                  <a:lnTo>
                    <a:pt x="451294" y="179806"/>
                  </a:lnTo>
                  <a:lnTo>
                    <a:pt x="344512" y="0"/>
                  </a:lnTo>
                  <a:lnTo>
                    <a:pt x="324764" y="20332"/>
                  </a:lnTo>
                  <a:lnTo>
                    <a:pt x="423100" y="185902"/>
                  </a:lnTo>
                  <a:lnTo>
                    <a:pt x="312216" y="188925"/>
                  </a:lnTo>
                  <a:lnTo>
                    <a:pt x="18072" y="689737"/>
                  </a:lnTo>
                  <a:lnTo>
                    <a:pt x="430758" y="693470"/>
                  </a:lnTo>
                  <a:lnTo>
                    <a:pt x="279552" y="899680"/>
                  </a:lnTo>
                  <a:lnTo>
                    <a:pt x="279933" y="900226"/>
                  </a:lnTo>
                  <a:lnTo>
                    <a:pt x="0" y="1130808"/>
                  </a:lnTo>
                  <a:lnTo>
                    <a:pt x="435457" y="1132738"/>
                  </a:lnTo>
                  <a:lnTo>
                    <a:pt x="257568" y="1395488"/>
                  </a:lnTo>
                  <a:lnTo>
                    <a:pt x="445477" y="1611591"/>
                  </a:lnTo>
                  <a:lnTo>
                    <a:pt x="240741" y="1848053"/>
                  </a:lnTo>
                  <a:lnTo>
                    <a:pt x="447929" y="2041398"/>
                  </a:lnTo>
                  <a:lnTo>
                    <a:pt x="219798" y="2243963"/>
                  </a:lnTo>
                  <a:lnTo>
                    <a:pt x="222338" y="2248954"/>
                  </a:lnTo>
                  <a:lnTo>
                    <a:pt x="79095" y="2248954"/>
                  </a:lnTo>
                  <a:lnTo>
                    <a:pt x="79095" y="2383396"/>
                  </a:lnTo>
                  <a:lnTo>
                    <a:pt x="877684" y="2383396"/>
                  </a:lnTo>
                  <a:lnTo>
                    <a:pt x="877684" y="2350414"/>
                  </a:lnTo>
                  <a:lnTo>
                    <a:pt x="877684" y="2282444"/>
                  </a:lnTo>
                  <a:lnTo>
                    <a:pt x="877684" y="2281961"/>
                  </a:lnTo>
                  <a:lnTo>
                    <a:pt x="877684" y="2249424"/>
                  </a:lnTo>
                  <a:lnTo>
                    <a:pt x="877684" y="2248954"/>
                  </a:lnTo>
                  <a:lnTo>
                    <a:pt x="706005" y="2248954"/>
                  </a:lnTo>
                  <a:lnTo>
                    <a:pt x="708583" y="2244179"/>
                  </a:lnTo>
                  <a:lnTo>
                    <a:pt x="670356" y="2208517"/>
                  </a:lnTo>
                  <a:lnTo>
                    <a:pt x="670356" y="2248954"/>
                  </a:lnTo>
                  <a:lnTo>
                    <a:pt x="258978" y="2248954"/>
                  </a:lnTo>
                  <a:lnTo>
                    <a:pt x="469785" y="2061794"/>
                  </a:lnTo>
                  <a:lnTo>
                    <a:pt x="670356" y="2248954"/>
                  </a:lnTo>
                  <a:lnTo>
                    <a:pt x="670356" y="2208517"/>
                  </a:lnTo>
                  <a:lnTo>
                    <a:pt x="491998" y="2042071"/>
                  </a:lnTo>
                  <a:lnTo>
                    <a:pt x="698487" y="1858733"/>
                  </a:lnTo>
                  <a:lnTo>
                    <a:pt x="657466" y="1811578"/>
                  </a:lnTo>
                  <a:lnTo>
                    <a:pt x="657466" y="1855355"/>
                  </a:lnTo>
                  <a:lnTo>
                    <a:pt x="470141" y="2021674"/>
                  </a:lnTo>
                  <a:lnTo>
                    <a:pt x="281139" y="1845284"/>
                  </a:lnTo>
                  <a:lnTo>
                    <a:pt x="464515" y="1633474"/>
                  </a:lnTo>
                  <a:lnTo>
                    <a:pt x="657466" y="1855355"/>
                  </a:lnTo>
                  <a:lnTo>
                    <a:pt x="657466" y="1811578"/>
                  </a:lnTo>
                  <a:lnTo>
                    <a:pt x="483501" y="1611541"/>
                  </a:lnTo>
                  <a:lnTo>
                    <a:pt x="670852" y="1395133"/>
                  </a:lnTo>
                  <a:lnTo>
                    <a:pt x="634784" y="1345057"/>
                  </a:lnTo>
                  <a:lnTo>
                    <a:pt x="634784" y="1392936"/>
                  </a:lnTo>
                  <a:lnTo>
                    <a:pt x="464464" y="1589646"/>
                  </a:lnTo>
                  <a:lnTo>
                    <a:pt x="293103" y="1392580"/>
                  </a:lnTo>
                  <a:lnTo>
                    <a:pt x="458546" y="1148232"/>
                  </a:lnTo>
                  <a:lnTo>
                    <a:pt x="634784" y="1392936"/>
                  </a:lnTo>
                  <a:lnTo>
                    <a:pt x="634784" y="1345057"/>
                  </a:lnTo>
                  <a:lnTo>
                    <a:pt x="482041" y="1132941"/>
                  </a:lnTo>
                  <a:lnTo>
                    <a:pt x="958634" y="1135037"/>
                  </a:lnTo>
                  <a:close/>
                </a:path>
              </a:pathLst>
            </a:custGeom>
            <a:solidFill>
              <a:srgbClr val="4241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1368805" y="3671574"/>
              <a:ext cx="121920" cy="134620"/>
            </a:xfrm>
            <a:custGeom>
              <a:avLst/>
              <a:gdLst/>
              <a:ahLst/>
              <a:cxnLst/>
              <a:rect l="l" t="t" r="r" b="b"/>
              <a:pathLst>
                <a:path w="121920" h="134620">
                  <a:moveTo>
                    <a:pt x="121483" y="0"/>
                  </a:moveTo>
                  <a:lnTo>
                    <a:pt x="0" y="0"/>
                  </a:lnTo>
                  <a:lnTo>
                    <a:pt x="0" y="134435"/>
                  </a:lnTo>
                  <a:lnTo>
                    <a:pt x="121483" y="134435"/>
                  </a:lnTo>
                  <a:lnTo>
                    <a:pt x="121483" y="0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7" name="object 187" descr=""/>
          <p:cNvSpPr/>
          <p:nvPr/>
        </p:nvSpPr>
        <p:spPr>
          <a:xfrm>
            <a:off x="12692069" y="1820649"/>
            <a:ext cx="236220" cy="134620"/>
          </a:xfrm>
          <a:custGeom>
            <a:avLst/>
            <a:gdLst/>
            <a:ahLst/>
            <a:cxnLst/>
            <a:rect l="l" t="t" r="r" b="b"/>
            <a:pathLst>
              <a:path w="236220" h="134619">
                <a:moveTo>
                  <a:pt x="236024" y="0"/>
                </a:moveTo>
                <a:lnTo>
                  <a:pt x="0" y="0"/>
                </a:lnTo>
                <a:lnTo>
                  <a:pt x="0" y="32993"/>
                </a:lnTo>
                <a:lnTo>
                  <a:pt x="210307" y="32993"/>
                </a:lnTo>
                <a:lnTo>
                  <a:pt x="210307" y="101441"/>
                </a:lnTo>
                <a:lnTo>
                  <a:pt x="163230" y="101441"/>
                </a:lnTo>
                <a:lnTo>
                  <a:pt x="164853" y="134456"/>
                </a:lnTo>
                <a:lnTo>
                  <a:pt x="236024" y="134456"/>
                </a:lnTo>
                <a:lnTo>
                  <a:pt x="236024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 descr=""/>
          <p:cNvSpPr/>
          <p:nvPr/>
        </p:nvSpPr>
        <p:spPr>
          <a:xfrm>
            <a:off x="12865809" y="2623550"/>
            <a:ext cx="34925" cy="203835"/>
          </a:xfrm>
          <a:custGeom>
            <a:avLst/>
            <a:gdLst/>
            <a:ahLst/>
            <a:cxnLst/>
            <a:rect l="l" t="t" r="r" b="b"/>
            <a:pathLst>
              <a:path w="34925" h="203835">
                <a:moveTo>
                  <a:pt x="0" y="0"/>
                </a:moveTo>
                <a:lnTo>
                  <a:pt x="8785" y="183973"/>
                </a:lnTo>
                <a:lnTo>
                  <a:pt x="34857" y="203815"/>
                </a:lnTo>
                <a:lnTo>
                  <a:pt x="25067" y="230"/>
                </a:lnTo>
                <a:lnTo>
                  <a:pt x="0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 descr=""/>
          <p:cNvSpPr/>
          <p:nvPr/>
        </p:nvSpPr>
        <p:spPr>
          <a:xfrm>
            <a:off x="12698341" y="1922093"/>
            <a:ext cx="168275" cy="194310"/>
          </a:xfrm>
          <a:custGeom>
            <a:avLst/>
            <a:gdLst/>
            <a:ahLst/>
            <a:cxnLst/>
            <a:rect l="l" t="t" r="r" b="b"/>
            <a:pathLst>
              <a:path w="168275" h="194310">
                <a:moveTo>
                  <a:pt x="158874" y="0"/>
                </a:moveTo>
                <a:lnTo>
                  <a:pt x="0" y="0"/>
                </a:lnTo>
                <a:lnTo>
                  <a:pt x="0" y="33014"/>
                </a:lnTo>
                <a:lnTo>
                  <a:pt x="135388" y="33014"/>
                </a:lnTo>
                <a:lnTo>
                  <a:pt x="142791" y="187680"/>
                </a:lnTo>
                <a:lnTo>
                  <a:pt x="163670" y="187125"/>
                </a:lnTo>
                <a:lnTo>
                  <a:pt x="168204" y="194287"/>
                </a:lnTo>
                <a:lnTo>
                  <a:pt x="158874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12876517" y="2847112"/>
            <a:ext cx="34290" cy="182245"/>
          </a:xfrm>
          <a:custGeom>
            <a:avLst/>
            <a:gdLst/>
            <a:ahLst/>
            <a:cxnLst/>
            <a:rect l="l" t="t" r="r" b="b"/>
            <a:pathLst>
              <a:path w="34290" h="182244">
                <a:moveTo>
                  <a:pt x="0" y="0"/>
                </a:moveTo>
                <a:lnTo>
                  <a:pt x="8743" y="181921"/>
                </a:lnTo>
                <a:lnTo>
                  <a:pt x="33841" y="182025"/>
                </a:lnTo>
                <a:lnTo>
                  <a:pt x="26041" y="19852"/>
                </a:lnTo>
                <a:lnTo>
                  <a:pt x="0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 descr=""/>
          <p:cNvSpPr/>
          <p:nvPr/>
        </p:nvSpPr>
        <p:spPr>
          <a:xfrm>
            <a:off x="12842722" y="2142526"/>
            <a:ext cx="46990" cy="448309"/>
          </a:xfrm>
          <a:custGeom>
            <a:avLst/>
            <a:gdLst/>
            <a:ahLst/>
            <a:cxnLst/>
            <a:rect l="l" t="t" r="r" b="b"/>
            <a:pathLst>
              <a:path w="46990" h="448310">
                <a:moveTo>
                  <a:pt x="7800" y="0"/>
                </a:moveTo>
                <a:lnTo>
                  <a:pt x="0" y="251"/>
                </a:lnTo>
                <a:lnTo>
                  <a:pt x="21475" y="448007"/>
                </a:lnTo>
                <a:lnTo>
                  <a:pt x="46574" y="448237"/>
                </a:lnTo>
                <a:lnTo>
                  <a:pt x="26491" y="29475"/>
                </a:lnTo>
                <a:lnTo>
                  <a:pt x="7800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 descr=""/>
          <p:cNvSpPr/>
          <p:nvPr/>
        </p:nvSpPr>
        <p:spPr>
          <a:xfrm>
            <a:off x="12698348" y="3062031"/>
            <a:ext cx="268605" cy="1141095"/>
          </a:xfrm>
          <a:custGeom>
            <a:avLst/>
            <a:gdLst/>
            <a:ahLst/>
            <a:cxnLst/>
            <a:rect l="l" t="t" r="r" b="b"/>
            <a:pathLst>
              <a:path w="268604" h="1141095">
                <a:moveTo>
                  <a:pt x="188486" y="0"/>
                </a:moveTo>
                <a:lnTo>
                  <a:pt x="241626" y="1107526"/>
                </a:lnTo>
                <a:lnTo>
                  <a:pt x="0" y="1107526"/>
                </a:lnTo>
                <a:lnTo>
                  <a:pt x="0" y="1140562"/>
                </a:lnTo>
                <a:lnTo>
                  <a:pt x="268337" y="1140562"/>
                </a:lnTo>
                <a:lnTo>
                  <a:pt x="213595" y="125"/>
                </a:lnTo>
                <a:lnTo>
                  <a:pt x="188486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 descr=""/>
          <p:cNvSpPr/>
          <p:nvPr/>
        </p:nvSpPr>
        <p:spPr>
          <a:xfrm>
            <a:off x="12698341" y="2109223"/>
            <a:ext cx="492759" cy="517525"/>
          </a:xfrm>
          <a:custGeom>
            <a:avLst/>
            <a:gdLst/>
            <a:ahLst/>
            <a:cxnLst/>
            <a:rect l="l" t="t" r="r" b="b"/>
            <a:pathLst>
              <a:path w="492759" h="517525">
                <a:moveTo>
                  <a:pt x="163670" y="0"/>
                </a:moveTo>
                <a:lnTo>
                  <a:pt x="0" y="4471"/>
                </a:lnTo>
                <a:lnTo>
                  <a:pt x="0" y="37496"/>
                </a:lnTo>
                <a:lnTo>
                  <a:pt x="152183" y="33307"/>
                </a:lnTo>
                <a:lnTo>
                  <a:pt x="438353" y="483733"/>
                </a:lnTo>
                <a:lnTo>
                  <a:pt x="0" y="479817"/>
                </a:lnTo>
                <a:lnTo>
                  <a:pt x="0" y="512801"/>
                </a:lnTo>
                <a:lnTo>
                  <a:pt x="192538" y="514560"/>
                </a:lnTo>
                <a:lnTo>
                  <a:pt x="492278" y="517251"/>
                </a:lnTo>
                <a:lnTo>
                  <a:pt x="163670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 descr=""/>
          <p:cNvSpPr/>
          <p:nvPr/>
        </p:nvSpPr>
        <p:spPr>
          <a:xfrm>
            <a:off x="12698348" y="2796060"/>
            <a:ext cx="512445" cy="267970"/>
          </a:xfrm>
          <a:custGeom>
            <a:avLst/>
            <a:gdLst/>
            <a:ahLst/>
            <a:cxnLst/>
            <a:rect l="l" t="t" r="r" b="b"/>
            <a:pathLst>
              <a:path w="512444" h="267969">
                <a:moveTo>
                  <a:pt x="161199" y="0"/>
                </a:moveTo>
                <a:lnTo>
                  <a:pt x="0" y="2136"/>
                </a:lnTo>
                <a:lnTo>
                  <a:pt x="0" y="35161"/>
                </a:lnTo>
                <a:lnTo>
                  <a:pt x="154602" y="33087"/>
                </a:lnTo>
                <a:lnTo>
                  <a:pt x="418332" y="233950"/>
                </a:lnTo>
                <a:lnTo>
                  <a:pt x="0" y="232139"/>
                </a:lnTo>
                <a:lnTo>
                  <a:pt x="0" y="265164"/>
                </a:lnTo>
                <a:lnTo>
                  <a:pt x="213595" y="266096"/>
                </a:lnTo>
                <a:lnTo>
                  <a:pt x="512246" y="267405"/>
                </a:lnTo>
                <a:lnTo>
                  <a:pt x="161199" y="0"/>
                </a:lnTo>
                <a:close/>
              </a:path>
            </a:pathLst>
          </a:custGeom>
          <a:solidFill>
            <a:srgbClr val="5E5D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 descr=""/>
          <p:cNvSpPr/>
          <p:nvPr/>
        </p:nvSpPr>
        <p:spPr>
          <a:xfrm>
            <a:off x="12352680" y="1820385"/>
            <a:ext cx="501650" cy="2382520"/>
          </a:xfrm>
          <a:custGeom>
            <a:avLst/>
            <a:gdLst/>
            <a:ahLst/>
            <a:cxnLst/>
            <a:rect l="l" t="t" r="r" b="b"/>
            <a:pathLst>
              <a:path w="501650" h="2382520">
                <a:moveTo>
                  <a:pt x="501269" y="2382202"/>
                </a:moveTo>
                <a:lnTo>
                  <a:pt x="499681" y="2349182"/>
                </a:lnTo>
                <a:lnTo>
                  <a:pt x="474560" y="1825866"/>
                </a:lnTo>
                <a:lnTo>
                  <a:pt x="474560" y="2349182"/>
                </a:lnTo>
                <a:lnTo>
                  <a:pt x="26682" y="2349182"/>
                </a:lnTo>
                <a:lnTo>
                  <a:pt x="132981" y="134721"/>
                </a:lnTo>
                <a:lnTo>
                  <a:pt x="368312" y="134721"/>
                </a:lnTo>
                <a:lnTo>
                  <a:pt x="474560" y="2349182"/>
                </a:lnTo>
                <a:lnTo>
                  <a:pt x="474560" y="1825866"/>
                </a:lnTo>
                <a:lnTo>
                  <a:pt x="393382" y="134721"/>
                </a:lnTo>
                <a:lnTo>
                  <a:pt x="462699" y="134620"/>
                </a:lnTo>
                <a:lnTo>
                  <a:pt x="462699" y="101701"/>
                </a:lnTo>
                <a:lnTo>
                  <a:pt x="462699" y="33261"/>
                </a:lnTo>
                <a:lnTo>
                  <a:pt x="437642" y="33261"/>
                </a:lnTo>
                <a:lnTo>
                  <a:pt x="437642" y="101600"/>
                </a:lnTo>
                <a:lnTo>
                  <a:pt x="63639" y="101600"/>
                </a:lnTo>
                <a:lnTo>
                  <a:pt x="63639" y="33020"/>
                </a:lnTo>
                <a:lnTo>
                  <a:pt x="462699" y="33020"/>
                </a:lnTo>
                <a:lnTo>
                  <a:pt x="462699" y="0"/>
                </a:lnTo>
                <a:lnTo>
                  <a:pt x="38569" y="0"/>
                </a:lnTo>
                <a:lnTo>
                  <a:pt x="38569" y="33020"/>
                </a:lnTo>
                <a:lnTo>
                  <a:pt x="38569" y="101600"/>
                </a:lnTo>
                <a:lnTo>
                  <a:pt x="38569" y="134620"/>
                </a:lnTo>
                <a:lnTo>
                  <a:pt x="107873" y="134620"/>
                </a:lnTo>
                <a:lnTo>
                  <a:pt x="0" y="2382202"/>
                </a:lnTo>
                <a:lnTo>
                  <a:pt x="501269" y="2382202"/>
                </a:lnTo>
                <a:close/>
              </a:path>
            </a:pathLst>
          </a:custGeom>
          <a:solidFill>
            <a:srgbClr val="4241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 descr=""/>
          <p:cNvSpPr/>
          <p:nvPr/>
        </p:nvSpPr>
        <p:spPr>
          <a:xfrm>
            <a:off x="12229459" y="4279106"/>
            <a:ext cx="788035" cy="33020"/>
          </a:xfrm>
          <a:custGeom>
            <a:avLst/>
            <a:gdLst/>
            <a:ahLst/>
            <a:cxnLst/>
            <a:rect l="l" t="t" r="r" b="b"/>
            <a:pathLst>
              <a:path w="788034" h="33020">
                <a:moveTo>
                  <a:pt x="0" y="33020"/>
                </a:moveTo>
                <a:lnTo>
                  <a:pt x="787483" y="33020"/>
                </a:lnTo>
                <a:lnTo>
                  <a:pt x="787483" y="0"/>
                </a:lnTo>
                <a:lnTo>
                  <a:pt x="0" y="0"/>
                </a:lnTo>
                <a:lnTo>
                  <a:pt x="0" y="33020"/>
                </a:lnTo>
                <a:close/>
              </a:path>
            </a:pathLst>
          </a:custGeom>
          <a:solidFill>
            <a:srgbClr val="4241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7" name="object 197" descr=""/>
          <p:cNvGrpSpPr/>
          <p:nvPr/>
        </p:nvGrpSpPr>
        <p:grpSpPr>
          <a:xfrm>
            <a:off x="10537196" y="1928439"/>
            <a:ext cx="2601595" cy="2383790"/>
            <a:chOff x="10537196" y="1928439"/>
            <a:chExt cx="2601595" cy="2383790"/>
          </a:xfrm>
        </p:grpSpPr>
        <p:sp>
          <p:nvSpPr>
            <p:cNvPr id="198" name="object 198" descr=""/>
            <p:cNvSpPr/>
            <p:nvPr/>
          </p:nvSpPr>
          <p:spPr>
            <a:xfrm>
              <a:off x="12139244" y="1928450"/>
              <a:ext cx="958850" cy="2383790"/>
            </a:xfrm>
            <a:custGeom>
              <a:avLst/>
              <a:gdLst/>
              <a:ahLst/>
              <a:cxnLst/>
              <a:rect l="l" t="t" r="r" b="b"/>
              <a:pathLst>
                <a:path w="958850" h="2383790">
                  <a:moveTo>
                    <a:pt x="958608" y="1135011"/>
                  </a:moveTo>
                  <a:lnTo>
                    <a:pt x="914704" y="1101572"/>
                  </a:lnTo>
                  <a:lnTo>
                    <a:pt x="864692" y="1063485"/>
                  </a:lnTo>
                  <a:lnTo>
                    <a:pt x="864692" y="1101572"/>
                  </a:lnTo>
                  <a:lnTo>
                    <a:pt x="491210" y="1099959"/>
                  </a:lnTo>
                  <a:lnTo>
                    <a:pt x="617562" y="913358"/>
                  </a:lnTo>
                  <a:lnTo>
                    <a:pt x="864692" y="1101572"/>
                  </a:lnTo>
                  <a:lnTo>
                    <a:pt x="864692" y="1063485"/>
                  </a:lnTo>
                  <a:lnTo>
                    <a:pt x="651014" y="900709"/>
                  </a:lnTo>
                  <a:lnTo>
                    <a:pt x="634593" y="888199"/>
                  </a:lnTo>
                  <a:lnTo>
                    <a:pt x="641337" y="878243"/>
                  </a:lnTo>
                  <a:lnTo>
                    <a:pt x="597484" y="821588"/>
                  </a:lnTo>
                  <a:lnTo>
                    <a:pt x="597484" y="867752"/>
                  </a:lnTo>
                  <a:lnTo>
                    <a:pt x="592455" y="867829"/>
                  </a:lnTo>
                  <a:lnTo>
                    <a:pt x="592455" y="900823"/>
                  </a:lnTo>
                  <a:lnTo>
                    <a:pt x="457974" y="1099477"/>
                  </a:lnTo>
                  <a:lnTo>
                    <a:pt x="423557" y="1051687"/>
                  </a:lnTo>
                  <a:lnTo>
                    <a:pt x="423557" y="1099667"/>
                  </a:lnTo>
                  <a:lnTo>
                    <a:pt x="86906" y="1098194"/>
                  </a:lnTo>
                  <a:lnTo>
                    <a:pt x="297522" y="924648"/>
                  </a:lnTo>
                  <a:lnTo>
                    <a:pt x="423557" y="1099667"/>
                  </a:lnTo>
                  <a:lnTo>
                    <a:pt x="423557" y="1051687"/>
                  </a:lnTo>
                  <a:lnTo>
                    <a:pt x="319214" y="906780"/>
                  </a:lnTo>
                  <a:lnTo>
                    <a:pt x="322110" y="904392"/>
                  </a:lnTo>
                  <a:lnTo>
                    <a:pt x="592455" y="900823"/>
                  </a:lnTo>
                  <a:lnTo>
                    <a:pt x="592455" y="867829"/>
                  </a:lnTo>
                  <a:lnTo>
                    <a:pt x="335229" y="871232"/>
                  </a:lnTo>
                  <a:lnTo>
                    <a:pt x="464121" y="695452"/>
                  </a:lnTo>
                  <a:lnTo>
                    <a:pt x="597484" y="867752"/>
                  </a:lnTo>
                  <a:lnTo>
                    <a:pt x="597484" y="821588"/>
                  </a:lnTo>
                  <a:lnTo>
                    <a:pt x="498792" y="694067"/>
                  </a:lnTo>
                  <a:lnTo>
                    <a:pt x="938631" y="698030"/>
                  </a:lnTo>
                  <a:lnTo>
                    <a:pt x="917333" y="664514"/>
                  </a:lnTo>
                  <a:lnTo>
                    <a:pt x="884707" y="613168"/>
                  </a:lnTo>
                  <a:lnTo>
                    <a:pt x="884707" y="664514"/>
                  </a:lnTo>
                  <a:lnTo>
                    <a:pt x="489407" y="660971"/>
                  </a:lnTo>
                  <a:lnTo>
                    <a:pt x="626262" y="474332"/>
                  </a:lnTo>
                  <a:lnTo>
                    <a:pt x="593090" y="418503"/>
                  </a:lnTo>
                  <a:lnTo>
                    <a:pt x="593090" y="472046"/>
                  </a:lnTo>
                  <a:lnTo>
                    <a:pt x="463626" y="648614"/>
                  </a:lnTo>
                  <a:lnTo>
                    <a:pt x="338658" y="487121"/>
                  </a:lnTo>
                  <a:lnTo>
                    <a:pt x="467296" y="260286"/>
                  </a:lnTo>
                  <a:lnTo>
                    <a:pt x="593090" y="472046"/>
                  </a:lnTo>
                  <a:lnTo>
                    <a:pt x="593090" y="418503"/>
                  </a:lnTo>
                  <a:lnTo>
                    <a:pt x="482828" y="232879"/>
                  </a:lnTo>
                  <a:lnTo>
                    <a:pt x="491820" y="217017"/>
                  </a:lnTo>
                  <a:lnTo>
                    <a:pt x="598538" y="214083"/>
                  </a:lnTo>
                  <a:lnTo>
                    <a:pt x="884707" y="664514"/>
                  </a:lnTo>
                  <a:lnTo>
                    <a:pt x="884707" y="613168"/>
                  </a:lnTo>
                  <a:lnTo>
                    <a:pt x="631190" y="214083"/>
                  </a:lnTo>
                  <a:lnTo>
                    <a:pt x="610019" y="180784"/>
                  </a:lnTo>
                  <a:lnTo>
                    <a:pt x="510832" y="183502"/>
                  </a:lnTo>
                  <a:lnTo>
                    <a:pt x="603529" y="20040"/>
                  </a:lnTo>
                  <a:lnTo>
                    <a:pt x="583450" y="279"/>
                  </a:lnTo>
                  <a:lnTo>
                    <a:pt x="479056" y="184365"/>
                  </a:lnTo>
                  <a:lnTo>
                    <a:pt x="454406" y="185039"/>
                  </a:lnTo>
                  <a:lnTo>
                    <a:pt x="451281" y="179781"/>
                  </a:lnTo>
                  <a:lnTo>
                    <a:pt x="451281" y="233337"/>
                  </a:lnTo>
                  <a:lnTo>
                    <a:pt x="305473" y="490461"/>
                  </a:lnTo>
                  <a:lnTo>
                    <a:pt x="437070" y="660501"/>
                  </a:lnTo>
                  <a:lnTo>
                    <a:pt x="68846" y="657199"/>
                  </a:lnTo>
                  <a:lnTo>
                    <a:pt x="324713" y="221589"/>
                  </a:lnTo>
                  <a:lnTo>
                    <a:pt x="442379" y="218376"/>
                  </a:lnTo>
                  <a:lnTo>
                    <a:pt x="451281" y="233337"/>
                  </a:lnTo>
                  <a:lnTo>
                    <a:pt x="451281" y="179781"/>
                  </a:lnTo>
                  <a:lnTo>
                    <a:pt x="344512" y="0"/>
                  </a:lnTo>
                  <a:lnTo>
                    <a:pt x="324764" y="20320"/>
                  </a:lnTo>
                  <a:lnTo>
                    <a:pt x="423087" y="185889"/>
                  </a:lnTo>
                  <a:lnTo>
                    <a:pt x="312216" y="188912"/>
                  </a:lnTo>
                  <a:lnTo>
                    <a:pt x="18072" y="689724"/>
                  </a:lnTo>
                  <a:lnTo>
                    <a:pt x="430758" y="693458"/>
                  </a:lnTo>
                  <a:lnTo>
                    <a:pt x="279552" y="899680"/>
                  </a:lnTo>
                  <a:lnTo>
                    <a:pt x="279933" y="900226"/>
                  </a:lnTo>
                  <a:lnTo>
                    <a:pt x="0" y="1130808"/>
                  </a:lnTo>
                  <a:lnTo>
                    <a:pt x="435457" y="1132725"/>
                  </a:lnTo>
                  <a:lnTo>
                    <a:pt x="257568" y="1395476"/>
                  </a:lnTo>
                  <a:lnTo>
                    <a:pt x="445477" y="1611579"/>
                  </a:lnTo>
                  <a:lnTo>
                    <a:pt x="240741" y="1848040"/>
                  </a:lnTo>
                  <a:lnTo>
                    <a:pt x="447929" y="2041398"/>
                  </a:lnTo>
                  <a:lnTo>
                    <a:pt x="219798" y="2243937"/>
                  </a:lnTo>
                  <a:lnTo>
                    <a:pt x="222338" y="2248941"/>
                  </a:lnTo>
                  <a:lnTo>
                    <a:pt x="79095" y="2248941"/>
                  </a:lnTo>
                  <a:lnTo>
                    <a:pt x="79095" y="2383383"/>
                  </a:lnTo>
                  <a:lnTo>
                    <a:pt x="877697" y="2383383"/>
                  </a:lnTo>
                  <a:lnTo>
                    <a:pt x="877697" y="2350401"/>
                  </a:lnTo>
                  <a:lnTo>
                    <a:pt x="877697" y="2282075"/>
                  </a:lnTo>
                  <a:lnTo>
                    <a:pt x="877697" y="2281948"/>
                  </a:lnTo>
                  <a:lnTo>
                    <a:pt x="877697" y="2249055"/>
                  </a:lnTo>
                  <a:lnTo>
                    <a:pt x="706005" y="2248941"/>
                  </a:lnTo>
                  <a:lnTo>
                    <a:pt x="708583" y="2244166"/>
                  </a:lnTo>
                  <a:lnTo>
                    <a:pt x="670344" y="2208492"/>
                  </a:lnTo>
                  <a:lnTo>
                    <a:pt x="670344" y="2248941"/>
                  </a:lnTo>
                  <a:lnTo>
                    <a:pt x="258991" y="2248941"/>
                  </a:lnTo>
                  <a:lnTo>
                    <a:pt x="469773" y="2061781"/>
                  </a:lnTo>
                  <a:lnTo>
                    <a:pt x="670344" y="2248941"/>
                  </a:lnTo>
                  <a:lnTo>
                    <a:pt x="670344" y="2208492"/>
                  </a:lnTo>
                  <a:lnTo>
                    <a:pt x="491985" y="2042058"/>
                  </a:lnTo>
                  <a:lnTo>
                    <a:pt x="698461" y="1858721"/>
                  </a:lnTo>
                  <a:lnTo>
                    <a:pt x="657479" y="1811604"/>
                  </a:lnTo>
                  <a:lnTo>
                    <a:pt x="657479" y="1855355"/>
                  </a:lnTo>
                  <a:lnTo>
                    <a:pt x="470141" y="2021674"/>
                  </a:lnTo>
                  <a:lnTo>
                    <a:pt x="281139" y="1845284"/>
                  </a:lnTo>
                  <a:lnTo>
                    <a:pt x="464515" y="1633461"/>
                  </a:lnTo>
                  <a:lnTo>
                    <a:pt x="657479" y="1855355"/>
                  </a:lnTo>
                  <a:lnTo>
                    <a:pt x="657479" y="1811604"/>
                  </a:lnTo>
                  <a:lnTo>
                    <a:pt x="483501" y="1611528"/>
                  </a:lnTo>
                  <a:lnTo>
                    <a:pt x="670852" y="1395120"/>
                  </a:lnTo>
                  <a:lnTo>
                    <a:pt x="634784" y="1345044"/>
                  </a:lnTo>
                  <a:lnTo>
                    <a:pt x="634784" y="1392923"/>
                  </a:lnTo>
                  <a:lnTo>
                    <a:pt x="464464" y="1589646"/>
                  </a:lnTo>
                  <a:lnTo>
                    <a:pt x="293103" y="1392567"/>
                  </a:lnTo>
                  <a:lnTo>
                    <a:pt x="458546" y="1148219"/>
                  </a:lnTo>
                  <a:lnTo>
                    <a:pt x="634784" y="1392923"/>
                  </a:lnTo>
                  <a:lnTo>
                    <a:pt x="634784" y="1345044"/>
                  </a:lnTo>
                  <a:lnTo>
                    <a:pt x="482041" y="1132928"/>
                  </a:lnTo>
                  <a:lnTo>
                    <a:pt x="958608" y="1135011"/>
                  </a:lnTo>
                  <a:close/>
                </a:path>
              </a:pathLst>
            </a:custGeom>
            <a:solidFill>
              <a:srgbClr val="4241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3016943" y="4177391"/>
              <a:ext cx="121920" cy="134620"/>
            </a:xfrm>
            <a:custGeom>
              <a:avLst/>
              <a:gdLst/>
              <a:ahLst/>
              <a:cxnLst/>
              <a:rect l="l" t="t" r="r" b="b"/>
              <a:pathLst>
                <a:path w="121919" h="134620">
                  <a:moveTo>
                    <a:pt x="121483" y="0"/>
                  </a:moveTo>
                  <a:lnTo>
                    <a:pt x="0" y="0"/>
                  </a:lnTo>
                  <a:lnTo>
                    <a:pt x="0" y="134435"/>
                  </a:lnTo>
                  <a:lnTo>
                    <a:pt x="121483" y="134435"/>
                  </a:lnTo>
                  <a:lnTo>
                    <a:pt x="121483" y="0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0537196" y="2532309"/>
              <a:ext cx="1663064" cy="527685"/>
            </a:xfrm>
            <a:custGeom>
              <a:avLst/>
              <a:gdLst/>
              <a:ahLst/>
              <a:cxnLst/>
              <a:rect l="l" t="t" r="r" b="b"/>
              <a:pathLst>
                <a:path w="1663065" h="527685">
                  <a:moveTo>
                    <a:pt x="18114" y="0"/>
                  </a:moveTo>
                  <a:lnTo>
                    <a:pt x="0" y="9685"/>
                  </a:lnTo>
                  <a:lnTo>
                    <a:pt x="1980" y="11485"/>
                  </a:lnTo>
                  <a:lnTo>
                    <a:pt x="15741" y="21922"/>
                  </a:lnTo>
                  <a:lnTo>
                    <a:pt x="59953" y="52542"/>
                  </a:lnTo>
                  <a:lnTo>
                    <a:pt x="104423" y="81275"/>
                  </a:lnTo>
                  <a:lnTo>
                    <a:pt x="160311" y="115338"/>
                  </a:lnTo>
                  <a:lnTo>
                    <a:pt x="227125" y="153595"/>
                  </a:lnTo>
                  <a:lnTo>
                    <a:pt x="264475" y="173941"/>
                  </a:lnTo>
                  <a:lnTo>
                    <a:pt x="304371" y="194909"/>
                  </a:lnTo>
                  <a:lnTo>
                    <a:pt x="346752" y="216358"/>
                  </a:lnTo>
                  <a:lnTo>
                    <a:pt x="391555" y="238145"/>
                  </a:lnTo>
                  <a:lnTo>
                    <a:pt x="438719" y="260128"/>
                  </a:lnTo>
                  <a:lnTo>
                    <a:pt x="488183" y="282165"/>
                  </a:lnTo>
                  <a:lnTo>
                    <a:pt x="539884" y="304114"/>
                  </a:lnTo>
                  <a:lnTo>
                    <a:pt x="593761" y="325834"/>
                  </a:lnTo>
                  <a:lnTo>
                    <a:pt x="649752" y="347181"/>
                  </a:lnTo>
                  <a:lnTo>
                    <a:pt x="707796" y="368015"/>
                  </a:lnTo>
                  <a:lnTo>
                    <a:pt x="767830" y="388193"/>
                  </a:lnTo>
                  <a:lnTo>
                    <a:pt x="829794" y="407573"/>
                  </a:lnTo>
                  <a:lnTo>
                    <a:pt x="893624" y="426012"/>
                  </a:lnTo>
                  <a:lnTo>
                    <a:pt x="959260" y="443370"/>
                  </a:lnTo>
                  <a:lnTo>
                    <a:pt x="1026640" y="459503"/>
                  </a:lnTo>
                  <a:lnTo>
                    <a:pt x="1095702" y="474271"/>
                  </a:lnTo>
                  <a:lnTo>
                    <a:pt x="1166384" y="487530"/>
                  </a:lnTo>
                  <a:lnTo>
                    <a:pt x="1238625" y="499139"/>
                  </a:lnTo>
                  <a:lnTo>
                    <a:pt x="1312363" y="508956"/>
                  </a:lnTo>
                  <a:lnTo>
                    <a:pt x="1387536" y="516838"/>
                  </a:lnTo>
                  <a:lnTo>
                    <a:pt x="1464083" y="522644"/>
                  </a:lnTo>
                  <a:lnTo>
                    <a:pt x="1541941" y="526232"/>
                  </a:lnTo>
                  <a:lnTo>
                    <a:pt x="1621050" y="527460"/>
                  </a:lnTo>
                  <a:lnTo>
                    <a:pt x="1662734" y="527020"/>
                  </a:lnTo>
                  <a:lnTo>
                    <a:pt x="1662294" y="506476"/>
                  </a:lnTo>
                  <a:lnTo>
                    <a:pt x="1584009" y="506959"/>
                  </a:lnTo>
                  <a:lnTo>
                    <a:pt x="1506949" y="505074"/>
                  </a:lnTo>
                  <a:lnTo>
                    <a:pt x="1431171" y="500957"/>
                  </a:lnTo>
                  <a:lnTo>
                    <a:pt x="1356732" y="494744"/>
                  </a:lnTo>
                  <a:lnTo>
                    <a:pt x="1283688" y="486569"/>
                  </a:lnTo>
                  <a:lnTo>
                    <a:pt x="1212094" y="476569"/>
                  </a:lnTo>
                  <a:lnTo>
                    <a:pt x="1142008" y="464879"/>
                  </a:lnTo>
                  <a:lnTo>
                    <a:pt x="1073485" y="451634"/>
                  </a:lnTo>
                  <a:lnTo>
                    <a:pt x="1006582" y="436971"/>
                  </a:lnTo>
                  <a:lnTo>
                    <a:pt x="941355" y="421024"/>
                  </a:lnTo>
                  <a:lnTo>
                    <a:pt x="877861" y="403929"/>
                  </a:lnTo>
                  <a:lnTo>
                    <a:pt x="816155" y="385822"/>
                  </a:lnTo>
                  <a:lnTo>
                    <a:pt x="756294" y="366839"/>
                  </a:lnTo>
                  <a:lnTo>
                    <a:pt x="698334" y="347114"/>
                  </a:lnTo>
                  <a:lnTo>
                    <a:pt x="642331" y="326783"/>
                  </a:lnTo>
                  <a:lnTo>
                    <a:pt x="588342" y="305983"/>
                  </a:lnTo>
                  <a:lnTo>
                    <a:pt x="536424" y="284848"/>
                  </a:lnTo>
                  <a:lnTo>
                    <a:pt x="486631" y="263514"/>
                  </a:lnTo>
                  <a:lnTo>
                    <a:pt x="439021" y="242116"/>
                  </a:lnTo>
                  <a:lnTo>
                    <a:pt x="393650" y="220791"/>
                  </a:lnTo>
                  <a:lnTo>
                    <a:pt x="350574" y="199673"/>
                  </a:lnTo>
                  <a:lnTo>
                    <a:pt x="309850" y="178899"/>
                  </a:lnTo>
                  <a:lnTo>
                    <a:pt x="271533" y="158603"/>
                  </a:lnTo>
                  <a:lnTo>
                    <a:pt x="235680" y="138922"/>
                  </a:lnTo>
                  <a:lnTo>
                    <a:pt x="202347" y="119990"/>
                  </a:lnTo>
                  <a:lnTo>
                    <a:pt x="143467" y="84919"/>
                  </a:lnTo>
                  <a:lnTo>
                    <a:pt x="95343" y="54473"/>
                  </a:lnTo>
                  <a:lnTo>
                    <a:pt x="58426" y="29738"/>
                  </a:lnTo>
                  <a:lnTo>
                    <a:pt x="20011" y="1737"/>
                  </a:lnTo>
                  <a:lnTo>
                    <a:pt x="18114" y="0"/>
                  </a:lnTo>
                  <a:close/>
                </a:path>
              </a:pathLst>
            </a:custGeom>
            <a:solidFill>
              <a:srgbClr val="42414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1" name="object 201" descr=""/>
          <p:cNvGrpSpPr/>
          <p:nvPr/>
        </p:nvGrpSpPr>
        <p:grpSpPr>
          <a:xfrm>
            <a:off x="1054104" y="7028005"/>
            <a:ext cx="3371850" cy="3371850"/>
            <a:chOff x="1054104" y="7028005"/>
            <a:chExt cx="3371850" cy="3371850"/>
          </a:xfrm>
        </p:grpSpPr>
        <p:pic>
          <p:nvPicPr>
            <p:cNvPr id="202" name="object 202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54104" y="7028005"/>
              <a:ext cx="3371729" cy="3371729"/>
            </a:xfrm>
            <a:prstGeom prst="rect">
              <a:avLst/>
            </a:prstGeom>
          </p:spPr>
        </p:pic>
        <p:pic>
          <p:nvPicPr>
            <p:cNvPr id="203" name="object 20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290820" y="7389418"/>
              <a:ext cx="74898" cy="71641"/>
            </a:xfrm>
            <a:prstGeom prst="rect">
              <a:avLst/>
            </a:prstGeom>
          </p:spPr>
        </p:pic>
        <p:pic>
          <p:nvPicPr>
            <p:cNvPr id="204" name="object 20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374445" y="7248763"/>
              <a:ext cx="236784" cy="239647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264852" y="7233046"/>
              <a:ext cx="88405" cy="88165"/>
            </a:xfrm>
            <a:prstGeom prst="rect">
              <a:avLst/>
            </a:prstGeom>
          </p:spPr>
        </p:pic>
        <p:pic>
          <p:nvPicPr>
            <p:cNvPr id="206" name="object 206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414313" y="7134390"/>
              <a:ext cx="264965" cy="112090"/>
            </a:xfrm>
            <a:prstGeom prst="rect">
              <a:avLst/>
            </a:prstGeom>
          </p:spPr>
        </p:pic>
        <p:pic>
          <p:nvPicPr>
            <p:cNvPr id="207" name="object 207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297500" y="7158232"/>
              <a:ext cx="104352" cy="50637"/>
            </a:xfrm>
            <a:prstGeom prst="rect">
              <a:avLst/>
            </a:prstGeom>
          </p:spPr>
        </p:pic>
        <p:pic>
          <p:nvPicPr>
            <p:cNvPr id="208" name="object 208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371634" y="7154378"/>
              <a:ext cx="91767" cy="77201"/>
            </a:xfrm>
            <a:prstGeom prst="rect">
              <a:avLst/>
            </a:prstGeom>
          </p:spPr>
        </p:pic>
        <p:pic>
          <p:nvPicPr>
            <p:cNvPr id="209" name="object 209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592832" y="7104851"/>
              <a:ext cx="576830" cy="417588"/>
            </a:xfrm>
            <a:prstGeom prst="rect">
              <a:avLst/>
            </a:prstGeom>
          </p:spPr>
        </p:pic>
        <p:pic>
          <p:nvPicPr>
            <p:cNvPr id="210" name="object 21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269963" y="7141319"/>
              <a:ext cx="1155881" cy="2552699"/>
            </a:xfrm>
            <a:prstGeom prst="rect">
              <a:avLst/>
            </a:prstGeom>
          </p:spPr>
        </p:pic>
        <p:pic>
          <p:nvPicPr>
            <p:cNvPr id="211" name="object 211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911726" y="8435139"/>
              <a:ext cx="408077" cy="184786"/>
            </a:xfrm>
            <a:prstGeom prst="rect">
              <a:avLst/>
            </a:prstGeom>
          </p:spPr>
        </p:pic>
      </p:grpSp>
      <p:sp>
        <p:nvSpPr>
          <p:cNvPr id="212" name="object 212" descr=""/>
          <p:cNvSpPr txBox="1"/>
          <p:nvPr/>
        </p:nvSpPr>
        <p:spPr>
          <a:xfrm>
            <a:off x="624158" y="728636"/>
            <a:ext cx="147764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">
                <a:latin typeface="Open Sans"/>
                <a:cs typeface="Open Sans"/>
              </a:rPr>
              <a:t>Miscellaneous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579333"/>
            <a:ext cx="20104100" cy="8086725"/>
            <a:chOff x="0" y="1579333"/>
            <a:chExt cx="20104100" cy="8086725"/>
          </a:xfrm>
        </p:grpSpPr>
        <p:sp>
          <p:nvSpPr>
            <p:cNvPr id="3" name="object 3" descr=""/>
            <p:cNvSpPr/>
            <p:nvPr/>
          </p:nvSpPr>
          <p:spPr>
            <a:xfrm>
              <a:off x="0" y="7188278"/>
              <a:ext cx="20071715" cy="2425700"/>
            </a:xfrm>
            <a:custGeom>
              <a:avLst/>
              <a:gdLst/>
              <a:ahLst/>
              <a:cxnLst/>
              <a:rect l="l" t="t" r="r" b="b"/>
              <a:pathLst>
                <a:path w="20071715" h="2425700">
                  <a:moveTo>
                    <a:pt x="219555" y="215900"/>
                  </a:moveTo>
                  <a:lnTo>
                    <a:pt x="176138" y="228600"/>
                  </a:lnTo>
                  <a:lnTo>
                    <a:pt x="133672" y="228600"/>
                  </a:lnTo>
                  <a:lnTo>
                    <a:pt x="93569" y="254000"/>
                  </a:lnTo>
                  <a:lnTo>
                    <a:pt x="57237" y="292100"/>
                  </a:lnTo>
                  <a:lnTo>
                    <a:pt x="34670" y="317500"/>
                  </a:lnTo>
                  <a:lnTo>
                    <a:pt x="16688" y="355600"/>
                  </a:lnTo>
                  <a:lnTo>
                    <a:pt x="3305" y="381000"/>
                  </a:lnTo>
                  <a:lnTo>
                    <a:pt x="0" y="393700"/>
                  </a:lnTo>
                  <a:lnTo>
                    <a:pt x="0" y="2425700"/>
                  </a:lnTo>
                  <a:lnTo>
                    <a:pt x="20071430" y="2425700"/>
                  </a:lnTo>
                  <a:lnTo>
                    <a:pt x="20071430" y="1358900"/>
                  </a:lnTo>
                  <a:lnTo>
                    <a:pt x="19309646" y="1358900"/>
                  </a:lnTo>
                  <a:lnTo>
                    <a:pt x="19305492" y="1346200"/>
                  </a:lnTo>
                  <a:lnTo>
                    <a:pt x="19300777" y="1346200"/>
                  </a:lnTo>
                  <a:lnTo>
                    <a:pt x="19295504" y="1333500"/>
                  </a:lnTo>
                  <a:lnTo>
                    <a:pt x="19289678" y="1320800"/>
                  </a:lnTo>
                  <a:lnTo>
                    <a:pt x="19267770" y="1308100"/>
                  </a:lnTo>
                  <a:lnTo>
                    <a:pt x="19243361" y="1295400"/>
                  </a:lnTo>
                  <a:lnTo>
                    <a:pt x="19191901" y="1295400"/>
                  </a:lnTo>
                  <a:lnTo>
                    <a:pt x="19181660" y="1270000"/>
                  </a:lnTo>
                  <a:lnTo>
                    <a:pt x="19168441" y="1231900"/>
                  </a:lnTo>
                  <a:lnTo>
                    <a:pt x="19152253" y="1206500"/>
                  </a:lnTo>
                  <a:lnTo>
                    <a:pt x="19133107" y="1181100"/>
                  </a:lnTo>
                  <a:lnTo>
                    <a:pt x="19092912" y="1143000"/>
                  </a:lnTo>
                  <a:lnTo>
                    <a:pt x="18852916" y="1143000"/>
                  </a:lnTo>
                  <a:lnTo>
                    <a:pt x="18863530" y="1117600"/>
                  </a:lnTo>
                  <a:lnTo>
                    <a:pt x="4610927" y="1117600"/>
                  </a:lnTo>
                  <a:lnTo>
                    <a:pt x="4611770" y="1104900"/>
                  </a:lnTo>
                  <a:lnTo>
                    <a:pt x="4612285" y="1104900"/>
                  </a:lnTo>
                  <a:lnTo>
                    <a:pt x="4612460" y="1092200"/>
                  </a:lnTo>
                  <a:lnTo>
                    <a:pt x="4609819" y="1066800"/>
                  </a:lnTo>
                  <a:lnTo>
                    <a:pt x="4602268" y="1041400"/>
                  </a:lnTo>
                  <a:lnTo>
                    <a:pt x="4596318" y="1028700"/>
                  </a:lnTo>
                  <a:lnTo>
                    <a:pt x="4001002" y="1028700"/>
                  </a:lnTo>
                  <a:lnTo>
                    <a:pt x="3996499" y="1016000"/>
                  </a:lnTo>
                  <a:lnTo>
                    <a:pt x="2407543" y="1016000"/>
                  </a:lnTo>
                  <a:lnTo>
                    <a:pt x="2401358" y="1003300"/>
                  </a:lnTo>
                  <a:lnTo>
                    <a:pt x="2394343" y="1003300"/>
                  </a:lnTo>
                  <a:lnTo>
                    <a:pt x="2386494" y="990600"/>
                  </a:lnTo>
                  <a:lnTo>
                    <a:pt x="2377806" y="977900"/>
                  </a:lnTo>
                  <a:lnTo>
                    <a:pt x="2345220" y="952500"/>
                  </a:lnTo>
                  <a:lnTo>
                    <a:pt x="2308903" y="927100"/>
                  </a:lnTo>
                  <a:lnTo>
                    <a:pt x="2232313" y="927100"/>
                  </a:lnTo>
                  <a:lnTo>
                    <a:pt x="2217072" y="889000"/>
                  </a:lnTo>
                  <a:lnTo>
                    <a:pt x="2197399" y="850900"/>
                  </a:lnTo>
                  <a:lnTo>
                    <a:pt x="2173306" y="812800"/>
                  </a:lnTo>
                  <a:lnTo>
                    <a:pt x="2144807" y="774700"/>
                  </a:lnTo>
                  <a:lnTo>
                    <a:pt x="2109820" y="736600"/>
                  </a:lnTo>
                  <a:lnTo>
                    <a:pt x="2072193" y="711200"/>
                  </a:lnTo>
                  <a:lnTo>
                    <a:pt x="1727783" y="711200"/>
                  </a:lnTo>
                  <a:lnTo>
                    <a:pt x="1748308" y="660400"/>
                  </a:lnTo>
                  <a:lnTo>
                    <a:pt x="1756429" y="609600"/>
                  </a:lnTo>
                  <a:lnTo>
                    <a:pt x="1752203" y="558800"/>
                  </a:lnTo>
                  <a:lnTo>
                    <a:pt x="1735687" y="508000"/>
                  </a:lnTo>
                  <a:lnTo>
                    <a:pt x="1706936" y="469900"/>
                  </a:lnTo>
                  <a:lnTo>
                    <a:pt x="1674196" y="444500"/>
                  </a:lnTo>
                  <a:lnTo>
                    <a:pt x="1637698" y="419100"/>
                  </a:lnTo>
                  <a:lnTo>
                    <a:pt x="1560773" y="419100"/>
                  </a:lnTo>
                  <a:lnTo>
                    <a:pt x="1552005" y="381000"/>
                  </a:lnTo>
                  <a:lnTo>
                    <a:pt x="1538620" y="355600"/>
                  </a:lnTo>
                  <a:lnTo>
                    <a:pt x="1520632" y="317500"/>
                  </a:lnTo>
                  <a:lnTo>
                    <a:pt x="1498052" y="292100"/>
                  </a:lnTo>
                  <a:lnTo>
                    <a:pt x="1485942" y="279400"/>
                  </a:lnTo>
                  <a:lnTo>
                    <a:pt x="341417" y="279400"/>
                  </a:lnTo>
                  <a:lnTo>
                    <a:pt x="303605" y="241300"/>
                  </a:lnTo>
                  <a:lnTo>
                    <a:pt x="262514" y="228600"/>
                  </a:lnTo>
                  <a:lnTo>
                    <a:pt x="219555" y="215900"/>
                  </a:lnTo>
                  <a:close/>
                </a:path>
                <a:path w="20071715" h="2425700">
                  <a:moveTo>
                    <a:pt x="19414486" y="1231900"/>
                  </a:moveTo>
                  <a:lnTo>
                    <a:pt x="19374224" y="1244600"/>
                  </a:lnTo>
                  <a:lnTo>
                    <a:pt x="19339258" y="1270000"/>
                  </a:lnTo>
                  <a:lnTo>
                    <a:pt x="19326646" y="1295400"/>
                  </a:lnTo>
                  <a:lnTo>
                    <a:pt x="19317514" y="1308100"/>
                  </a:lnTo>
                  <a:lnTo>
                    <a:pt x="19311851" y="1333500"/>
                  </a:lnTo>
                  <a:lnTo>
                    <a:pt x="19309646" y="1358900"/>
                  </a:lnTo>
                  <a:lnTo>
                    <a:pt x="20071430" y="1358900"/>
                  </a:lnTo>
                  <a:lnTo>
                    <a:pt x="20071430" y="1308100"/>
                  </a:lnTo>
                  <a:lnTo>
                    <a:pt x="19602150" y="1308100"/>
                  </a:lnTo>
                  <a:lnTo>
                    <a:pt x="19599604" y="1295400"/>
                  </a:lnTo>
                  <a:lnTo>
                    <a:pt x="19596132" y="1282700"/>
                  </a:lnTo>
                  <a:lnTo>
                    <a:pt x="19500572" y="1282700"/>
                  </a:lnTo>
                  <a:lnTo>
                    <a:pt x="19497724" y="1270000"/>
                  </a:lnTo>
                  <a:lnTo>
                    <a:pt x="19491253" y="1270000"/>
                  </a:lnTo>
                  <a:lnTo>
                    <a:pt x="19455132" y="1244600"/>
                  </a:lnTo>
                  <a:lnTo>
                    <a:pt x="19414486" y="1231900"/>
                  </a:lnTo>
                  <a:close/>
                </a:path>
                <a:path w="20071715" h="2425700">
                  <a:moveTo>
                    <a:pt x="20071430" y="838200"/>
                  </a:moveTo>
                  <a:lnTo>
                    <a:pt x="19975862" y="838200"/>
                  </a:lnTo>
                  <a:lnTo>
                    <a:pt x="19882266" y="863600"/>
                  </a:lnTo>
                  <a:lnTo>
                    <a:pt x="19837473" y="889000"/>
                  </a:lnTo>
                  <a:lnTo>
                    <a:pt x="19794683" y="914400"/>
                  </a:lnTo>
                  <a:lnTo>
                    <a:pt x="19754396" y="952500"/>
                  </a:lnTo>
                  <a:lnTo>
                    <a:pt x="19717110" y="990600"/>
                  </a:lnTo>
                  <a:lnTo>
                    <a:pt x="19689043" y="1028700"/>
                  </a:lnTo>
                  <a:lnTo>
                    <a:pt x="19664871" y="1079500"/>
                  </a:lnTo>
                  <a:lnTo>
                    <a:pt x="19644586" y="1117600"/>
                  </a:lnTo>
                  <a:lnTo>
                    <a:pt x="19628179" y="1155700"/>
                  </a:lnTo>
                  <a:lnTo>
                    <a:pt x="19615643" y="1206500"/>
                  </a:lnTo>
                  <a:lnTo>
                    <a:pt x="19606969" y="1257300"/>
                  </a:lnTo>
                  <a:lnTo>
                    <a:pt x="19602150" y="1308100"/>
                  </a:lnTo>
                  <a:lnTo>
                    <a:pt x="20071430" y="1308100"/>
                  </a:lnTo>
                  <a:lnTo>
                    <a:pt x="20071430" y="838200"/>
                  </a:lnTo>
                  <a:close/>
                </a:path>
                <a:path w="20071715" h="2425700">
                  <a:moveTo>
                    <a:pt x="19566848" y="1257300"/>
                  </a:moveTo>
                  <a:lnTo>
                    <a:pt x="19523035" y="1257300"/>
                  </a:lnTo>
                  <a:lnTo>
                    <a:pt x="19504090" y="1270000"/>
                  </a:lnTo>
                  <a:lnTo>
                    <a:pt x="19502844" y="1270000"/>
                  </a:lnTo>
                  <a:lnTo>
                    <a:pt x="19501672" y="1282700"/>
                  </a:lnTo>
                  <a:lnTo>
                    <a:pt x="19591737" y="1282700"/>
                  </a:lnTo>
                  <a:lnTo>
                    <a:pt x="19586423" y="1270000"/>
                  </a:lnTo>
                  <a:lnTo>
                    <a:pt x="19566848" y="1257300"/>
                  </a:lnTo>
                  <a:close/>
                </a:path>
                <a:path w="20071715" h="2425700">
                  <a:moveTo>
                    <a:pt x="18953499" y="1104900"/>
                  </a:moveTo>
                  <a:lnTo>
                    <a:pt x="18906321" y="1117600"/>
                  </a:lnTo>
                  <a:lnTo>
                    <a:pt x="18861576" y="1143000"/>
                  </a:lnTo>
                  <a:lnTo>
                    <a:pt x="19092912" y="1143000"/>
                  </a:lnTo>
                  <a:lnTo>
                    <a:pt x="19048465" y="1130300"/>
                  </a:lnTo>
                  <a:lnTo>
                    <a:pt x="18996988" y="1116421"/>
                  </a:lnTo>
                  <a:lnTo>
                    <a:pt x="18953499" y="1104900"/>
                  </a:lnTo>
                  <a:close/>
                </a:path>
                <a:path w="20071715" h="2425700">
                  <a:moveTo>
                    <a:pt x="7235250" y="838200"/>
                  </a:moveTo>
                  <a:lnTo>
                    <a:pt x="7145829" y="838200"/>
                  </a:lnTo>
                  <a:lnTo>
                    <a:pt x="7102140" y="850900"/>
                  </a:lnTo>
                  <a:lnTo>
                    <a:pt x="7060910" y="863600"/>
                  </a:lnTo>
                  <a:lnTo>
                    <a:pt x="7023476" y="889000"/>
                  </a:lnTo>
                  <a:lnTo>
                    <a:pt x="7018098" y="889000"/>
                  </a:lnTo>
                  <a:lnTo>
                    <a:pt x="7012929" y="901700"/>
                  </a:lnTo>
                  <a:lnTo>
                    <a:pt x="7007968" y="901700"/>
                  </a:lnTo>
                  <a:lnTo>
                    <a:pt x="7003214" y="914400"/>
                  </a:lnTo>
                  <a:lnTo>
                    <a:pt x="6797447" y="914400"/>
                  </a:lnTo>
                  <a:lnTo>
                    <a:pt x="6792519" y="927100"/>
                  </a:lnTo>
                  <a:lnTo>
                    <a:pt x="4479700" y="927100"/>
                  </a:lnTo>
                  <a:lnTo>
                    <a:pt x="4485104" y="939800"/>
                  </a:lnTo>
                  <a:lnTo>
                    <a:pt x="4490875" y="952500"/>
                  </a:lnTo>
                  <a:lnTo>
                    <a:pt x="4496995" y="952500"/>
                  </a:lnTo>
                  <a:lnTo>
                    <a:pt x="4503448" y="965200"/>
                  </a:lnTo>
                  <a:lnTo>
                    <a:pt x="4457534" y="965200"/>
                  </a:lnTo>
                  <a:lnTo>
                    <a:pt x="4439755" y="977900"/>
                  </a:lnTo>
                  <a:lnTo>
                    <a:pt x="4423785" y="990600"/>
                  </a:lnTo>
                  <a:lnTo>
                    <a:pt x="4620847" y="990600"/>
                  </a:lnTo>
                  <a:lnTo>
                    <a:pt x="4625179" y="1016000"/>
                  </a:lnTo>
                  <a:lnTo>
                    <a:pt x="4630126" y="1041400"/>
                  </a:lnTo>
                  <a:lnTo>
                    <a:pt x="4635679" y="1066800"/>
                  </a:lnTo>
                  <a:lnTo>
                    <a:pt x="4641831" y="1092200"/>
                  </a:lnTo>
                  <a:lnTo>
                    <a:pt x="4633197" y="1092200"/>
                  </a:lnTo>
                  <a:lnTo>
                    <a:pt x="4624948" y="1104900"/>
                  </a:lnTo>
                  <a:lnTo>
                    <a:pt x="4617124" y="1117600"/>
                  </a:lnTo>
                  <a:lnTo>
                    <a:pt x="18012722" y="1117600"/>
                  </a:lnTo>
                  <a:lnTo>
                    <a:pt x="18013940" y="1116421"/>
                  </a:lnTo>
                  <a:lnTo>
                    <a:pt x="18014689" y="1104900"/>
                  </a:lnTo>
                  <a:lnTo>
                    <a:pt x="18015191" y="1104900"/>
                  </a:lnTo>
                  <a:lnTo>
                    <a:pt x="18015361" y="1092200"/>
                  </a:lnTo>
                  <a:lnTo>
                    <a:pt x="18012779" y="1066800"/>
                  </a:lnTo>
                  <a:lnTo>
                    <a:pt x="18005395" y="1041400"/>
                  </a:lnTo>
                  <a:lnTo>
                    <a:pt x="17999573" y="1028700"/>
                  </a:lnTo>
                  <a:lnTo>
                    <a:pt x="17416615" y="1028700"/>
                  </a:lnTo>
                  <a:lnTo>
                    <a:pt x="17412204" y="1016000"/>
                  </a:lnTo>
                  <a:lnTo>
                    <a:pt x="7418940" y="1016000"/>
                  </a:lnTo>
                  <a:lnTo>
                    <a:pt x="7414120" y="990600"/>
                  </a:lnTo>
                  <a:lnTo>
                    <a:pt x="7401790" y="952500"/>
                  </a:lnTo>
                  <a:lnTo>
                    <a:pt x="7381915" y="927100"/>
                  </a:lnTo>
                  <a:lnTo>
                    <a:pt x="7354460" y="901700"/>
                  </a:lnTo>
                  <a:lnTo>
                    <a:pt x="7318493" y="876300"/>
                  </a:lnTo>
                  <a:lnTo>
                    <a:pt x="7278311" y="850900"/>
                  </a:lnTo>
                  <a:lnTo>
                    <a:pt x="7235250" y="838200"/>
                  </a:lnTo>
                  <a:close/>
                </a:path>
                <a:path w="20071715" h="2425700">
                  <a:moveTo>
                    <a:pt x="18141713" y="1041400"/>
                  </a:moveTo>
                  <a:lnTo>
                    <a:pt x="18104230" y="1054100"/>
                  </a:lnTo>
                  <a:lnTo>
                    <a:pt x="18038967" y="1092200"/>
                  </a:lnTo>
                  <a:lnTo>
                    <a:pt x="18013863" y="1117600"/>
                  </a:lnTo>
                  <a:lnTo>
                    <a:pt x="18269565" y="1117600"/>
                  </a:lnTo>
                  <a:lnTo>
                    <a:pt x="18213708" y="1066800"/>
                  </a:lnTo>
                  <a:lnTo>
                    <a:pt x="18141713" y="1041400"/>
                  </a:lnTo>
                  <a:close/>
                </a:path>
                <a:path w="20071715" h="2425700">
                  <a:moveTo>
                    <a:pt x="18734776" y="914400"/>
                  </a:moveTo>
                  <a:lnTo>
                    <a:pt x="18461452" y="914400"/>
                  </a:lnTo>
                  <a:lnTo>
                    <a:pt x="18457016" y="939800"/>
                  </a:lnTo>
                  <a:lnTo>
                    <a:pt x="18454101" y="952500"/>
                  </a:lnTo>
                  <a:lnTo>
                    <a:pt x="18452702" y="977900"/>
                  </a:lnTo>
                  <a:lnTo>
                    <a:pt x="18452813" y="990600"/>
                  </a:lnTo>
                  <a:lnTo>
                    <a:pt x="18305038" y="990600"/>
                  </a:lnTo>
                  <a:lnTo>
                    <a:pt x="18289682" y="1016000"/>
                  </a:lnTo>
                  <a:lnTo>
                    <a:pt x="18278033" y="1041400"/>
                  </a:lnTo>
                  <a:lnTo>
                    <a:pt x="18270641" y="1066800"/>
                  </a:lnTo>
                  <a:lnTo>
                    <a:pt x="18268055" y="1092200"/>
                  </a:lnTo>
                  <a:lnTo>
                    <a:pt x="18268227" y="1104900"/>
                  </a:lnTo>
                  <a:lnTo>
                    <a:pt x="18268735" y="1104900"/>
                  </a:lnTo>
                  <a:lnTo>
                    <a:pt x="18269489" y="1116423"/>
                  </a:lnTo>
                  <a:lnTo>
                    <a:pt x="18270704" y="1117600"/>
                  </a:lnTo>
                  <a:lnTo>
                    <a:pt x="18863530" y="1117600"/>
                  </a:lnTo>
                  <a:lnTo>
                    <a:pt x="18868837" y="1104900"/>
                  </a:lnTo>
                  <a:lnTo>
                    <a:pt x="18871757" y="1054100"/>
                  </a:lnTo>
                  <a:lnTo>
                    <a:pt x="18861750" y="1016000"/>
                  </a:lnTo>
                  <a:lnTo>
                    <a:pt x="18838885" y="977900"/>
                  </a:lnTo>
                  <a:lnTo>
                    <a:pt x="18816882" y="952500"/>
                  </a:lnTo>
                  <a:lnTo>
                    <a:pt x="18792357" y="939800"/>
                  </a:lnTo>
                  <a:lnTo>
                    <a:pt x="18740669" y="939800"/>
                  </a:lnTo>
                  <a:lnTo>
                    <a:pt x="18734776" y="914400"/>
                  </a:lnTo>
                  <a:close/>
                </a:path>
                <a:path w="20071715" h="2425700">
                  <a:moveTo>
                    <a:pt x="4290177" y="812800"/>
                  </a:moveTo>
                  <a:lnTo>
                    <a:pt x="4248522" y="812800"/>
                  </a:lnTo>
                  <a:lnTo>
                    <a:pt x="4208525" y="825500"/>
                  </a:lnTo>
                  <a:lnTo>
                    <a:pt x="4172840" y="850900"/>
                  </a:lnTo>
                  <a:lnTo>
                    <a:pt x="4157358" y="876300"/>
                  </a:lnTo>
                  <a:lnTo>
                    <a:pt x="4145017" y="901700"/>
                  </a:lnTo>
                  <a:lnTo>
                    <a:pt x="4135832" y="914400"/>
                  </a:lnTo>
                  <a:lnTo>
                    <a:pt x="4129815" y="939800"/>
                  </a:lnTo>
                  <a:lnTo>
                    <a:pt x="4077036" y="939800"/>
                  </a:lnTo>
                  <a:lnTo>
                    <a:pt x="4051989" y="952500"/>
                  </a:lnTo>
                  <a:lnTo>
                    <a:pt x="4020110" y="990600"/>
                  </a:lnTo>
                  <a:lnTo>
                    <a:pt x="4001002" y="1028700"/>
                  </a:lnTo>
                  <a:lnTo>
                    <a:pt x="4596318" y="1028700"/>
                  </a:lnTo>
                  <a:lnTo>
                    <a:pt x="4590369" y="1016000"/>
                  </a:lnTo>
                  <a:lnTo>
                    <a:pt x="4574681" y="990600"/>
                  </a:lnTo>
                  <a:lnTo>
                    <a:pt x="4423785" y="990600"/>
                  </a:lnTo>
                  <a:lnTo>
                    <a:pt x="4423905" y="977900"/>
                  </a:lnTo>
                  <a:lnTo>
                    <a:pt x="4422475" y="952500"/>
                  </a:lnTo>
                  <a:lnTo>
                    <a:pt x="4419496" y="939800"/>
                  </a:lnTo>
                  <a:lnTo>
                    <a:pt x="4414969" y="914400"/>
                  </a:lnTo>
                  <a:lnTo>
                    <a:pt x="6778509" y="914400"/>
                  </a:lnTo>
                  <a:lnTo>
                    <a:pt x="6770193" y="863600"/>
                  </a:lnTo>
                  <a:lnTo>
                    <a:pt x="6762234" y="838200"/>
                  </a:lnTo>
                  <a:lnTo>
                    <a:pt x="4367850" y="838200"/>
                  </a:lnTo>
                  <a:lnTo>
                    <a:pt x="4330838" y="825500"/>
                  </a:lnTo>
                  <a:lnTo>
                    <a:pt x="4290177" y="812800"/>
                  </a:lnTo>
                  <a:close/>
                </a:path>
                <a:path w="20071715" h="2425700">
                  <a:moveTo>
                    <a:pt x="17699787" y="812800"/>
                  </a:moveTo>
                  <a:lnTo>
                    <a:pt x="17658999" y="812800"/>
                  </a:lnTo>
                  <a:lnTo>
                    <a:pt x="17619835" y="825500"/>
                  </a:lnTo>
                  <a:lnTo>
                    <a:pt x="17584892" y="850900"/>
                  </a:lnTo>
                  <a:lnTo>
                    <a:pt x="17569732" y="876300"/>
                  </a:lnTo>
                  <a:lnTo>
                    <a:pt x="17557648" y="901700"/>
                  </a:lnTo>
                  <a:lnTo>
                    <a:pt x="17548653" y="914400"/>
                  </a:lnTo>
                  <a:lnTo>
                    <a:pt x="17542757" y="939800"/>
                  </a:lnTo>
                  <a:lnTo>
                    <a:pt x="17491078" y="939800"/>
                  </a:lnTo>
                  <a:lnTo>
                    <a:pt x="17466557" y="952500"/>
                  </a:lnTo>
                  <a:lnTo>
                    <a:pt x="17435333" y="990600"/>
                  </a:lnTo>
                  <a:lnTo>
                    <a:pt x="17416615" y="1028700"/>
                  </a:lnTo>
                  <a:lnTo>
                    <a:pt x="17999573" y="1028700"/>
                  </a:lnTo>
                  <a:lnTo>
                    <a:pt x="17993751" y="1016000"/>
                  </a:lnTo>
                  <a:lnTo>
                    <a:pt x="17978388" y="990600"/>
                  </a:lnTo>
                  <a:lnTo>
                    <a:pt x="17830623" y="990600"/>
                  </a:lnTo>
                  <a:lnTo>
                    <a:pt x="17830734" y="977900"/>
                  </a:lnTo>
                  <a:lnTo>
                    <a:pt x="17829332" y="952500"/>
                  </a:lnTo>
                  <a:lnTo>
                    <a:pt x="17826412" y="939800"/>
                  </a:lnTo>
                  <a:lnTo>
                    <a:pt x="17821964" y="914400"/>
                  </a:lnTo>
                  <a:lnTo>
                    <a:pt x="18114640" y="914400"/>
                  </a:lnTo>
                  <a:lnTo>
                    <a:pt x="18129655" y="876300"/>
                  </a:lnTo>
                  <a:lnTo>
                    <a:pt x="18135047" y="838200"/>
                  </a:lnTo>
                  <a:lnTo>
                    <a:pt x="17775839" y="838200"/>
                  </a:lnTo>
                  <a:lnTo>
                    <a:pt x="17739600" y="825500"/>
                  </a:lnTo>
                  <a:lnTo>
                    <a:pt x="17699787" y="812800"/>
                  </a:lnTo>
                  <a:close/>
                </a:path>
                <a:path w="20071715" h="2425700">
                  <a:moveTo>
                    <a:pt x="2604292" y="838200"/>
                  </a:moveTo>
                  <a:lnTo>
                    <a:pt x="2563573" y="838200"/>
                  </a:lnTo>
                  <a:lnTo>
                    <a:pt x="2523113" y="850900"/>
                  </a:lnTo>
                  <a:lnTo>
                    <a:pt x="2485075" y="863600"/>
                  </a:lnTo>
                  <a:lnTo>
                    <a:pt x="2451625" y="901700"/>
                  </a:lnTo>
                  <a:lnTo>
                    <a:pt x="2419273" y="952500"/>
                  </a:lnTo>
                  <a:lnTo>
                    <a:pt x="2410841" y="990600"/>
                  </a:lnTo>
                  <a:lnTo>
                    <a:pt x="2407543" y="1016000"/>
                  </a:lnTo>
                  <a:lnTo>
                    <a:pt x="3996499" y="1016000"/>
                  </a:lnTo>
                  <a:lnTo>
                    <a:pt x="3987491" y="990600"/>
                  </a:lnTo>
                  <a:lnTo>
                    <a:pt x="3972153" y="952500"/>
                  </a:lnTo>
                  <a:lnTo>
                    <a:pt x="3955076" y="914400"/>
                  </a:lnTo>
                  <a:lnTo>
                    <a:pt x="2691691" y="914400"/>
                  </a:lnTo>
                  <a:lnTo>
                    <a:pt x="2687461" y="901700"/>
                  </a:lnTo>
                  <a:lnTo>
                    <a:pt x="2682843" y="901700"/>
                  </a:lnTo>
                  <a:lnTo>
                    <a:pt x="2677838" y="889000"/>
                  </a:lnTo>
                  <a:lnTo>
                    <a:pt x="2643102" y="863600"/>
                  </a:lnTo>
                  <a:lnTo>
                    <a:pt x="2604292" y="838200"/>
                  </a:lnTo>
                  <a:close/>
                </a:path>
                <a:path w="20071715" h="2425700">
                  <a:moveTo>
                    <a:pt x="8210429" y="660400"/>
                  </a:moveTo>
                  <a:lnTo>
                    <a:pt x="8066102" y="660400"/>
                  </a:lnTo>
                  <a:lnTo>
                    <a:pt x="7927177" y="698500"/>
                  </a:lnTo>
                  <a:lnTo>
                    <a:pt x="7883739" y="723900"/>
                  </a:lnTo>
                  <a:lnTo>
                    <a:pt x="7842332" y="749300"/>
                  </a:lnTo>
                  <a:lnTo>
                    <a:pt x="7803316" y="774700"/>
                  </a:lnTo>
                  <a:lnTo>
                    <a:pt x="7761619" y="812800"/>
                  </a:lnTo>
                  <a:lnTo>
                    <a:pt x="7726378" y="850900"/>
                  </a:lnTo>
                  <a:lnTo>
                    <a:pt x="7697604" y="889000"/>
                  </a:lnTo>
                  <a:lnTo>
                    <a:pt x="7675309" y="927100"/>
                  </a:lnTo>
                  <a:lnTo>
                    <a:pt x="7585456" y="927100"/>
                  </a:lnTo>
                  <a:lnTo>
                    <a:pt x="7541521" y="939800"/>
                  </a:lnTo>
                  <a:lnTo>
                    <a:pt x="7500058" y="952500"/>
                  </a:lnTo>
                  <a:lnTo>
                    <a:pt x="7462426" y="977900"/>
                  </a:lnTo>
                  <a:lnTo>
                    <a:pt x="7438256" y="1003300"/>
                  </a:lnTo>
                  <a:lnTo>
                    <a:pt x="7427993" y="1003300"/>
                  </a:lnTo>
                  <a:lnTo>
                    <a:pt x="7418940" y="1016000"/>
                  </a:lnTo>
                  <a:lnTo>
                    <a:pt x="12664246" y="1016000"/>
                  </a:lnTo>
                  <a:lnTo>
                    <a:pt x="12661027" y="990600"/>
                  </a:lnTo>
                  <a:lnTo>
                    <a:pt x="12652771" y="952500"/>
                  </a:lnTo>
                  <a:lnTo>
                    <a:pt x="12646116" y="939800"/>
                  </a:lnTo>
                  <a:lnTo>
                    <a:pt x="12237956" y="939800"/>
                  </a:lnTo>
                  <a:lnTo>
                    <a:pt x="12234465" y="901700"/>
                  </a:lnTo>
                  <a:lnTo>
                    <a:pt x="12229114" y="863600"/>
                  </a:lnTo>
                  <a:lnTo>
                    <a:pt x="12221946" y="825500"/>
                  </a:lnTo>
                  <a:lnTo>
                    <a:pt x="12213006" y="787400"/>
                  </a:lnTo>
                  <a:lnTo>
                    <a:pt x="12189987" y="736600"/>
                  </a:lnTo>
                  <a:lnTo>
                    <a:pt x="10184828" y="736600"/>
                  </a:lnTo>
                  <a:lnTo>
                    <a:pt x="10150081" y="723900"/>
                  </a:lnTo>
                  <a:lnTo>
                    <a:pt x="10083325" y="723900"/>
                  </a:lnTo>
                  <a:lnTo>
                    <a:pt x="10051404" y="711200"/>
                  </a:lnTo>
                  <a:lnTo>
                    <a:pt x="8394565" y="711200"/>
                  </a:lnTo>
                  <a:lnTo>
                    <a:pt x="8304876" y="685800"/>
                  </a:lnTo>
                  <a:lnTo>
                    <a:pt x="8210429" y="660400"/>
                  </a:lnTo>
                  <a:close/>
                </a:path>
                <a:path w="20071715" h="2425700">
                  <a:moveTo>
                    <a:pt x="15850234" y="1003300"/>
                  </a:moveTo>
                  <a:lnTo>
                    <a:pt x="12670305" y="1003300"/>
                  </a:lnTo>
                  <a:lnTo>
                    <a:pt x="12664246" y="1016000"/>
                  </a:lnTo>
                  <a:lnTo>
                    <a:pt x="15856296" y="1016000"/>
                  </a:lnTo>
                  <a:lnTo>
                    <a:pt x="15850234" y="1003300"/>
                  </a:lnTo>
                  <a:close/>
                </a:path>
                <a:path w="20071715" h="2425700">
                  <a:moveTo>
                    <a:pt x="16048942" y="838200"/>
                  </a:moveTo>
                  <a:lnTo>
                    <a:pt x="16009071" y="838200"/>
                  </a:lnTo>
                  <a:lnTo>
                    <a:pt x="15969452" y="850900"/>
                  </a:lnTo>
                  <a:lnTo>
                    <a:pt x="15932204" y="863600"/>
                  </a:lnTo>
                  <a:lnTo>
                    <a:pt x="15899446" y="901700"/>
                  </a:lnTo>
                  <a:lnTo>
                    <a:pt x="15867756" y="952500"/>
                  </a:lnTo>
                  <a:lnTo>
                    <a:pt x="15859504" y="990600"/>
                  </a:lnTo>
                  <a:lnTo>
                    <a:pt x="15856296" y="1016000"/>
                  </a:lnTo>
                  <a:lnTo>
                    <a:pt x="17412204" y="1016000"/>
                  </a:lnTo>
                  <a:lnTo>
                    <a:pt x="17403384" y="990600"/>
                  </a:lnTo>
                  <a:lnTo>
                    <a:pt x="17388364" y="952500"/>
                  </a:lnTo>
                  <a:lnTo>
                    <a:pt x="17371642" y="914400"/>
                  </a:lnTo>
                  <a:lnTo>
                    <a:pt x="16134528" y="914400"/>
                  </a:lnTo>
                  <a:lnTo>
                    <a:pt x="16130361" y="901700"/>
                  </a:lnTo>
                  <a:lnTo>
                    <a:pt x="16125848" y="901700"/>
                  </a:lnTo>
                  <a:lnTo>
                    <a:pt x="16120958" y="889000"/>
                  </a:lnTo>
                  <a:lnTo>
                    <a:pt x="16086944" y="863600"/>
                  </a:lnTo>
                  <a:lnTo>
                    <a:pt x="16048942" y="838200"/>
                  </a:lnTo>
                  <a:close/>
                </a:path>
                <a:path w="20071715" h="2425700">
                  <a:moveTo>
                    <a:pt x="15759691" y="927100"/>
                  </a:moveTo>
                  <a:lnTo>
                    <a:pt x="12760834" y="927100"/>
                  </a:lnTo>
                  <a:lnTo>
                    <a:pt x="12725265" y="952500"/>
                  </a:lnTo>
                  <a:lnTo>
                    <a:pt x="12693355" y="977900"/>
                  </a:lnTo>
                  <a:lnTo>
                    <a:pt x="12684858" y="990600"/>
                  </a:lnTo>
                  <a:lnTo>
                    <a:pt x="12677175" y="1003300"/>
                  </a:lnTo>
                  <a:lnTo>
                    <a:pt x="15843359" y="1003300"/>
                  </a:lnTo>
                  <a:lnTo>
                    <a:pt x="15835675" y="990600"/>
                  </a:lnTo>
                  <a:lnTo>
                    <a:pt x="15827187" y="977900"/>
                  </a:lnTo>
                  <a:lnTo>
                    <a:pt x="15795265" y="952500"/>
                  </a:lnTo>
                  <a:lnTo>
                    <a:pt x="15759691" y="927100"/>
                  </a:lnTo>
                  <a:close/>
                </a:path>
                <a:path w="20071715" h="2425700">
                  <a:moveTo>
                    <a:pt x="18114640" y="914400"/>
                  </a:moveTo>
                  <a:lnTo>
                    <a:pt x="17865669" y="914400"/>
                  </a:lnTo>
                  <a:lnTo>
                    <a:pt x="17879710" y="927100"/>
                  </a:lnTo>
                  <a:lnTo>
                    <a:pt x="17885354" y="927100"/>
                  </a:lnTo>
                  <a:lnTo>
                    <a:pt x="17890667" y="939800"/>
                  </a:lnTo>
                  <a:lnTo>
                    <a:pt x="17896324" y="952500"/>
                  </a:lnTo>
                  <a:lnTo>
                    <a:pt x="17902313" y="952500"/>
                  </a:lnTo>
                  <a:lnTo>
                    <a:pt x="17908621" y="965200"/>
                  </a:lnTo>
                  <a:lnTo>
                    <a:pt x="17863659" y="965200"/>
                  </a:lnTo>
                  <a:lnTo>
                    <a:pt x="17846255" y="977900"/>
                  </a:lnTo>
                  <a:lnTo>
                    <a:pt x="17830623" y="990600"/>
                  </a:lnTo>
                  <a:lnTo>
                    <a:pt x="18040406" y="990600"/>
                  </a:lnTo>
                  <a:lnTo>
                    <a:pt x="18079112" y="965200"/>
                  </a:lnTo>
                  <a:lnTo>
                    <a:pt x="18109636" y="927100"/>
                  </a:lnTo>
                  <a:lnTo>
                    <a:pt x="18114640" y="914400"/>
                  </a:lnTo>
                  <a:close/>
                </a:path>
                <a:path w="20071715" h="2425700">
                  <a:moveTo>
                    <a:pt x="18287593" y="660400"/>
                  </a:moveTo>
                  <a:lnTo>
                    <a:pt x="18243024" y="673100"/>
                  </a:lnTo>
                  <a:lnTo>
                    <a:pt x="18204313" y="698500"/>
                  </a:lnTo>
                  <a:lnTo>
                    <a:pt x="18173784" y="723900"/>
                  </a:lnTo>
                  <a:lnTo>
                    <a:pt x="18153762" y="774700"/>
                  </a:lnTo>
                  <a:lnTo>
                    <a:pt x="18146571" y="825500"/>
                  </a:lnTo>
                  <a:lnTo>
                    <a:pt x="18153762" y="876300"/>
                  </a:lnTo>
                  <a:lnTo>
                    <a:pt x="18173784" y="927100"/>
                  </a:lnTo>
                  <a:lnTo>
                    <a:pt x="18204313" y="965200"/>
                  </a:lnTo>
                  <a:lnTo>
                    <a:pt x="18243024" y="990600"/>
                  </a:lnTo>
                  <a:lnTo>
                    <a:pt x="18452813" y="990600"/>
                  </a:lnTo>
                  <a:lnTo>
                    <a:pt x="18437174" y="977900"/>
                  </a:lnTo>
                  <a:lnTo>
                    <a:pt x="18419766" y="965200"/>
                  </a:lnTo>
                  <a:lnTo>
                    <a:pt x="18374795" y="965200"/>
                  </a:lnTo>
                  <a:lnTo>
                    <a:pt x="18381119" y="952500"/>
                  </a:lnTo>
                  <a:lnTo>
                    <a:pt x="18387111" y="952500"/>
                  </a:lnTo>
                  <a:lnTo>
                    <a:pt x="18392762" y="939800"/>
                  </a:lnTo>
                  <a:lnTo>
                    <a:pt x="18398061" y="927100"/>
                  </a:lnTo>
                  <a:lnTo>
                    <a:pt x="18403726" y="927100"/>
                  </a:lnTo>
                  <a:lnTo>
                    <a:pt x="18417768" y="914400"/>
                  </a:lnTo>
                  <a:lnTo>
                    <a:pt x="18734776" y="914400"/>
                  </a:lnTo>
                  <a:lnTo>
                    <a:pt x="18725787" y="901700"/>
                  </a:lnTo>
                  <a:lnTo>
                    <a:pt x="18713708" y="876300"/>
                  </a:lnTo>
                  <a:lnTo>
                    <a:pt x="18698544" y="850900"/>
                  </a:lnTo>
                  <a:lnTo>
                    <a:pt x="18681072" y="838200"/>
                  </a:lnTo>
                  <a:lnTo>
                    <a:pt x="18505635" y="838200"/>
                  </a:lnTo>
                  <a:lnTo>
                    <a:pt x="18502029" y="825500"/>
                  </a:lnTo>
                  <a:lnTo>
                    <a:pt x="18496786" y="812800"/>
                  </a:lnTo>
                  <a:lnTo>
                    <a:pt x="18489912" y="800100"/>
                  </a:lnTo>
                  <a:lnTo>
                    <a:pt x="18475343" y="787400"/>
                  </a:lnTo>
                  <a:lnTo>
                    <a:pt x="18423840" y="787400"/>
                  </a:lnTo>
                  <a:lnTo>
                    <a:pt x="18404965" y="736600"/>
                  </a:lnTo>
                  <a:lnTo>
                    <a:pt x="18374184" y="698500"/>
                  </a:lnTo>
                  <a:lnTo>
                    <a:pt x="18334169" y="673100"/>
                  </a:lnTo>
                  <a:lnTo>
                    <a:pt x="18287593" y="660400"/>
                  </a:lnTo>
                  <a:close/>
                </a:path>
                <a:path w="20071715" h="2425700">
                  <a:moveTo>
                    <a:pt x="12384380" y="901700"/>
                  </a:moveTo>
                  <a:lnTo>
                    <a:pt x="12253148" y="901700"/>
                  </a:lnTo>
                  <a:lnTo>
                    <a:pt x="12246738" y="914400"/>
                  </a:lnTo>
                  <a:lnTo>
                    <a:pt x="12241674" y="927100"/>
                  </a:lnTo>
                  <a:lnTo>
                    <a:pt x="12237956" y="939800"/>
                  </a:lnTo>
                  <a:lnTo>
                    <a:pt x="12646116" y="939800"/>
                  </a:lnTo>
                  <a:lnTo>
                    <a:pt x="12639460" y="927100"/>
                  </a:lnTo>
                  <a:lnTo>
                    <a:pt x="12630267" y="914400"/>
                  </a:lnTo>
                  <a:lnTo>
                    <a:pt x="12385993" y="914400"/>
                  </a:lnTo>
                  <a:lnTo>
                    <a:pt x="12384380" y="901700"/>
                  </a:lnTo>
                  <a:close/>
                </a:path>
                <a:path w="20071715" h="2425700">
                  <a:moveTo>
                    <a:pt x="6787996" y="914400"/>
                  </a:moveTo>
                  <a:lnTo>
                    <a:pt x="4459574" y="914400"/>
                  </a:lnTo>
                  <a:lnTo>
                    <a:pt x="4473920" y="927100"/>
                  </a:lnTo>
                  <a:lnTo>
                    <a:pt x="6792519" y="927100"/>
                  </a:lnTo>
                  <a:lnTo>
                    <a:pt x="6787996" y="914400"/>
                  </a:lnTo>
                  <a:close/>
                </a:path>
                <a:path w="20071715" h="2425700">
                  <a:moveTo>
                    <a:pt x="13183264" y="660400"/>
                  </a:moveTo>
                  <a:lnTo>
                    <a:pt x="13136660" y="660400"/>
                  </a:lnTo>
                  <a:lnTo>
                    <a:pt x="13044859" y="685800"/>
                  </a:lnTo>
                  <a:lnTo>
                    <a:pt x="13001105" y="698500"/>
                  </a:lnTo>
                  <a:lnTo>
                    <a:pt x="12959747" y="736600"/>
                  </a:lnTo>
                  <a:lnTo>
                    <a:pt x="12921505" y="774700"/>
                  </a:lnTo>
                  <a:lnTo>
                    <a:pt x="12893604" y="812800"/>
                  </a:lnTo>
                  <a:lnTo>
                    <a:pt x="12870016" y="850900"/>
                  </a:lnTo>
                  <a:lnTo>
                    <a:pt x="12850758" y="889000"/>
                  </a:lnTo>
                  <a:lnTo>
                    <a:pt x="12835843" y="927100"/>
                  </a:lnTo>
                  <a:lnTo>
                    <a:pt x="15684688" y="927100"/>
                  </a:lnTo>
                  <a:lnTo>
                    <a:pt x="15669768" y="889000"/>
                  </a:lnTo>
                  <a:lnTo>
                    <a:pt x="15650506" y="850900"/>
                  </a:lnTo>
                  <a:lnTo>
                    <a:pt x="15626917" y="812800"/>
                  </a:lnTo>
                  <a:lnTo>
                    <a:pt x="15599016" y="774700"/>
                  </a:lnTo>
                  <a:lnTo>
                    <a:pt x="15560775" y="736600"/>
                  </a:lnTo>
                  <a:lnTo>
                    <a:pt x="13317221" y="711200"/>
                  </a:lnTo>
                  <a:lnTo>
                    <a:pt x="13274267" y="685800"/>
                  </a:lnTo>
                  <a:lnTo>
                    <a:pt x="13183264" y="660400"/>
                  </a:lnTo>
                  <a:close/>
                </a:path>
                <a:path w="20071715" h="2425700">
                  <a:moveTo>
                    <a:pt x="3386518" y="419100"/>
                  </a:moveTo>
                  <a:lnTo>
                    <a:pt x="3164378" y="419100"/>
                  </a:lnTo>
                  <a:lnTo>
                    <a:pt x="3135008" y="431800"/>
                  </a:lnTo>
                  <a:lnTo>
                    <a:pt x="3078939" y="457200"/>
                  </a:lnTo>
                  <a:lnTo>
                    <a:pt x="3027027" y="495300"/>
                  </a:lnTo>
                  <a:lnTo>
                    <a:pt x="2979988" y="546100"/>
                  </a:lnTo>
                  <a:lnTo>
                    <a:pt x="2938539" y="596900"/>
                  </a:lnTo>
                  <a:lnTo>
                    <a:pt x="2920135" y="635000"/>
                  </a:lnTo>
                  <a:lnTo>
                    <a:pt x="2903397" y="673100"/>
                  </a:lnTo>
                  <a:lnTo>
                    <a:pt x="2888415" y="711200"/>
                  </a:lnTo>
                  <a:lnTo>
                    <a:pt x="2875279" y="749300"/>
                  </a:lnTo>
                  <a:lnTo>
                    <a:pt x="2864078" y="787400"/>
                  </a:lnTo>
                  <a:lnTo>
                    <a:pt x="2854901" y="838200"/>
                  </a:lnTo>
                  <a:lnTo>
                    <a:pt x="2774513" y="838200"/>
                  </a:lnTo>
                  <a:lnTo>
                    <a:pt x="2695367" y="863600"/>
                  </a:lnTo>
                  <a:lnTo>
                    <a:pt x="2695367" y="901700"/>
                  </a:lnTo>
                  <a:lnTo>
                    <a:pt x="2692843" y="901700"/>
                  </a:lnTo>
                  <a:lnTo>
                    <a:pt x="2691691" y="914400"/>
                  </a:lnTo>
                  <a:lnTo>
                    <a:pt x="3955076" y="914400"/>
                  </a:lnTo>
                  <a:lnTo>
                    <a:pt x="3936351" y="876300"/>
                  </a:lnTo>
                  <a:lnTo>
                    <a:pt x="3916067" y="838200"/>
                  </a:lnTo>
                  <a:lnTo>
                    <a:pt x="3894314" y="800100"/>
                  </a:lnTo>
                  <a:lnTo>
                    <a:pt x="3871181" y="762000"/>
                  </a:lnTo>
                  <a:lnTo>
                    <a:pt x="3846758" y="736600"/>
                  </a:lnTo>
                  <a:lnTo>
                    <a:pt x="3821134" y="698500"/>
                  </a:lnTo>
                  <a:lnTo>
                    <a:pt x="3794400" y="673100"/>
                  </a:lnTo>
                  <a:lnTo>
                    <a:pt x="3766644" y="635000"/>
                  </a:lnTo>
                  <a:lnTo>
                    <a:pt x="3737956" y="609600"/>
                  </a:lnTo>
                  <a:lnTo>
                    <a:pt x="3708427" y="584200"/>
                  </a:lnTo>
                  <a:lnTo>
                    <a:pt x="3678144" y="558800"/>
                  </a:lnTo>
                  <a:lnTo>
                    <a:pt x="3647199" y="546100"/>
                  </a:lnTo>
                  <a:lnTo>
                    <a:pt x="3615680" y="520700"/>
                  </a:lnTo>
                  <a:lnTo>
                    <a:pt x="3583677" y="495300"/>
                  </a:lnTo>
                  <a:lnTo>
                    <a:pt x="3386518" y="419100"/>
                  </a:lnTo>
                  <a:close/>
                </a:path>
                <a:path w="20071715" h="2425700">
                  <a:moveTo>
                    <a:pt x="7000806" y="901700"/>
                  </a:moveTo>
                  <a:lnTo>
                    <a:pt x="6809292" y="901700"/>
                  </a:lnTo>
                  <a:lnTo>
                    <a:pt x="6803023" y="914400"/>
                  </a:lnTo>
                  <a:lnTo>
                    <a:pt x="7003214" y="914400"/>
                  </a:lnTo>
                  <a:lnTo>
                    <a:pt x="7000806" y="901700"/>
                  </a:lnTo>
                  <a:close/>
                </a:path>
                <a:path w="20071715" h="2425700">
                  <a:moveTo>
                    <a:pt x="12511451" y="838200"/>
                  </a:moveTo>
                  <a:lnTo>
                    <a:pt x="12471582" y="838200"/>
                  </a:lnTo>
                  <a:lnTo>
                    <a:pt x="12433583" y="863600"/>
                  </a:lnTo>
                  <a:lnTo>
                    <a:pt x="12399574" y="889000"/>
                  </a:lnTo>
                  <a:lnTo>
                    <a:pt x="12394684" y="901700"/>
                  </a:lnTo>
                  <a:lnTo>
                    <a:pt x="12390160" y="901700"/>
                  </a:lnTo>
                  <a:lnTo>
                    <a:pt x="12385993" y="914400"/>
                  </a:lnTo>
                  <a:lnTo>
                    <a:pt x="12630267" y="914400"/>
                  </a:lnTo>
                  <a:lnTo>
                    <a:pt x="12621075" y="901700"/>
                  </a:lnTo>
                  <a:lnTo>
                    <a:pt x="12588317" y="863600"/>
                  </a:lnTo>
                  <a:lnTo>
                    <a:pt x="12551070" y="850900"/>
                  </a:lnTo>
                  <a:lnTo>
                    <a:pt x="12511451" y="838200"/>
                  </a:lnTo>
                  <a:close/>
                </a:path>
                <a:path w="20071715" h="2425700">
                  <a:moveTo>
                    <a:pt x="16814911" y="419100"/>
                  </a:moveTo>
                  <a:lnTo>
                    <a:pt x="16597391" y="419100"/>
                  </a:lnTo>
                  <a:lnTo>
                    <a:pt x="16568632" y="431800"/>
                  </a:lnTo>
                  <a:lnTo>
                    <a:pt x="16513729" y="457200"/>
                  </a:lnTo>
                  <a:lnTo>
                    <a:pt x="16462895" y="495300"/>
                  </a:lnTo>
                  <a:lnTo>
                    <a:pt x="16416833" y="546100"/>
                  </a:lnTo>
                  <a:lnTo>
                    <a:pt x="16376244" y="596900"/>
                  </a:lnTo>
                  <a:lnTo>
                    <a:pt x="16358221" y="635000"/>
                  </a:lnTo>
                  <a:lnTo>
                    <a:pt x="16341830" y="673100"/>
                  </a:lnTo>
                  <a:lnTo>
                    <a:pt x="16327158" y="711200"/>
                  </a:lnTo>
                  <a:lnTo>
                    <a:pt x="16314293" y="749300"/>
                  </a:lnTo>
                  <a:lnTo>
                    <a:pt x="16303323" y="787400"/>
                  </a:lnTo>
                  <a:lnTo>
                    <a:pt x="16294335" y="838200"/>
                  </a:lnTo>
                  <a:lnTo>
                    <a:pt x="16215620" y="838200"/>
                  </a:lnTo>
                  <a:lnTo>
                    <a:pt x="16138130" y="863600"/>
                  </a:lnTo>
                  <a:lnTo>
                    <a:pt x="16138130" y="901700"/>
                  </a:lnTo>
                  <a:lnTo>
                    <a:pt x="16135680" y="901700"/>
                  </a:lnTo>
                  <a:lnTo>
                    <a:pt x="16134528" y="914400"/>
                  </a:lnTo>
                  <a:lnTo>
                    <a:pt x="17371642" y="914400"/>
                  </a:lnTo>
                  <a:lnTo>
                    <a:pt x="17353305" y="876300"/>
                  </a:lnTo>
                  <a:lnTo>
                    <a:pt x="17333443" y="838200"/>
                  </a:lnTo>
                  <a:lnTo>
                    <a:pt x="17312142" y="800100"/>
                  </a:lnTo>
                  <a:lnTo>
                    <a:pt x="17289490" y="762000"/>
                  </a:lnTo>
                  <a:lnTo>
                    <a:pt x="17265575" y="736600"/>
                  </a:lnTo>
                  <a:lnTo>
                    <a:pt x="17240484" y="698500"/>
                  </a:lnTo>
                  <a:lnTo>
                    <a:pt x="17214305" y="673100"/>
                  </a:lnTo>
                  <a:lnTo>
                    <a:pt x="17187127" y="635000"/>
                  </a:lnTo>
                  <a:lnTo>
                    <a:pt x="17159036" y="609600"/>
                  </a:lnTo>
                  <a:lnTo>
                    <a:pt x="17130121" y="584200"/>
                  </a:lnTo>
                  <a:lnTo>
                    <a:pt x="17100468" y="558800"/>
                  </a:lnTo>
                  <a:lnTo>
                    <a:pt x="17070167" y="546100"/>
                  </a:lnTo>
                  <a:lnTo>
                    <a:pt x="17039304" y="520700"/>
                  </a:lnTo>
                  <a:lnTo>
                    <a:pt x="17007967" y="495300"/>
                  </a:lnTo>
                  <a:lnTo>
                    <a:pt x="16814911" y="419100"/>
                  </a:lnTo>
                  <a:close/>
                </a:path>
                <a:path w="20071715" h="2425700">
                  <a:moveTo>
                    <a:pt x="6906831" y="863600"/>
                  </a:moveTo>
                  <a:lnTo>
                    <a:pt x="6858903" y="876300"/>
                  </a:lnTo>
                  <a:lnTo>
                    <a:pt x="6816299" y="901700"/>
                  </a:lnTo>
                  <a:lnTo>
                    <a:pt x="6995550" y="901700"/>
                  </a:lnTo>
                  <a:lnTo>
                    <a:pt x="6954306" y="876300"/>
                  </a:lnTo>
                  <a:lnTo>
                    <a:pt x="6906831" y="863600"/>
                  </a:lnTo>
                  <a:close/>
                </a:path>
                <a:path w="20071715" h="2425700">
                  <a:moveTo>
                    <a:pt x="12321499" y="863600"/>
                  </a:moveTo>
                  <a:lnTo>
                    <a:pt x="12289425" y="876300"/>
                  </a:lnTo>
                  <a:lnTo>
                    <a:pt x="12260908" y="901700"/>
                  </a:lnTo>
                  <a:lnTo>
                    <a:pt x="12380873" y="901700"/>
                  </a:lnTo>
                  <a:lnTo>
                    <a:pt x="12353268" y="876300"/>
                  </a:lnTo>
                  <a:lnTo>
                    <a:pt x="12321499" y="863600"/>
                  </a:lnTo>
                  <a:close/>
                </a:path>
                <a:path w="20071715" h="2425700">
                  <a:moveTo>
                    <a:pt x="5401948" y="38100"/>
                  </a:moveTo>
                  <a:lnTo>
                    <a:pt x="5206701" y="38100"/>
                  </a:lnTo>
                  <a:lnTo>
                    <a:pt x="5117598" y="63500"/>
                  </a:lnTo>
                  <a:lnTo>
                    <a:pt x="5033048" y="88900"/>
                  </a:lnTo>
                  <a:lnTo>
                    <a:pt x="4992729" y="114300"/>
                  </a:lnTo>
                  <a:lnTo>
                    <a:pt x="4953847" y="139700"/>
                  </a:lnTo>
                  <a:lnTo>
                    <a:pt x="4916502" y="165100"/>
                  </a:lnTo>
                  <a:lnTo>
                    <a:pt x="4880793" y="190500"/>
                  </a:lnTo>
                  <a:lnTo>
                    <a:pt x="4846820" y="228600"/>
                  </a:lnTo>
                  <a:lnTo>
                    <a:pt x="4814682" y="266700"/>
                  </a:lnTo>
                  <a:lnTo>
                    <a:pt x="4784479" y="304800"/>
                  </a:lnTo>
                  <a:lnTo>
                    <a:pt x="4756311" y="342900"/>
                  </a:lnTo>
                  <a:lnTo>
                    <a:pt x="4730277" y="381000"/>
                  </a:lnTo>
                  <a:lnTo>
                    <a:pt x="4706477" y="419100"/>
                  </a:lnTo>
                  <a:lnTo>
                    <a:pt x="4685011" y="469900"/>
                  </a:lnTo>
                  <a:lnTo>
                    <a:pt x="4665977" y="520700"/>
                  </a:lnTo>
                  <a:lnTo>
                    <a:pt x="4649476" y="558800"/>
                  </a:lnTo>
                  <a:lnTo>
                    <a:pt x="4635607" y="609600"/>
                  </a:lnTo>
                  <a:lnTo>
                    <a:pt x="4624470" y="660400"/>
                  </a:lnTo>
                  <a:lnTo>
                    <a:pt x="4592523" y="660400"/>
                  </a:lnTo>
                  <a:lnTo>
                    <a:pt x="4544950" y="673100"/>
                  </a:lnTo>
                  <a:lnTo>
                    <a:pt x="4504080" y="698500"/>
                  </a:lnTo>
                  <a:lnTo>
                    <a:pt x="4472639" y="736600"/>
                  </a:lnTo>
                  <a:lnTo>
                    <a:pt x="4452727" y="787400"/>
                  </a:lnTo>
                  <a:lnTo>
                    <a:pt x="4400775" y="787400"/>
                  </a:lnTo>
                  <a:lnTo>
                    <a:pt x="4385901" y="800100"/>
                  </a:lnTo>
                  <a:lnTo>
                    <a:pt x="4378867" y="812800"/>
                  </a:lnTo>
                  <a:lnTo>
                    <a:pt x="4373514" y="825500"/>
                  </a:lnTo>
                  <a:lnTo>
                    <a:pt x="4369843" y="838200"/>
                  </a:lnTo>
                  <a:lnTo>
                    <a:pt x="6762234" y="838200"/>
                  </a:lnTo>
                  <a:lnTo>
                    <a:pt x="6758254" y="825500"/>
                  </a:lnTo>
                  <a:lnTo>
                    <a:pt x="6742687" y="774700"/>
                  </a:lnTo>
                  <a:lnTo>
                    <a:pt x="6723486" y="736600"/>
                  </a:lnTo>
                  <a:lnTo>
                    <a:pt x="6700648" y="685800"/>
                  </a:lnTo>
                  <a:lnTo>
                    <a:pt x="6674167" y="647700"/>
                  </a:lnTo>
                  <a:lnTo>
                    <a:pt x="6644038" y="609600"/>
                  </a:lnTo>
                  <a:lnTo>
                    <a:pt x="6610258" y="571500"/>
                  </a:lnTo>
                  <a:lnTo>
                    <a:pt x="6572820" y="533400"/>
                  </a:lnTo>
                  <a:lnTo>
                    <a:pt x="6531721" y="495300"/>
                  </a:lnTo>
                  <a:lnTo>
                    <a:pt x="6493432" y="457200"/>
                  </a:lnTo>
                  <a:lnTo>
                    <a:pt x="6453492" y="431800"/>
                  </a:lnTo>
                  <a:lnTo>
                    <a:pt x="6412023" y="406400"/>
                  </a:lnTo>
                  <a:lnTo>
                    <a:pt x="6369146" y="381000"/>
                  </a:lnTo>
                  <a:lnTo>
                    <a:pt x="6324984" y="368300"/>
                  </a:lnTo>
                  <a:lnTo>
                    <a:pt x="6279658" y="342900"/>
                  </a:lnTo>
                  <a:lnTo>
                    <a:pt x="6233291" y="330200"/>
                  </a:lnTo>
                  <a:lnTo>
                    <a:pt x="6186005" y="304800"/>
                  </a:lnTo>
                  <a:lnTo>
                    <a:pt x="6137921" y="292100"/>
                  </a:lnTo>
                  <a:lnTo>
                    <a:pt x="6089162" y="292100"/>
                  </a:lnTo>
                  <a:lnTo>
                    <a:pt x="5990104" y="266700"/>
                  </a:lnTo>
                  <a:lnTo>
                    <a:pt x="5789251" y="266700"/>
                  </a:lnTo>
                  <a:lnTo>
                    <a:pt x="5753944" y="228600"/>
                  </a:lnTo>
                  <a:lnTo>
                    <a:pt x="5716392" y="190500"/>
                  </a:lnTo>
                  <a:lnTo>
                    <a:pt x="5676728" y="165100"/>
                  </a:lnTo>
                  <a:lnTo>
                    <a:pt x="5635089" y="127000"/>
                  </a:lnTo>
                  <a:lnTo>
                    <a:pt x="5591607" y="101600"/>
                  </a:lnTo>
                  <a:lnTo>
                    <a:pt x="5546418" y="88900"/>
                  </a:lnTo>
                  <a:lnTo>
                    <a:pt x="5499655" y="63500"/>
                  </a:lnTo>
                  <a:lnTo>
                    <a:pt x="5401948" y="38100"/>
                  </a:lnTo>
                  <a:close/>
                </a:path>
                <a:path w="20071715" h="2425700">
                  <a:moveTo>
                    <a:pt x="17995843" y="660400"/>
                  </a:moveTo>
                  <a:lnTo>
                    <a:pt x="17949260" y="673100"/>
                  </a:lnTo>
                  <a:lnTo>
                    <a:pt x="17909238" y="698500"/>
                  </a:lnTo>
                  <a:lnTo>
                    <a:pt x="17878452" y="736600"/>
                  </a:lnTo>
                  <a:lnTo>
                    <a:pt x="17858957" y="787400"/>
                  </a:lnTo>
                  <a:lnTo>
                    <a:pt x="17808095" y="787400"/>
                  </a:lnTo>
                  <a:lnTo>
                    <a:pt x="17793525" y="800100"/>
                  </a:lnTo>
                  <a:lnTo>
                    <a:pt x="17786650" y="812800"/>
                  </a:lnTo>
                  <a:lnTo>
                    <a:pt x="17781407" y="825500"/>
                  </a:lnTo>
                  <a:lnTo>
                    <a:pt x="17777802" y="838200"/>
                  </a:lnTo>
                  <a:lnTo>
                    <a:pt x="18135047" y="838200"/>
                  </a:lnTo>
                  <a:lnTo>
                    <a:pt x="18136844" y="825500"/>
                  </a:lnTo>
                  <a:lnTo>
                    <a:pt x="18129655" y="774700"/>
                  </a:lnTo>
                  <a:lnTo>
                    <a:pt x="18109636" y="723900"/>
                  </a:lnTo>
                  <a:lnTo>
                    <a:pt x="18079112" y="698500"/>
                  </a:lnTo>
                  <a:lnTo>
                    <a:pt x="18040406" y="673100"/>
                  </a:lnTo>
                  <a:lnTo>
                    <a:pt x="17995843" y="660400"/>
                  </a:lnTo>
                  <a:close/>
                </a:path>
                <a:path w="20071715" h="2425700">
                  <a:moveTo>
                    <a:pt x="18624431" y="812800"/>
                  </a:moveTo>
                  <a:lnTo>
                    <a:pt x="18583640" y="812800"/>
                  </a:lnTo>
                  <a:lnTo>
                    <a:pt x="18543828" y="825500"/>
                  </a:lnTo>
                  <a:lnTo>
                    <a:pt x="18507597" y="838200"/>
                  </a:lnTo>
                  <a:lnTo>
                    <a:pt x="18681072" y="838200"/>
                  </a:lnTo>
                  <a:lnTo>
                    <a:pt x="18663600" y="825500"/>
                  </a:lnTo>
                  <a:lnTo>
                    <a:pt x="18624431" y="812800"/>
                  </a:lnTo>
                  <a:close/>
                </a:path>
                <a:path w="20071715" h="2425700">
                  <a:moveTo>
                    <a:pt x="11926681" y="520700"/>
                  </a:moveTo>
                  <a:lnTo>
                    <a:pt x="11464317" y="520700"/>
                  </a:lnTo>
                  <a:lnTo>
                    <a:pt x="11382842" y="546100"/>
                  </a:lnTo>
                  <a:lnTo>
                    <a:pt x="11341425" y="546100"/>
                  </a:lnTo>
                  <a:lnTo>
                    <a:pt x="11299616" y="558800"/>
                  </a:lnTo>
                  <a:lnTo>
                    <a:pt x="11257459" y="558800"/>
                  </a:lnTo>
                  <a:lnTo>
                    <a:pt x="11129341" y="596900"/>
                  </a:lnTo>
                  <a:lnTo>
                    <a:pt x="11086235" y="596900"/>
                  </a:lnTo>
                  <a:lnTo>
                    <a:pt x="10956338" y="635000"/>
                  </a:lnTo>
                  <a:lnTo>
                    <a:pt x="10912995" y="635000"/>
                  </a:lnTo>
                  <a:lnTo>
                    <a:pt x="10826510" y="660400"/>
                  </a:lnTo>
                  <a:lnTo>
                    <a:pt x="10783456" y="660400"/>
                  </a:lnTo>
                  <a:lnTo>
                    <a:pt x="10697950" y="685800"/>
                  </a:lnTo>
                  <a:lnTo>
                    <a:pt x="10655586" y="685800"/>
                  </a:lnTo>
                  <a:lnTo>
                    <a:pt x="10571861" y="711200"/>
                  </a:lnTo>
                  <a:lnTo>
                    <a:pt x="10489767" y="711200"/>
                  </a:lnTo>
                  <a:lnTo>
                    <a:pt x="10449443" y="723900"/>
                  </a:lnTo>
                  <a:lnTo>
                    <a:pt x="10370464" y="723900"/>
                  </a:lnTo>
                  <a:lnTo>
                    <a:pt x="10331898" y="736600"/>
                  </a:lnTo>
                  <a:lnTo>
                    <a:pt x="12189987" y="736600"/>
                  </a:lnTo>
                  <a:lnTo>
                    <a:pt x="12175997" y="698500"/>
                  </a:lnTo>
                  <a:lnTo>
                    <a:pt x="12160413" y="673100"/>
                  </a:lnTo>
                  <a:lnTo>
                    <a:pt x="12143279" y="660400"/>
                  </a:lnTo>
                  <a:lnTo>
                    <a:pt x="12124640" y="635000"/>
                  </a:lnTo>
                  <a:lnTo>
                    <a:pt x="12083025" y="596900"/>
                  </a:lnTo>
                  <a:lnTo>
                    <a:pt x="12035923" y="571500"/>
                  </a:lnTo>
                  <a:lnTo>
                    <a:pt x="11983689" y="546100"/>
                  </a:lnTo>
                  <a:lnTo>
                    <a:pt x="11955760" y="533400"/>
                  </a:lnTo>
                  <a:lnTo>
                    <a:pt x="11926681" y="520700"/>
                  </a:lnTo>
                  <a:close/>
                </a:path>
                <a:path w="20071715" h="2425700">
                  <a:moveTo>
                    <a:pt x="1948858" y="660400"/>
                  </a:moveTo>
                  <a:lnTo>
                    <a:pt x="1863297" y="660400"/>
                  </a:lnTo>
                  <a:lnTo>
                    <a:pt x="1780086" y="685800"/>
                  </a:lnTo>
                  <a:lnTo>
                    <a:pt x="1740704" y="711200"/>
                  </a:lnTo>
                  <a:lnTo>
                    <a:pt x="2072193" y="711200"/>
                  </a:lnTo>
                  <a:lnTo>
                    <a:pt x="2032466" y="685800"/>
                  </a:lnTo>
                  <a:lnTo>
                    <a:pt x="1948858" y="660400"/>
                  </a:lnTo>
                  <a:close/>
                </a:path>
                <a:path w="20071715" h="2425700">
                  <a:moveTo>
                    <a:pt x="8848810" y="0"/>
                  </a:moveTo>
                  <a:lnTo>
                    <a:pt x="8807390" y="12700"/>
                  </a:lnTo>
                  <a:lnTo>
                    <a:pt x="8768817" y="25400"/>
                  </a:lnTo>
                  <a:lnTo>
                    <a:pt x="8733910" y="50800"/>
                  </a:lnTo>
                  <a:lnTo>
                    <a:pt x="8703495" y="76200"/>
                  </a:lnTo>
                  <a:lnTo>
                    <a:pt x="8678400" y="114300"/>
                  </a:lnTo>
                  <a:lnTo>
                    <a:pt x="8659452" y="152400"/>
                  </a:lnTo>
                  <a:lnTo>
                    <a:pt x="8647476" y="203200"/>
                  </a:lnTo>
                  <a:lnTo>
                    <a:pt x="8643301" y="254000"/>
                  </a:lnTo>
                  <a:lnTo>
                    <a:pt x="8645347" y="279400"/>
                  </a:lnTo>
                  <a:lnTo>
                    <a:pt x="8651300" y="317500"/>
                  </a:lnTo>
                  <a:lnTo>
                    <a:pt x="8660882" y="355600"/>
                  </a:lnTo>
                  <a:lnTo>
                    <a:pt x="8673813" y="381000"/>
                  </a:lnTo>
                  <a:lnTo>
                    <a:pt x="8668917" y="393700"/>
                  </a:lnTo>
                  <a:lnTo>
                    <a:pt x="8664625" y="393700"/>
                  </a:lnTo>
                  <a:lnTo>
                    <a:pt x="8660929" y="406400"/>
                  </a:lnTo>
                  <a:lnTo>
                    <a:pt x="8657824" y="419100"/>
                  </a:lnTo>
                  <a:lnTo>
                    <a:pt x="8567588" y="419100"/>
                  </a:lnTo>
                  <a:lnTo>
                    <a:pt x="8523443" y="431800"/>
                  </a:lnTo>
                  <a:lnTo>
                    <a:pt x="8481778" y="444500"/>
                  </a:lnTo>
                  <a:lnTo>
                    <a:pt x="8443966" y="469900"/>
                  </a:lnTo>
                  <a:lnTo>
                    <a:pt x="8407681" y="508000"/>
                  </a:lnTo>
                  <a:lnTo>
                    <a:pt x="8383808" y="546100"/>
                  </a:lnTo>
                  <a:lnTo>
                    <a:pt x="8372399" y="584200"/>
                  </a:lnTo>
                  <a:lnTo>
                    <a:pt x="8373503" y="622300"/>
                  </a:lnTo>
                  <a:lnTo>
                    <a:pt x="8387172" y="673100"/>
                  </a:lnTo>
                  <a:lnTo>
                    <a:pt x="8413454" y="711200"/>
                  </a:lnTo>
                  <a:lnTo>
                    <a:pt x="10051404" y="711200"/>
                  </a:lnTo>
                  <a:lnTo>
                    <a:pt x="10020514" y="698500"/>
                  </a:lnTo>
                  <a:lnTo>
                    <a:pt x="9990699" y="698500"/>
                  </a:lnTo>
                  <a:lnTo>
                    <a:pt x="9962004" y="685800"/>
                  </a:lnTo>
                  <a:lnTo>
                    <a:pt x="9962004" y="673100"/>
                  </a:lnTo>
                  <a:lnTo>
                    <a:pt x="9689489" y="673100"/>
                  </a:lnTo>
                  <a:lnTo>
                    <a:pt x="9699480" y="622300"/>
                  </a:lnTo>
                  <a:lnTo>
                    <a:pt x="9699783" y="584200"/>
                  </a:lnTo>
                  <a:lnTo>
                    <a:pt x="9690444" y="533400"/>
                  </a:lnTo>
                  <a:lnTo>
                    <a:pt x="9671510" y="495300"/>
                  </a:lnTo>
                  <a:lnTo>
                    <a:pt x="9722415" y="482600"/>
                  </a:lnTo>
                  <a:lnTo>
                    <a:pt x="9770084" y="469900"/>
                  </a:lnTo>
                  <a:lnTo>
                    <a:pt x="9813782" y="457200"/>
                  </a:lnTo>
                  <a:lnTo>
                    <a:pt x="9852775" y="431800"/>
                  </a:lnTo>
                  <a:lnTo>
                    <a:pt x="9886326" y="406400"/>
                  </a:lnTo>
                  <a:lnTo>
                    <a:pt x="9913701" y="368300"/>
                  </a:lnTo>
                  <a:lnTo>
                    <a:pt x="9934165" y="330200"/>
                  </a:lnTo>
                  <a:lnTo>
                    <a:pt x="9946982" y="292100"/>
                  </a:lnTo>
                  <a:lnTo>
                    <a:pt x="9949939" y="266700"/>
                  </a:lnTo>
                  <a:lnTo>
                    <a:pt x="9167798" y="266700"/>
                  </a:lnTo>
                  <a:lnTo>
                    <a:pt x="9164244" y="254000"/>
                  </a:lnTo>
                  <a:lnTo>
                    <a:pt x="9159036" y="241300"/>
                  </a:lnTo>
                  <a:lnTo>
                    <a:pt x="9152175" y="228600"/>
                  </a:lnTo>
                  <a:lnTo>
                    <a:pt x="9143662" y="215900"/>
                  </a:lnTo>
                  <a:lnTo>
                    <a:pt x="9122429" y="190500"/>
                  </a:lnTo>
                  <a:lnTo>
                    <a:pt x="9047383" y="190500"/>
                  </a:lnTo>
                  <a:lnTo>
                    <a:pt x="9031166" y="139700"/>
                  </a:lnTo>
                  <a:lnTo>
                    <a:pt x="9006658" y="88900"/>
                  </a:lnTo>
                  <a:lnTo>
                    <a:pt x="8975013" y="63500"/>
                  </a:lnTo>
                  <a:lnTo>
                    <a:pt x="8937385" y="25400"/>
                  </a:lnTo>
                  <a:lnTo>
                    <a:pt x="8894930" y="12700"/>
                  </a:lnTo>
                  <a:lnTo>
                    <a:pt x="8848810" y="0"/>
                  </a:lnTo>
                  <a:close/>
                </a:path>
                <a:path w="20071715" h="2425700">
                  <a:moveTo>
                    <a:pt x="15102434" y="419100"/>
                  </a:moveTo>
                  <a:lnTo>
                    <a:pt x="13418092" y="419100"/>
                  </a:lnTo>
                  <a:lnTo>
                    <a:pt x="13382357" y="444500"/>
                  </a:lnTo>
                  <a:lnTo>
                    <a:pt x="13350299" y="469900"/>
                  </a:lnTo>
                  <a:lnTo>
                    <a:pt x="13322145" y="508000"/>
                  </a:lnTo>
                  <a:lnTo>
                    <a:pt x="13305966" y="558800"/>
                  </a:lnTo>
                  <a:lnTo>
                    <a:pt x="13301820" y="609600"/>
                  </a:lnTo>
                  <a:lnTo>
                    <a:pt x="13309768" y="660400"/>
                  </a:lnTo>
                  <a:lnTo>
                    <a:pt x="13329870" y="711200"/>
                  </a:lnTo>
                  <a:lnTo>
                    <a:pt x="15190672" y="711200"/>
                  </a:lnTo>
                  <a:lnTo>
                    <a:pt x="15210763" y="660400"/>
                  </a:lnTo>
                  <a:lnTo>
                    <a:pt x="15218706" y="609600"/>
                  </a:lnTo>
                  <a:lnTo>
                    <a:pt x="15214561" y="558800"/>
                  </a:lnTo>
                  <a:lnTo>
                    <a:pt x="15198387" y="508000"/>
                  </a:lnTo>
                  <a:lnTo>
                    <a:pt x="15170243" y="469900"/>
                  </a:lnTo>
                  <a:lnTo>
                    <a:pt x="15138173" y="444500"/>
                  </a:lnTo>
                  <a:lnTo>
                    <a:pt x="15102434" y="419100"/>
                  </a:lnTo>
                  <a:close/>
                </a:path>
                <a:path w="20071715" h="2425700">
                  <a:moveTo>
                    <a:pt x="15383869" y="660400"/>
                  </a:moveTo>
                  <a:lnTo>
                    <a:pt x="15337266" y="660400"/>
                  </a:lnTo>
                  <a:lnTo>
                    <a:pt x="15246259" y="685800"/>
                  </a:lnTo>
                  <a:lnTo>
                    <a:pt x="15203300" y="711200"/>
                  </a:lnTo>
                  <a:lnTo>
                    <a:pt x="15533204" y="711200"/>
                  </a:lnTo>
                  <a:lnTo>
                    <a:pt x="15519418" y="698500"/>
                  </a:lnTo>
                  <a:lnTo>
                    <a:pt x="15475667" y="685800"/>
                  </a:lnTo>
                  <a:lnTo>
                    <a:pt x="15383869" y="660400"/>
                  </a:lnTo>
                  <a:close/>
                </a:path>
                <a:path w="20071715" h="2425700">
                  <a:moveTo>
                    <a:pt x="9962004" y="558800"/>
                  </a:moveTo>
                  <a:lnTo>
                    <a:pt x="9909092" y="571500"/>
                  </a:lnTo>
                  <a:lnTo>
                    <a:pt x="9858592" y="584200"/>
                  </a:lnTo>
                  <a:lnTo>
                    <a:pt x="9810943" y="596900"/>
                  </a:lnTo>
                  <a:lnTo>
                    <a:pt x="9766584" y="622300"/>
                  </a:lnTo>
                  <a:lnTo>
                    <a:pt x="9725953" y="647700"/>
                  </a:lnTo>
                  <a:lnTo>
                    <a:pt x="9689489" y="673100"/>
                  </a:lnTo>
                  <a:lnTo>
                    <a:pt x="9962004" y="673100"/>
                  </a:lnTo>
                  <a:lnTo>
                    <a:pt x="9962004" y="558800"/>
                  </a:lnTo>
                  <a:close/>
                </a:path>
                <a:path w="20071715" h="2425700">
                  <a:moveTo>
                    <a:pt x="11865254" y="508000"/>
                  </a:moveTo>
                  <a:lnTo>
                    <a:pt x="11582472" y="508000"/>
                  </a:lnTo>
                  <a:lnTo>
                    <a:pt x="11543687" y="520700"/>
                  </a:lnTo>
                  <a:lnTo>
                    <a:pt x="11896498" y="520700"/>
                  </a:lnTo>
                  <a:lnTo>
                    <a:pt x="11865254" y="508000"/>
                  </a:lnTo>
                  <a:close/>
                </a:path>
                <a:path w="20071715" h="2425700">
                  <a:moveTo>
                    <a:pt x="3320989" y="406400"/>
                  </a:moveTo>
                  <a:lnTo>
                    <a:pt x="3225338" y="406400"/>
                  </a:lnTo>
                  <a:lnTo>
                    <a:pt x="3194517" y="419100"/>
                  </a:lnTo>
                  <a:lnTo>
                    <a:pt x="3353637" y="419100"/>
                  </a:lnTo>
                  <a:lnTo>
                    <a:pt x="3320989" y="406400"/>
                  </a:lnTo>
                  <a:close/>
                </a:path>
                <a:path w="20071715" h="2425700">
                  <a:moveTo>
                    <a:pt x="13713773" y="215900"/>
                  </a:moveTo>
                  <a:lnTo>
                    <a:pt x="13671259" y="228600"/>
                  </a:lnTo>
                  <a:lnTo>
                    <a:pt x="13629674" y="228600"/>
                  </a:lnTo>
                  <a:lnTo>
                    <a:pt x="13590400" y="254000"/>
                  </a:lnTo>
                  <a:lnTo>
                    <a:pt x="13554816" y="292100"/>
                  </a:lnTo>
                  <a:lnTo>
                    <a:pt x="13532724" y="317500"/>
                  </a:lnTo>
                  <a:lnTo>
                    <a:pt x="13515117" y="355600"/>
                  </a:lnTo>
                  <a:lnTo>
                    <a:pt x="13502012" y="381000"/>
                  </a:lnTo>
                  <a:lnTo>
                    <a:pt x="13493425" y="419100"/>
                  </a:lnTo>
                  <a:lnTo>
                    <a:pt x="15027117" y="419100"/>
                  </a:lnTo>
                  <a:lnTo>
                    <a:pt x="15018530" y="381000"/>
                  </a:lnTo>
                  <a:lnTo>
                    <a:pt x="15005422" y="355600"/>
                  </a:lnTo>
                  <a:lnTo>
                    <a:pt x="14987809" y="317500"/>
                  </a:lnTo>
                  <a:lnTo>
                    <a:pt x="14965705" y="292100"/>
                  </a:lnTo>
                  <a:lnTo>
                    <a:pt x="14953846" y="279400"/>
                  </a:lnTo>
                  <a:lnTo>
                    <a:pt x="13833101" y="279400"/>
                  </a:lnTo>
                  <a:lnTo>
                    <a:pt x="13796074" y="241300"/>
                  </a:lnTo>
                  <a:lnTo>
                    <a:pt x="13755838" y="228600"/>
                  </a:lnTo>
                  <a:lnTo>
                    <a:pt x="13713773" y="215900"/>
                  </a:lnTo>
                  <a:close/>
                </a:path>
                <a:path w="20071715" h="2425700">
                  <a:moveTo>
                    <a:pt x="16750745" y="406400"/>
                  </a:moveTo>
                  <a:lnTo>
                    <a:pt x="16657084" y="406400"/>
                  </a:lnTo>
                  <a:lnTo>
                    <a:pt x="16626904" y="419100"/>
                  </a:lnTo>
                  <a:lnTo>
                    <a:pt x="16782714" y="419100"/>
                  </a:lnTo>
                  <a:lnTo>
                    <a:pt x="16750745" y="406400"/>
                  </a:lnTo>
                  <a:close/>
                </a:path>
                <a:path w="20071715" h="2425700">
                  <a:moveTo>
                    <a:pt x="1165887" y="190500"/>
                  </a:moveTo>
                  <a:lnTo>
                    <a:pt x="389405" y="190500"/>
                  </a:lnTo>
                  <a:lnTo>
                    <a:pt x="367720" y="215900"/>
                  </a:lnTo>
                  <a:lnTo>
                    <a:pt x="357488" y="228600"/>
                  </a:lnTo>
                  <a:lnTo>
                    <a:pt x="349684" y="241300"/>
                  </a:lnTo>
                  <a:lnTo>
                    <a:pt x="344323" y="254000"/>
                  </a:lnTo>
                  <a:lnTo>
                    <a:pt x="341417" y="279400"/>
                  </a:lnTo>
                  <a:lnTo>
                    <a:pt x="1213862" y="279400"/>
                  </a:lnTo>
                  <a:lnTo>
                    <a:pt x="1205603" y="241300"/>
                  </a:lnTo>
                  <a:lnTo>
                    <a:pt x="1165887" y="190500"/>
                  </a:lnTo>
                  <a:close/>
                </a:path>
                <a:path w="20071715" h="2425700">
                  <a:moveTo>
                    <a:pt x="1335741" y="215900"/>
                  </a:moveTo>
                  <a:lnTo>
                    <a:pt x="1292781" y="228600"/>
                  </a:lnTo>
                  <a:lnTo>
                    <a:pt x="1251684" y="241300"/>
                  </a:lnTo>
                  <a:lnTo>
                    <a:pt x="1213862" y="279400"/>
                  </a:lnTo>
                  <a:lnTo>
                    <a:pt x="1485942" y="279400"/>
                  </a:lnTo>
                  <a:lnTo>
                    <a:pt x="1461722" y="254000"/>
                  </a:lnTo>
                  <a:lnTo>
                    <a:pt x="1421621" y="228600"/>
                  </a:lnTo>
                  <a:lnTo>
                    <a:pt x="1379158" y="228600"/>
                  </a:lnTo>
                  <a:lnTo>
                    <a:pt x="1335741" y="215900"/>
                  </a:lnTo>
                  <a:close/>
                </a:path>
                <a:path w="20071715" h="2425700">
                  <a:moveTo>
                    <a:pt x="14640425" y="190500"/>
                  </a:moveTo>
                  <a:lnTo>
                    <a:pt x="13880094" y="190500"/>
                  </a:lnTo>
                  <a:lnTo>
                    <a:pt x="13858849" y="215900"/>
                  </a:lnTo>
                  <a:lnTo>
                    <a:pt x="13848837" y="228600"/>
                  </a:lnTo>
                  <a:lnTo>
                    <a:pt x="13841204" y="241300"/>
                  </a:lnTo>
                  <a:lnTo>
                    <a:pt x="13835956" y="254000"/>
                  </a:lnTo>
                  <a:lnTo>
                    <a:pt x="13833101" y="279400"/>
                  </a:lnTo>
                  <a:lnTo>
                    <a:pt x="14687431" y="279400"/>
                  </a:lnTo>
                  <a:lnTo>
                    <a:pt x="14679333" y="241300"/>
                  </a:lnTo>
                  <a:lnTo>
                    <a:pt x="14640425" y="190500"/>
                  </a:lnTo>
                  <a:close/>
                </a:path>
                <a:path w="20071715" h="2425700">
                  <a:moveTo>
                    <a:pt x="14806756" y="215900"/>
                  </a:moveTo>
                  <a:lnTo>
                    <a:pt x="14764690" y="228600"/>
                  </a:lnTo>
                  <a:lnTo>
                    <a:pt x="14724455" y="241300"/>
                  </a:lnTo>
                  <a:lnTo>
                    <a:pt x="14687431" y="279400"/>
                  </a:lnTo>
                  <a:lnTo>
                    <a:pt x="14953846" y="279400"/>
                  </a:lnTo>
                  <a:lnTo>
                    <a:pt x="14930127" y="254000"/>
                  </a:lnTo>
                  <a:lnTo>
                    <a:pt x="14890856" y="228600"/>
                  </a:lnTo>
                  <a:lnTo>
                    <a:pt x="14849272" y="228600"/>
                  </a:lnTo>
                  <a:lnTo>
                    <a:pt x="14806756" y="215900"/>
                  </a:lnTo>
                  <a:close/>
                </a:path>
                <a:path w="20071715" h="2425700">
                  <a:moveTo>
                    <a:pt x="9644406" y="0"/>
                  </a:moveTo>
                  <a:lnTo>
                    <a:pt x="9592263" y="12700"/>
                  </a:lnTo>
                  <a:lnTo>
                    <a:pt x="9542975" y="25400"/>
                  </a:lnTo>
                  <a:lnTo>
                    <a:pt x="9497255" y="38100"/>
                  </a:lnTo>
                  <a:lnTo>
                    <a:pt x="9455831" y="63500"/>
                  </a:lnTo>
                  <a:lnTo>
                    <a:pt x="9419433" y="88900"/>
                  </a:lnTo>
                  <a:lnTo>
                    <a:pt x="9388791" y="114300"/>
                  </a:lnTo>
                  <a:lnTo>
                    <a:pt x="9364632" y="152400"/>
                  </a:lnTo>
                  <a:lnTo>
                    <a:pt x="9347688" y="190500"/>
                  </a:lnTo>
                  <a:lnTo>
                    <a:pt x="9235558" y="190500"/>
                  </a:lnTo>
                  <a:lnTo>
                    <a:pt x="9203828" y="215900"/>
                  </a:lnTo>
                  <a:lnTo>
                    <a:pt x="9173081" y="254000"/>
                  </a:lnTo>
                  <a:lnTo>
                    <a:pt x="9167798" y="266700"/>
                  </a:lnTo>
                  <a:lnTo>
                    <a:pt x="9949939" y="266700"/>
                  </a:lnTo>
                  <a:lnTo>
                    <a:pt x="9951418" y="254000"/>
                  </a:lnTo>
                  <a:lnTo>
                    <a:pt x="9946470" y="203200"/>
                  </a:lnTo>
                  <a:lnTo>
                    <a:pt x="9932207" y="165100"/>
                  </a:lnTo>
                  <a:lnTo>
                    <a:pt x="9909495" y="127000"/>
                  </a:lnTo>
                  <a:lnTo>
                    <a:pt x="9879202" y="88900"/>
                  </a:lnTo>
                  <a:lnTo>
                    <a:pt x="9842195" y="63500"/>
                  </a:lnTo>
                  <a:lnTo>
                    <a:pt x="9799343" y="38100"/>
                  </a:lnTo>
                  <a:lnTo>
                    <a:pt x="9751513" y="25400"/>
                  </a:lnTo>
                  <a:lnTo>
                    <a:pt x="9699573" y="12700"/>
                  </a:lnTo>
                  <a:lnTo>
                    <a:pt x="9644406" y="0"/>
                  </a:lnTo>
                  <a:close/>
                </a:path>
                <a:path w="20071715" h="2425700">
                  <a:moveTo>
                    <a:pt x="668845" y="0"/>
                  </a:moveTo>
                  <a:lnTo>
                    <a:pt x="621736" y="12700"/>
                  </a:lnTo>
                  <a:lnTo>
                    <a:pt x="578387" y="25400"/>
                  </a:lnTo>
                  <a:lnTo>
                    <a:pt x="539965" y="63500"/>
                  </a:lnTo>
                  <a:lnTo>
                    <a:pt x="507650" y="88900"/>
                  </a:lnTo>
                  <a:lnTo>
                    <a:pt x="482622" y="139700"/>
                  </a:lnTo>
                  <a:lnTo>
                    <a:pt x="466063" y="190500"/>
                  </a:lnTo>
                  <a:lnTo>
                    <a:pt x="1089248" y="190500"/>
                  </a:lnTo>
                  <a:lnTo>
                    <a:pt x="1072688" y="139700"/>
                  </a:lnTo>
                  <a:lnTo>
                    <a:pt x="1047659" y="88900"/>
                  </a:lnTo>
                  <a:lnTo>
                    <a:pt x="1015340" y="63500"/>
                  </a:lnTo>
                  <a:lnTo>
                    <a:pt x="989721" y="38100"/>
                  </a:lnTo>
                  <a:lnTo>
                    <a:pt x="777634" y="38100"/>
                  </a:lnTo>
                  <a:lnTo>
                    <a:pt x="752853" y="25400"/>
                  </a:lnTo>
                  <a:lnTo>
                    <a:pt x="726280" y="12700"/>
                  </a:lnTo>
                  <a:lnTo>
                    <a:pt x="698183" y="12700"/>
                  </a:lnTo>
                  <a:lnTo>
                    <a:pt x="668845" y="0"/>
                  </a:lnTo>
                  <a:close/>
                </a:path>
                <a:path w="20071715" h="2425700">
                  <a:moveTo>
                    <a:pt x="14153722" y="0"/>
                  </a:moveTo>
                  <a:lnTo>
                    <a:pt x="14107589" y="12700"/>
                  </a:lnTo>
                  <a:lnTo>
                    <a:pt x="14065140" y="25400"/>
                  </a:lnTo>
                  <a:lnTo>
                    <a:pt x="14027516" y="63500"/>
                  </a:lnTo>
                  <a:lnTo>
                    <a:pt x="13995873" y="88900"/>
                  </a:lnTo>
                  <a:lnTo>
                    <a:pt x="13971366" y="139700"/>
                  </a:lnTo>
                  <a:lnTo>
                    <a:pt x="13955149" y="190500"/>
                  </a:lnTo>
                  <a:lnTo>
                    <a:pt x="14565393" y="190500"/>
                  </a:lnTo>
                  <a:lnTo>
                    <a:pt x="14549175" y="139700"/>
                  </a:lnTo>
                  <a:lnTo>
                    <a:pt x="14524666" y="88900"/>
                  </a:lnTo>
                  <a:lnTo>
                    <a:pt x="14493019" y="63500"/>
                  </a:lnTo>
                  <a:lnTo>
                    <a:pt x="14467934" y="38100"/>
                  </a:lnTo>
                  <a:lnTo>
                    <a:pt x="14260271" y="38100"/>
                  </a:lnTo>
                  <a:lnTo>
                    <a:pt x="14235990" y="25400"/>
                  </a:lnTo>
                  <a:lnTo>
                    <a:pt x="14209958" y="12700"/>
                  </a:lnTo>
                  <a:lnTo>
                    <a:pt x="14182442" y="12700"/>
                  </a:lnTo>
                  <a:lnTo>
                    <a:pt x="14153722" y="0"/>
                  </a:lnTo>
                  <a:close/>
                </a:path>
                <a:path w="20071715" h="2425700">
                  <a:moveTo>
                    <a:pt x="886446" y="0"/>
                  </a:moveTo>
                  <a:lnTo>
                    <a:pt x="857105" y="12700"/>
                  </a:lnTo>
                  <a:lnTo>
                    <a:pt x="829008" y="12700"/>
                  </a:lnTo>
                  <a:lnTo>
                    <a:pt x="802426" y="25400"/>
                  </a:lnTo>
                  <a:lnTo>
                    <a:pt x="777634" y="38100"/>
                  </a:lnTo>
                  <a:lnTo>
                    <a:pt x="989721" y="38100"/>
                  </a:lnTo>
                  <a:lnTo>
                    <a:pt x="976911" y="25400"/>
                  </a:lnTo>
                  <a:lnTo>
                    <a:pt x="933550" y="12700"/>
                  </a:lnTo>
                  <a:lnTo>
                    <a:pt x="886446" y="0"/>
                  </a:lnTo>
                  <a:close/>
                </a:path>
                <a:path w="20071715" h="2425700">
                  <a:moveTo>
                    <a:pt x="5299559" y="25400"/>
                  </a:moveTo>
                  <a:lnTo>
                    <a:pt x="5252710" y="38100"/>
                  </a:lnTo>
                  <a:lnTo>
                    <a:pt x="5351271" y="38100"/>
                  </a:lnTo>
                  <a:lnTo>
                    <a:pt x="5299559" y="25400"/>
                  </a:lnTo>
                  <a:close/>
                </a:path>
                <a:path w="20071715" h="2425700">
                  <a:moveTo>
                    <a:pt x="14366820" y="0"/>
                  </a:moveTo>
                  <a:lnTo>
                    <a:pt x="14338079" y="12700"/>
                  </a:lnTo>
                  <a:lnTo>
                    <a:pt x="14310565" y="12700"/>
                  </a:lnTo>
                  <a:lnTo>
                    <a:pt x="14284539" y="25400"/>
                  </a:lnTo>
                  <a:lnTo>
                    <a:pt x="14260271" y="38100"/>
                  </a:lnTo>
                  <a:lnTo>
                    <a:pt x="14467934" y="38100"/>
                  </a:lnTo>
                  <a:lnTo>
                    <a:pt x="14455391" y="25400"/>
                  </a:lnTo>
                  <a:lnTo>
                    <a:pt x="14412937" y="12700"/>
                  </a:lnTo>
                  <a:lnTo>
                    <a:pt x="14366820" y="0"/>
                  </a:lnTo>
                  <a:close/>
                </a:path>
              </a:pathLst>
            </a:custGeom>
            <a:solidFill>
              <a:srgbClr val="C9F0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234836" y="4658222"/>
              <a:ext cx="2471420" cy="4378325"/>
            </a:xfrm>
            <a:custGeom>
              <a:avLst/>
              <a:gdLst/>
              <a:ahLst/>
              <a:cxnLst/>
              <a:rect l="l" t="t" r="r" b="b"/>
              <a:pathLst>
                <a:path w="2471420" h="4378325">
                  <a:moveTo>
                    <a:pt x="1550306" y="1306033"/>
                  </a:moveTo>
                  <a:lnTo>
                    <a:pt x="1366544" y="1306033"/>
                  </a:lnTo>
                  <a:lnTo>
                    <a:pt x="1373324" y="1316106"/>
                  </a:lnTo>
                  <a:lnTo>
                    <a:pt x="1381906" y="1324642"/>
                  </a:lnTo>
                  <a:lnTo>
                    <a:pt x="1391928" y="1331557"/>
                  </a:lnTo>
                  <a:lnTo>
                    <a:pt x="1403025" y="1336765"/>
                  </a:lnTo>
                  <a:lnTo>
                    <a:pt x="1379978" y="4310894"/>
                  </a:lnTo>
                  <a:lnTo>
                    <a:pt x="1404982" y="4324234"/>
                  </a:lnTo>
                  <a:lnTo>
                    <a:pt x="1429442" y="4339825"/>
                  </a:lnTo>
                  <a:lnTo>
                    <a:pt x="1453176" y="4357757"/>
                  </a:lnTo>
                  <a:lnTo>
                    <a:pt x="1476007" y="4378118"/>
                  </a:lnTo>
                  <a:lnTo>
                    <a:pt x="1457767" y="1354042"/>
                  </a:lnTo>
                  <a:lnTo>
                    <a:pt x="1629918" y="1354042"/>
                  </a:lnTo>
                  <a:lnTo>
                    <a:pt x="1550306" y="1306033"/>
                  </a:lnTo>
                  <a:close/>
                </a:path>
                <a:path w="2471420" h="4378325">
                  <a:moveTo>
                    <a:pt x="1629918" y="1354042"/>
                  </a:moveTo>
                  <a:lnTo>
                    <a:pt x="1457767" y="1354042"/>
                  </a:lnTo>
                  <a:lnTo>
                    <a:pt x="2446909" y="2308620"/>
                  </a:lnTo>
                  <a:lnTo>
                    <a:pt x="2470919" y="2287490"/>
                  </a:lnTo>
                  <a:lnTo>
                    <a:pt x="1813086" y="1464499"/>
                  </a:lnTo>
                  <a:lnTo>
                    <a:pt x="1629918" y="1354042"/>
                  </a:lnTo>
                  <a:close/>
                </a:path>
                <a:path w="2471420" h="4378325">
                  <a:moveTo>
                    <a:pt x="2017645" y="0"/>
                  </a:moveTo>
                  <a:lnTo>
                    <a:pt x="1455850" y="891177"/>
                  </a:lnTo>
                  <a:lnTo>
                    <a:pt x="1387675" y="1211921"/>
                  </a:lnTo>
                  <a:lnTo>
                    <a:pt x="1926" y="1211921"/>
                  </a:lnTo>
                  <a:lnTo>
                    <a:pt x="0" y="1244579"/>
                  </a:lnTo>
                  <a:lnTo>
                    <a:pt x="1044826" y="1379978"/>
                  </a:lnTo>
                  <a:lnTo>
                    <a:pt x="1366544" y="1306033"/>
                  </a:lnTo>
                  <a:lnTo>
                    <a:pt x="1550306" y="1306033"/>
                  </a:lnTo>
                  <a:lnTo>
                    <a:pt x="1496184" y="1273395"/>
                  </a:lnTo>
                  <a:lnTo>
                    <a:pt x="1497148" y="1272432"/>
                  </a:lnTo>
                  <a:lnTo>
                    <a:pt x="1497148" y="1271469"/>
                  </a:lnTo>
                  <a:lnTo>
                    <a:pt x="1496126" y="1260301"/>
                  </a:lnTo>
                  <a:lnTo>
                    <a:pt x="1493304" y="1249857"/>
                  </a:lnTo>
                  <a:lnTo>
                    <a:pt x="1489042" y="1240135"/>
                  </a:lnTo>
                  <a:lnTo>
                    <a:pt x="1483703" y="1231135"/>
                  </a:lnTo>
                  <a:lnTo>
                    <a:pt x="2045487" y="16313"/>
                  </a:lnTo>
                  <a:lnTo>
                    <a:pt x="2017645" y="0"/>
                  </a:lnTo>
                  <a:close/>
                </a:path>
              </a:pathLst>
            </a:custGeom>
            <a:solidFill>
              <a:srgbClr val="C9F0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232709" y="4920417"/>
              <a:ext cx="1433195" cy="3783329"/>
            </a:xfrm>
            <a:custGeom>
              <a:avLst/>
              <a:gdLst/>
              <a:ahLst/>
              <a:cxnLst/>
              <a:rect l="l" t="t" r="r" b="b"/>
              <a:pathLst>
                <a:path w="1433195" h="3783329">
                  <a:moveTo>
                    <a:pt x="1432902" y="3783101"/>
                  </a:moveTo>
                  <a:lnTo>
                    <a:pt x="1396403" y="57340"/>
                  </a:lnTo>
                  <a:lnTo>
                    <a:pt x="1339024" y="57340"/>
                  </a:lnTo>
                  <a:lnTo>
                    <a:pt x="1293050" y="0"/>
                  </a:lnTo>
                  <a:lnTo>
                    <a:pt x="867384" y="222999"/>
                  </a:lnTo>
                  <a:lnTo>
                    <a:pt x="0" y="1184948"/>
                  </a:lnTo>
                  <a:lnTo>
                    <a:pt x="28092" y="1213345"/>
                  </a:lnTo>
                  <a:lnTo>
                    <a:pt x="1329486" y="98958"/>
                  </a:lnTo>
                  <a:lnTo>
                    <a:pt x="1301508" y="3783101"/>
                  </a:lnTo>
                  <a:lnTo>
                    <a:pt x="1432902" y="3783101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232716" y="5740715"/>
              <a:ext cx="400050" cy="393065"/>
            </a:xfrm>
            <a:custGeom>
              <a:avLst/>
              <a:gdLst/>
              <a:ahLst/>
              <a:cxnLst/>
              <a:rect l="l" t="t" r="r" b="b"/>
              <a:pathLst>
                <a:path w="400050" h="393064">
                  <a:moveTo>
                    <a:pt x="328785" y="0"/>
                  </a:moveTo>
                  <a:lnTo>
                    <a:pt x="0" y="364648"/>
                  </a:lnTo>
                  <a:lnTo>
                    <a:pt x="28093" y="393035"/>
                  </a:lnTo>
                  <a:lnTo>
                    <a:pt x="399443" y="75023"/>
                  </a:lnTo>
                  <a:lnTo>
                    <a:pt x="328785" y="0"/>
                  </a:lnTo>
                  <a:close/>
                </a:path>
              </a:pathLst>
            </a:custGeom>
            <a:solidFill>
              <a:srgbClr val="9AC5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921451" y="3332141"/>
              <a:ext cx="731520" cy="1644014"/>
            </a:xfrm>
            <a:custGeom>
              <a:avLst/>
              <a:gdLst/>
              <a:ahLst/>
              <a:cxnLst/>
              <a:rect l="l" t="t" r="r" b="b"/>
              <a:pathLst>
                <a:path w="731520" h="1644014">
                  <a:moveTo>
                    <a:pt x="36061" y="0"/>
                  </a:moveTo>
                  <a:lnTo>
                    <a:pt x="0" y="17203"/>
                  </a:lnTo>
                  <a:lnTo>
                    <a:pt x="637813" y="1643426"/>
                  </a:lnTo>
                  <a:lnTo>
                    <a:pt x="731056" y="1610296"/>
                  </a:lnTo>
                  <a:lnTo>
                    <a:pt x="660084" y="1135002"/>
                  </a:lnTo>
                  <a:lnTo>
                    <a:pt x="3606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921453" y="3332137"/>
              <a:ext cx="263525" cy="449580"/>
            </a:xfrm>
            <a:custGeom>
              <a:avLst/>
              <a:gdLst/>
              <a:ahLst/>
              <a:cxnLst/>
              <a:rect l="l" t="t" r="r" b="b"/>
              <a:pathLst>
                <a:path w="263525" h="449579">
                  <a:moveTo>
                    <a:pt x="36061" y="0"/>
                  </a:moveTo>
                  <a:lnTo>
                    <a:pt x="0" y="17203"/>
                  </a:lnTo>
                  <a:lnTo>
                    <a:pt x="169377" y="449054"/>
                  </a:lnTo>
                  <a:lnTo>
                    <a:pt x="263321" y="413390"/>
                  </a:lnTo>
                  <a:lnTo>
                    <a:pt x="36061" y="0"/>
                  </a:lnTo>
                  <a:close/>
                </a:path>
              </a:pathLst>
            </a:custGeom>
            <a:solidFill>
              <a:srgbClr val="9AC5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588602" y="4862624"/>
              <a:ext cx="1753870" cy="234315"/>
            </a:xfrm>
            <a:custGeom>
              <a:avLst/>
              <a:gdLst/>
              <a:ahLst/>
              <a:cxnLst/>
              <a:rect l="l" t="t" r="r" b="b"/>
              <a:pathLst>
                <a:path w="1753870" h="234314">
                  <a:moveTo>
                    <a:pt x="9141" y="0"/>
                  </a:moveTo>
                  <a:lnTo>
                    <a:pt x="0" y="98510"/>
                  </a:lnTo>
                  <a:lnTo>
                    <a:pt x="461137" y="233804"/>
                  </a:lnTo>
                  <a:lnTo>
                    <a:pt x="1753297" y="144456"/>
                  </a:lnTo>
                  <a:lnTo>
                    <a:pt x="1752805" y="104468"/>
                  </a:lnTo>
                  <a:lnTo>
                    <a:pt x="914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689887" y="4928067"/>
              <a:ext cx="652145" cy="123825"/>
            </a:xfrm>
            <a:custGeom>
              <a:avLst/>
              <a:gdLst/>
              <a:ahLst/>
              <a:cxnLst/>
              <a:rect l="l" t="t" r="r" b="b"/>
              <a:pathLst>
                <a:path w="652145" h="123825">
                  <a:moveTo>
                    <a:pt x="0" y="0"/>
                  </a:moveTo>
                  <a:lnTo>
                    <a:pt x="6230" y="123671"/>
                  </a:lnTo>
                  <a:lnTo>
                    <a:pt x="652011" y="79013"/>
                  </a:lnTo>
                  <a:lnTo>
                    <a:pt x="651519" y="3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C55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02885" y="4850069"/>
              <a:ext cx="171240" cy="17124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8972" y="8064854"/>
              <a:ext cx="15294221" cy="157480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5471927" y="1579339"/>
              <a:ext cx="970915" cy="6537959"/>
            </a:xfrm>
            <a:custGeom>
              <a:avLst/>
              <a:gdLst/>
              <a:ahLst/>
              <a:cxnLst/>
              <a:rect l="l" t="t" r="r" b="b"/>
              <a:pathLst>
                <a:path w="970915" h="6537959">
                  <a:moveTo>
                    <a:pt x="148336" y="6537579"/>
                  </a:moveTo>
                  <a:lnTo>
                    <a:pt x="107137" y="1910207"/>
                  </a:lnTo>
                  <a:lnTo>
                    <a:pt x="31927" y="1910207"/>
                  </a:lnTo>
                  <a:lnTo>
                    <a:pt x="0" y="6537579"/>
                  </a:lnTo>
                  <a:lnTo>
                    <a:pt x="148336" y="6537579"/>
                  </a:lnTo>
                  <a:close/>
                </a:path>
                <a:path w="970915" h="6537959">
                  <a:moveTo>
                    <a:pt x="970407" y="17259"/>
                  </a:moveTo>
                  <a:lnTo>
                    <a:pt x="928738" y="0"/>
                  </a:lnTo>
                  <a:lnTo>
                    <a:pt x="44488" y="1762760"/>
                  </a:lnTo>
                  <a:lnTo>
                    <a:pt x="142633" y="1816036"/>
                  </a:lnTo>
                  <a:lnTo>
                    <a:pt x="488175" y="1397787"/>
                  </a:lnTo>
                  <a:lnTo>
                    <a:pt x="970407" y="17259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153196" y="1579338"/>
              <a:ext cx="289560" cy="541020"/>
            </a:xfrm>
            <a:custGeom>
              <a:avLst/>
              <a:gdLst/>
              <a:ahLst/>
              <a:cxnLst/>
              <a:rect l="l" t="t" r="r" b="b"/>
              <a:pathLst>
                <a:path w="289559" h="541019">
                  <a:moveTo>
                    <a:pt x="247479" y="0"/>
                  </a:moveTo>
                  <a:lnTo>
                    <a:pt x="0" y="493377"/>
                  </a:lnTo>
                  <a:lnTo>
                    <a:pt x="106352" y="540580"/>
                  </a:lnTo>
                  <a:lnTo>
                    <a:pt x="289132" y="17266"/>
                  </a:lnTo>
                  <a:lnTo>
                    <a:pt x="247479" y="0"/>
                  </a:lnTo>
                  <a:close/>
                </a:path>
              </a:pathLst>
            </a:custGeom>
            <a:solidFill>
              <a:srgbClr val="9AC5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473017" y="3352598"/>
              <a:ext cx="1457960" cy="1447800"/>
            </a:xfrm>
            <a:custGeom>
              <a:avLst/>
              <a:gdLst/>
              <a:ahLst/>
              <a:cxnLst/>
              <a:rect l="l" t="t" r="r" b="b"/>
              <a:pathLst>
                <a:path w="1457959" h="1447800">
                  <a:moveTo>
                    <a:pt x="82562" y="0"/>
                  </a:moveTo>
                  <a:lnTo>
                    <a:pt x="0" y="75254"/>
                  </a:lnTo>
                  <a:lnTo>
                    <a:pt x="281698" y="538925"/>
                  </a:lnTo>
                  <a:lnTo>
                    <a:pt x="1427495" y="1447453"/>
                  </a:lnTo>
                  <a:lnTo>
                    <a:pt x="1457505" y="1413789"/>
                  </a:lnTo>
                  <a:lnTo>
                    <a:pt x="8256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6483211" y="4390952"/>
              <a:ext cx="447675" cy="409575"/>
            </a:xfrm>
            <a:custGeom>
              <a:avLst/>
              <a:gdLst/>
              <a:ahLst/>
              <a:cxnLst/>
              <a:rect l="l" t="t" r="r" b="b"/>
              <a:pathLst>
                <a:path w="447675" h="409575">
                  <a:moveTo>
                    <a:pt x="82185" y="0"/>
                  </a:moveTo>
                  <a:lnTo>
                    <a:pt x="0" y="78196"/>
                  </a:lnTo>
                  <a:lnTo>
                    <a:pt x="417296" y="409107"/>
                  </a:lnTo>
                  <a:lnTo>
                    <a:pt x="447316" y="375433"/>
                  </a:lnTo>
                  <a:lnTo>
                    <a:pt x="82185" y="0"/>
                  </a:lnTo>
                  <a:close/>
                </a:path>
              </a:pathLst>
            </a:custGeom>
            <a:solidFill>
              <a:srgbClr val="9AC5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686337" y="3380459"/>
              <a:ext cx="1878964" cy="760730"/>
            </a:xfrm>
            <a:custGeom>
              <a:avLst/>
              <a:gdLst/>
              <a:ahLst/>
              <a:cxnLst/>
              <a:rect l="l" t="t" r="r" b="b"/>
              <a:pathLst>
                <a:path w="1878965" h="760729">
                  <a:moveTo>
                    <a:pt x="1845022" y="0"/>
                  </a:moveTo>
                  <a:lnTo>
                    <a:pt x="1305886" y="60804"/>
                  </a:lnTo>
                  <a:lnTo>
                    <a:pt x="0" y="718805"/>
                  </a:lnTo>
                  <a:lnTo>
                    <a:pt x="17988" y="760207"/>
                  </a:lnTo>
                  <a:lnTo>
                    <a:pt x="1878581" y="106520"/>
                  </a:lnTo>
                  <a:lnTo>
                    <a:pt x="184502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686337" y="3770405"/>
              <a:ext cx="713740" cy="370840"/>
            </a:xfrm>
            <a:custGeom>
              <a:avLst/>
              <a:gdLst/>
              <a:ahLst/>
              <a:cxnLst/>
              <a:rect l="l" t="t" r="r" b="b"/>
              <a:pathLst>
                <a:path w="713740" h="370839">
                  <a:moveTo>
                    <a:pt x="652639" y="0"/>
                  </a:moveTo>
                  <a:lnTo>
                    <a:pt x="0" y="328859"/>
                  </a:lnTo>
                  <a:lnTo>
                    <a:pt x="17988" y="370260"/>
                  </a:lnTo>
                  <a:lnTo>
                    <a:pt x="713192" y="126006"/>
                  </a:lnTo>
                  <a:lnTo>
                    <a:pt x="652639" y="0"/>
                  </a:lnTo>
                  <a:close/>
                </a:path>
              </a:pathLst>
            </a:custGeom>
            <a:solidFill>
              <a:srgbClr val="9AC55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45912" y="3310221"/>
              <a:ext cx="193349" cy="19334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86796" y="7188953"/>
              <a:ext cx="1636028" cy="2474637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2826007" y="6865529"/>
              <a:ext cx="2359660" cy="2798445"/>
            </a:xfrm>
            <a:custGeom>
              <a:avLst/>
              <a:gdLst/>
              <a:ahLst/>
              <a:cxnLst/>
              <a:rect l="l" t="t" r="r" b="b"/>
              <a:pathLst>
                <a:path w="2359659" h="2798445">
                  <a:moveTo>
                    <a:pt x="2359415" y="0"/>
                  </a:moveTo>
                  <a:lnTo>
                    <a:pt x="0" y="0"/>
                  </a:lnTo>
                  <a:lnTo>
                    <a:pt x="0" y="2797935"/>
                  </a:lnTo>
                  <a:lnTo>
                    <a:pt x="2359415" y="2797935"/>
                  </a:lnTo>
                  <a:lnTo>
                    <a:pt x="2359415" y="0"/>
                  </a:lnTo>
                  <a:close/>
                </a:path>
              </a:pathLst>
            </a:custGeom>
            <a:solidFill>
              <a:srgbClr val="FCDB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5185393" y="6865179"/>
              <a:ext cx="1833245" cy="2798445"/>
            </a:xfrm>
            <a:custGeom>
              <a:avLst/>
              <a:gdLst/>
              <a:ahLst/>
              <a:cxnLst/>
              <a:rect l="l" t="t" r="r" b="b"/>
              <a:pathLst>
                <a:path w="1833244" h="2798445">
                  <a:moveTo>
                    <a:pt x="1753328" y="0"/>
                  </a:moveTo>
                  <a:lnTo>
                    <a:pt x="0" y="0"/>
                  </a:lnTo>
                  <a:lnTo>
                    <a:pt x="0" y="2798061"/>
                  </a:lnTo>
                  <a:lnTo>
                    <a:pt x="1833179" y="2798061"/>
                  </a:lnTo>
                  <a:lnTo>
                    <a:pt x="1833179" y="74804"/>
                  </a:lnTo>
                  <a:lnTo>
                    <a:pt x="1813701" y="55862"/>
                  </a:lnTo>
                  <a:lnTo>
                    <a:pt x="1793902" y="37127"/>
                  </a:lnTo>
                  <a:lnTo>
                    <a:pt x="1773778" y="18529"/>
                  </a:lnTo>
                  <a:lnTo>
                    <a:pt x="1753328" y="0"/>
                  </a:lnTo>
                  <a:close/>
                </a:path>
              </a:pathLst>
            </a:custGeom>
            <a:solidFill>
              <a:srgbClr val="FFF1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2663586" y="5703991"/>
              <a:ext cx="2978785" cy="1344930"/>
            </a:xfrm>
            <a:custGeom>
              <a:avLst/>
              <a:gdLst/>
              <a:ahLst/>
              <a:cxnLst/>
              <a:rect l="l" t="t" r="r" b="b"/>
              <a:pathLst>
                <a:path w="2978784" h="1344929">
                  <a:moveTo>
                    <a:pt x="2749350" y="0"/>
                  </a:moveTo>
                  <a:lnTo>
                    <a:pt x="1317153" y="4355"/>
                  </a:lnTo>
                  <a:lnTo>
                    <a:pt x="1224412" y="4355"/>
                  </a:lnTo>
                  <a:lnTo>
                    <a:pt x="1223543" y="5078"/>
                  </a:lnTo>
                  <a:lnTo>
                    <a:pt x="167429" y="1161189"/>
                  </a:lnTo>
                  <a:lnTo>
                    <a:pt x="162277" y="1167001"/>
                  </a:lnTo>
                  <a:lnTo>
                    <a:pt x="0" y="1344922"/>
                  </a:lnTo>
                  <a:lnTo>
                    <a:pt x="2348368" y="1344922"/>
                  </a:lnTo>
                  <a:lnTo>
                    <a:pt x="2373268" y="1301342"/>
                  </a:lnTo>
                  <a:lnTo>
                    <a:pt x="2420481" y="1220004"/>
                  </a:lnTo>
                  <a:lnTo>
                    <a:pt x="2453977" y="1161189"/>
                  </a:lnTo>
                  <a:lnTo>
                    <a:pt x="2599083" y="909197"/>
                  </a:lnTo>
                  <a:lnTo>
                    <a:pt x="2609386" y="890318"/>
                  </a:lnTo>
                  <a:lnTo>
                    <a:pt x="2695247" y="741443"/>
                  </a:lnTo>
                  <a:lnTo>
                    <a:pt x="2696975" y="737809"/>
                  </a:lnTo>
                  <a:lnTo>
                    <a:pt x="2703833" y="726197"/>
                  </a:lnTo>
                  <a:lnTo>
                    <a:pt x="2707268" y="721108"/>
                  </a:lnTo>
                  <a:lnTo>
                    <a:pt x="2709854" y="715297"/>
                  </a:lnTo>
                  <a:lnTo>
                    <a:pt x="2792281" y="572233"/>
                  </a:lnTo>
                  <a:lnTo>
                    <a:pt x="2978589" y="247625"/>
                  </a:lnTo>
                  <a:lnTo>
                    <a:pt x="2937463" y="212149"/>
                  </a:lnTo>
                  <a:lnTo>
                    <a:pt x="2898828" y="176684"/>
                  </a:lnTo>
                  <a:lnTo>
                    <a:pt x="2862865" y="141244"/>
                  </a:lnTo>
                  <a:lnTo>
                    <a:pt x="2829756" y="105842"/>
                  </a:lnTo>
                  <a:lnTo>
                    <a:pt x="2799680" y="70492"/>
                  </a:lnTo>
                  <a:lnTo>
                    <a:pt x="2772818" y="35207"/>
                  </a:lnTo>
                  <a:lnTo>
                    <a:pt x="2749350" y="0"/>
                  </a:lnTo>
                  <a:close/>
                </a:path>
              </a:pathLst>
            </a:custGeom>
            <a:solidFill>
              <a:srgbClr val="6991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2756189" y="5708055"/>
              <a:ext cx="2429510" cy="1645285"/>
            </a:xfrm>
            <a:custGeom>
              <a:avLst/>
              <a:gdLst/>
              <a:ahLst/>
              <a:cxnLst/>
              <a:rect l="l" t="t" r="r" b="b"/>
              <a:pathLst>
                <a:path w="2429509" h="1645284">
                  <a:moveTo>
                    <a:pt x="1224444" y="0"/>
                  </a:moveTo>
                  <a:lnTo>
                    <a:pt x="0" y="1341184"/>
                  </a:lnTo>
                  <a:lnTo>
                    <a:pt x="69819" y="1341184"/>
                  </a:lnTo>
                  <a:lnTo>
                    <a:pt x="69819" y="1644672"/>
                  </a:lnTo>
                  <a:lnTo>
                    <a:pt x="2429234" y="1560350"/>
                  </a:lnTo>
                  <a:lnTo>
                    <a:pt x="2429234" y="1327676"/>
                  </a:lnTo>
                  <a:lnTo>
                    <a:pt x="1224444" y="0"/>
                  </a:lnTo>
                  <a:close/>
                </a:path>
              </a:pathLst>
            </a:custGeom>
            <a:solidFill>
              <a:srgbClr val="FCDB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649000" y="6376187"/>
              <a:ext cx="646430" cy="909319"/>
            </a:xfrm>
            <a:custGeom>
              <a:avLst/>
              <a:gdLst/>
              <a:ahLst/>
              <a:cxnLst/>
              <a:rect l="l" t="t" r="r" b="b"/>
              <a:pathLst>
                <a:path w="646430" h="909320">
                  <a:moveTo>
                    <a:pt x="328471" y="0"/>
                  </a:moveTo>
                  <a:lnTo>
                    <a:pt x="279932" y="3561"/>
                  </a:lnTo>
                  <a:lnTo>
                    <a:pt x="233605" y="13907"/>
                  </a:lnTo>
                  <a:lnTo>
                    <a:pt x="189997" y="30529"/>
                  </a:lnTo>
                  <a:lnTo>
                    <a:pt x="149616" y="52919"/>
                  </a:lnTo>
                  <a:lnTo>
                    <a:pt x="112970" y="80569"/>
                  </a:lnTo>
                  <a:lnTo>
                    <a:pt x="80569" y="112970"/>
                  </a:lnTo>
                  <a:lnTo>
                    <a:pt x="52919" y="149616"/>
                  </a:lnTo>
                  <a:lnTo>
                    <a:pt x="30529" y="189997"/>
                  </a:lnTo>
                  <a:lnTo>
                    <a:pt x="13907" y="233605"/>
                  </a:lnTo>
                  <a:lnTo>
                    <a:pt x="3561" y="279932"/>
                  </a:lnTo>
                  <a:lnTo>
                    <a:pt x="0" y="328471"/>
                  </a:lnTo>
                  <a:lnTo>
                    <a:pt x="0" y="908694"/>
                  </a:lnTo>
                  <a:lnTo>
                    <a:pt x="646283" y="908694"/>
                  </a:lnTo>
                  <a:lnTo>
                    <a:pt x="646283" y="317812"/>
                  </a:lnTo>
                  <a:lnTo>
                    <a:pt x="642838" y="270848"/>
                  </a:lnTo>
                  <a:lnTo>
                    <a:pt x="632828" y="226023"/>
                  </a:lnTo>
                  <a:lnTo>
                    <a:pt x="616745" y="183830"/>
                  </a:lnTo>
                  <a:lnTo>
                    <a:pt x="595082" y="144759"/>
                  </a:lnTo>
                  <a:lnTo>
                    <a:pt x="568330" y="109303"/>
                  </a:lnTo>
                  <a:lnTo>
                    <a:pt x="536980" y="77953"/>
                  </a:lnTo>
                  <a:lnTo>
                    <a:pt x="501524" y="51201"/>
                  </a:lnTo>
                  <a:lnTo>
                    <a:pt x="462453" y="29538"/>
                  </a:lnTo>
                  <a:lnTo>
                    <a:pt x="420260" y="13455"/>
                  </a:lnTo>
                  <a:lnTo>
                    <a:pt x="375435" y="3445"/>
                  </a:lnTo>
                  <a:lnTo>
                    <a:pt x="328471" y="0"/>
                  </a:lnTo>
                  <a:close/>
                </a:path>
              </a:pathLst>
            </a:custGeom>
            <a:solidFill>
              <a:srgbClr val="EFBE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881561" y="5703260"/>
              <a:ext cx="3352165" cy="1420495"/>
            </a:xfrm>
            <a:custGeom>
              <a:avLst/>
              <a:gdLst/>
              <a:ahLst/>
              <a:cxnLst/>
              <a:rect l="l" t="t" r="r" b="b"/>
              <a:pathLst>
                <a:path w="3352165" h="1420495">
                  <a:moveTo>
                    <a:pt x="2091643" y="0"/>
                  </a:moveTo>
                  <a:lnTo>
                    <a:pt x="0" y="0"/>
                  </a:lnTo>
                  <a:lnTo>
                    <a:pt x="50668" y="57369"/>
                  </a:lnTo>
                  <a:lnTo>
                    <a:pt x="1030356" y="1161922"/>
                  </a:lnTo>
                  <a:lnTo>
                    <a:pt x="1154865" y="1302075"/>
                  </a:lnTo>
                  <a:lnTo>
                    <a:pt x="1260474" y="1420448"/>
                  </a:lnTo>
                  <a:lnTo>
                    <a:pt x="3352107" y="1420448"/>
                  </a:lnTo>
                  <a:lnTo>
                    <a:pt x="3246498" y="1302075"/>
                  </a:lnTo>
                  <a:lnTo>
                    <a:pt x="3121999" y="1161922"/>
                  </a:lnTo>
                  <a:lnTo>
                    <a:pt x="2142290" y="57369"/>
                  </a:lnTo>
                  <a:lnTo>
                    <a:pt x="2091643" y="0"/>
                  </a:lnTo>
                  <a:close/>
                </a:path>
              </a:pathLst>
            </a:custGeom>
            <a:solidFill>
              <a:srgbClr val="9AC5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1502184" y="7425196"/>
              <a:ext cx="2222500" cy="958850"/>
            </a:xfrm>
            <a:custGeom>
              <a:avLst/>
              <a:gdLst/>
              <a:ahLst/>
              <a:cxnLst/>
              <a:rect l="l" t="t" r="r" b="b"/>
              <a:pathLst>
                <a:path w="2222500" h="958850">
                  <a:moveTo>
                    <a:pt x="2222445" y="0"/>
                  </a:moveTo>
                  <a:lnTo>
                    <a:pt x="871743" y="3497"/>
                  </a:lnTo>
                  <a:lnTo>
                    <a:pt x="0" y="958347"/>
                  </a:lnTo>
                  <a:lnTo>
                    <a:pt x="1672074" y="958347"/>
                  </a:lnTo>
                  <a:lnTo>
                    <a:pt x="2222445" y="0"/>
                  </a:lnTo>
                  <a:close/>
                </a:path>
              </a:pathLst>
            </a:custGeom>
            <a:solidFill>
              <a:srgbClr val="6991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1552276" y="7425200"/>
              <a:ext cx="2222500" cy="2239010"/>
            </a:xfrm>
            <a:custGeom>
              <a:avLst/>
              <a:gdLst/>
              <a:ahLst/>
              <a:cxnLst/>
              <a:rect l="l" t="t" r="r" b="b"/>
              <a:pathLst>
                <a:path w="2222500" h="2239009">
                  <a:moveTo>
                    <a:pt x="2222449" y="0"/>
                  </a:moveTo>
                  <a:lnTo>
                    <a:pt x="871753" y="3505"/>
                  </a:lnTo>
                  <a:lnTo>
                    <a:pt x="0" y="958354"/>
                  </a:lnTo>
                  <a:lnTo>
                    <a:pt x="38" y="2238400"/>
                  </a:lnTo>
                  <a:lnTo>
                    <a:pt x="1668424" y="2235619"/>
                  </a:lnTo>
                  <a:lnTo>
                    <a:pt x="1668424" y="958354"/>
                  </a:lnTo>
                  <a:lnTo>
                    <a:pt x="1672069" y="958354"/>
                  </a:lnTo>
                  <a:lnTo>
                    <a:pt x="2222449" y="0"/>
                  </a:lnTo>
                  <a:close/>
                </a:path>
              </a:pathLst>
            </a:custGeom>
            <a:solidFill>
              <a:srgbClr val="FCDB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3220706" y="8383545"/>
              <a:ext cx="1412875" cy="1277620"/>
            </a:xfrm>
            <a:custGeom>
              <a:avLst/>
              <a:gdLst/>
              <a:ahLst/>
              <a:cxnLst/>
              <a:rect l="l" t="t" r="r" b="b"/>
              <a:pathLst>
                <a:path w="1412875" h="1277620">
                  <a:moveTo>
                    <a:pt x="1412805" y="0"/>
                  </a:moveTo>
                  <a:lnTo>
                    <a:pt x="0" y="0"/>
                  </a:lnTo>
                  <a:lnTo>
                    <a:pt x="0" y="1277280"/>
                  </a:lnTo>
                  <a:lnTo>
                    <a:pt x="1412805" y="1277280"/>
                  </a:lnTo>
                  <a:lnTo>
                    <a:pt x="1412805" y="0"/>
                  </a:lnTo>
                  <a:close/>
                </a:path>
              </a:pathLst>
            </a:custGeom>
            <a:solidFill>
              <a:srgbClr val="FFF1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2373908" y="7428674"/>
              <a:ext cx="2414905" cy="1011555"/>
            </a:xfrm>
            <a:custGeom>
              <a:avLst/>
              <a:gdLst/>
              <a:ahLst/>
              <a:cxnLst/>
              <a:rect l="l" t="t" r="r" b="b"/>
              <a:pathLst>
                <a:path w="2414905" h="1011554">
                  <a:moveTo>
                    <a:pt x="0" y="0"/>
                  </a:moveTo>
                  <a:lnTo>
                    <a:pt x="897134" y="1011539"/>
                  </a:lnTo>
                  <a:lnTo>
                    <a:pt x="2414858" y="1011539"/>
                  </a:lnTo>
                  <a:lnTo>
                    <a:pt x="1491640" y="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C55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95050" y="7894015"/>
              <a:ext cx="157764" cy="133430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2826009" y="7428737"/>
              <a:ext cx="1962785" cy="1011555"/>
            </a:xfrm>
            <a:custGeom>
              <a:avLst/>
              <a:gdLst/>
              <a:ahLst/>
              <a:cxnLst/>
              <a:rect l="l" t="t" r="r" b="b"/>
              <a:pathLst>
                <a:path w="1962784" h="1011554">
                  <a:moveTo>
                    <a:pt x="0" y="0"/>
                  </a:moveTo>
                  <a:lnTo>
                    <a:pt x="1674702" y="1011477"/>
                  </a:lnTo>
                  <a:lnTo>
                    <a:pt x="1962756" y="1011477"/>
                  </a:lnTo>
                  <a:lnTo>
                    <a:pt x="1039539" y="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4937589" y="6276475"/>
              <a:ext cx="1754505" cy="628650"/>
            </a:xfrm>
            <a:custGeom>
              <a:avLst/>
              <a:gdLst/>
              <a:ahLst/>
              <a:cxnLst/>
              <a:rect l="l" t="t" r="r" b="b"/>
              <a:pathLst>
                <a:path w="1754505" h="628650">
                  <a:moveTo>
                    <a:pt x="1148279" y="0"/>
                  </a:moveTo>
                  <a:lnTo>
                    <a:pt x="0" y="0"/>
                  </a:lnTo>
                  <a:lnTo>
                    <a:pt x="605740" y="628305"/>
                  </a:lnTo>
                  <a:lnTo>
                    <a:pt x="1754030" y="628305"/>
                  </a:lnTo>
                  <a:lnTo>
                    <a:pt x="1148279" y="0"/>
                  </a:lnTo>
                  <a:close/>
                </a:path>
              </a:pathLst>
            </a:custGeom>
            <a:solidFill>
              <a:srgbClr val="2446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5086851" y="6276473"/>
              <a:ext cx="1464310" cy="628650"/>
            </a:xfrm>
            <a:custGeom>
              <a:avLst/>
              <a:gdLst/>
              <a:ahLst/>
              <a:cxnLst/>
              <a:rect l="l" t="t" r="r" b="b"/>
              <a:pathLst>
                <a:path w="1464309" h="628650">
                  <a:moveTo>
                    <a:pt x="1463903" y="482206"/>
                  </a:moveTo>
                  <a:lnTo>
                    <a:pt x="1456766" y="474814"/>
                  </a:lnTo>
                  <a:lnTo>
                    <a:pt x="1223733" y="474814"/>
                  </a:lnTo>
                  <a:lnTo>
                    <a:pt x="1172616" y="451002"/>
                  </a:lnTo>
                  <a:lnTo>
                    <a:pt x="1165707" y="443839"/>
                  </a:lnTo>
                  <a:lnTo>
                    <a:pt x="1165707" y="452882"/>
                  </a:lnTo>
                  <a:lnTo>
                    <a:pt x="1160919" y="474814"/>
                  </a:lnTo>
                  <a:lnTo>
                    <a:pt x="922769" y="474814"/>
                  </a:lnTo>
                  <a:lnTo>
                    <a:pt x="865759" y="448246"/>
                  </a:lnTo>
                  <a:lnTo>
                    <a:pt x="864133" y="446608"/>
                  </a:lnTo>
                  <a:lnTo>
                    <a:pt x="864133" y="455650"/>
                  </a:lnTo>
                  <a:lnTo>
                    <a:pt x="859955" y="474814"/>
                  </a:lnTo>
                  <a:lnTo>
                    <a:pt x="625652" y="474814"/>
                  </a:lnTo>
                  <a:lnTo>
                    <a:pt x="576529" y="451942"/>
                  </a:lnTo>
                  <a:lnTo>
                    <a:pt x="469328" y="340741"/>
                  </a:lnTo>
                  <a:lnTo>
                    <a:pt x="474332" y="317855"/>
                  </a:lnTo>
                  <a:lnTo>
                    <a:pt x="708621" y="317855"/>
                  </a:lnTo>
                  <a:lnTo>
                    <a:pt x="749782" y="337032"/>
                  </a:lnTo>
                  <a:lnTo>
                    <a:pt x="864133" y="455650"/>
                  </a:lnTo>
                  <a:lnTo>
                    <a:pt x="864133" y="446608"/>
                  </a:lnTo>
                  <a:lnTo>
                    <a:pt x="765632" y="344424"/>
                  </a:lnTo>
                  <a:lnTo>
                    <a:pt x="771448" y="317855"/>
                  </a:lnTo>
                  <a:lnTo>
                    <a:pt x="1009586" y="317855"/>
                  </a:lnTo>
                  <a:lnTo>
                    <a:pt x="1056703" y="339813"/>
                  </a:lnTo>
                  <a:lnTo>
                    <a:pt x="1165707" y="452882"/>
                  </a:lnTo>
                  <a:lnTo>
                    <a:pt x="1165707" y="443839"/>
                  </a:lnTo>
                  <a:lnTo>
                    <a:pt x="1067219" y="341668"/>
                  </a:lnTo>
                  <a:lnTo>
                    <a:pt x="1072413" y="317855"/>
                  </a:lnTo>
                  <a:lnTo>
                    <a:pt x="1305445" y="317855"/>
                  </a:lnTo>
                  <a:lnTo>
                    <a:pt x="1298333" y="310464"/>
                  </a:lnTo>
                  <a:lnTo>
                    <a:pt x="1065288" y="310464"/>
                  </a:lnTo>
                  <a:lnTo>
                    <a:pt x="1014183" y="286664"/>
                  </a:lnTo>
                  <a:lnTo>
                    <a:pt x="1007249" y="279476"/>
                  </a:lnTo>
                  <a:lnTo>
                    <a:pt x="1007249" y="288518"/>
                  </a:lnTo>
                  <a:lnTo>
                    <a:pt x="1002461" y="310464"/>
                  </a:lnTo>
                  <a:lnTo>
                    <a:pt x="764324" y="310464"/>
                  </a:lnTo>
                  <a:lnTo>
                    <a:pt x="707301" y="283895"/>
                  </a:lnTo>
                  <a:lnTo>
                    <a:pt x="705688" y="282257"/>
                  </a:lnTo>
                  <a:lnTo>
                    <a:pt x="705688" y="291287"/>
                  </a:lnTo>
                  <a:lnTo>
                    <a:pt x="701497" y="310464"/>
                  </a:lnTo>
                  <a:lnTo>
                    <a:pt x="467207" y="310464"/>
                  </a:lnTo>
                  <a:lnTo>
                    <a:pt x="418084" y="287591"/>
                  </a:lnTo>
                  <a:lnTo>
                    <a:pt x="322948" y="188899"/>
                  </a:lnTo>
                  <a:lnTo>
                    <a:pt x="328041" y="165506"/>
                  </a:lnTo>
                  <a:lnTo>
                    <a:pt x="561149" y="165506"/>
                  </a:lnTo>
                  <a:lnTo>
                    <a:pt x="603402" y="185204"/>
                  </a:lnTo>
                  <a:lnTo>
                    <a:pt x="705688" y="291287"/>
                  </a:lnTo>
                  <a:lnTo>
                    <a:pt x="705688" y="282257"/>
                  </a:lnTo>
                  <a:lnTo>
                    <a:pt x="619239" y="192582"/>
                  </a:lnTo>
                  <a:lnTo>
                    <a:pt x="625170" y="165506"/>
                  </a:lnTo>
                  <a:lnTo>
                    <a:pt x="862114" y="165506"/>
                  </a:lnTo>
                  <a:lnTo>
                    <a:pt x="910323" y="187972"/>
                  </a:lnTo>
                  <a:lnTo>
                    <a:pt x="1007249" y="288518"/>
                  </a:lnTo>
                  <a:lnTo>
                    <a:pt x="1007249" y="279476"/>
                  </a:lnTo>
                  <a:lnTo>
                    <a:pt x="920826" y="189826"/>
                  </a:lnTo>
                  <a:lnTo>
                    <a:pt x="926134" y="165506"/>
                  </a:lnTo>
                  <a:lnTo>
                    <a:pt x="1155407" y="165506"/>
                  </a:lnTo>
                  <a:lnTo>
                    <a:pt x="1148295" y="158102"/>
                  </a:lnTo>
                  <a:lnTo>
                    <a:pt x="917778" y="158102"/>
                  </a:lnTo>
                  <a:lnTo>
                    <a:pt x="867791" y="134823"/>
                  </a:lnTo>
                  <a:lnTo>
                    <a:pt x="737831" y="0"/>
                  </a:lnTo>
                  <a:lnTo>
                    <a:pt x="729107" y="0"/>
                  </a:lnTo>
                  <a:lnTo>
                    <a:pt x="860869" y="136677"/>
                  </a:lnTo>
                  <a:lnTo>
                    <a:pt x="856195" y="158102"/>
                  </a:lnTo>
                  <a:lnTo>
                    <a:pt x="616813" y="158102"/>
                  </a:lnTo>
                  <a:lnTo>
                    <a:pt x="560908" y="132054"/>
                  </a:lnTo>
                  <a:lnTo>
                    <a:pt x="433590" y="0"/>
                  </a:lnTo>
                  <a:lnTo>
                    <a:pt x="424865" y="0"/>
                  </a:lnTo>
                  <a:lnTo>
                    <a:pt x="559295" y="139446"/>
                  </a:lnTo>
                  <a:lnTo>
                    <a:pt x="555231" y="158102"/>
                  </a:lnTo>
                  <a:lnTo>
                    <a:pt x="319684" y="158102"/>
                  </a:lnTo>
                  <a:lnTo>
                    <a:pt x="271703" y="135750"/>
                  </a:lnTo>
                  <a:lnTo>
                    <a:pt x="140843" y="0"/>
                  </a:lnTo>
                  <a:lnTo>
                    <a:pt x="132105" y="0"/>
                  </a:lnTo>
                  <a:lnTo>
                    <a:pt x="262978" y="135763"/>
                  </a:lnTo>
                  <a:lnTo>
                    <a:pt x="258102" y="158102"/>
                  </a:lnTo>
                  <a:lnTo>
                    <a:pt x="0" y="158102"/>
                  </a:lnTo>
                  <a:lnTo>
                    <a:pt x="7124" y="165506"/>
                  </a:lnTo>
                  <a:lnTo>
                    <a:pt x="264020" y="165506"/>
                  </a:lnTo>
                  <a:lnTo>
                    <a:pt x="314198" y="188887"/>
                  </a:lnTo>
                  <a:lnTo>
                    <a:pt x="409371" y="287604"/>
                  </a:lnTo>
                  <a:lnTo>
                    <a:pt x="404380" y="310464"/>
                  </a:lnTo>
                  <a:lnTo>
                    <a:pt x="150037" y="310464"/>
                  </a:lnTo>
                  <a:lnTo>
                    <a:pt x="157162" y="317855"/>
                  </a:lnTo>
                  <a:lnTo>
                    <a:pt x="411505" y="317855"/>
                  </a:lnTo>
                  <a:lnTo>
                    <a:pt x="460590" y="340728"/>
                  </a:lnTo>
                  <a:lnTo>
                    <a:pt x="567817" y="451954"/>
                  </a:lnTo>
                  <a:lnTo>
                    <a:pt x="562813" y="474814"/>
                  </a:lnTo>
                  <a:lnTo>
                    <a:pt x="308483" y="474814"/>
                  </a:lnTo>
                  <a:lnTo>
                    <a:pt x="315607" y="482206"/>
                  </a:lnTo>
                  <a:lnTo>
                    <a:pt x="569937" y="482206"/>
                  </a:lnTo>
                  <a:lnTo>
                    <a:pt x="619036" y="505091"/>
                  </a:lnTo>
                  <a:lnTo>
                    <a:pt x="737857" y="628307"/>
                  </a:lnTo>
                  <a:lnTo>
                    <a:pt x="746594" y="628307"/>
                  </a:lnTo>
                  <a:lnTo>
                    <a:pt x="627773" y="505091"/>
                  </a:lnTo>
                  <a:lnTo>
                    <a:pt x="632777" y="482206"/>
                  </a:lnTo>
                  <a:lnTo>
                    <a:pt x="867079" y="482206"/>
                  </a:lnTo>
                  <a:lnTo>
                    <a:pt x="908227" y="501383"/>
                  </a:lnTo>
                  <a:lnTo>
                    <a:pt x="1030617" y="628307"/>
                  </a:lnTo>
                  <a:lnTo>
                    <a:pt x="1039355" y="628307"/>
                  </a:lnTo>
                  <a:lnTo>
                    <a:pt x="924102" y="508774"/>
                  </a:lnTo>
                  <a:lnTo>
                    <a:pt x="929894" y="482206"/>
                  </a:lnTo>
                  <a:lnTo>
                    <a:pt x="1168044" y="482206"/>
                  </a:lnTo>
                  <a:lnTo>
                    <a:pt x="1215148" y="504164"/>
                  </a:lnTo>
                  <a:lnTo>
                    <a:pt x="1334858" y="628307"/>
                  </a:lnTo>
                  <a:lnTo>
                    <a:pt x="1343583" y="628307"/>
                  </a:lnTo>
                  <a:lnTo>
                    <a:pt x="1225664" y="506018"/>
                  </a:lnTo>
                  <a:lnTo>
                    <a:pt x="1230858" y="482206"/>
                  </a:lnTo>
                  <a:lnTo>
                    <a:pt x="1463903" y="482206"/>
                  </a:lnTo>
                  <a:close/>
                </a:path>
              </a:pathLst>
            </a:custGeom>
            <a:solidFill>
              <a:srgbClr val="A9C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2826995" y="7676080"/>
              <a:ext cx="1589405" cy="569595"/>
            </a:xfrm>
            <a:custGeom>
              <a:avLst/>
              <a:gdLst/>
              <a:ahLst/>
              <a:cxnLst/>
              <a:rect l="l" t="t" r="r" b="b"/>
              <a:pathLst>
                <a:path w="1589405" h="569595">
                  <a:moveTo>
                    <a:pt x="1040481" y="0"/>
                  </a:moveTo>
                  <a:lnTo>
                    <a:pt x="0" y="0"/>
                  </a:lnTo>
                  <a:lnTo>
                    <a:pt x="548873" y="569312"/>
                  </a:lnTo>
                  <a:lnTo>
                    <a:pt x="1589354" y="569312"/>
                  </a:lnTo>
                  <a:lnTo>
                    <a:pt x="1040481" y="0"/>
                  </a:lnTo>
                  <a:close/>
                </a:path>
              </a:pathLst>
            </a:custGeom>
            <a:solidFill>
              <a:srgbClr val="2446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2962242" y="7676064"/>
              <a:ext cx="1326515" cy="569595"/>
            </a:xfrm>
            <a:custGeom>
              <a:avLst/>
              <a:gdLst/>
              <a:ahLst/>
              <a:cxnLst/>
              <a:rect l="l" t="t" r="r" b="b"/>
              <a:pathLst>
                <a:path w="1326515" h="569595">
                  <a:moveTo>
                    <a:pt x="1326464" y="436943"/>
                  </a:moveTo>
                  <a:lnTo>
                    <a:pt x="1319999" y="430250"/>
                  </a:lnTo>
                  <a:lnTo>
                    <a:pt x="1108862" y="430250"/>
                  </a:lnTo>
                  <a:lnTo>
                    <a:pt x="1062532" y="408673"/>
                  </a:lnTo>
                  <a:lnTo>
                    <a:pt x="1056259" y="402170"/>
                  </a:lnTo>
                  <a:lnTo>
                    <a:pt x="1056259" y="410362"/>
                  </a:lnTo>
                  <a:lnTo>
                    <a:pt x="1051915" y="430250"/>
                  </a:lnTo>
                  <a:lnTo>
                    <a:pt x="836155" y="430250"/>
                  </a:lnTo>
                  <a:lnTo>
                    <a:pt x="784479" y="406171"/>
                  </a:lnTo>
                  <a:lnTo>
                    <a:pt x="783005" y="404685"/>
                  </a:lnTo>
                  <a:lnTo>
                    <a:pt x="783005" y="412889"/>
                  </a:lnTo>
                  <a:lnTo>
                    <a:pt x="779208" y="430250"/>
                  </a:lnTo>
                  <a:lnTo>
                    <a:pt x="566928" y="430250"/>
                  </a:lnTo>
                  <a:lnTo>
                    <a:pt x="522401" y="409511"/>
                  </a:lnTo>
                  <a:lnTo>
                    <a:pt x="425272" y="308775"/>
                  </a:lnTo>
                  <a:lnTo>
                    <a:pt x="429806" y="288023"/>
                  </a:lnTo>
                  <a:lnTo>
                    <a:pt x="642112" y="288023"/>
                  </a:lnTo>
                  <a:lnTo>
                    <a:pt x="679373" y="305396"/>
                  </a:lnTo>
                  <a:lnTo>
                    <a:pt x="783005" y="412889"/>
                  </a:lnTo>
                  <a:lnTo>
                    <a:pt x="783005" y="404685"/>
                  </a:lnTo>
                  <a:lnTo>
                    <a:pt x="693750" y="312102"/>
                  </a:lnTo>
                  <a:lnTo>
                    <a:pt x="699020" y="288023"/>
                  </a:lnTo>
                  <a:lnTo>
                    <a:pt x="914819" y="288023"/>
                  </a:lnTo>
                  <a:lnTo>
                    <a:pt x="957478" y="307911"/>
                  </a:lnTo>
                  <a:lnTo>
                    <a:pt x="1056259" y="410362"/>
                  </a:lnTo>
                  <a:lnTo>
                    <a:pt x="1056259" y="402170"/>
                  </a:lnTo>
                  <a:lnTo>
                    <a:pt x="967016" y="309600"/>
                  </a:lnTo>
                  <a:lnTo>
                    <a:pt x="971727" y="288023"/>
                  </a:lnTo>
                  <a:lnTo>
                    <a:pt x="1182890" y="288023"/>
                  </a:lnTo>
                  <a:lnTo>
                    <a:pt x="1176439" y="281330"/>
                  </a:lnTo>
                  <a:lnTo>
                    <a:pt x="965288" y="281330"/>
                  </a:lnTo>
                  <a:lnTo>
                    <a:pt x="918946" y="259753"/>
                  </a:lnTo>
                  <a:lnTo>
                    <a:pt x="912685" y="253263"/>
                  </a:lnTo>
                  <a:lnTo>
                    <a:pt x="912685" y="261454"/>
                  </a:lnTo>
                  <a:lnTo>
                    <a:pt x="908354" y="281330"/>
                  </a:lnTo>
                  <a:lnTo>
                    <a:pt x="692581" y="281330"/>
                  </a:lnTo>
                  <a:lnTo>
                    <a:pt x="640905" y="257251"/>
                  </a:lnTo>
                  <a:lnTo>
                    <a:pt x="639432" y="255765"/>
                  </a:lnTo>
                  <a:lnTo>
                    <a:pt x="639432" y="263969"/>
                  </a:lnTo>
                  <a:lnTo>
                    <a:pt x="635647" y="281330"/>
                  </a:lnTo>
                  <a:lnTo>
                    <a:pt x="423367" y="281330"/>
                  </a:lnTo>
                  <a:lnTo>
                    <a:pt x="378815" y="260591"/>
                  </a:lnTo>
                  <a:lnTo>
                    <a:pt x="292620" y="171170"/>
                  </a:lnTo>
                  <a:lnTo>
                    <a:pt x="297256" y="149974"/>
                  </a:lnTo>
                  <a:lnTo>
                    <a:pt x="508457" y="149974"/>
                  </a:lnTo>
                  <a:lnTo>
                    <a:pt x="546747" y="167817"/>
                  </a:lnTo>
                  <a:lnTo>
                    <a:pt x="639432" y="263969"/>
                  </a:lnTo>
                  <a:lnTo>
                    <a:pt x="639432" y="255765"/>
                  </a:lnTo>
                  <a:lnTo>
                    <a:pt x="561111" y="174510"/>
                  </a:lnTo>
                  <a:lnTo>
                    <a:pt x="566483" y="149974"/>
                  </a:lnTo>
                  <a:lnTo>
                    <a:pt x="781164" y="149974"/>
                  </a:lnTo>
                  <a:lnTo>
                    <a:pt x="824839" y="170319"/>
                  </a:lnTo>
                  <a:lnTo>
                    <a:pt x="912685" y="261454"/>
                  </a:lnTo>
                  <a:lnTo>
                    <a:pt x="912685" y="253263"/>
                  </a:lnTo>
                  <a:lnTo>
                    <a:pt x="834377" y="172021"/>
                  </a:lnTo>
                  <a:lnTo>
                    <a:pt x="839190" y="149974"/>
                  </a:lnTo>
                  <a:lnTo>
                    <a:pt x="1046949" y="149974"/>
                  </a:lnTo>
                  <a:lnTo>
                    <a:pt x="1040485" y="143268"/>
                  </a:lnTo>
                  <a:lnTo>
                    <a:pt x="831608" y="143268"/>
                  </a:lnTo>
                  <a:lnTo>
                    <a:pt x="786333" y="122174"/>
                  </a:lnTo>
                  <a:lnTo>
                    <a:pt x="668566" y="0"/>
                  </a:lnTo>
                  <a:lnTo>
                    <a:pt x="660654" y="0"/>
                  </a:lnTo>
                  <a:lnTo>
                    <a:pt x="780046" y="123863"/>
                  </a:lnTo>
                  <a:lnTo>
                    <a:pt x="775804" y="143268"/>
                  </a:lnTo>
                  <a:lnTo>
                    <a:pt x="558901" y="143268"/>
                  </a:lnTo>
                  <a:lnTo>
                    <a:pt x="508266" y="119672"/>
                  </a:lnTo>
                  <a:lnTo>
                    <a:pt x="392887" y="0"/>
                  </a:lnTo>
                  <a:lnTo>
                    <a:pt x="384975" y="0"/>
                  </a:lnTo>
                  <a:lnTo>
                    <a:pt x="506793" y="126377"/>
                  </a:lnTo>
                  <a:lnTo>
                    <a:pt x="503097" y="143268"/>
                  </a:lnTo>
                  <a:lnTo>
                    <a:pt x="289674" y="143268"/>
                  </a:lnTo>
                  <a:lnTo>
                    <a:pt x="246202" y="123012"/>
                  </a:lnTo>
                  <a:lnTo>
                    <a:pt x="127622" y="0"/>
                  </a:lnTo>
                  <a:lnTo>
                    <a:pt x="119710" y="0"/>
                  </a:lnTo>
                  <a:lnTo>
                    <a:pt x="238302" y="123024"/>
                  </a:lnTo>
                  <a:lnTo>
                    <a:pt x="233870" y="143268"/>
                  </a:lnTo>
                  <a:lnTo>
                    <a:pt x="0" y="143268"/>
                  </a:lnTo>
                  <a:lnTo>
                    <a:pt x="6464" y="149974"/>
                  </a:lnTo>
                  <a:lnTo>
                    <a:pt x="239229" y="149974"/>
                  </a:lnTo>
                  <a:lnTo>
                    <a:pt x="284708" y="171170"/>
                  </a:lnTo>
                  <a:lnTo>
                    <a:pt x="370941" y="260616"/>
                  </a:lnTo>
                  <a:lnTo>
                    <a:pt x="366420" y="281330"/>
                  </a:lnTo>
                  <a:lnTo>
                    <a:pt x="135966" y="281330"/>
                  </a:lnTo>
                  <a:lnTo>
                    <a:pt x="142417" y="288023"/>
                  </a:lnTo>
                  <a:lnTo>
                    <a:pt x="372884" y="288023"/>
                  </a:lnTo>
                  <a:lnTo>
                    <a:pt x="417347" y="308749"/>
                  </a:lnTo>
                  <a:lnTo>
                    <a:pt x="514502" y="409524"/>
                  </a:lnTo>
                  <a:lnTo>
                    <a:pt x="509981" y="430250"/>
                  </a:lnTo>
                  <a:lnTo>
                    <a:pt x="279527" y="430250"/>
                  </a:lnTo>
                  <a:lnTo>
                    <a:pt x="285978" y="436943"/>
                  </a:lnTo>
                  <a:lnTo>
                    <a:pt x="516445" y="436943"/>
                  </a:lnTo>
                  <a:lnTo>
                    <a:pt x="560895" y="457657"/>
                  </a:lnTo>
                  <a:lnTo>
                    <a:pt x="668578" y="569328"/>
                  </a:lnTo>
                  <a:lnTo>
                    <a:pt x="676503" y="569328"/>
                  </a:lnTo>
                  <a:lnTo>
                    <a:pt x="568845" y="457682"/>
                  </a:lnTo>
                  <a:lnTo>
                    <a:pt x="573366" y="436943"/>
                  </a:lnTo>
                  <a:lnTo>
                    <a:pt x="785672" y="436943"/>
                  </a:lnTo>
                  <a:lnTo>
                    <a:pt x="822934" y="454304"/>
                  </a:lnTo>
                  <a:lnTo>
                    <a:pt x="933856" y="569328"/>
                  </a:lnTo>
                  <a:lnTo>
                    <a:pt x="941768" y="569328"/>
                  </a:lnTo>
                  <a:lnTo>
                    <a:pt x="837298" y="460997"/>
                  </a:lnTo>
                  <a:lnTo>
                    <a:pt x="842594" y="436943"/>
                  </a:lnTo>
                  <a:lnTo>
                    <a:pt x="1058379" y="436943"/>
                  </a:lnTo>
                  <a:lnTo>
                    <a:pt x="1101039" y="456819"/>
                  </a:lnTo>
                  <a:lnTo>
                    <a:pt x="1209535" y="569328"/>
                  </a:lnTo>
                  <a:lnTo>
                    <a:pt x="1217447" y="569328"/>
                  </a:lnTo>
                  <a:lnTo>
                    <a:pt x="1110589" y="458520"/>
                  </a:lnTo>
                  <a:lnTo>
                    <a:pt x="1115301" y="436943"/>
                  </a:lnTo>
                  <a:lnTo>
                    <a:pt x="1326464" y="436943"/>
                  </a:lnTo>
                  <a:close/>
                </a:path>
              </a:pathLst>
            </a:custGeom>
            <a:solidFill>
              <a:srgbClr val="A9C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237750" y="8010823"/>
              <a:ext cx="2603500" cy="1635125"/>
            </a:xfrm>
            <a:custGeom>
              <a:avLst/>
              <a:gdLst/>
              <a:ahLst/>
              <a:cxnLst/>
              <a:rect l="l" t="t" r="r" b="b"/>
              <a:pathLst>
                <a:path w="2603500" h="1635125">
                  <a:moveTo>
                    <a:pt x="2603093" y="1103198"/>
                  </a:moveTo>
                  <a:lnTo>
                    <a:pt x="2295766" y="0"/>
                  </a:lnTo>
                  <a:lnTo>
                    <a:pt x="0" y="241"/>
                  </a:lnTo>
                  <a:lnTo>
                    <a:pt x="307314" y="1103439"/>
                  </a:lnTo>
                  <a:lnTo>
                    <a:pt x="1337894" y="1103337"/>
                  </a:lnTo>
                  <a:lnTo>
                    <a:pt x="1178547" y="1578762"/>
                  </a:lnTo>
                  <a:lnTo>
                    <a:pt x="974369" y="1578762"/>
                  </a:lnTo>
                  <a:lnTo>
                    <a:pt x="943902" y="1583169"/>
                  </a:lnTo>
                  <a:lnTo>
                    <a:pt x="919022" y="1595183"/>
                  </a:lnTo>
                  <a:lnTo>
                    <a:pt x="902246" y="1613001"/>
                  </a:lnTo>
                  <a:lnTo>
                    <a:pt x="896099" y="1634820"/>
                  </a:lnTo>
                  <a:lnTo>
                    <a:pt x="1635048" y="1634820"/>
                  </a:lnTo>
                  <a:lnTo>
                    <a:pt x="1628889" y="1613001"/>
                  </a:lnTo>
                  <a:lnTo>
                    <a:pt x="1612112" y="1595183"/>
                  </a:lnTo>
                  <a:lnTo>
                    <a:pt x="1587233" y="1583169"/>
                  </a:lnTo>
                  <a:lnTo>
                    <a:pt x="1556766" y="1578762"/>
                  </a:lnTo>
                  <a:lnTo>
                    <a:pt x="1342821" y="1578762"/>
                  </a:lnTo>
                  <a:lnTo>
                    <a:pt x="1502181" y="1103325"/>
                  </a:lnTo>
                  <a:lnTo>
                    <a:pt x="2603093" y="1103198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277066" y="8010816"/>
              <a:ext cx="2603500" cy="1082040"/>
            </a:xfrm>
            <a:custGeom>
              <a:avLst/>
              <a:gdLst/>
              <a:ahLst/>
              <a:cxnLst/>
              <a:rect l="l" t="t" r="r" b="b"/>
              <a:pathLst>
                <a:path w="2603500" h="1082040">
                  <a:moveTo>
                    <a:pt x="2295783" y="0"/>
                  </a:moveTo>
                  <a:lnTo>
                    <a:pt x="0" y="230"/>
                  </a:lnTo>
                  <a:lnTo>
                    <a:pt x="307330" y="1081621"/>
                  </a:lnTo>
                  <a:lnTo>
                    <a:pt x="2603103" y="1081391"/>
                  </a:lnTo>
                  <a:lnTo>
                    <a:pt x="2295783" y="0"/>
                  </a:lnTo>
                  <a:close/>
                </a:path>
              </a:pathLst>
            </a:custGeom>
            <a:solidFill>
              <a:srgbClr val="204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349167" y="8013769"/>
              <a:ext cx="2460625" cy="1078865"/>
            </a:xfrm>
            <a:custGeom>
              <a:avLst/>
              <a:gdLst/>
              <a:ahLst/>
              <a:cxnLst/>
              <a:rect l="l" t="t" r="r" b="b"/>
              <a:pathLst>
                <a:path w="2460625" h="1078865">
                  <a:moveTo>
                    <a:pt x="2460015" y="828700"/>
                  </a:moveTo>
                  <a:lnTo>
                    <a:pt x="2459177" y="825741"/>
                  </a:lnTo>
                  <a:lnTo>
                    <a:pt x="2112200" y="825792"/>
                  </a:lnTo>
                  <a:lnTo>
                    <a:pt x="2063737" y="798410"/>
                  </a:lnTo>
                  <a:lnTo>
                    <a:pt x="2058504" y="780008"/>
                  </a:lnTo>
                  <a:lnTo>
                    <a:pt x="2058504" y="795489"/>
                  </a:lnTo>
                  <a:lnTo>
                    <a:pt x="2022068" y="825804"/>
                  </a:lnTo>
                  <a:lnTo>
                    <a:pt x="1627378" y="825830"/>
                  </a:lnTo>
                  <a:lnTo>
                    <a:pt x="1573695" y="795515"/>
                  </a:lnTo>
                  <a:lnTo>
                    <a:pt x="1570126" y="783018"/>
                  </a:lnTo>
                  <a:lnTo>
                    <a:pt x="1570126" y="798487"/>
                  </a:lnTo>
                  <a:lnTo>
                    <a:pt x="1537246" y="825842"/>
                  </a:lnTo>
                  <a:lnTo>
                    <a:pt x="1138148" y="825881"/>
                  </a:lnTo>
                  <a:lnTo>
                    <a:pt x="1084478" y="795566"/>
                  </a:lnTo>
                  <a:lnTo>
                    <a:pt x="1080909" y="783120"/>
                  </a:lnTo>
                  <a:lnTo>
                    <a:pt x="1080909" y="798537"/>
                  </a:lnTo>
                  <a:lnTo>
                    <a:pt x="1048016" y="825893"/>
                  </a:lnTo>
                  <a:lnTo>
                    <a:pt x="646722" y="825931"/>
                  </a:lnTo>
                  <a:lnTo>
                    <a:pt x="595655" y="797102"/>
                  </a:lnTo>
                  <a:lnTo>
                    <a:pt x="531596" y="571715"/>
                  </a:lnTo>
                  <a:lnTo>
                    <a:pt x="568071" y="541388"/>
                  </a:lnTo>
                  <a:lnTo>
                    <a:pt x="964971" y="541350"/>
                  </a:lnTo>
                  <a:lnTo>
                    <a:pt x="1016012" y="570166"/>
                  </a:lnTo>
                  <a:lnTo>
                    <a:pt x="1080909" y="798537"/>
                  </a:lnTo>
                  <a:lnTo>
                    <a:pt x="1080909" y="783120"/>
                  </a:lnTo>
                  <a:lnTo>
                    <a:pt x="1021245" y="573125"/>
                  </a:lnTo>
                  <a:lnTo>
                    <a:pt x="1059484" y="541337"/>
                  </a:lnTo>
                  <a:lnTo>
                    <a:pt x="1454188" y="541299"/>
                  </a:lnTo>
                  <a:lnTo>
                    <a:pt x="1505216" y="570115"/>
                  </a:lnTo>
                  <a:lnTo>
                    <a:pt x="1570126" y="798487"/>
                  </a:lnTo>
                  <a:lnTo>
                    <a:pt x="1570126" y="783018"/>
                  </a:lnTo>
                  <a:lnTo>
                    <a:pt x="1510449" y="573062"/>
                  </a:lnTo>
                  <a:lnTo>
                    <a:pt x="1548714" y="541286"/>
                  </a:lnTo>
                  <a:lnTo>
                    <a:pt x="1939048" y="541261"/>
                  </a:lnTo>
                  <a:lnTo>
                    <a:pt x="1995271" y="573011"/>
                  </a:lnTo>
                  <a:lnTo>
                    <a:pt x="2058504" y="795489"/>
                  </a:lnTo>
                  <a:lnTo>
                    <a:pt x="2058504" y="780008"/>
                  </a:lnTo>
                  <a:lnTo>
                    <a:pt x="1998853" y="570077"/>
                  </a:lnTo>
                  <a:lnTo>
                    <a:pt x="2033524" y="541248"/>
                  </a:lnTo>
                  <a:lnTo>
                    <a:pt x="2378316" y="541197"/>
                  </a:lnTo>
                  <a:lnTo>
                    <a:pt x="2377478" y="538251"/>
                  </a:lnTo>
                  <a:lnTo>
                    <a:pt x="2028329" y="538302"/>
                  </a:lnTo>
                  <a:lnTo>
                    <a:pt x="1982457" y="512394"/>
                  </a:lnTo>
                  <a:lnTo>
                    <a:pt x="1977212" y="493941"/>
                  </a:lnTo>
                  <a:lnTo>
                    <a:pt x="1977212" y="509473"/>
                  </a:lnTo>
                  <a:lnTo>
                    <a:pt x="1942541" y="538314"/>
                  </a:lnTo>
                  <a:lnTo>
                    <a:pt x="1543481" y="538340"/>
                  </a:lnTo>
                  <a:lnTo>
                    <a:pt x="1492415" y="509498"/>
                  </a:lnTo>
                  <a:lnTo>
                    <a:pt x="1488846" y="497001"/>
                  </a:lnTo>
                  <a:lnTo>
                    <a:pt x="1488846" y="512470"/>
                  </a:lnTo>
                  <a:lnTo>
                    <a:pt x="1457731" y="538353"/>
                  </a:lnTo>
                  <a:lnTo>
                    <a:pt x="1054252" y="538391"/>
                  </a:lnTo>
                  <a:lnTo>
                    <a:pt x="1003185" y="509549"/>
                  </a:lnTo>
                  <a:lnTo>
                    <a:pt x="999617" y="497052"/>
                  </a:lnTo>
                  <a:lnTo>
                    <a:pt x="999617" y="512521"/>
                  </a:lnTo>
                  <a:lnTo>
                    <a:pt x="968502" y="538403"/>
                  </a:lnTo>
                  <a:lnTo>
                    <a:pt x="562838" y="538441"/>
                  </a:lnTo>
                  <a:lnTo>
                    <a:pt x="514362" y="511073"/>
                  </a:lnTo>
                  <a:lnTo>
                    <a:pt x="449478" y="282740"/>
                  </a:lnTo>
                  <a:lnTo>
                    <a:pt x="484149" y="253885"/>
                  </a:lnTo>
                  <a:lnTo>
                    <a:pt x="885456" y="253847"/>
                  </a:lnTo>
                  <a:lnTo>
                    <a:pt x="933881" y="281178"/>
                  </a:lnTo>
                  <a:lnTo>
                    <a:pt x="999617" y="512521"/>
                  </a:lnTo>
                  <a:lnTo>
                    <a:pt x="999617" y="497052"/>
                  </a:lnTo>
                  <a:lnTo>
                    <a:pt x="939114" y="284137"/>
                  </a:lnTo>
                  <a:lnTo>
                    <a:pt x="975575" y="253834"/>
                  </a:lnTo>
                  <a:lnTo>
                    <a:pt x="1374686" y="253796"/>
                  </a:lnTo>
                  <a:lnTo>
                    <a:pt x="1423098" y="281127"/>
                  </a:lnTo>
                  <a:lnTo>
                    <a:pt x="1488846" y="512470"/>
                  </a:lnTo>
                  <a:lnTo>
                    <a:pt x="1488846" y="497001"/>
                  </a:lnTo>
                  <a:lnTo>
                    <a:pt x="1428330" y="284086"/>
                  </a:lnTo>
                  <a:lnTo>
                    <a:pt x="1464792" y="253784"/>
                  </a:lnTo>
                  <a:lnTo>
                    <a:pt x="1859521" y="253758"/>
                  </a:lnTo>
                  <a:lnTo>
                    <a:pt x="1913153" y="284035"/>
                  </a:lnTo>
                  <a:lnTo>
                    <a:pt x="1977212" y="509473"/>
                  </a:lnTo>
                  <a:lnTo>
                    <a:pt x="1977212" y="493941"/>
                  </a:lnTo>
                  <a:lnTo>
                    <a:pt x="1916734" y="281101"/>
                  </a:lnTo>
                  <a:lnTo>
                    <a:pt x="1949615" y="253746"/>
                  </a:lnTo>
                  <a:lnTo>
                    <a:pt x="2296604" y="253695"/>
                  </a:lnTo>
                  <a:lnTo>
                    <a:pt x="2295766" y="250736"/>
                  </a:lnTo>
                  <a:lnTo>
                    <a:pt x="1948815" y="250786"/>
                  </a:lnTo>
                  <a:lnTo>
                    <a:pt x="1900339" y="223418"/>
                  </a:lnTo>
                  <a:lnTo>
                    <a:pt x="1836864" y="0"/>
                  </a:lnTo>
                  <a:lnTo>
                    <a:pt x="1832457" y="0"/>
                  </a:lnTo>
                  <a:lnTo>
                    <a:pt x="1895094" y="220484"/>
                  </a:lnTo>
                  <a:lnTo>
                    <a:pt x="1858657" y="250799"/>
                  </a:lnTo>
                  <a:lnTo>
                    <a:pt x="1463967" y="250825"/>
                  </a:lnTo>
                  <a:lnTo>
                    <a:pt x="1410284" y="220510"/>
                  </a:lnTo>
                  <a:lnTo>
                    <a:pt x="1347635" y="50"/>
                  </a:lnTo>
                  <a:lnTo>
                    <a:pt x="1343240" y="50"/>
                  </a:lnTo>
                  <a:lnTo>
                    <a:pt x="1406715" y="223481"/>
                  </a:lnTo>
                  <a:lnTo>
                    <a:pt x="1373847" y="250837"/>
                  </a:lnTo>
                  <a:lnTo>
                    <a:pt x="974737" y="250875"/>
                  </a:lnTo>
                  <a:lnTo>
                    <a:pt x="921067" y="220560"/>
                  </a:lnTo>
                  <a:lnTo>
                    <a:pt x="858418" y="101"/>
                  </a:lnTo>
                  <a:lnTo>
                    <a:pt x="854011" y="101"/>
                  </a:lnTo>
                  <a:lnTo>
                    <a:pt x="917498" y="223532"/>
                  </a:lnTo>
                  <a:lnTo>
                    <a:pt x="884618" y="250888"/>
                  </a:lnTo>
                  <a:lnTo>
                    <a:pt x="483311" y="250926"/>
                  </a:lnTo>
                  <a:lnTo>
                    <a:pt x="432244" y="222097"/>
                  </a:lnTo>
                  <a:lnTo>
                    <a:pt x="369189" y="152"/>
                  </a:lnTo>
                  <a:lnTo>
                    <a:pt x="364794" y="152"/>
                  </a:lnTo>
                  <a:lnTo>
                    <a:pt x="427850" y="222097"/>
                  </a:lnTo>
                  <a:lnTo>
                    <a:pt x="393192" y="250939"/>
                  </a:lnTo>
                  <a:lnTo>
                    <a:pt x="0" y="250964"/>
                  </a:lnTo>
                  <a:lnTo>
                    <a:pt x="838" y="253923"/>
                  </a:lnTo>
                  <a:lnTo>
                    <a:pt x="394055" y="253898"/>
                  </a:lnTo>
                  <a:lnTo>
                    <a:pt x="445084" y="282727"/>
                  </a:lnTo>
                  <a:lnTo>
                    <a:pt x="509968" y="511098"/>
                  </a:lnTo>
                  <a:lnTo>
                    <a:pt x="477075" y="538454"/>
                  </a:lnTo>
                  <a:lnTo>
                    <a:pt x="81699" y="538480"/>
                  </a:lnTo>
                  <a:lnTo>
                    <a:pt x="82537" y="541426"/>
                  </a:lnTo>
                  <a:lnTo>
                    <a:pt x="473544" y="541401"/>
                  </a:lnTo>
                  <a:lnTo>
                    <a:pt x="527202" y="571690"/>
                  </a:lnTo>
                  <a:lnTo>
                    <a:pt x="591261" y="797102"/>
                  </a:lnTo>
                  <a:lnTo>
                    <a:pt x="556602" y="825944"/>
                  </a:lnTo>
                  <a:lnTo>
                    <a:pt x="163410" y="825969"/>
                  </a:lnTo>
                  <a:lnTo>
                    <a:pt x="164249" y="828929"/>
                  </a:lnTo>
                  <a:lnTo>
                    <a:pt x="557466" y="828903"/>
                  </a:lnTo>
                  <a:lnTo>
                    <a:pt x="608495" y="857719"/>
                  </a:lnTo>
                  <a:lnTo>
                    <a:pt x="671296" y="1078636"/>
                  </a:lnTo>
                  <a:lnTo>
                    <a:pt x="675690" y="1078636"/>
                  </a:lnTo>
                  <a:lnTo>
                    <a:pt x="612889" y="857732"/>
                  </a:lnTo>
                  <a:lnTo>
                    <a:pt x="647560" y="828890"/>
                  </a:lnTo>
                  <a:lnTo>
                    <a:pt x="1048880" y="828852"/>
                  </a:lnTo>
                  <a:lnTo>
                    <a:pt x="1097292" y="856183"/>
                  </a:lnTo>
                  <a:lnTo>
                    <a:pt x="1160526" y="1078585"/>
                  </a:lnTo>
                  <a:lnTo>
                    <a:pt x="1164907" y="1078585"/>
                  </a:lnTo>
                  <a:lnTo>
                    <a:pt x="1102512" y="859129"/>
                  </a:lnTo>
                  <a:lnTo>
                    <a:pt x="1138986" y="828840"/>
                  </a:lnTo>
                  <a:lnTo>
                    <a:pt x="1538109" y="828802"/>
                  </a:lnTo>
                  <a:lnTo>
                    <a:pt x="1586509" y="856145"/>
                  </a:lnTo>
                  <a:lnTo>
                    <a:pt x="1649730" y="1078534"/>
                  </a:lnTo>
                  <a:lnTo>
                    <a:pt x="1654136" y="1078534"/>
                  </a:lnTo>
                  <a:lnTo>
                    <a:pt x="1591754" y="859104"/>
                  </a:lnTo>
                  <a:lnTo>
                    <a:pt x="1628203" y="828789"/>
                  </a:lnTo>
                  <a:lnTo>
                    <a:pt x="2022932" y="828763"/>
                  </a:lnTo>
                  <a:lnTo>
                    <a:pt x="2076564" y="859040"/>
                  </a:lnTo>
                  <a:lnTo>
                    <a:pt x="2138959" y="1078484"/>
                  </a:lnTo>
                  <a:lnTo>
                    <a:pt x="2143353" y="1078484"/>
                  </a:lnTo>
                  <a:lnTo>
                    <a:pt x="2080133" y="856119"/>
                  </a:lnTo>
                  <a:lnTo>
                    <a:pt x="2113038" y="828751"/>
                  </a:lnTo>
                  <a:lnTo>
                    <a:pt x="2460015" y="828700"/>
                  </a:lnTo>
                  <a:close/>
                </a:path>
              </a:pathLst>
            </a:custGeom>
            <a:solidFill>
              <a:srgbClr val="B9D6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993689" y="8523217"/>
              <a:ext cx="1787525" cy="1122680"/>
            </a:xfrm>
            <a:custGeom>
              <a:avLst/>
              <a:gdLst/>
              <a:ahLst/>
              <a:cxnLst/>
              <a:rect l="l" t="t" r="r" b="b"/>
              <a:pathLst>
                <a:path w="1787525" h="1122679">
                  <a:moveTo>
                    <a:pt x="1787232" y="757428"/>
                  </a:moveTo>
                  <a:lnTo>
                    <a:pt x="1576235" y="0"/>
                  </a:lnTo>
                  <a:lnTo>
                    <a:pt x="0" y="165"/>
                  </a:lnTo>
                  <a:lnTo>
                    <a:pt x="210997" y="757593"/>
                  </a:lnTo>
                  <a:lnTo>
                    <a:pt x="918565" y="757529"/>
                  </a:lnTo>
                  <a:lnTo>
                    <a:pt x="809155" y="1083945"/>
                  </a:lnTo>
                  <a:lnTo>
                    <a:pt x="668985" y="1083945"/>
                  </a:lnTo>
                  <a:lnTo>
                    <a:pt x="648068" y="1086967"/>
                  </a:lnTo>
                  <a:lnTo>
                    <a:pt x="630986" y="1095209"/>
                  </a:lnTo>
                  <a:lnTo>
                    <a:pt x="619467" y="1107440"/>
                  </a:lnTo>
                  <a:lnTo>
                    <a:pt x="615238" y="1122426"/>
                  </a:lnTo>
                  <a:lnTo>
                    <a:pt x="1122591" y="1122426"/>
                  </a:lnTo>
                  <a:lnTo>
                    <a:pt x="1118362" y="1107440"/>
                  </a:lnTo>
                  <a:lnTo>
                    <a:pt x="1106843" y="1095209"/>
                  </a:lnTo>
                  <a:lnTo>
                    <a:pt x="1089761" y="1086967"/>
                  </a:lnTo>
                  <a:lnTo>
                    <a:pt x="1068844" y="1083945"/>
                  </a:lnTo>
                  <a:lnTo>
                    <a:pt x="921956" y="1083945"/>
                  </a:lnTo>
                  <a:lnTo>
                    <a:pt x="1031367" y="757516"/>
                  </a:lnTo>
                  <a:lnTo>
                    <a:pt x="1787232" y="757428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020697" y="8523207"/>
              <a:ext cx="1787525" cy="742950"/>
            </a:xfrm>
            <a:custGeom>
              <a:avLst/>
              <a:gdLst/>
              <a:ahLst/>
              <a:cxnLst/>
              <a:rect l="l" t="t" r="r" b="b"/>
              <a:pathLst>
                <a:path w="1787525" h="742950">
                  <a:moveTo>
                    <a:pt x="1576224" y="0"/>
                  </a:moveTo>
                  <a:lnTo>
                    <a:pt x="0" y="167"/>
                  </a:lnTo>
                  <a:lnTo>
                    <a:pt x="210998" y="742616"/>
                  </a:lnTo>
                  <a:lnTo>
                    <a:pt x="1787223" y="742459"/>
                  </a:lnTo>
                  <a:lnTo>
                    <a:pt x="1576224" y="0"/>
                  </a:lnTo>
                  <a:close/>
                </a:path>
              </a:pathLst>
            </a:custGeom>
            <a:solidFill>
              <a:srgbClr val="204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070194" y="8525236"/>
              <a:ext cx="1689100" cy="741045"/>
            </a:xfrm>
            <a:custGeom>
              <a:avLst/>
              <a:gdLst/>
              <a:ahLst/>
              <a:cxnLst/>
              <a:rect l="l" t="t" r="r" b="b"/>
              <a:pathLst>
                <a:path w="1689100" h="741045">
                  <a:moveTo>
                    <a:pt x="1688985" y="568972"/>
                  </a:moveTo>
                  <a:lnTo>
                    <a:pt x="1688414" y="566940"/>
                  </a:lnTo>
                  <a:lnTo>
                    <a:pt x="1450225" y="566978"/>
                  </a:lnTo>
                  <a:lnTo>
                    <a:pt x="1416913" y="548182"/>
                  </a:lnTo>
                  <a:lnTo>
                    <a:pt x="1413319" y="535546"/>
                  </a:lnTo>
                  <a:lnTo>
                    <a:pt x="1413319" y="546163"/>
                  </a:lnTo>
                  <a:lnTo>
                    <a:pt x="1388287" y="566991"/>
                  </a:lnTo>
                  <a:lnTo>
                    <a:pt x="1117320" y="567004"/>
                  </a:lnTo>
                  <a:lnTo>
                    <a:pt x="1080465" y="546188"/>
                  </a:lnTo>
                  <a:lnTo>
                    <a:pt x="1078014" y="537629"/>
                  </a:lnTo>
                  <a:lnTo>
                    <a:pt x="1078014" y="548233"/>
                  </a:lnTo>
                  <a:lnTo>
                    <a:pt x="1055433" y="567016"/>
                  </a:lnTo>
                  <a:lnTo>
                    <a:pt x="781431" y="567042"/>
                  </a:lnTo>
                  <a:lnTo>
                    <a:pt x="744575" y="546214"/>
                  </a:lnTo>
                  <a:lnTo>
                    <a:pt x="742124" y="537654"/>
                  </a:lnTo>
                  <a:lnTo>
                    <a:pt x="742124" y="548259"/>
                  </a:lnTo>
                  <a:lnTo>
                    <a:pt x="719531" y="567055"/>
                  </a:lnTo>
                  <a:lnTo>
                    <a:pt x="444068" y="567080"/>
                  </a:lnTo>
                  <a:lnTo>
                    <a:pt x="408952" y="547268"/>
                  </a:lnTo>
                  <a:lnTo>
                    <a:pt x="364985" y="392531"/>
                  </a:lnTo>
                  <a:lnTo>
                    <a:pt x="390029" y="371703"/>
                  </a:lnTo>
                  <a:lnTo>
                    <a:pt x="662520" y="371690"/>
                  </a:lnTo>
                  <a:lnTo>
                    <a:pt x="697560" y="391464"/>
                  </a:lnTo>
                  <a:lnTo>
                    <a:pt x="742124" y="548259"/>
                  </a:lnTo>
                  <a:lnTo>
                    <a:pt x="742124" y="537654"/>
                  </a:lnTo>
                  <a:lnTo>
                    <a:pt x="701141" y="393484"/>
                  </a:lnTo>
                  <a:lnTo>
                    <a:pt x="727417" y="371678"/>
                  </a:lnTo>
                  <a:lnTo>
                    <a:pt x="998410" y="371652"/>
                  </a:lnTo>
                  <a:lnTo>
                    <a:pt x="1033449" y="391439"/>
                  </a:lnTo>
                  <a:lnTo>
                    <a:pt x="1078014" y="548233"/>
                  </a:lnTo>
                  <a:lnTo>
                    <a:pt x="1078014" y="537629"/>
                  </a:lnTo>
                  <a:lnTo>
                    <a:pt x="1037043" y="393458"/>
                  </a:lnTo>
                  <a:lnTo>
                    <a:pt x="1063282" y="371640"/>
                  </a:lnTo>
                  <a:lnTo>
                    <a:pt x="1331315" y="371627"/>
                  </a:lnTo>
                  <a:lnTo>
                    <a:pt x="1369910" y="393433"/>
                  </a:lnTo>
                  <a:lnTo>
                    <a:pt x="1413319" y="546163"/>
                  </a:lnTo>
                  <a:lnTo>
                    <a:pt x="1413319" y="535546"/>
                  </a:lnTo>
                  <a:lnTo>
                    <a:pt x="1372362" y="391426"/>
                  </a:lnTo>
                  <a:lnTo>
                    <a:pt x="1396174" y="371614"/>
                  </a:lnTo>
                  <a:lnTo>
                    <a:pt x="1632889" y="371576"/>
                  </a:lnTo>
                  <a:lnTo>
                    <a:pt x="1632318" y="369544"/>
                  </a:lnTo>
                  <a:lnTo>
                    <a:pt x="1392593" y="369582"/>
                  </a:lnTo>
                  <a:lnTo>
                    <a:pt x="1361084" y="351790"/>
                  </a:lnTo>
                  <a:lnTo>
                    <a:pt x="1357503" y="339191"/>
                  </a:lnTo>
                  <a:lnTo>
                    <a:pt x="1357503" y="349783"/>
                  </a:lnTo>
                  <a:lnTo>
                    <a:pt x="1333703" y="369595"/>
                  </a:lnTo>
                  <a:lnTo>
                    <a:pt x="1059726" y="369608"/>
                  </a:lnTo>
                  <a:lnTo>
                    <a:pt x="1024648" y="349808"/>
                  </a:lnTo>
                  <a:lnTo>
                    <a:pt x="1022197" y="341249"/>
                  </a:lnTo>
                  <a:lnTo>
                    <a:pt x="1022197" y="351853"/>
                  </a:lnTo>
                  <a:lnTo>
                    <a:pt x="1000836" y="369620"/>
                  </a:lnTo>
                  <a:lnTo>
                    <a:pt x="723836" y="369646"/>
                  </a:lnTo>
                  <a:lnTo>
                    <a:pt x="688771" y="349846"/>
                  </a:lnTo>
                  <a:lnTo>
                    <a:pt x="686308" y="341236"/>
                  </a:lnTo>
                  <a:lnTo>
                    <a:pt x="686308" y="351891"/>
                  </a:lnTo>
                  <a:lnTo>
                    <a:pt x="664959" y="369658"/>
                  </a:lnTo>
                  <a:lnTo>
                    <a:pt x="386422" y="369671"/>
                  </a:lnTo>
                  <a:lnTo>
                    <a:pt x="353148" y="350888"/>
                  </a:lnTo>
                  <a:lnTo>
                    <a:pt x="308597" y="194119"/>
                  </a:lnTo>
                  <a:lnTo>
                    <a:pt x="332397" y="174320"/>
                  </a:lnTo>
                  <a:lnTo>
                    <a:pt x="607949" y="174294"/>
                  </a:lnTo>
                  <a:lnTo>
                    <a:pt x="641172" y="193052"/>
                  </a:lnTo>
                  <a:lnTo>
                    <a:pt x="686308" y="351891"/>
                  </a:lnTo>
                  <a:lnTo>
                    <a:pt x="686308" y="341236"/>
                  </a:lnTo>
                  <a:lnTo>
                    <a:pt x="644779" y="195084"/>
                  </a:lnTo>
                  <a:lnTo>
                    <a:pt x="669798" y="174282"/>
                  </a:lnTo>
                  <a:lnTo>
                    <a:pt x="943825" y="174256"/>
                  </a:lnTo>
                  <a:lnTo>
                    <a:pt x="977074" y="193027"/>
                  </a:lnTo>
                  <a:lnTo>
                    <a:pt x="1022197" y="351853"/>
                  </a:lnTo>
                  <a:lnTo>
                    <a:pt x="1022197" y="341249"/>
                  </a:lnTo>
                  <a:lnTo>
                    <a:pt x="980668" y="195059"/>
                  </a:lnTo>
                  <a:lnTo>
                    <a:pt x="1005713" y="174244"/>
                  </a:lnTo>
                  <a:lnTo>
                    <a:pt x="1276705" y="174231"/>
                  </a:lnTo>
                  <a:lnTo>
                    <a:pt x="1313535" y="195021"/>
                  </a:lnTo>
                  <a:lnTo>
                    <a:pt x="1357503" y="349783"/>
                  </a:lnTo>
                  <a:lnTo>
                    <a:pt x="1357503" y="339191"/>
                  </a:lnTo>
                  <a:lnTo>
                    <a:pt x="1315974" y="193001"/>
                  </a:lnTo>
                  <a:lnTo>
                    <a:pt x="1338554" y="174218"/>
                  </a:lnTo>
                  <a:lnTo>
                    <a:pt x="1576793" y="174180"/>
                  </a:lnTo>
                  <a:lnTo>
                    <a:pt x="1576222" y="172148"/>
                  </a:lnTo>
                  <a:lnTo>
                    <a:pt x="1337995" y="172186"/>
                  </a:lnTo>
                  <a:lnTo>
                    <a:pt x="1304709" y="153390"/>
                  </a:lnTo>
                  <a:lnTo>
                    <a:pt x="1261135" y="0"/>
                  </a:lnTo>
                  <a:lnTo>
                    <a:pt x="1258125" y="0"/>
                  </a:lnTo>
                  <a:lnTo>
                    <a:pt x="1301127" y="151384"/>
                  </a:lnTo>
                  <a:lnTo>
                    <a:pt x="1276108" y="172199"/>
                  </a:lnTo>
                  <a:lnTo>
                    <a:pt x="1005128" y="172212"/>
                  </a:lnTo>
                  <a:lnTo>
                    <a:pt x="968273" y="151396"/>
                  </a:lnTo>
                  <a:lnTo>
                    <a:pt x="925258" y="38"/>
                  </a:lnTo>
                  <a:lnTo>
                    <a:pt x="922235" y="38"/>
                  </a:lnTo>
                  <a:lnTo>
                    <a:pt x="965809" y="153441"/>
                  </a:lnTo>
                  <a:lnTo>
                    <a:pt x="943229" y="172224"/>
                  </a:lnTo>
                  <a:lnTo>
                    <a:pt x="669251" y="172250"/>
                  </a:lnTo>
                  <a:lnTo>
                    <a:pt x="632383" y="151434"/>
                  </a:lnTo>
                  <a:lnTo>
                    <a:pt x="589368" y="76"/>
                  </a:lnTo>
                  <a:lnTo>
                    <a:pt x="586346" y="76"/>
                  </a:lnTo>
                  <a:lnTo>
                    <a:pt x="629920" y="153479"/>
                  </a:lnTo>
                  <a:lnTo>
                    <a:pt x="607352" y="172262"/>
                  </a:lnTo>
                  <a:lnTo>
                    <a:pt x="331851" y="172288"/>
                  </a:lnTo>
                  <a:lnTo>
                    <a:pt x="296760" y="152488"/>
                  </a:lnTo>
                  <a:lnTo>
                    <a:pt x="253479" y="101"/>
                  </a:lnTo>
                  <a:lnTo>
                    <a:pt x="250456" y="101"/>
                  </a:lnTo>
                  <a:lnTo>
                    <a:pt x="293751" y="152488"/>
                  </a:lnTo>
                  <a:lnTo>
                    <a:pt x="269951" y="172300"/>
                  </a:lnTo>
                  <a:lnTo>
                    <a:pt x="0" y="172313"/>
                  </a:lnTo>
                  <a:lnTo>
                    <a:pt x="571" y="174345"/>
                  </a:lnTo>
                  <a:lnTo>
                    <a:pt x="270548" y="174332"/>
                  </a:lnTo>
                  <a:lnTo>
                    <a:pt x="305574" y="194106"/>
                  </a:lnTo>
                  <a:lnTo>
                    <a:pt x="350126" y="350901"/>
                  </a:lnTo>
                  <a:lnTo>
                    <a:pt x="327571" y="369684"/>
                  </a:lnTo>
                  <a:lnTo>
                    <a:pt x="56095" y="369697"/>
                  </a:lnTo>
                  <a:lnTo>
                    <a:pt x="56667" y="371729"/>
                  </a:lnTo>
                  <a:lnTo>
                    <a:pt x="325132" y="371716"/>
                  </a:lnTo>
                  <a:lnTo>
                    <a:pt x="361962" y="392518"/>
                  </a:lnTo>
                  <a:lnTo>
                    <a:pt x="405942" y="547281"/>
                  </a:lnTo>
                  <a:lnTo>
                    <a:pt x="382130" y="567093"/>
                  </a:lnTo>
                  <a:lnTo>
                    <a:pt x="112191" y="567105"/>
                  </a:lnTo>
                  <a:lnTo>
                    <a:pt x="112763" y="569125"/>
                  </a:lnTo>
                  <a:lnTo>
                    <a:pt x="382739" y="569112"/>
                  </a:lnTo>
                  <a:lnTo>
                    <a:pt x="417766" y="588886"/>
                  </a:lnTo>
                  <a:lnTo>
                    <a:pt x="460895" y="740562"/>
                  </a:lnTo>
                  <a:lnTo>
                    <a:pt x="463905" y="740562"/>
                  </a:lnTo>
                  <a:lnTo>
                    <a:pt x="420789" y="588899"/>
                  </a:lnTo>
                  <a:lnTo>
                    <a:pt x="444588" y="569099"/>
                  </a:lnTo>
                  <a:lnTo>
                    <a:pt x="720153" y="569087"/>
                  </a:lnTo>
                  <a:lnTo>
                    <a:pt x="753376" y="587844"/>
                  </a:lnTo>
                  <a:lnTo>
                    <a:pt x="796785" y="740537"/>
                  </a:lnTo>
                  <a:lnTo>
                    <a:pt x="799795" y="740537"/>
                  </a:lnTo>
                  <a:lnTo>
                    <a:pt x="756958" y="589876"/>
                  </a:lnTo>
                  <a:lnTo>
                    <a:pt x="781977" y="569074"/>
                  </a:lnTo>
                  <a:lnTo>
                    <a:pt x="1056030" y="569048"/>
                  </a:lnTo>
                  <a:lnTo>
                    <a:pt x="1089266" y="587806"/>
                  </a:lnTo>
                  <a:lnTo>
                    <a:pt x="1132674" y="740498"/>
                  </a:lnTo>
                  <a:lnTo>
                    <a:pt x="1135684" y="740498"/>
                  </a:lnTo>
                  <a:lnTo>
                    <a:pt x="1092847" y="589838"/>
                  </a:lnTo>
                  <a:lnTo>
                    <a:pt x="1117866" y="569036"/>
                  </a:lnTo>
                  <a:lnTo>
                    <a:pt x="1388910" y="569023"/>
                  </a:lnTo>
                  <a:lnTo>
                    <a:pt x="1425727" y="589800"/>
                  </a:lnTo>
                  <a:lnTo>
                    <a:pt x="1468564" y="740460"/>
                  </a:lnTo>
                  <a:lnTo>
                    <a:pt x="1471574" y="740460"/>
                  </a:lnTo>
                  <a:lnTo>
                    <a:pt x="1428165" y="587781"/>
                  </a:lnTo>
                  <a:lnTo>
                    <a:pt x="1450733" y="569010"/>
                  </a:lnTo>
                  <a:lnTo>
                    <a:pt x="1688985" y="568972"/>
                  </a:lnTo>
                  <a:close/>
                </a:path>
              </a:pathLst>
            </a:custGeom>
            <a:solidFill>
              <a:srgbClr val="B9D6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243404" y="6232888"/>
              <a:ext cx="2252421" cy="3409951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0" y="9624585"/>
              <a:ext cx="20104100" cy="41275"/>
            </a:xfrm>
            <a:custGeom>
              <a:avLst/>
              <a:gdLst/>
              <a:ahLst/>
              <a:cxnLst/>
              <a:rect l="l" t="t" r="r" b="b"/>
              <a:pathLst>
                <a:path w="20104100" h="41275">
                  <a:moveTo>
                    <a:pt x="20090206" y="0"/>
                  </a:moveTo>
                  <a:lnTo>
                    <a:pt x="22534" y="0"/>
                  </a:lnTo>
                  <a:lnTo>
                    <a:pt x="13663" y="1378"/>
                  </a:lnTo>
                  <a:lnTo>
                    <a:pt x="6398" y="5128"/>
                  </a:lnTo>
                  <a:lnTo>
                    <a:pt x="1489" y="10672"/>
                  </a:lnTo>
                  <a:lnTo>
                    <a:pt x="0" y="16259"/>
                  </a:lnTo>
                  <a:lnTo>
                    <a:pt x="0" y="24608"/>
                  </a:lnTo>
                  <a:lnTo>
                    <a:pt x="1489" y="30195"/>
                  </a:lnTo>
                  <a:lnTo>
                    <a:pt x="6398" y="35739"/>
                  </a:lnTo>
                  <a:lnTo>
                    <a:pt x="13663" y="39489"/>
                  </a:lnTo>
                  <a:lnTo>
                    <a:pt x="22534" y="40867"/>
                  </a:lnTo>
                  <a:lnTo>
                    <a:pt x="20090206" y="40867"/>
                  </a:lnTo>
                  <a:lnTo>
                    <a:pt x="20099063" y="39489"/>
                  </a:lnTo>
                  <a:lnTo>
                    <a:pt x="20104099" y="36879"/>
                  </a:lnTo>
                  <a:lnTo>
                    <a:pt x="20104099" y="3988"/>
                  </a:lnTo>
                  <a:lnTo>
                    <a:pt x="20099063" y="1378"/>
                  </a:lnTo>
                  <a:lnTo>
                    <a:pt x="20090206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3040"/>
            <a:ext cx="20077922" cy="6870702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662026" y="9470342"/>
            <a:ext cx="3921760" cy="147955"/>
            <a:chOff x="13662026" y="9470342"/>
            <a:chExt cx="3921760" cy="147955"/>
          </a:xfrm>
        </p:grpSpPr>
        <p:sp>
          <p:nvSpPr>
            <p:cNvPr id="4" name="object 4" descr=""/>
            <p:cNvSpPr/>
            <p:nvPr/>
          </p:nvSpPr>
          <p:spPr>
            <a:xfrm>
              <a:off x="13747706" y="9534652"/>
              <a:ext cx="3836035" cy="83820"/>
            </a:xfrm>
            <a:custGeom>
              <a:avLst/>
              <a:gdLst/>
              <a:ahLst/>
              <a:cxnLst/>
              <a:rect l="l" t="t" r="r" b="b"/>
              <a:pathLst>
                <a:path w="3836034" h="83820">
                  <a:moveTo>
                    <a:pt x="1834744" y="0"/>
                  </a:moveTo>
                  <a:lnTo>
                    <a:pt x="1590874" y="565"/>
                  </a:lnTo>
                  <a:lnTo>
                    <a:pt x="1357095" y="1773"/>
                  </a:lnTo>
                  <a:lnTo>
                    <a:pt x="1135350" y="3581"/>
                  </a:lnTo>
                  <a:lnTo>
                    <a:pt x="927582" y="5946"/>
                  </a:lnTo>
                  <a:lnTo>
                    <a:pt x="735734" y="8826"/>
                  </a:lnTo>
                  <a:lnTo>
                    <a:pt x="561749" y="12179"/>
                  </a:lnTo>
                  <a:lnTo>
                    <a:pt x="407571" y="15963"/>
                  </a:lnTo>
                  <a:lnTo>
                    <a:pt x="316748" y="18704"/>
                  </a:lnTo>
                  <a:lnTo>
                    <a:pt x="236167" y="21604"/>
                  </a:lnTo>
                  <a:lnTo>
                    <a:pt x="166403" y="24653"/>
                  </a:lnTo>
                  <a:lnTo>
                    <a:pt x="108033" y="27836"/>
                  </a:lnTo>
                  <a:lnTo>
                    <a:pt x="61632" y="31141"/>
                  </a:lnTo>
                  <a:lnTo>
                    <a:pt x="15731" y="36301"/>
                  </a:lnTo>
                  <a:lnTo>
                    <a:pt x="0" y="41666"/>
                  </a:lnTo>
                  <a:lnTo>
                    <a:pt x="1771" y="43475"/>
                  </a:lnTo>
                  <a:lnTo>
                    <a:pt x="43100" y="50497"/>
                  </a:lnTo>
                  <a:lnTo>
                    <a:pt x="83300" y="53859"/>
                  </a:lnTo>
                  <a:lnTo>
                    <a:pt x="166403" y="58680"/>
                  </a:lnTo>
                  <a:lnTo>
                    <a:pt x="236167" y="61729"/>
                  </a:lnTo>
                  <a:lnTo>
                    <a:pt x="316748" y="64629"/>
                  </a:lnTo>
                  <a:lnTo>
                    <a:pt x="407571" y="67370"/>
                  </a:lnTo>
                  <a:lnTo>
                    <a:pt x="508060" y="69938"/>
                  </a:lnTo>
                  <a:lnTo>
                    <a:pt x="675659" y="73440"/>
                  </a:lnTo>
                  <a:lnTo>
                    <a:pt x="861768" y="76482"/>
                  </a:lnTo>
                  <a:lnTo>
                    <a:pt x="1064445" y="79024"/>
                  </a:lnTo>
                  <a:lnTo>
                    <a:pt x="1281747" y="81022"/>
                  </a:lnTo>
                  <a:lnTo>
                    <a:pt x="1511730" y="82434"/>
                  </a:lnTo>
                  <a:lnTo>
                    <a:pt x="1752453" y="83219"/>
                  </a:lnTo>
                  <a:lnTo>
                    <a:pt x="2001138" y="83333"/>
                  </a:lnTo>
                  <a:lnTo>
                    <a:pt x="2245008" y="82768"/>
                  </a:lnTo>
                  <a:lnTo>
                    <a:pt x="2478788" y="81560"/>
                  </a:lnTo>
                  <a:lnTo>
                    <a:pt x="2700534" y="79752"/>
                  </a:lnTo>
                  <a:lnTo>
                    <a:pt x="2908303" y="77387"/>
                  </a:lnTo>
                  <a:lnTo>
                    <a:pt x="3100152" y="74507"/>
                  </a:lnTo>
                  <a:lnTo>
                    <a:pt x="3274138" y="71154"/>
                  </a:lnTo>
                  <a:lnTo>
                    <a:pt x="3428318" y="67370"/>
                  </a:lnTo>
                  <a:lnTo>
                    <a:pt x="3519142" y="64629"/>
                  </a:lnTo>
                  <a:lnTo>
                    <a:pt x="3599724" y="61729"/>
                  </a:lnTo>
                  <a:lnTo>
                    <a:pt x="3669488" y="58680"/>
                  </a:lnTo>
                  <a:lnTo>
                    <a:pt x="3727858" y="55497"/>
                  </a:lnTo>
                  <a:lnTo>
                    <a:pt x="3774260" y="52192"/>
                  </a:lnTo>
                  <a:lnTo>
                    <a:pt x="3820161" y="47032"/>
                  </a:lnTo>
                  <a:lnTo>
                    <a:pt x="3835893" y="41666"/>
                  </a:lnTo>
                  <a:lnTo>
                    <a:pt x="3834121" y="39858"/>
                  </a:lnTo>
                  <a:lnTo>
                    <a:pt x="3792793" y="32836"/>
                  </a:lnTo>
                  <a:lnTo>
                    <a:pt x="3752591" y="29474"/>
                  </a:lnTo>
                  <a:lnTo>
                    <a:pt x="3669488" y="24653"/>
                  </a:lnTo>
                  <a:lnTo>
                    <a:pt x="3599724" y="21604"/>
                  </a:lnTo>
                  <a:lnTo>
                    <a:pt x="3519142" y="18704"/>
                  </a:lnTo>
                  <a:lnTo>
                    <a:pt x="3428318" y="15963"/>
                  </a:lnTo>
                  <a:lnTo>
                    <a:pt x="3327828" y="13395"/>
                  </a:lnTo>
                  <a:lnTo>
                    <a:pt x="3160228" y="9893"/>
                  </a:lnTo>
                  <a:lnTo>
                    <a:pt x="2974118" y="6851"/>
                  </a:lnTo>
                  <a:lnTo>
                    <a:pt x="2771439" y="4309"/>
                  </a:lnTo>
                  <a:lnTo>
                    <a:pt x="2554137" y="2311"/>
                  </a:lnTo>
                  <a:lnTo>
                    <a:pt x="2324152" y="899"/>
                  </a:lnTo>
                  <a:lnTo>
                    <a:pt x="2083429" y="114"/>
                  </a:lnTo>
                  <a:lnTo>
                    <a:pt x="1834744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12349" y="9470342"/>
              <a:ext cx="233731" cy="8803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62026" y="9470342"/>
              <a:ext cx="153733" cy="87986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2135747" y="4547799"/>
            <a:ext cx="16102965" cy="5447665"/>
            <a:chOff x="2135747" y="4547799"/>
            <a:chExt cx="16102965" cy="5447665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11365" y="4547799"/>
              <a:ext cx="15145255" cy="3235943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1110533" y="5031983"/>
              <a:ext cx="1656714" cy="2752090"/>
            </a:xfrm>
            <a:custGeom>
              <a:avLst/>
              <a:gdLst/>
              <a:ahLst/>
              <a:cxnLst/>
              <a:rect l="l" t="t" r="r" b="b"/>
              <a:pathLst>
                <a:path w="1656715" h="2752090">
                  <a:moveTo>
                    <a:pt x="828226" y="0"/>
                  </a:moveTo>
                  <a:lnTo>
                    <a:pt x="0" y="1204204"/>
                  </a:lnTo>
                  <a:lnTo>
                    <a:pt x="0" y="2751759"/>
                  </a:lnTo>
                  <a:lnTo>
                    <a:pt x="1656441" y="2751759"/>
                  </a:lnTo>
                  <a:lnTo>
                    <a:pt x="1656441" y="1204204"/>
                  </a:lnTo>
                  <a:lnTo>
                    <a:pt x="828226" y="0"/>
                  </a:lnTo>
                  <a:close/>
                </a:path>
              </a:pathLst>
            </a:custGeom>
            <a:solidFill>
              <a:srgbClr val="F7CE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02438" y="6519299"/>
              <a:ext cx="3264235" cy="126444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1720983" y="6804264"/>
              <a:ext cx="1046480" cy="638810"/>
            </a:xfrm>
            <a:custGeom>
              <a:avLst/>
              <a:gdLst/>
              <a:ahLst/>
              <a:cxnLst/>
              <a:rect l="l" t="t" r="r" b="b"/>
              <a:pathLst>
                <a:path w="1046479" h="638809">
                  <a:moveTo>
                    <a:pt x="0" y="638703"/>
                  </a:moveTo>
                  <a:lnTo>
                    <a:pt x="1045989" y="638703"/>
                  </a:lnTo>
                  <a:lnTo>
                    <a:pt x="1045989" y="0"/>
                  </a:lnTo>
                  <a:lnTo>
                    <a:pt x="0" y="0"/>
                  </a:lnTo>
                  <a:lnTo>
                    <a:pt x="0" y="638703"/>
                  </a:lnTo>
                  <a:close/>
                </a:path>
              </a:pathLst>
            </a:custGeom>
            <a:solidFill>
              <a:srgbClr val="9D9D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645687" y="6804264"/>
              <a:ext cx="75565" cy="979805"/>
            </a:xfrm>
            <a:custGeom>
              <a:avLst/>
              <a:gdLst/>
              <a:ahLst/>
              <a:cxnLst/>
              <a:rect l="l" t="t" r="r" b="b"/>
              <a:pathLst>
                <a:path w="75565" h="979804">
                  <a:moveTo>
                    <a:pt x="75296" y="0"/>
                  </a:moveTo>
                  <a:lnTo>
                    <a:pt x="0" y="0"/>
                  </a:lnTo>
                  <a:lnTo>
                    <a:pt x="0" y="979478"/>
                  </a:lnTo>
                  <a:lnTo>
                    <a:pt x="75296" y="979478"/>
                  </a:lnTo>
                  <a:lnTo>
                    <a:pt x="75296" y="0"/>
                  </a:lnTo>
                  <a:close/>
                </a:path>
              </a:pathLst>
            </a:custGeom>
            <a:solidFill>
              <a:srgbClr val="F7CE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791641" y="5689973"/>
              <a:ext cx="217804" cy="546735"/>
            </a:xfrm>
            <a:custGeom>
              <a:avLst/>
              <a:gdLst/>
              <a:ahLst/>
              <a:cxnLst/>
              <a:rect l="l" t="t" r="r" b="b"/>
              <a:pathLst>
                <a:path w="217804" h="546735">
                  <a:moveTo>
                    <a:pt x="0" y="546213"/>
                  </a:moveTo>
                  <a:lnTo>
                    <a:pt x="217773" y="546213"/>
                  </a:lnTo>
                  <a:lnTo>
                    <a:pt x="217773" y="0"/>
                  </a:lnTo>
                  <a:lnTo>
                    <a:pt x="0" y="0"/>
                  </a:lnTo>
                  <a:lnTo>
                    <a:pt x="0" y="546213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2009414" y="5689973"/>
              <a:ext cx="76835" cy="546735"/>
            </a:xfrm>
            <a:custGeom>
              <a:avLst/>
              <a:gdLst/>
              <a:ahLst/>
              <a:cxnLst/>
              <a:rect l="l" t="t" r="r" b="b"/>
              <a:pathLst>
                <a:path w="76834" h="546735">
                  <a:moveTo>
                    <a:pt x="76447" y="0"/>
                  </a:moveTo>
                  <a:lnTo>
                    <a:pt x="0" y="0"/>
                  </a:lnTo>
                  <a:lnTo>
                    <a:pt x="0" y="546213"/>
                  </a:lnTo>
                  <a:lnTo>
                    <a:pt x="76447" y="546213"/>
                  </a:lnTo>
                  <a:lnTo>
                    <a:pt x="764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720982" y="6804272"/>
              <a:ext cx="1046480" cy="580390"/>
            </a:xfrm>
            <a:custGeom>
              <a:avLst/>
              <a:gdLst/>
              <a:ahLst/>
              <a:cxnLst/>
              <a:rect l="l" t="t" r="r" b="b"/>
              <a:pathLst>
                <a:path w="1046479" h="580390">
                  <a:moveTo>
                    <a:pt x="1045984" y="558863"/>
                  </a:moveTo>
                  <a:lnTo>
                    <a:pt x="0" y="558863"/>
                  </a:lnTo>
                  <a:lnTo>
                    <a:pt x="0" y="580288"/>
                  </a:lnTo>
                  <a:lnTo>
                    <a:pt x="1045984" y="580288"/>
                  </a:lnTo>
                  <a:lnTo>
                    <a:pt x="1045984" y="558863"/>
                  </a:lnTo>
                  <a:close/>
                </a:path>
                <a:path w="1046479" h="580390">
                  <a:moveTo>
                    <a:pt x="1045984" y="479018"/>
                  </a:moveTo>
                  <a:lnTo>
                    <a:pt x="0" y="479018"/>
                  </a:lnTo>
                  <a:lnTo>
                    <a:pt x="0" y="500456"/>
                  </a:lnTo>
                  <a:lnTo>
                    <a:pt x="1045984" y="500456"/>
                  </a:lnTo>
                  <a:lnTo>
                    <a:pt x="1045984" y="479018"/>
                  </a:lnTo>
                  <a:close/>
                </a:path>
                <a:path w="1046479" h="580390">
                  <a:moveTo>
                    <a:pt x="1045984" y="399173"/>
                  </a:moveTo>
                  <a:lnTo>
                    <a:pt x="0" y="399173"/>
                  </a:lnTo>
                  <a:lnTo>
                    <a:pt x="0" y="420611"/>
                  </a:lnTo>
                  <a:lnTo>
                    <a:pt x="1045984" y="420611"/>
                  </a:lnTo>
                  <a:lnTo>
                    <a:pt x="1045984" y="399173"/>
                  </a:lnTo>
                  <a:close/>
                </a:path>
                <a:path w="1046479" h="580390">
                  <a:moveTo>
                    <a:pt x="1045984" y="319354"/>
                  </a:moveTo>
                  <a:lnTo>
                    <a:pt x="0" y="319354"/>
                  </a:lnTo>
                  <a:lnTo>
                    <a:pt x="0" y="340779"/>
                  </a:lnTo>
                  <a:lnTo>
                    <a:pt x="1045984" y="340779"/>
                  </a:lnTo>
                  <a:lnTo>
                    <a:pt x="1045984" y="319354"/>
                  </a:lnTo>
                  <a:close/>
                </a:path>
                <a:path w="1046479" h="580390">
                  <a:moveTo>
                    <a:pt x="1045984" y="239509"/>
                  </a:moveTo>
                  <a:lnTo>
                    <a:pt x="0" y="239509"/>
                  </a:lnTo>
                  <a:lnTo>
                    <a:pt x="0" y="260946"/>
                  </a:lnTo>
                  <a:lnTo>
                    <a:pt x="1045984" y="260946"/>
                  </a:lnTo>
                  <a:lnTo>
                    <a:pt x="1045984" y="239509"/>
                  </a:lnTo>
                  <a:close/>
                </a:path>
                <a:path w="1046479" h="580390">
                  <a:moveTo>
                    <a:pt x="1045984" y="159664"/>
                  </a:moveTo>
                  <a:lnTo>
                    <a:pt x="0" y="159664"/>
                  </a:lnTo>
                  <a:lnTo>
                    <a:pt x="0" y="181102"/>
                  </a:lnTo>
                  <a:lnTo>
                    <a:pt x="1045984" y="181102"/>
                  </a:lnTo>
                  <a:lnTo>
                    <a:pt x="1045984" y="159664"/>
                  </a:lnTo>
                  <a:close/>
                </a:path>
                <a:path w="1046479" h="580390">
                  <a:moveTo>
                    <a:pt x="1045984" y="79832"/>
                  </a:moveTo>
                  <a:lnTo>
                    <a:pt x="0" y="79832"/>
                  </a:lnTo>
                  <a:lnTo>
                    <a:pt x="0" y="101269"/>
                  </a:lnTo>
                  <a:lnTo>
                    <a:pt x="1045984" y="101269"/>
                  </a:lnTo>
                  <a:lnTo>
                    <a:pt x="1045984" y="79832"/>
                  </a:lnTo>
                  <a:close/>
                </a:path>
                <a:path w="1046479" h="580390">
                  <a:moveTo>
                    <a:pt x="1045984" y="0"/>
                  </a:moveTo>
                  <a:lnTo>
                    <a:pt x="0" y="0"/>
                  </a:lnTo>
                  <a:lnTo>
                    <a:pt x="0" y="21437"/>
                  </a:lnTo>
                  <a:lnTo>
                    <a:pt x="1045984" y="21437"/>
                  </a:lnTo>
                  <a:lnTo>
                    <a:pt x="1045984" y="0"/>
                  </a:lnTo>
                  <a:close/>
                </a:path>
              </a:pathLst>
            </a:custGeom>
            <a:solidFill>
              <a:srgbClr val="2364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08135" y="5031983"/>
              <a:ext cx="2630621" cy="2751757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0123042" y="5708810"/>
              <a:ext cx="249554" cy="527685"/>
            </a:xfrm>
            <a:custGeom>
              <a:avLst/>
              <a:gdLst/>
              <a:ahLst/>
              <a:cxnLst/>
              <a:rect l="l" t="t" r="r" b="b"/>
              <a:pathLst>
                <a:path w="249554" h="527685">
                  <a:moveTo>
                    <a:pt x="0" y="527366"/>
                  </a:moveTo>
                  <a:lnTo>
                    <a:pt x="249039" y="527366"/>
                  </a:lnTo>
                  <a:lnTo>
                    <a:pt x="249039" y="0"/>
                  </a:lnTo>
                  <a:lnTo>
                    <a:pt x="0" y="0"/>
                  </a:lnTo>
                  <a:lnTo>
                    <a:pt x="0" y="527366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0046594" y="5708810"/>
              <a:ext cx="76835" cy="527685"/>
            </a:xfrm>
            <a:custGeom>
              <a:avLst/>
              <a:gdLst/>
              <a:ahLst/>
              <a:cxnLst/>
              <a:rect l="l" t="t" r="r" b="b"/>
              <a:pathLst>
                <a:path w="76834" h="527685">
                  <a:moveTo>
                    <a:pt x="76447" y="0"/>
                  </a:moveTo>
                  <a:lnTo>
                    <a:pt x="0" y="0"/>
                  </a:lnTo>
                  <a:lnTo>
                    <a:pt x="0" y="527366"/>
                  </a:lnTo>
                  <a:lnTo>
                    <a:pt x="76447" y="527366"/>
                  </a:lnTo>
                  <a:lnTo>
                    <a:pt x="76447" y="0"/>
                  </a:lnTo>
                  <a:close/>
                </a:path>
              </a:pathLst>
            </a:custGeom>
            <a:solidFill>
              <a:srgbClr val="F7CE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837794" y="6519309"/>
              <a:ext cx="250825" cy="979805"/>
            </a:xfrm>
            <a:custGeom>
              <a:avLst/>
              <a:gdLst/>
              <a:ahLst/>
              <a:cxnLst/>
              <a:rect l="l" t="t" r="r" b="b"/>
              <a:pathLst>
                <a:path w="250825" h="979804">
                  <a:moveTo>
                    <a:pt x="0" y="979478"/>
                  </a:moveTo>
                  <a:lnTo>
                    <a:pt x="250201" y="979478"/>
                  </a:lnTo>
                  <a:lnTo>
                    <a:pt x="250201" y="0"/>
                  </a:lnTo>
                  <a:lnTo>
                    <a:pt x="0" y="0"/>
                  </a:lnTo>
                  <a:lnTo>
                    <a:pt x="0" y="979478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762498" y="6519309"/>
              <a:ext cx="75565" cy="979805"/>
            </a:xfrm>
            <a:custGeom>
              <a:avLst/>
              <a:gdLst/>
              <a:ahLst/>
              <a:cxnLst/>
              <a:rect l="l" t="t" r="r" b="b"/>
              <a:pathLst>
                <a:path w="75565" h="979804">
                  <a:moveTo>
                    <a:pt x="75296" y="0"/>
                  </a:moveTo>
                  <a:lnTo>
                    <a:pt x="0" y="0"/>
                  </a:lnTo>
                  <a:lnTo>
                    <a:pt x="0" y="979478"/>
                  </a:lnTo>
                  <a:lnTo>
                    <a:pt x="75296" y="979478"/>
                  </a:lnTo>
                  <a:lnTo>
                    <a:pt x="75296" y="0"/>
                  </a:lnTo>
                  <a:close/>
                </a:path>
              </a:pathLst>
            </a:custGeom>
            <a:solidFill>
              <a:srgbClr val="F7CE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405965" y="6519309"/>
              <a:ext cx="250825" cy="1264920"/>
            </a:xfrm>
            <a:custGeom>
              <a:avLst/>
              <a:gdLst/>
              <a:ahLst/>
              <a:cxnLst/>
              <a:rect l="l" t="t" r="r" b="b"/>
              <a:pathLst>
                <a:path w="250825" h="1264920">
                  <a:moveTo>
                    <a:pt x="0" y="1264432"/>
                  </a:moveTo>
                  <a:lnTo>
                    <a:pt x="250201" y="1264432"/>
                  </a:lnTo>
                  <a:lnTo>
                    <a:pt x="250201" y="0"/>
                  </a:lnTo>
                  <a:lnTo>
                    <a:pt x="0" y="0"/>
                  </a:lnTo>
                  <a:lnTo>
                    <a:pt x="0" y="1264432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330662" y="5504605"/>
              <a:ext cx="657225" cy="2279650"/>
            </a:xfrm>
            <a:custGeom>
              <a:avLst/>
              <a:gdLst/>
              <a:ahLst/>
              <a:cxnLst/>
              <a:rect l="l" t="t" r="r" b="b"/>
              <a:pathLst>
                <a:path w="657225" h="2279650">
                  <a:moveTo>
                    <a:pt x="75298" y="1014704"/>
                  </a:moveTo>
                  <a:lnTo>
                    <a:pt x="0" y="1014704"/>
                  </a:lnTo>
                  <a:lnTo>
                    <a:pt x="0" y="2279142"/>
                  </a:lnTo>
                  <a:lnTo>
                    <a:pt x="75298" y="2279142"/>
                  </a:lnTo>
                  <a:lnTo>
                    <a:pt x="75298" y="1014704"/>
                  </a:lnTo>
                  <a:close/>
                </a:path>
                <a:path w="657225" h="2279650">
                  <a:moveTo>
                    <a:pt x="656945" y="0"/>
                  </a:moveTo>
                  <a:lnTo>
                    <a:pt x="153771" y="0"/>
                  </a:lnTo>
                  <a:lnTo>
                    <a:pt x="153771" y="731583"/>
                  </a:lnTo>
                  <a:lnTo>
                    <a:pt x="656945" y="0"/>
                  </a:lnTo>
                  <a:close/>
                </a:path>
              </a:pathLst>
            </a:custGeom>
            <a:solidFill>
              <a:srgbClr val="F7CE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910673" y="6679990"/>
              <a:ext cx="746125" cy="1104265"/>
            </a:xfrm>
            <a:custGeom>
              <a:avLst/>
              <a:gdLst/>
              <a:ahLst/>
              <a:cxnLst/>
              <a:rect l="l" t="t" r="r" b="b"/>
              <a:pathLst>
                <a:path w="746125" h="1104265">
                  <a:moveTo>
                    <a:pt x="177330" y="0"/>
                  </a:moveTo>
                  <a:lnTo>
                    <a:pt x="0" y="0"/>
                  </a:lnTo>
                  <a:lnTo>
                    <a:pt x="0" y="818807"/>
                  </a:lnTo>
                  <a:lnTo>
                    <a:pt x="177330" y="818807"/>
                  </a:lnTo>
                  <a:lnTo>
                    <a:pt x="177330" y="0"/>
                  </a:lnTo>
                  <a:close/>
                </a:path>
                <a:path w="746125" h="1104265">
                  <a:moveTo>
                    <a:pt x="745502" y="0"/>
                  </a:moveTo>
                  <a:lnTo>
                    <a:pt x="568172" y="0"/>
                  </a:lnTo>
                  <a:lnTo>
                    <a:pt x="568172" y="1103757"/>
                  </a:lnTo>
                  <a:lnTo>
                    <a:pt x="745502" y="1103757"/>
                  </a:lnTo>
                  <a:lnTo>
                    <a:pt x="745502" y="0"/>
                  </a:lnTo>
                  <a:close/>
                </a:path>
              </a:pathLst>
            </a:custGeom>
            <a:solidFill>
              <a:srgbClr val="63A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837789" y="6804272"/>
              <a:ext cx="818515" cy="43180"/>
            </a:xfrm>
            <a:custGeom>
              <a:avLst/>
              <a:gdLst/>
              <a:ahLst/>
              <a:cxnLst/>
              <a:rect l="l" t="t" r="r" b="b"/>
              <a:pathLst>
                <a:path w="818515" h="43179">
                  <a:moveTo>
                    <a:pt x="250202" y="0"/>
                  </a:moveTo>
                  <a:lnTo>
                    <a:pt x="0" y="0"/>
                  </a:lnTo>
                  <a:lnTo>
                    <a:pt x="0" y="42849"/>
                  </a:lnTo>
                  <a:lnTo>
                    <a:pt x="250202" y="42849"/>
                  </a:lnTo>
                  <a:lnTo>
                    <a:pt x="250202" y="0"/>
                  </a:lnTo>
                  <a:close/>
                </a:path>
                <a:path w="818515" h="43179">
                  <a:moveTo>
                    <a:pt x="818375" y="0"/>
                  </a:moveTo>
                  <a:lnTo>
                    <a:pt x="568172" y="0"/>
                  </a:lnTo>
                  <a:lnTo>
                    <a:pt x="568172" y="42849"/>
                  </a:lnTo>
                  <a:lnTo>
                    <a:pt x="818375" y="42849"/>
                  </a:lnTo>
                  <a:lnTo>
                    <a:pt x="818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194760" y="5850642"/>
              <a:ext cx="1814830" cy="386080"/>
            </a:xfrm>
            <a:custGeom>
              <a:avLst/>
              <a:gdLst/>
              <a:ahLst/>
              <a:cxnLst/>
              <a:rect l="l" t="t" r="r" b="b"/>
              <a:pathLst>
                <a:path w="1814829" h="386079">
                  <a:moveTo>
                    <a:pt x="177330" y="18846"/>
                  </a:moveTo>
                  <a:lnTo>
                    <a:pt x="0" y="18846"/>
                  </a:lnTo>
                  <a:lnTo>
                    <a:pt x="0" y="385546"/>
                  </a:lnTo>
                  <a:lnTo>
                    <a:pt x="177330" y="385546"/>
                  </a:lnTo>
                  <a:lnTo>
                    <a:pt x="177330" y="18846"/>
                  </a:lnTo>
                  <a:close/>
                </a:path>
                <a:path w="1814829" h="386079">
                  <a:moveTo>
                    <a:pt x="1814652" y="0"/>
                  </a:moveTo>
                  <a:lnTo>
                    <a:pt x="1668602" y="0"/>
                  </a:lnTo>
                  <a:lnTo>
                    <a:pt x="1668602" y="385546"/>
                  </a:lnTo>
                  <a:lnTo>
                    <a:pt x="1814652" y="385546"/>
                  </a:lnTo>
                  <a:lnTo>
                    <a:pt x="1814652" y="0"/>
                  </a:lnTo>
                  <a:close/>
                </a:path>
              </a:pathLst>
            </a:custGeom>
            <a:solidFill>
              <a:srgbClr val="63A28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156825" y="7167865"/>
              <a:ext cx="2963071" cy="615876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62278" y="7442942"/>
              <a:ext cx="6975965" cy="2552216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63854" y="7719733"/>
              <a:ext cx="219588" cy="6400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8993" y="5045029"/>
              <a:ext cx="1954936" cy="1844988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7588986" y="6063684"/>
              <a:ext cx="692785" cy="1720214"/>
            </a:xfrm>
            <a:custGeom>
              <a:avLst/>
              <a:gdLst/>
              <a:ahLst/>
              <a:cxnLst/>
              <a:rect l="l" t="t" r="r" b="b"/>
              <a:pathLst>
                <a:path w="692784" h="1720215">
                  <a:moveTo>
                    <a:pt x="692721" y="291731"/>
                  </a:moveTo>
                  <a:lnTo>
                    <a:pt x="679551" y="278269"/>
                  </a:lnTo>
                  <a:lnTo>
                    <a:pt x="494614" y="555078"/>
                  </a:lnTo>
                  <a:lnTo>
                    <a:pt x="518909" y="403428"/>
                  </a:lnTo>
                  <a:lnTo>
                    <a:pt x="483171" y="366331"/>
                  </a:lnTo>
                  <a:lnTo>
                    <a:pt x="362305" y="1009319"/>
                  </a:lnTo>
                  <a:lnTo>
                    <a:pt x="231863" y="314820"/>
                  </a:lnTo>
                  <a:lnTo>
                    <a:pt x="288175" y="4025"/>
                  </a:lnTo>
                  <a:lnTo>
                    <a:pt x="274878" y="0"/>
                  </a:lnTo>
                  <a:lnTo>
                    <a:pt x="222554" y="265264"/>
                  </a:lnTo>
                  <a:lnTo>
                    <a:pt x="177596" y="25869"/>
                  </a:lnTo>
                  <a:lnTo>
                    <a:pt x="145580" y="61785"/>
                  </a:lnTo>
                  <a:lnTo>
                    <a:pt x="211721" y="483501"/>
                  </a:lnTo>
                  <a:lnTo>
                    <a:pt x="9131" y="284187"/>
                  </a:lnTo>
                  <a:lnTo>
                    <a:pt x="0" y="297891"/>
                  </a:lnTo>
                  <a:lnTo>
                    <a:pt x="217690" y="521550"/>
                  </a:lnTo>
                  <a:lnTo>
                    <a:pt x="303225" y="1066876"/>
                  </a:lnTo>
                  <a:lnTo>
                    <a:pt x="307238" y="1720062"/>
                  </a:lnTo>
                  <a:lnTo>
                    <a:pt x="415480" y="1720062"/>
                  </a:lnTo>
                  <a:lnTo>
                    <a:pt x="401167" y="1138466"/>
                  </a:lnTo>
                  <a:lnTo>
                    <a:pt x="488556" y="592886"/>
                  </a:lnTo>
                  <a:lnTo>
                    <a:pt x="692721" y="291731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518845" y="5045030"/>
              <a:ext cx="2074547" cy="1859507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4288122" y="6030360"/>
              <a:ext cx="554990" cy="1753870"/>
            </a:xfrm>
            <a:custGeom>
              <a:avLst/>
              <a:gdLst/>
              <a:ahLst/>
              <a:cxnLst/>
              <a:rect l="l" t="t" r="r" b="b"/>
              <a:pathLst>
                <a:path w="554990" h="1753870">
                  <a:moveTo>
                    <a:pt x="554672" y="188366"/>
                  </a:moveTo>
                  <a:lnTo>
                    <a:pt x="539153" y="177228"/>
                  </a:lnTo>
                  <a:lnTo>
                    <a:pt x="388747" y="401624"/>
                  </a:lnTo>
                  <a:lnTo>
                    <a:pt x="402907" y="30530"/>
                  </a:lnTo>
                  <a:lnTo>
                    <a:pt x="362635" y="0"/>
                  </a:lnTo>
                  <a:lnTo>
                    <a:pt x="349631" y="219951"/>
                  </a:lnTo>
                  <a:lnTo>
                    <a:pt x="283603" y="86106"/>
                  </a:lnTo>
                  <a:lnTo>
                    <a:pt x="272364" y="90766"/>
                  </a:lnTo>
                  <a:lnTo>
                    <a:pt x="347929" y="248742"/>
                  </a:lnTo>
                  <a:lnTo>
                    <a:pt x="300075" y="1058849"/>
                  </a:lnTo>
                  <a:lnTo>
                    <a:pt x="119697" y="401942"/>
                  </a:lnTo>
                  <a:lnTo>
                    <a:pt x="90017" y="432536"/>
                  </a:lnTo>
                  <a:lnTo>
                    <a:pt x="129743" y="593813"/>
                  </a:lnTo>
                  <a:lnTo>
                    <a:pt x="10718" y="487299"/>
                  </a:lnTo>
                  <a:lnTo>
                    <a:pt x="0" y="495096"/>
                  </a:lnTo>
                  <a:lnTo>
                    <a:pt x="135839" y="618566"/>
                  </a:lnTo>
                  <a:lnTo>
                    <a:pt x="268693" y="1157757"/>
                  </a:lnTo>
                  <a:lnTo>
                    <a:pt x="263601" y="1753387"/>
                  </a:lnTo>
                  <a:lnTo>
                    <a:pt x="370776" y="1753387"/>
                  </a:lnTo>
                  <a:lnTo>
                    <a:pt x="362089" y="1100201"/>
                  </a:lnTo>
                  <a:lnTo>
                    <a:pt x="387045" y="445935"/>
                  </a:lnTo>
                  <a:lnTo>
                    <a:pt x="554672" y="188366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263279" y="8000193"/>
              <a:ext cx="5889625" cy="89535"/>
            </a:xfrm>
            <a:custGeom>
              <a:avLst/>
              <a:gdLst/>
              <a:ahLst/>
              <a:cxnLst/>
              <a:rect l="l" t="t" r="r" b="b"/>
              <a:pathLst>
                <a:path w="5889625" h="89534">
                  <a:moveTo>
                    <a:pt x="2208771" y="3416"/>
                  </a:moveTo>
                  <a:lnTo>
                    <a:pt x="2208225" y="0"/>
                  </a:lnTo>
                  <a:lnTo>
                    <a:pt x="887450" y="0"/>
                  </a:lnTo>
                  <a:lnTo>
                    <a:pt x="0" y="65570"/>
                  </a:lnTo>
                  <a:lnTo>
                    <a:pt x="546" y="68999"/>
                  </a:lnTo>
                  <a:lnTo>
                    <a:pt x="388277" y="68999"/>
                  </a:lnTo>
                  <a:lnTo>
                    <a:pt x="279196" y="89242"/>
                  </a:lnTo>
                  <a:lnTo>
                    <a:pt x="326199" y="89242"/>
                  </a:lnTo>
                  <a:lnTo>
                    <a:pt x="435279" y="68999"/>
                  </a:lnTo>
                  <a:lnTo>
                    <a:pt x="1321333" y="68999"/>
                  </a:lnTo>
                  <a:lnTo>
                    <a:pt x="1486319" y="56807"/>
                  </a:lnTo>
                  <a:lnTo>
                    <a:pt x="1311529" y="89242"/>
                  </a:lnTo>
                  <a:lnTo>
                    <a:pt x="1358531" y="89242"/>
                  </a:lnTo>
                  <a:lnTo>
                    <a:pt x="1564424" y="51028"/>
                  </a:lnTo>
                  <a:lnTo>
                    <a:pt x="2208771" y="3416"/>
                  </a:lnTo>
                  <a:close/>
                </a:path>
                <a:path w="5889625" h="89534">
                  <a:moveTo>
                    <a:pt x="4048912" y="3416"/>
                  </a:moveTo>
                  <a:lnTo>
                    <a:pt x="4048353" y="0"/>
                  </a:lnTo>
                  <a:lnTo>
                    <a:pt x="2727579" y="0"/>
                  </a:lnTo>
                  <a:lnTo>
                    <a:pt x="1840128" y="65570"/>
                  </a:lnTo>
                  <a:lnTo>
                    <a:pt x="1840674" y="68999"/>
                  </a:lnTo>
                  <a:lnTo>
                    <a:pt x="2228418" y="68999"/>
                  </a:lnTo>
                  <a:lnTo>
                    <a:pt x="2119338" y="89242"/>
                  </a:lnTo>
                  <a:lnTo>
                    <a:pt x="2166340" y="89242"/>
                  </a:lnTo>
                  <a:lnTo>
                    <a:pt x="2275421" y="68999"/>
                  </a:lnTo>
                  <a:lnTo>
                    <a:pt x="3161461" y="68999"/>
                  </a:lnTo>
                  <a:lnTo>
                    <a:pt x="3326447" y="56807"/>
                  </a:lnTo>
                  <a:lnTo>
                    <a:pt x="3151657" y="89242"/>
                  </a:lnTo>
                  <a:lnTo>
                    <a:pt x="3198672" y="89242"/>
                  </a:lnTo>
                  <a:lnTo>
                    <a:pt x="3404565" y="51028"/>
                  </a:lnTo>
                  <a:lnTo>
                    <a:pt x="4048912" y="3416"/>
                  </a:lnTo>
                  <a:close/>
                </a:path>
                <a:path w="5889625" h="89534">
                  <a:moveTo>
                    <a:pt x="5889053" y="3416"/>
                  </a:moveTo>
                  <a:lnTo>
                    <a:pt x="5888494" y="0"/>
                  </a:lnTo>
                  <a:lnTo>
                    <a:pt x="4567720" y="0"/>
                  </a:lnTo>
                  <a:lnTo>
                    <a:pt x="3680269" y="65570"/>
                  </a:lnTo>
                  <a:lnTo>
                    <a:pt x="3680815" y="68999"/>
                  </a:lnTo>
                  <a:lnTo>
                    <a:pt x="4068546" y="68999"/>
                  </a:lnTo>
                  <a:lnTo>
                    <a:pt x="3959479" y="89242"/>
                  </a:lnTo>
                  <a:lnTo>
                    <a:pt x="4006481" y="89242"/>
                  </a:lnTo>
                  <a:lnTo>
                    <a:pt x="4115549" y="68999"/>
                  </a:lnTo>
                  <a:lnTo>
                    <a:pt x="5001603" y="68999"/>
                  </a:lnTo>
                  <a:lnTo>
                    <a:pt x="5166588" y="56807"/>
                  </a:lnTo>
                  <a:lnTo>
                    <a:pt x="4991798" y="89242"/>
                  </a:lnTo>
                  <a:lnTo>
                    <a:pt x="5038801" y="89242"/>
                  </a:lnTo>
                  <a:lnTo>
                    <a:pt x="5244706" y="51028"/>
                  </a:lnTo>
                  <a:lnTo>
                    <a:pt x="5889053" y="3416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382630" y="7461561"/>
              <a:ext cx="2919730" cy="628015"/>
            </a:xfrm>
            <a:custGeom>
              <a:avLst/>
              <a:gdLst/>
              <a:ahLst/>
              <a:cxnLst/>
              <a:rect l="l" t="t" r="r" b="b"/>
              <a:pathLst>
                <a:path w="2919729" h="628015">
                  <a:moveTo>
                    <a:pt x="47002" y="0"/>
                  </a:moveTo>
                  <a:lnTo>
                    <a:pt x="0" y="0"/>
                  </a:lnTo>
                  <a:lnTo>
                    <a:pt x="0" y="627875"/>
                  </a:lnTo>
                  <a:lnTo>
                    <a:pt x="47002" y="627875"/>
                  </a:lnTo>
                  <a:lnTo>
                    <a:pt x="47002" y="0"/>
                  </a:lnTo>
                  <a:close/>
                </a:path>
                <a:path w="2919729" h="628015">
                  <a:moveTo>
                    <a:pt x="1079322" y="0"/>
                  </a:moveTo>
                  <a:lnTo>
                    <a:pt x="1032319" y="0"/>
                  </a:lnTo>
                  <a:lnTo>
                    <a:pt x="1032319" y="627875"/>
                  </a:lnTo>
                  <a:lnTo>
                    <a:pt x="1079322" y="627875"/>
                  </a:lnTo>
                  <a:lnTo>
                    <a:pt x="1079322" y="0"/>
                  </a:lnTo>
                  <a:close/>
                </a:path>
                <a:path w="2919729" h="628015">
                  <a:moveTo>
                    <a:pt x="1887131" y="0"/>
                  </a:moveTo>
                  <a:lnTo>
                    <a:pt x="1840128" y="0"/>
                  </a:lnTo>
                  <a:lnTo>
                    <a:pt x="1840128" y="627875"/>
                  </a:lnTo>
                  <a:lnTo>
                    <a:pt x="1887131" y="627875"/>
                  </a:lnTo>
                  <a:lnTo>
                    <a:pt x="1887131" y="0"/>
                  </a:lnTo>
                  <a:close/>
                </a:path>
                <a:path w="2919729" h="628015">
                  <a:moveTo>
                    <a:pt x="2919450" y="0"/>
                  </a:moveTo>
                  <a:lnTo>
                    <a:pt x="2872448" y="0"/>
                  </a:lnTo>
                  <a:lnTo>
                    <a:pt x="2872448" y="627875"/>
                  </a:lnTo>
                  <a:lnTo>
                    <a:pt x="2919450" y="627875"/>
                  </a:lnTo>
                  <a:lnTo>
                    <a:pt x="2919450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16020" y="7032793"/>
              <a:ext cx="1873806" cy="816990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2542476" y="7461561"/>
              <a:ext cx="1079500" cy="628015"/>
            </a:xfrm>
            <a:custGeom>
              <a:avLst/>
              <a:gdLst/>
              <a:ahLst/>
              <a:cxnLst/>
              <a:rect l="l" t="t" r="r" b="b"/>
              <a:pathLst>
                <a:path w="1079500" h="628015">
                  <a:moveTo>
                    <a:pt x="47015" y="0"/>
                  </a:moveTo>
                  <a:lnTo>
                    <a:pt x="0" y="0"/>
                  </a:lnTo>
                  <a:lnTo>
                    <a:pt x="0" y="627875"/>
                  </a:lnTo>
                  <a:lnTo>
                    <a:pt x="47015" y="627875"/>
                  </a:lnTo>
                  <a:lnTo>
                    <a:pt x="47015" y="0"/>
                  </a:lnTo>
                  <a:close/>
                </a:path>
                <a:path w="1079500" h="628015">
                  <a:moveTo>
                    <a:pt x="1079334" y="0"/>
                  </a:moveTo>
                  <a:lnTo>
                    <a:pt x="1032332" y="0"/>
                  </a:lnTo>
                  <a:lnTo>
                    <a:pt x="1032332" y="627875"/>
                  </a:lnTo>
                  <a:lnTo>
                    <a:pt x="1079334" y="627875"/>
                  </a:lnTo>
                  <a:lnTo>
                    <a:pt x="1079334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35756" y="7032801"/>
              <a:ext cx="3694944" cy="776458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2135746" y="7032796"/>
              <a:ext cx="3714115" cy="817244"/>
            </a:xfrm>
            <a:custGeom>
              <a:avLst/>
              <a:gdLst/>
              <a:ahLst/>
              <a:cxnLst/>
              <a:rect l="l" t="t" r="r" b="b"/>
              <a:pathLst>
                <a:path w="3714115" h="817245">
                  <a:moveTo>
                    <a:pt x="1873796" y="40538"/>
                  </a:moveTo>
                  <a:lnTo>
                    <a:pt x="1854809" y="0"/>
                  </a:lnTo>
                  <a:lnTo>
                    <a:pt x="1320787" y="776465"/>
                  </a:lnTo>
                  <a:lnTo>
                    <a:pt x="0" y="776465"/>
                  </a:lnTo>
                  <a:lnTo>
                    <a:pt x="18999" y="816991"/>
                  </a:lnTo>
                  <a:lnTo>
                    <a:pt x="1339773" y="816991"/>
                  </a:lnTo>
                  <a:lnTo>
                    <a:pt x="1873796" y="40538"/>
                  </a:lnTo>
                  <a:close/>
                </a:path>
                <a:path w="3714115" h="817245">
                  <a:moveTo>
                    <a:pt x="3713950" y="40538"/>
                  </a:moveTo>
                  <a:lnTo>
                    <a:pt x="3694938" y="0"/>
                  </a:lnTo>
                  <a:lnTo>
                    <a:pt x="3160915" y="776465"/>
                  </a:lnTo>
                  <a:lnTo>
                    <a:pt x="1840141" y="776465"/>
                  </a:lnTo>
                  <a:lnTo>
                    <a:pt x="1859140" y="816991"/>
                  </a:lnTo>
                  <a:lnTo>
                    <a:pt x="3179915" y="816991"/>
                  </a:lnTo>
                  <a:lnTo>
                    <a:pt x="3713950" y="40538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079587" y="7032833"/>
              <a:ext cx="1327785" cy="776605"/>
            </a:xfrm>
            <a:custGeom>
              <a:avLst/>
              <a:gdLst/>
              <a:ahLst/>
              <a:cxnLst/>
              <a:rect l="l" t="t" r="r" b="b"/>
              <a:pathLst>
                <a:path w="1327784" h="776604">
                  <a:moveTo>
                    <a:pt x="1157116" y="0"/>
                  </a:moveTo>
                  <a:lnTo>
                    <a:pt x="1144855" y="0"/>
                  </a:lnTo>
                  <a:lnTo>
                    <a:pt x="881313" y="383098"/>
                  </a:lnTo>
                  <a:lnTo>
                    <a:pt x="453326" y="383098"/>
                  </a:lnTo>
                  <a:lnTo>
                    <a:pt x="716868" y="0"/>
                  </a:lnTo>
                  <a:lnTo>
                    <a:pt x="704606" y="0"/>
                  </a:lnTo>
                  <a:lnTo>
                    <a:pt x="441065" y="383098"/>
                  </a:lnTo>
                  <a:lnTo>
                    <a:pt x="6994" y="383098"/>
                  </a:lnTo>
                  <a:lnTo>
                    <a:pt x="0" y="393234"/>
                  </a:lnTo>
                  <a:lnTo>
                    <a:pt x="434070" y="393234"/>
                  </a:lnTo>
                  <a:lnTo>
                    <a:pt x="170528" y="776437"/>
                  </a:lnTo>
                  <a:lnTo>
                    <a:pt x="182894" y="776437"/>
                  </a:lnTo>
                  <a:lnTo>
                    <a:pt x="446331" y="393234"/>
                  </a:lnTo>
                  <a:lnTo>
                    <a:pt x="874318" y="393234"/>
                  </a:lnTo>
                  <a:lnTo>
                    <a:pt x="610777" y="776437"/>
                  </a:lnTo>
                  <a:lnTo>
                    <a:pt x="623143" y="776437"/>
                  </a:lnTo>
                  <a:lnTo>
                    <a:pt x="886685" y="393234"/>
                  </a:lnTo>
                  <a:lnTo>
                    <a:pt x="1320745" y="393234"/>
                  </a:lnTo>
                  <a:lnTo>
                    <a:pt x="1327739" y="383098"/>
                  </a:lnTo>
                  <a:lnTo>
                    <a:pt x="893574" y="383098"/>
                  </a:lnTo>
                  <a:lnTo>
                    <a:pt x="1157116" y="0"/>
                  </a:lnTo>
                  <a:close/>
                </a:path>
              </a:pathLst>
            </a:custGeom>
            <a:solidFill>
              <a:srgbClr val="DFF3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239449" y="7032833"/>
              <a:ext cx="1327785" cy="776605"/>
            </a:xfrm>
            <a:custGeom>
              <a:avLst/>
              <a:gdLst/>
              <a:ahLst/>
              <a:cxnLst/>
              <a:rect l="l" t="t" r="r" b="b"/>
              <a:pathLst>
                <a:path w="1327785" h="776604">
                  <a:moveTo>
                    <a:pt x="1157116" y="0"/>
                  </a:moveTo>
                  <a:lnTo>
                    <a:pt x="1144855" y="0"/>
                  </a:lnTo>
                  <a:lnTo>
                    <a:pt x="881313" y="383098"/>
                  </a:lnTo>
                  <a:lnTo>
                    <a:pt x="453326" y="383098"/>
                  </a:lnTo>
                  <a:lnTo>
                    <a:pt x="716868" y="0"/>
                  </a:lnTo>
                  <a:lnTo>
                    <a:pt x="704606" y="0"/>
                  </a:lnTo>
                  <a:lnTo>
                    <a:pt x="441065" y="383098"/>
                  </a:lnTo>
                  <a:lnTo>
                    <a:pt x="6994" y="383098"/>
                  </a:lnTo>
                  <a:lnTo>
                    <a:pt x="0" y="393234"/>
                  </a:lnTo>
                  <a:lnTo>
                    <a:pt x="434070" y="393234"/>
                  </a:lnTo>
                  <a:lnTo>
                    <a:pt x="170528" y="776437"/>
                  </a:lnTo>
                  <a:lnTo>
                    <a:pt x="182894" y="776437"/>
                  </a:lnTo>
                  <a:lnTo>
                    <a:pt x="446331" y="393234"/>
                  </a:lnTo>
                  <a:lnTo>
                    <a:pt x="874318" y="393234"/>
                  </a:lnTo>
                  <a:lnTo>
                    <a:pt x="610777" y="776437"/>
                  </a:lnTo>
                  <a:lnTo>
                    <a:pt x="623143" y="776437"/>
                  </a:lnTo>
                  <a:lnTo>
                    <a:pt x="886685" y="393234"/>
                  </a:lnTo>
                  <a:lnTo>
                    <a:pt x="1320745" y="393234"/>
                  </a:lnTo>
                  <a:lnTo>
                    <a:pt x="1327739" y="383098"/>
                  </a:lnTo>
                  <a:lnTo>
                    <a:pt x="893574" y="383098"/>
                  </a:lnTo>
                  <a:lnTo>
                    <a:pt x="1157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399313" y="7032833"/>
              <a:ext cx="1327785" cy="776605"/>
            </a:xfrm>
            <a:custGeom>
              <a:avLst/>
              <a:gdLst/>
              <a:ahLst/>
              <a:cxnLst/>
              <a:rect l="l" t="t" r="r" b="b"/>
              <a:pathLst>
                <a:path w="1327785" h="776604">
                  <a:moveTo>
                    <a:pt x="1157116" y="0"/>
                  </a:moveTo>
                  <a:lnTo>
                    <a:pt x="1144855" y="0"/>
                  </a:lnTo>
                  <a:lnTo>
                    <a:pt x="881313" y="383098"/>
                  </a:lnTo>
                  <a:lnTo>
                    <a:pt x="453326" y="383098"/>
                  </a:lnTo>
                  <a:lnTo>
                    <a:pt x="716868" y="0"/>
                  </a:lnTo>
                  <a:lnTo>
                    <a:pt x="704606" y="0"/>
                  </a:lnTo>
                  <a:lnTo>
                    <a:pt x="441065" y="383098"/>
                  </a:lnTo>
                  <a:lnTo>
                    <a:pt x="6994" y="383098"/>
                  </a:lnTo>
                  <a:lnTo>
                    <a:pt x="0" y="393234"/>
                  </a:lnTo>
                  <a:lnTo>
                    <a:pt x="434070" y="393234"/>
                  </a:lnTo>
                  <a:lnTo>
                    <a:pt x="170528" y="776437"/>
                  </a:lnTo>
                  <a:lnTo>
                    <a:pt x="182894" y="776437"/>
                  </a:lnTo>
                  <a:lnTo>
                    <a:pt x="446331" y="393234"/>
                  </a:lnTo>
                  <a:lnTo>
                    <a:pt x="874318" y="393234"/>
                  </a:lnTo>
                  <a:lnTo>
                    <a:pt x="610777" y="776437"/>
                  </a:lnTo>
                  <a:lnTo>
                    <a:pt x="623143" y="776437"/>
                  </a:lnTo>
                  <a:lnTo>
                    <a:pt x="886685" y="393234"/>
                  </a:lnTo>
                  <a:lnTo>
                    <a:pt x="1320745" y="393234"/>
                  </a:lnTo>
                  <a:lnTo>
                    <a:pt x="1327739" y="383098"/>
                  </a:lnTo>
                  <a:lnTo>
                    <a:pt x="893574" y="383098"/>
                  </a:lnTo>
                  <a:lnTo>
                    <a:pt x="1157116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194083" y="4246785"/>
            <a:ext cx="10991850" cy="2194560"/>
            <a:chOff x="3194083" y="4246785"/>
            <a:chExt cx="10991850" cy="2194560"/>
          </a:xfrm>
        </p:grpSpPr>
        <p:sp>
          <p:nvSpPr>
            <p:cNvPr id="3" name="object 3" descr=""/>
            <p:cNvSpPr/>
            <p:nvPr/>
          </p:nvSpPr>
          <p:spPr>
            <a:xfrm>
              <a:off x="3194083" y="4246785"/>
              <a:ext cx="6178550" cy="1797685"/>
            </a:xfrm>
            <a:custGeom>
              <a:avLst/>
              <a:gdLst/>
              <a:ahLst/>
              <a:cxnLst/>
              <a:rect l="l" t="t" r="r" b="b"/>
              <a:pathLst>
                <a:path w="6178550" h="1797685">
                  <a:moveTo>
                    <a:pt x="3358026" y="0"/>
                  </a:moveTo>
                  <a:lnTo>
                    <a:pt x="3067185" y="12631"/>
                  </a:lnTo>
                  <a:lnTo>
                    <a:pt x="2564302" y="152174"/>
                  </a:lnTo>
                  <a:lnTo>
                    <a:pt x="2499560" y="175187"/>
                  </a:lnTo>
                  <a:lnTo>
                    <a:pt x="2431431" y="208203"/>
                  </a:lnTo>
                  <a:lnTo>
                    <a:pt x="2397177" y="228925"/>
                  </a:lnTo>
                  <a:lnTo>
                    <a:pt x="2363375" y="252704"/>
                  </a:lnTo>
                  <a:lnTo>
                    <a:pt x="2330456" y="279725"/>
                  </a:lnTo>
                  <a:lnTo>
                    <a:pt x="2298852" y="310173"/>
                  </a:lnTo>
                  <a:lnTo>
                    <a:pt x="2268998" y="344235"/>
                  </a:lnTo>
                  <a:lnTo>
                    <a:pt x="2241324" y="382094"/>
                  </a:lnTo>
                  <a:lnTo>
                    <a:pt x="2216264" y="423937"/>
                  </a:lnTo>
                  <a:lnTo>
                    <a:pt x="2194250" y="469949"/>
                  </a:lnTo>
                  <a:lnTo>
                    <a:pt x="2175716" y="520315"/>
                  </a:lnTo>
                  <a:lnTo>
                    <a:pt x="2161092" y="575221"/>
                  </a:lnTo>
                  <a:lnTo>
                    <a:pt x="2150813" y="634852"/>
                  </a:lnTo>
                  <a:lnTo>
                    <a:pt x="2145310" y="699393"/>
                  </a:lnTo>
                  <a:lnTo>
                    <a:pt x="1850282" y="393214"/>
                  </a:lnTo>
                  <a:lnTo>
                    <a:pt x="1659242" y="304306"/>
                  </a:lnTo>
                  <a:lnTo>
                    <a:pt x="1488764" y="444506"/>
                  </a:lnTo>
                  <a:lnTo>
                    <a:pt x="1255421" y="825651"/>
                  </a:lnTo>
                  <a:lnTo>
                    <a:pt x="675887" y="705262"/>
                  </a:lnTo>
                  <a:lnTo>
                    <a:pt x="375161" y="718531"/>
                  </a:lnTo>
                  <a:lnTo>
                    <a:pt x="256450" y="913519"/>
                  </a:lnTo>
                  <a:lnTo>
                    <a:pt x="222960" y="1338285"/>
                  </a:lnTo>
                  <a:lnTo>
                    <a:pt x="54788" y="1493600"/>
                  </a:lnTo>
                  <a:lnTo>
                    <a:pt x="0" y="1593192"/>
                  </a:lnTo>
                  <a:lnTo>
                    <a:pt x="59735" y="1680099"/>
                  </a:lnTo>
                  <a:lnTo>
                    <a:pt x="235138" y="1797360"/>
                  </a:lnTo>
                  <a:lnTo>
                    <a:pt x="6178454" y="1675562"/>
                  </a:lnTo>
                  <a:lnTo>
                    <a:pt x="5986637" y="1136919"/>
                  </a:lnTo>
                  <a:lnTo>
                    <a:pt x="5822360" y="884276"/>
                  </a:lnTo>
                  <a:lnTo>
                    <a:pt x="5595321" y="851850"/>
                  </a:lnTo>
                  <a:lnTo>
                    <a:pt x="5215216" y="973856"/>
                  </a:lnTo>
                  <a:lnTo>
                    <a:pt x="5204097" y="974618"/>
                  </a:lnTo>
                  <a:lnTo>
                    <a:pt x="5165472" y="944892"/>
                  </a:lnTo>
                  <a:lnTo>
                    <a:pt x="5114507" y="882903"/>
                  </a:lnTo>
                  <a:lnTo>
                    <a:pt x="5093792" y="858572"/>
                  </a:lnTo>
                  <a:lnTo>
                    <a:pt x="5045501" y="808907"/>
                  </a:lnTo>
                  <a:lnTo>
                    <a:pt x="4986656" y="762907"/>
                  </a:lnTo>
                  <a:lnTo>
                    <a:pt x="4952748" y="743157"/>
                  </a:lnTo>
                  <a:lnTo>
                    <a:pt x="4915568" y="726575"/>
                  </a:lnTo>
                  <a:lnTo>
                    <a:pt x="4874904" y="713909"/>
                  </a:lnTo>
                  <a:lnTo>
                    <a:pt x="4830545" y="705911"/>
                  </a:lnTo>
                  <a:lnTo>
                    <a:pt x="4782281" y="703330"/>
                  </a:lnTo>
                  <a:lnTo>
                    <a:pt x="4729899" y="706917"/>
                  </a:lnTo>
                  <a:lnTo>
                    <a:pt x="4673189" y="717422"/>
                  </a:lnTo>
                  <a:lnTo>
                    <a:pt x="4611939" y="735596"/>
                  </a:lnTo>
                  <a:lnTo>
                    <a:pt x="4545938" y="762187"/>
                  </a:lnTo>
                  <a:lnTo>
                    <a:pt x="4424518" y="444809"/>
                  </a:lnTo>
                  <a:lnTo>
                    <a:pt x="4300837" y="309357"/>
                  </a:lnTo>
                  <a:lnTo>
                    <a:pt x="4100009" y="329136"/>
                  </a:lnTo>
                  <a:lnTo>
                    <a:pt x="3747146" y="477452"/>
                  </a:lnTo>
                  <a:lnTo>
                    <a:pt x="3547715" y="144775"/>
                  </a:lnTo>
                  <a:lnTo>
                    <a:pt x="3358026" y="0"/>
                  </a:lnTo>
                  <a:close/>
                </a:path>
              </a:pathLst>
            </a:custGeom>
            <a:solidFill>
              <a:srgbClr val="CDE3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194556" y="4385362"/>
              <a:ext cx="6178550" cy="1659255"/>
            </a:xfrm>
            <a:custGeom>
              <a:avLst/>
              <a:gdLst/>
              <a:ahLst/>
              <a:cxnLst/>
              <a:rect l="l" t="t" r="r" b="b"/>
              <a:pathLst>
                <a:path w="6178550" h="1659254">
                  <a:moveTo>
                    <a:pt x="3361303" y="0"/>
                  </a:moveTo>
                  <a:lnTo>
                    <a:pt x="3070445" y="12250"/>
                  </a:lnTo>
                  <a:lnTo>
                    <a:pt x="2567273" y="141614"/>
                  </a:lnTo>
                  <a:lnTo>
                    <a:pt x="2497993" y="164628"/>
                  </a:lnTo>
                  <a:lnTo>
                    <a:pt x="2461735" y="179999"/>
                  </a:lnTo>
                  <a:lnTo>
                    <a:pt x="2425099" y="198219"/>
                  </a:lnTo>
                  <a:lnTo>
                    <a:pt x="2388607" y="219495"/>
                  </a:lnTo>
                  <a:lnTo>
                    <a:pt x="2352785" y="244032"/>
                  </a:lnTo>
                  <a:lnTo>
                    <a:pt x="2318157" y="272037"/>
                  </a:lnTo>
                  <a:lnTo>
                    <a:pt x="2285247" y="303713"/>
                  </a:lnTo>
                  <a:lnTo>
                    <a:pt x="2254579" y="339268"/>
                  </a:lnTo>
                  <a:lnTo>
                    <a:pt x="2226678" y="378907"/>
                  </a:lnTo>
                  <a:lnTo>
                    <a:pt x="2202068" y="422835"/>
                  </a:lnTo>
                  <a:lnTo>
                    <a:pt x="2181273" y="471259"/>
                  </a:lnTo>
                  <a:lnTo>
                    <a:pt x="2164818" y="524383"/>
                  </a:lnTo>
                  <a:lnTo>
                    <a:pt x="2153227" y="582414"/>
                  </a:lnTo>
                  <a:lnTo>
                    <a:pt x="2147024" y="645557"/>
                  </a:lnTo>
                  <a:lnTo>
                    <a:pt x="1852783" y="364713"/>
                  </a:lnTo>
                  <a:lnTo>
                    <a:pt x="1661991" y="283370"/>
                  </a:lnTo>
                  <a:lnTo>
                    <a:pt x="1491206" y="412573"/>
                  </a:lnTo>
                  <a:lnTo>
                    <a:pt x="1256989" y="763365"/>
                  </a:lnTo>
                  <a:lnTo>
                    <a:pt x="677808" y="654003"/>
                  </a:lnTo>
                  <a:lnTo>
                    <a:pt x="377081" y="666873"/>
                  </a:lnTo>
                  <a:lnTo>
                    <a:pt x="257907" y="846368"/>
                  </a:lnTo>
                  <a:lnTo>
                    <a:pt x="223387" y="1236879"/>
                  </a:lnTo>
                  <a:lnTo>
                    <a:pt x="54965" y="1380017"/>
                  </a:lnTo>
                  <a:lnTo>
                    <a:pt x="0" y="1471677"/>
                  </a:lnTo>
                  <a:lnTo>
                    <a:pt x="59547" y="1551415"/>
                  </a:lnTo>
                  <a:lnTo>
                    <a:pt x="234664" y="1658783"/>
                  </a:lnTo>
                  <a:lnTo>
                    <a:pt x="6177980" y="1536985"/>
                  </a:lnTo>
                  <a:lnTo>
                    <a:pt x="5987318" y="1040510"/>
                  </a:lnTo>
                  <a:lnTo>
                    <a:pt x="5823588" y="807716"/>
                  </a:lnTo>
                  <a:lnTo>
                    <a:pt x="5596632" y="778030"/>
                  </a:lnTo>
                  <a:lnTo>
                    <a:pt x="5216292" y="890879"/>
                  </a:lnTo>
                  <a:lnTo>
                    <a:pt x="5204595" y="891512"/>
                  </a:lnTo>
                  <a:lnTo>
                    <a:pt x="5163654" y="861361"/>
                  </a:lnTo>
                  <a:lnTo>
                    <a:pt x="5129024" y="822540"/>
                  </a:lnTo>
                  <a:lnTo>
                    <a:pt x="5108769" y="799908"/>
                  </a:lnTo>
                  <a:lnTo>
                    <a:pt x="5061146" y="752195"/>
                  </a:lnTo>
                  <a:lnTo>
                    <a:pt x="5002398" y="706541"/>
                  </a:lnTo>
                  <a:lnTo>
                    <a:pt x="4968237" y="686482"/>
                  </a:lnTo>
                  <a:lnTo>
                    <a:pt x="4930555" y="669333"/>
                  </a:lnTo>
                  <a:lnTo>
                    <a:pt x="4889106" y="655892"/>
                  </a:lnTo>
                  <a:lnTo>
                    <a:pt x="4843644" y="646959"/>
                  </a:lnTo>
                  <a:lnTo>
                    <a:pt x="4793923" y="643332"/>
                  </a:lnTo>
                  <a:lnTo>
                    <a:pt x="4739696" y="645808"/>
                  </a:lnTo>
                  <a:lnTo>
                    <a:pt x="4680717" y="655188"/>
                  </a:lnTo>
                  <a:lnTo>
                    <a:pt x="4616739" y="672268"/>
                  </a:lnTo>
                  <a:lnTo>
                    <a:pt x="4547517" y="697849"/>
                  </a:lnTo>
                  <a:lnTo>
                    <a:pt x="4426831" y="406462"/>
                  </a:lnTo>
                  <a:lnTo>
                    <a:pt x="4303461" y="282263"/>
                  </a:lnTo>
                  <a:lnTo>
                    <a:pt x="4102581" y="300887"/>
                  </a:lnTo>
                  <a:lnTo>
                    <a:pt x="3749363" y="437972"/>
                  </a:lnTo>
                  <a:lnTo>
                    <a:pt x="3550669" y="132645"/>
                  </a:lnTo>
                  <a:lnTo>
                    <a:pt x="336130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006923" y="4643978"/>
              <a:ext cx="6178550" cy="1797685"/>
            </a:xfrm>
            <a:custGeom>
              <a:avLst/>
              <a:gdLst/>
              <a:ahLst/>
              <a:cxnLst/>
              <a:rect l="l" t="t" r="r" b="b"/>
              <a:pathLst>
                <a:path w="6178550" h="1797685">
                  <a:moveTo>
                    <a:pt x="3358016" y="0"/>
                  </a:moveTo>
                  <a:lnTo>
                    <a:pt x="3067179" y="12631"/>
                  </a:lnTo>
                  <a:lnTo>
                    <a:pt x="2564302" y="152174"/>
                  </a:lnTo>
                  <a:lnTo>
                    <a:pt x="2499560" y="175187"/>
                  </a:lnTo>
                  <a:lnTo>
                    <a:pt x="2431430" y="208203"/>
                  </a:lnTo>
                  <a:lnTo>
                    <a:pt x="2397175" y="228925"/>
                  </a:lnTo>
                  <a:lnTo>
                    <a:pt x="2363372" y="252704"/>
                  </a:lnTo>
                  <a:lnTo>
                    <a:pt x="2330452" y="279725"/>
                  </a:lnTo>
                  <a:lnTo>
                    <a:pt x="2298848" y="310173"/>
                  </a:lnTo>
                  <a:lnTo>
                    <a:pt x="2268993" y="344235"/>
                  </a:lnTo>
                  <a:lnTo>
                    <a:pt x="2241319" y="382094"/>
                  </a:lnTo>
                  <a:lnTo>
                    <a:pt x="2216259" y="423937"/>
                  </a:lnTo>
                  <a:lnTo>
                    <a:pt x="2194246" y="469949"/>
                  </a:lnTo>
                  <a:lnTo>
                    <a:pt x="2175712" y="520315"/>
                  </a:lnTo>
                  <a:lnTo>
                    <a:pt x="2161089" y="575221"/>
                  </a:lnTo>
                  <a:lnTo>
                    <a:pt x="2150811" y="634852"/>
                  </a:lnTo>
                  <a:lnTo>
                    <a:pt x="2145310" y="699393"/>
                  </a:lnTo>
                  <a:lnTo>
                    <a:pt x="1850282" y="393208"/>
                  </a:lnTo>
                  <a:lnTo>
                    <a:pt x="1659241" y="304298"/>
                  </a:lnTo>
                  <a:lnTo>
                    <a:pt x="1488760" y="444500"/>
                  </a:lnTo>
                  <a:lnTo>
                    <a:pt x="1255410" y="825651"/>
                  </a:lnTo>
                  <a:lnTo>
                    <a:pt x="675882" y="705262"/>
                  </a:lnTo>
                  <a:lnTo>
                    <a:pt x="375160" y="718531"/>
                  </a:lnTo>
                  <a:lnTo>
                    <a:pt x="256449" y="913519"/>
                  </a:lnTo>
                  <a:lnTo>
                    <a:pt x="222960" y="1338285"/>
                  </a:lnTo>
                  <a:lnTo>
                    <a:pt x="54788" y="1493594"/>
                  </a:lnTo>
                  <a:lnTo>
                    <a:pt x="0" y="1593184"/>
                  </a:lnTo>
                  <a:lnTo>
                    <a:pt x="59735" y="1680093"/>
                  </a:lnTo>
                  <a:lnTo>
                    <a:pt x="235138" y="1797360"/>
                  </a:lnTo>
                  <a:lnTo>
                    <a:pt x="6178454" y="1675562"/>
                  </a:lnTo>
                  <a:lnTo>
                    <a:pt x="5986637" y="1136918"/>
                  </a:lnTo>
                  <a:lnTo>
                    <a:pt x="5822360" y="884275"/>
                  </a:lnTo>
                  <a:lnTo>
                    <a:pt x="5595321" y="851846"/>
                  </a:lnTo>
                  <a:lnTo>
                    <a:pt x="5215216" y="973846"/>
                  </a:lnTo>
                  <a:lnTo>
                    <a:pt x="5204096" y="974609"/>
                  </a:lnTo>
                  <a:lnTo>
                    <a:pt x="5165468" y="944886"/>
                  </a:lnTo>
                  <a:lnTo>
                    <a:pt x="5114503" y="882900"/>
                  </a:lnTo>
                  <a:lnTo>
                    <a:pt x="5093787" y="858569"/>
                  </a:lnTo>
                  <a:lnTo>
                    <a:pt x="5045497" y="808904"/>
                  </a:lnTo>
                  <a:lnTo>
                    <a:pt x="4986653" y="762904"/>
                  </a:lnTo>
                  <a:lnTo>
                    <a:pt x="4952745" y="743154"/>
                  </a:lnTo>
                  <a:lnTo>
                    <a:pt x="4915565" y="726571"/>
                  </a:lnTo>
                  <a:lnTo>
                    <a:pt x="4874902" y="713905"/>
                  </a:lnTo>
                  <a:lnTo>
                    <a:pt x="4830544" y="705906"/>
                  </a:lnTo>
                  <a:lnTo>
                    <a:pt x="4782280" y="703325"/>
                  </a:lnTo>
                  <a:lnTo>
                    <a:pt x="4729899" y="706911"/>
                  </a:lnTo>
                  <a:lnTo>
                    <a:pt x="4673189" y="717415"/>
                  </a:lnTo>
                  <a:lnTo>
                    <a:pt x="4611939" y="735587"/>
                  </a:lnTo>
                  <a:lnTo>
                    <a:pt x="4545938" y="762177"/>
                  </a:lnTo>
                  <a:lnTo>
                    <a:pt x="4424518" y="444805"/>
                  </a:lnTo>
                  <a:lnTo>
                    <a:pt x="4300836" y="309355"/>
                  </a:lnTo>
                  <a:lnTo>
                    <a:pt x="4100004" y="329135"/>
                  </a:lnTo>
                  <a:lnTo>
                    <a:pt x="3747135" y="477452"/>
                  </a:lnTo>
                  <a:lnTo>
                    <a:pt x="3547705" y="144775"/>
                  </a:lnTo>
                  <a:lnTo>
                    <a:pt x="3358016" y="0"/>
                  </a:lnTo>
                  <a:close/>
                </a:path>
              </a:pathLst>
            </a:custGeom>
            <a:solidFill>
              <a:srgbClr val="CDE3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007413" y="4782547"/>
              <a:ext cx="6178550" cy="1659255"/>
            </a:xfrm>
            <a:custGeom>
              <a:avLst/>
              <a:gdLst/>
              <a:ahLst/>
              <a:cxnLst/>
              <a:rect l="l" t="t" r="r" b="b"/>
              <a:pathLst>
                <a:path w="6178550" h="1659254">
                  <a:moveTo>
                    <a:pt x="3361287" y="0"/>
                  </a:moveTo>
                  <a:lnTo>
                    <a:pt x="3070429" y="12252"/>
                  </a:lnTo>
                  <a:lnTo>
                    <a:pt x="2567258" y="141622"/>
                  </a:lnTo>
                  <a:lnTo>
                    <a:pt x="2497977" y="164636"/>
                  </a:lnTo>
                  <a:lnTo>
                    <a:pt x="2461720" y="180005"/>
                  </a:lnTo>
                  <a:lnTo>
                    <a:pt x="2425083" y="198225"/>
                  </a:lnTo>
                  <a:lnTo>
                    <a:pt x="2388591" y="219500"/>
                  </a:lnTo>
                  <a:lnTo>
                    <a:pt x="2352769" y="244037"/>
                  </a:lnTo>
                  <a:lnTo>
                    <a:pt x="2318141" y="272040"/>
                  </a:lnTo>
                  <a:lnTo>
                    <a:pt x="2285231" y="303715"/>
                  </a:lnTo>
                  <a:lnTo>
                    <a:pt x="2254563" y="339269"/>
                  </a:lnTo>
                  <a:lnTo>
                    <a:pt x="2226662" y="378907"/>
                  </a:lnTo>
                  <a:lnTo>
                    <a:pt x="2202052" y="422835"/>
                  </a:lnTo>
                  <a:lnTo>
                    <a:pt x="2181258" y="471257"/>
                  </a:lnTo>
                  <a:lnTo>
                    <a:pt x="2164803" y="524381"/>
                  </a:lnTo>
                  <a:lnTo>
                    <a:pt x="2153212" y="582412"/>
                  </a:lnTo>
                  <a:lnTo>
                    <a:pt x="2147009" y="645554"/>
                  </a:lnTo>
                  <a:lnTo>
                    <a:pt x="1852762" y="364717"/>
                  </a:lnTo>
                  <a:lnTo>
                    <a:pt x="1661967" y="283377"/>
                  </a:lnTo>
                  <a:lnTo>
                    <a:pt x="1491185" y="412581"/>
                  </a:lnTo>
                  <a:lnTo>
                    <a:pt x="1256973" y="763373"/>
                  </a:lnTo>
                  <a:lnTo>
                    <a:pt x="677786" y="654011"/>
                  </a:lnTo>
                  <a:lnTo>
                    <a:pt x="377057" y="666881"/>
                  </a:lnTo>
                  <a:lnTo>
                    <a:pt x="257886" y="846376"/>
                  </a:lnTo>
                  <a:lnTo>
                    <a:pt x="223371" y="1236887"/>
                  </a:lnTo>
                  <a:lnTo>
                    <a:pt x="54961" y="1380024"/>
                  </a:lnTo>
                  <a:lnTo>
                    <a:pt x="0" y="1471685"/>
                  </a:lnTo>
                  <a:lnTo>
                    <a:pt x="59543" y="1551423"/>
                  </a:lnTo>
                  <a:lnTo>
                    <a:pt x="234648" y="1658791"/>
                  </a:lnTo>
                  <a:lnTo>
                    <a:pt x="6177965" y="1536993"/>
                  </a:lnTo>
                  <a:lnTo>
                    <a:pt x="5987302" y="1040518"/>
                  </a:lnTo>
                  <a:lnTo>
                    <a:pt x="5823572" y="807722"/>
                  </a:lnTo>
                  <a:lnTo>
                    <a:pt x="5596616" y="778033"/>
                  </a:lnTo>
                  <a:lnTo>
                    <a:pt x="5216277" y="890877"/>
                  </a:lnTo>
                  <a:lnTo>
                    <a:pt x="5204579" y="891511"/>
                  </a:lnTo>
                  <a:lnTo>
                    <a:pt x="5163638" y="861364"/>
                  </a:lnTo>
                  <a:lnTo>
                    <a:pt x="5129008" y="822544"/>
                  </a:lnTo>
                  <a:lnTo>
                    <a:pt x="5108753" y="799913"/>
                  </a:lnTo>
                  <a:lnTo>
                    <a:pt x="5061130" y="752201"/>
                  </a:lnTo>
                  <a:lnTo>
                    <a:pt x="5002383" y="706548"/>
                  </a:lnTo>
                  <a:lnTo>
                    <a:pt x="4968221" y="686489"/>
                  </a:lnTo>
                  <a:lnTo>
                    <a:pt x="4930539" y="669340"/>
                  </a:lnTo>
                  <a:lnTo>
                    <a:pt x="4889090" y="655900"/>
                  </a:lnTo>
                  <a:lnTo>
                    <a:pt x="4843629" y="646967"/>
                  </a:lnTo>
                  <a:lnTo>
                    <a:pt x="4793907" y="643339"/>
                  </a:lnTo>
                  <a:lnTo>
                    <a:pt x="4739680" y="645816"/>
                  </a:lnTo>
                  <a:lnTo>
                    <a:pt x="4680701" y="655195"/>
                  </a:lnTo>
                  <a:lnTo>
                    <a:pt x="4616724" y="672276"/>
                  </a:lnTo>
                  <a:lnTo>
                    <a:pt x="4547501" y="697857"/>
                  </a:lnTo>
                  <a:lnTo>
                    <a:pt x="4426815" y="406470"/>
                  </a:lnTo>
                  <a:lnTo>
                    <a:pt x="4303446" y="282271"/>
                  </a:lnTo>
                  <a:lnTo>
                    <a:pt x="4102565" y="300895"/>
                  </a:lnTo>
                  <a:lnTo>
                    <a:pt x="3749347" y="437980"/>
                  </a:lnTo>
                  <a:lnTo>
                    <a:pt x="3550653" y="132647"/>
                  </a:lnTo>
                  <a:lnTo>
                    <a:pt x="336128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14419212" y="2234742"/>
            <a:ext cx="1981200" cy="5023485"/>
            <a:chOff x="14419212" y="2234742"/>
            <a:chExt cx="1981200" cy="5023485"/>
          </a:xfrm>
        </p:grpSpPr>
        <p:sp>
          <p:nvSpPr>
            <p:cNvPr id="8" name="object 8" descr=""/>
            <p:cNvSpPr/>
            <p:nvPr/>
          </p:nvSpPr>
          <p:spPr>
            <a:xfrm>
              <a:off x="15337829" y="2730666"/>
              <a:ext cx="441325" cy="4485005"/>
            </a:xfrm>
            <a:custGeom>
              <a:avLst/>
              <a:gdLst/>
              <a:ahLst/>
              <a:cxnLst/>
              <a:rect l="l" t="t" r="r" b="b"/>
              <a:pathLst>
                <a:path w="441325" h="4485005">
                  <a:moveTo>
                    <a:pt x="234631" y="0"/>
                  </a:moveTo>
                  <a:lnTo>
                    <a:pt x="122813" y="10743"/>
                  </a:lnTo>
                  <a:lnTo>
                    <a:pt x="0" y="4484941"/>
                  </a:lnTo>
                  <a:lnTo>
                    <a:pt x="441086" y="4463602"/>
                  </a:lnTo>
                  <a:lnTo>
                    <a:pt x="234631" y="0"/>
                  </a:lnTo>
                  <a:close/>
                </a:path>
              </a:pathLst>
            </a:custGeom>
            <a:solidFill>
              <a:srgbClr val="E8E8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237114" y="2741409"/>
              <a:ext cx="441959" cy="4474210"/>
            </a:xfrm>
            <a:custGeom>
              <a:avLst/>
              <a:gdLst/>
              <a:ahLst/>
              <a:cxnLst/>
              <a:rect l="l" t="t" r="r" b="b"/>
              <a:pathLst>
                <a:path w="441959" h="4474209">
                  <a:moveTo>
                    <a:pt x="257112" y="0"/>
                  </a:moveTo>
                  <a:lnTo>
                    <a:pt x="122991" y="0"/>
                  </a:lnTo>
                  <a:lnTo>
                    <a:pt x="0" y="4474198"/>
                  </a:lnTo>
                  <a:lnTo>
                    <a:pt x="441557" y="4452859"/>
                  </a:lnTo>
                  <a:lnTo>
                    <a:pt x="257112" y="0"/>
                  </a:lnTo>
                  <a:close/>
                </a:path>
              </a:pathLst>
            </a:custGeom>
            <a:solidFill>
              <a:srgbClr val="D1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237114" y="2730666"/>
              <a:ext cx="156845" cy="4485005"/>
            </a:xfrm>
            <a:custGeom>
              <a:avLst/>
              <a:gdLst/>
              <a:ahLst/>
              <a:cxnLst/>
              <a:rect l="l" t="t" r="r" b="b"/>
              <a:pathLst>
                <a:path w="156844" h="4485005">
                  <a:moveTo>
                    <a:pt x="156393" y="0"/>
                  </a:moveTo>
                  <a:lnTo>
                    <a:pt x="122991" y="10743"/>
                  </a:lnTo>
                  <a:lnTo>
                    <a:pt x="0" y="4484941"/>
                  </a:lnTo>
                  <a:lnTo>
                    <a:pt x="145262" y="4474198"/>
                  </a:lnTo>
                  <a:lnTo>
                    <a:pt x="156393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426984" y="2741409"/>
              <a:ext cx="252095" cy="4464050"/>
            </a:xfrm>
            <a:custGeom>
              <a:avLst/>
              <a:gdLst/>
              <a:ahLst/>
              <a:cxnLst/>
              <a:rect l="l" t="t" r="r" b="b"/>
              <a:pathLst>
                <a:path w="252094" h="4464050">
                  <a:moveTo>
                    <a:pt x="67244" y="0"/>
                  </a:moveTo>
                  <a:lnTo>
                    <a:pt x="0" y="0"/>
                  </a:lnTo>
                  <a:lnTo>
                    <a:pt x="95295" y="4463455"/>
                  </a:lnTo>
                  <a:lnTo>
                    <a:pt x="251688" y="4452859"/>
                  </a:lnTo>
                  <a:lnTo>
                    <a:pt x="6724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4822616" y="7183529"/>
              <a:ext cx="956944" cy="74930"/>
            </a:xfrm>
            <a:custGeom>
              <a:avLst/>
              <a:gdLst/>
              <a:ahLst/>
              <a:cxnLst/>
              <a:rect l="l" t="t" r="r" b="b"/>
              <a:pathLst>
                <a:path w="956944" h="74929">
                  <a:moveTo>
                    <a:pt x="0" y="74605"/>
                  </a:moveTo>
                  <a:lnTo>
                    <a:pt x="956515" y="74605"/>
                  </a:lnTo>
                  <a:lnTo>
                    <a:pt x="956515" y="0"/>
                  </a:lnTo>
                  <a:lnTo>
                    <a:pt x="0" y="0"/>
                  </a:lnTo>
                  <a:lnTo>
                    <a:pt x="0" y="74605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779131" y="7183529"/>
              <a:ext cx="510540" cy="74930"/>
            </a:xfrm>
            <a:custGeom>
              <a:avLst/>
              <a:gdLst/>
              <a:ahLst/>
              <a:cxnLst/>
              <a:rect l="l" t="t" r="r" b="b"/>
              <a:pathLst>
                <a:path w="510540" h="74929">
                  <a:moveTo>
                    <a:pt x="510047" y="0"/>
                  </a:moveTo>
                  <a:lnTo>
                    <a:pt x="0" y="0"/>
                  </a:lnTo>
                  <a:lnTo>
                    <a:pt x="0" y="74605"/>
                  </a:lnTo>
                  <a:lnTo>
                    <a:pt x="510047" y="74605"/>
                  </a:lnTo>
                  <a:lnTo>
                    <a:pt x="510047" y="0"/>
                  </a:lnTo>
                  <a:close/>
                </a:path>
              </a:pathLst>
            </a:custGeom>
            <a:solidFill>
              <a:srgbClr val="C5C5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4522474" y="3658920"/>
              <a:ext cx="1735455" cy="746760"/>
            </a:xfrm>
            <a:custGeom>
              <a:avLst/>
              <a:gdLst/>
              <a:ahLst/>
              <a:cxnLst/>
              <a:rect l="l" t="t" r="r" b="b"/>
              <a:pathLst>
                <a:path w="1735455" h="746760">
                  <a:moveTo>
                    <a:pt x="383223" y="0"/>
                  </a:moveTo>
                  <a:lnTo>
                    <a:pt x="0" y="746396"/>
                  </a:lnTo>
                  <a:lnTo>
                    <a:pt x="1400658" y="746396"/>
                  </a:lnTo>
                  <a:lnTo>
                    <a:pt x="1734920" y="2481"/>
                  </a:lnTo>
                  <a:lnTo>
                    <a:pt x="383223" y="0"/>
                  </a:lnTo>
                  <a:close/>
                </a:path>
              </a:pathLst>
            </a:custGeom>
            <a:solidFill>
              <a:srgbClr val="C0E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4419212" y="3658920"/>
              <a:ext cx="1735455" cy="746760"/>
            </a:xfrm>
            <a:custGeom>
              <a:avLst/>
              <a:gdLst/>
              <a:ahLst/>
              <a:cxnLst/>
              <a:rect l="l" t="t" r="r" b="b"/>
              <a:pathLst>
                <a:path w="1735455" h="746760">
                  <a:moveTo>
                    <a:pt x="383182" y="0"/>
                  </a:moveTo>
                  <a:lnTo>
                    <a:pt x="0" y="746396"/>
                  </a:lnTo>
                  <a:lnTo>
                    <a:pt x="1400617" y="746396"/>
                  </a:lnTo>
                  <a:lnTo>
                    <a:pt x="1734910" y="2481"/>
                  </a:lnTo>
                  <a:lnTo>
                    <a:pt x="383182" y="0"/>
                  </a:lnTo>
                  <a:close/>
                </a:path>
              </a:pathLst>
            </a:custGeom>
            <a:solidFill>
              <a:srgbClr val="66A4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443314" y="3674041"/>
              <a:ext cx="1682114" cy="711835"/>
            </a:xfrm>
            <a:custGeom>
              <a:avLst/>
              <a:gdLst/>
              <a:ahLst/>
              <a:cxnLst/>
              <a:rect l="l" t="t" r="r" b="b"/>
              <a:pathLst>
                <a:path w="1682115" h="711835">
                  <a:moveTo>
                    <a:pt x="371255" y="0"/>
                  </a:moveTo>
                  <a:lnTo>
                    <a:pt x="0" y="711339"/>
                  </a:lnTo>
                  <a:lnTo>
                    <a:pt x="1357403" y="711339"/>
                  </a:lnTo>
                  <a:lnTo>
                    <a:pt x="1681540" y="2408"/>
                  </a:lnTo>
                  <a:lnTo>
                    <a:pt x="371255" y="0"/>
                  </a:lnTo>
                  <a:close/>
                </a:path>
              </a:pathLst>
            </a:custGeom>
            <a:solidFill>
              <a:srgbClr val="428F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475243" y="3696312"/>
              <a:ext cx="1625600" cy="664210"/>
            </a:xfrm>
            <a:custGeom>
              <a:avLst/>
              <a:gdLst/>
              <a:ahLst/>
              <a:cxnLst/>
              <a:rect l="l" t="t" r="r" b="b"/>
              <a:pathLst>
                <a:path w="1625600" h="664210">
                  <a:moveTo>
                    <a:pt x="347696" y="0"/>
                  </a:moveTo>
                  <a:lnTo>
                    <a:pt x="0" y="664105"/>
                  </a:lnTo>
                  <a:lnTo>
                    <a:pt x="1315457" y="664105"/>
                  </a:lnTo>
                  <a:lnTo>
                    <a:pt x="1625542" y="5036"/>
                  </a:lnTo>
                  <a:lnTo>
                    <a:pt x="347696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472512" y="3697033"/>
              <a:ext cx="774065" cy="664210"/>
            </a:xfrm>
            <a:custGeom>
              <a:avLst/>
              <a:gdLst/>
              <a:ahLst/>
              <a:cxnLst/>
              <a:rect l="l" t="t" r="r" b="b"/>
              <a:pathLst>
                <a:path w="774065" h="664210">
                  <a:moveTo>
                    <a:pt x="347947" y="0"/>
                  </a:moveTo>
                  <a:lnTo>
                    <a:pt x="0" y="663958"/>
                  </a:lnTo>
                  <a:lnTo>
                    <a:pt x="427076" y="663958"/>
                  </a:lnTo>
                  <a:lnTo>
                    <a:pt x="774018" y="1581"/>
                  </a:lnTo>
                  <a:lnTo>
                    <a:pt x="347947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543735" y="3677862"/>
              <a:ext cx="1492250" cy="706120"/>
            </a:xfrm>
            <a:custGeom>
              <a:avLst/>
              <a:gdLst/>
              <a:ahLst/>
              <a:cxnLst/>
              <a:rect l="l" t="t" r="r" b="b"/>
              <a:pathLst>
                <a:path w="1492250" h="706120">
                  <a:moveTo>
                    <a:pt x="1492186" y="162052"/>
                  </a:moveTo>
                  <a:lnTo>
                    <a:pt x="1345069" y="158635"/>
                  </a:lnTo>
                  <a:lnTo>
                    <a:pt x="1417891" y="7035"/>
                  </a:lnTo>
                  <a:lnTo>
                    <a:pt x="1403210" y="0"/>
                  </a:lnTo>
                  <a:lnTo>
                    <a:pt x="1327213" y="158229"/>
                  </a:lnTo>
                  <a:lnTo>
                    <a:pt x="1311783" y="157873"/>
                  </a:lnTo>
                  <a:lnTo>
                    <a:pt x="1311783" y="190347"/>
                  </a:lnTo>
                  <a:lnTo>
                    <a:pt x="1226540" y="367804"/>
                  </a:lnTo>
                  <a:lnTo>
                    <a:pt x="1211097" y="367461"/>
                  </a:lnTo>
                  <a:lnTo>
                    <a:pt x="1211097" y="399961"/>
                  </a:lnTo>
                  <a:lnTo>
                    <a:pt x="1147419" y="532549"/>
                  </a:lnTo>
                  <a:lnTo>
                    <a:pt x="1032332" y="529932"/>
                  </a:lnTo>
                  <a:lnTo>
                    <a:pt x="1096073" y="397319"/>
                  </a:lnTo>
                  <a:lnTo>
                    <a:pt x="1211097" y="399961"/>
                  </a:lnTo>
                  <a:lnTo>
                    <a:pt x="1211097" y="367461"/>
                  </a:lnTo>
                  <a:lnTo>
                    <a:pt x="1111529" y="365175"/>
                  </a:lnTo>
                  <a:lnTo>
                    <a:pt x="1196835" y="187680"/>
                  </a:lnTo>
                  <a:lnTo>
                    <a:pt x="1311783" y="190347"/>
                  </a:lnTo>
                  <a:lnTo>
                    <a:pt x="1311783" y="157873"/>
                  </a:lnTo>
                  <a:lnTo>
                    <a:pt x="1212278" y="155562"/>
                  </a:lnTo>
                  <a:lnTo>
                    <a:pt x="1283665" y="7035"/>
                  </a:lnTo>
                  <a:lnTo>
                    <a:pt x="1268984" y="0"/>
                  </a:lnTo>
                  <a:lnTo>
                    <a:pt x="1194435" y="155143"/>
                  </a:lnTo>
                  <a:lnTo>
                    <a:pt x="1178991" y="154787"/>
                  </a:lnTo>
                  <a:lnTo>
                    <a:pt x="1178991" y="187261"/>
                  </a:lnTo>
                  <a:lnTo>
                    <a:pt x="1093698" y="364769"/>
                  </a:lnTo>
                  <a:lnTo>
                    <a:pt x="1078255" y="364426"/>
                  </a:lnTo>
                  <a:lnTo>
                    <a:pt x="1078255" y="396913"/>
                  </a:lnTo>
                  <a:lnTo>
                    <a:pt x="1014526" y="529526"/>
                  </a:lnTo>
                  <a:lnTo>
                    <a:pt x="879055" y="526465"/>
                  </a:lnTo>
                  <a:lnTo>
                    <a:pt x="942797" y="393801"/>
                  </a:lnTo>
                  <a:lnTo>
                    <a:pt x="1078255" y="396913"/>
                  </a:lnTo>
                  <a:lnTo>
                    <a:pt x="1078255" y="364426"/>
                  </a:lnTo>
                  <a:lnTo>
                    <a:pt x="958227" y="361670"/>
                  </a:lnTo>
                  <a:lnTo>
                    <a:pt x="1043533" y="184124"/>
                  </a:lnTo>
                  <a:lnTo>
                    <a:pt x="1178991" y="187261"/>
                  </a:lnTo>
                  <a:lnTo>
                    <a:pt x="1178991" y="154787"/>
                  </a:lnTo>
                  <a:lnTo>
                    <a:pt x="1058964" y="151993"/>
                  </a:lnTo>
                  <a:lnTo>
                    <a:pt x="1128610" y="7035"/>
                  </a:lnTo>
                  <a:lnTo>
                    <a:pt x="1114056" y="0"/>
                  </a:lnTo>
                  <a:lnTo>
                    <a:pt x="1041222" y="151587"/>
                  </a:lnTo>
                  <a:lnTo>
                    <a:pt x="1025779" y="151231"/>
                  </a:lnTo>
                  <a:lnTo>
                    <a:pt x="1025779" y="183718"/>
                  </a:lnTo>
                  <a:lnTo>
                    <a:pt x="940473" y="361264"/>
                  </a:lnTo>
                  <a:lnTo>
                    <a:pt x="925029" y="360921"/>
                  </a:lnTo>
                  <a:lnTo>
                    <a:pt x="925029" y="393395"/>
                  </a:lnTo>
                  <a:lnTo>
                    <a:pt x="861288" y="526059"/>
                  </a:lnTo>
                  <a:lnTo>
                    <a:pt x="746201" y="523443"/>
                  </a:lnTo>
                  <a:lnTo>
                    <a:pt x="809967" y="390766"/>
                  </a:lnTo>
                  <a:lnTo>
                    <a:pt x="925029" y="393395"/>
                  </a:lnTo>
                  <a:lnTo>
                    <a:pt x="925029" y="360921"/>
                  </a:lnTo>
                  <a:lnTo>
                    <a:pt x="825398" y="358635"/>
                  </a:lnTo>
                  <a:lnTo>
                    <a:pt x="910742" y="181051"/>
                  </a:lnTo>
                  <a:lnTo>
                    <a:pt x="1025779" y="183718"/>
                  </a:lnTo>
                  <a:lnTo>
                    <a:pt x="1025779" y="151231"/>
                  </a:lnTo>
                  <a:lnTo>
                    <a:pt x="926185" y="148907"/>
                  </a:lnTo>
                  <a:lnTo>
                    <a:pt x="994371" y="7035"/>
                  </a:lnTo>
                  <a:lnTo>
                    <a:pt x="979652" y="0"/>
                  </a:lnTo>
                  <a:lnTo>
                    <a:pt x="908316" y="148501"/>
                  </a:lnTo>
                  <a:lnTo>
                    <a:pt x="892886" y="148145"/>
                  </a:lnTo>
                  <a:lnTo>
                    <a:pt x="892886" y="180632"/>
                  </a:lnTo>
                  <a:lnTo>
                    <a:pt x="807580" y="358228"/>
                  </a:lnTo>
                  <a:lnTo>
                    <a:pt x="792149" y="357886"/>
                  </a:lnTo>
                  <a:lnTo>
                    <a:pt x="792149" y="390347"/>
                  </a:lnTo>
                  <a:lnTo>
                    <a:pt x="728408" y="523036"/>
                  </a:lnTo>
                  <a:lnTo>
                    <a:pt x="592874" y="519963"/>
                  </a:lnTo>
                  <a:lnTo>
                    <a:pt x="656640" y="387248"/>
                  </a:lnTo>
                  <a:lnTo>
                    <a:pt x="792149" y="390347"/>
                  </a:lnTo>
                  <a:lnTo>
                    <a:pt x="792149" y="357886"/>
                  </a:lnTo>
                  <a:lnTo>
                    <a:pt x="672071" y="355130"/>
                  </a:lnTo>
                  <a:lnTo>
                    <a:pt x="757415" y="177495"/>
                  </a:lnTo>
                  <a:lnTo>
                    <a:pt x="892886" y="180632"/>
                  </a:lnTo>
                  <a:lnTo>
                    <a:pt x="892886" y="148145"/>
                  </a:lnTo>
                  <a:lnTo>
                    <a:pt x="772858" y="145351"/>
                  </a:lnTo>
                  <a:lnTo>
                    <a:pt x="839317" y="7035"/>
                  </a:lnTo>
                  <a:lnTo>
                    <a:pt x="824725" y="0"/>
                  </a:lnTo>
                  <a:lnTo>
                    <a:pt x="755091" y="144945"/>
                  </a:lnTo>
                  <a:lnTo>
                    <a:pt x="739648" y="144589"/>
                  </a:lnTo>
                  <a:lnTo>
                    <a:pt x="739648" y="177088"/>
                  </a:lnTo>
                  <a:lnTo>
                    <a:pt x="654316" y="354723"/>
                  </a:lnTo>
                  <a:lnTo>
                    <a:pt x="638886" y="354380"/>
                  </a:lnTo>
                  <a:lnTo>
                    <a:pt x="638886" y="386842"/>
                  </a:lnTo>
                  <a:lnTo>
                    <a:pt x="575119" y="519569"/>
                  </a:lnTo>
                  <a:lnTo>
                    <a:pt x="460057" y="516953"/>
                  </a:lnTo>
                  <a:lnTo>
                    <a:pt x="523836" y="384200"/>
                  </a:lnTo>
                  <a:lnTo>
                    <a:pt x="638886" y="386842"/>
                  </a:lnTo>
                  <a:lnTo>
                    <a:pt x="638886" y="354380"/>
                  </a:lnTo>
                  <a:lnTo>
                    <a:pt x="539254" y="352082"/>
                  </a:lnTo>
                  <a:lnTo>
                    <a:pt x="624611" y="174421"/>
                  </a:lnTo>
                  <a:lnTo>
                    <a:pt x="739648" y="177088"/>
                  </a:lnTo>
                  <a:lnTo>
                    <a:pt x="739648" y="144589"/>
                  </a:lnTo>
                  <a:lnTo>
                    <a:pt x="640054" y="142265"/>
                  </a:lnTo>
                  <a:lnTo>
                    <a:pt x="705015" y="7035"/>
                  </a:lnTo>
                  <a:lnTo>
                    <a:pt x="690333" y="0"/>
                  </a:lnTo>
                  <a:lnTo>
                    <a:pt x="622198" y="141846"/>
                  </a:lnTo>
                  <a:lnTo>
                    <a:pt x="606755" y="141490"/>
                  </a:lnTo>
                  <a:lnTo>
                    <a:pt x="606755" y="174002"/>
                  </a:lnTo>
                  <a:lnTo>
                    <a:pt x="521411" y="351675"/>
                  </a:lnTo>
                  <a:lnTo>
                    <a:pt x="505993" y="351332"/>
                  </a:lnTo>
                  <a:lnTo>
                    <a:pt x="505993" y="383794"/>
                  </a:lnTo>
                  <a:lnTo>
                    <a:pt x="442226" y="516547"/>
                  </a:lnTo>
                  <a:lnTo>
                    <a:pt x="306705" y="513473"/>
                  </a:lnTo>
                  <a:lnTo>
                    <a:pt x="370497" y="380682"/>
                  </a:lnTo>
                  <a:lnTo>
                    <a:pt x="505993" y="383794"/>
                  </a:lnTo>
                  <a:lnTo>
                    <a:pt x="505993" y="351332"/>
                  </a:lnTo>
                  <a:lnTo>
                    <a:pt x="385914" y="348576"/>
                  </a:lnTo>
                  <a:lnTo>
                    <a:pt x="471284" y="170865"/>
                  </a:lnTo>
                  <a:lnTo>
                    <a:pt x="606755" y="174002"/>
                  </a:lnTo>
                  <a:lnTo>
                    <a:pt x="606755" y="141490"/>
                  </a:lnTo>
                  <a:lnTo>
                    <a:pt x="486727" y="138709"/>
                  </a:lnTo>
                  <a:lnTo>
                    <a:pt x="549986" y="7035"/>
                  </a:lnTo>
                  <a:lnTo>
                    <a:pt x="535406" y="0"/>
                  </a:lnTo>
                  <a:lnTo>
                    <a:pt x="468985" y="138290"/>
                  </a:lnTo>
                  <a:lnTo>
                    <a:pt x="453542" y="137934"/>
                  </a:lnTo>
                  <a:lnTo>
                    <a:pt x="453542" y="170459"/>
                  </a:lnTo>
                  <a:lnTo>
                    <a:pt x="368185" y="348170"/>
                  </a:lnTo>
                  <a:lnTo>
                    <a:pt x="352767" y="347827"/>
                  </a:lnTo>
                  <a:lnTo>
                    <a:pt x="352767" y="380276"/>
                  </a:lnTo>
                  <a:lnTo>
                    <a:pt x="288975" y="513080"/>
                  </a:lnTo>
                  <a:lnTo>
                    <a:pt x="173888" y="510463"/>
                  </a:lnTo>
                  <a:lnTo>
                    <a:pt x="237693" y="377634"/>
                  </a:lnTo>
                  <a:lnTo>
                    <a:pt x="352767" y="380276"/>
                  </a:lnTo>
                  <a:lnTo>
                    <a:pt x="352767" y="347827"/>
                  </a:lnTo>
                  <a:lnTo>
                    <a:pt x="253111" y="345541"/>
                  </a:lnTo>
                  <a:lnTo>
                    <a:pt x="338493" y="167792"/>
                  </a:lnTo>
                  <a:lnTo>
                    <a:pt x="453542" y="170459"/>
                  </a:lnTo>
                  <a:lnTo>
                    <a:pt x="453542" y="137934"/>
                  </a:lnTo>
                  <a:lnTo>
                    <a:pt x="353949" y="135623"/>
                  </a:lnTo>
                  <a:lnTo>
                    <a:pt x="415721" y="7035"/>
                  </a:lnTo>
                  <a:lnTo>
                    <a:pt x="401180" y="0"/>
                  </a:lnTo>
                  <a:lnTo>
                    <a:pt x="336207" y="135204"/>
                  </a:lnTo>
                  <a:lnTo>
                    <a:pt x="199529" y="132029"/>
                  </a:lnTo>
                  <a:lnTo>
                    <a:pt x="198729" y="164541"/>
                  </a:lnTo>
                  <a:lnTo>
                    <a:pt x="320751" y="167373"/>
                  </a:lnTo>
                  <a:lnTo>
                    <a:pt x="235331" y="345135"/>
                  </a:lnTo>
                  <a:lnTo>
                    <a:pt x="90119" y="341807"/>
                  </a:lnTo>
                  <a:lnTo>
                    <a:pt x="89509" y="374230"/>
                  </a:lnTo>
                  <a:lnTo>
                    <a:pt x="219913" y="377228"/>
                  </a:lnTo>
                  <a:lnTo>
                    <a:pt x="156083" y="510057"/>
                  </a:lnTo>
                  <a:lnTo>
                    <a:pt x="609" y="506526"/>
                  </a:lnTo>
                  <a:lnTo>
                    <a:pt x="0" y="538949"/>
                  </a:lnTo>
                  <a:lnTo>
                    <a:pt x="140665" y="542163"/>
                  </a:lnTo>
                  <a:lnTo>
                    <a:pt x="65303" y="699008"/>
                  </a:lnTo>
                  <a:lnTo>
                    <a:pt x="79984" y="705942"/>
                  </a:lnTo>
                  <a:lnTo>
                    <a:pt x="158457" y="542569"/>
                  </a:lnTo>
                  <a:lnTo>
                    <a:pt x="273558" y="545185"/>
                  </a:lnTo>
                  <a:lnTo>
                    <a:pt x="199682" y="699008"/>
                  </a:lnTo>
                  <a:lnTo>
                    <a:pt x="214249" y="705942"/>
                  </a:lnTo>
                  <a:lnTo>
                    <a:pt x="291274" y="545592"/>
                  </a:lnTo>
                  <a:lnTo>
                    <a:pt x="426796" y="548678"/>
                  </a:lnTo>
                  <a:lnTo>
                    <a:pt x="354596" y="699008"/>
                  </a:lnTo>
                  <a:lnTo>
                    <a:pt x="369277" y="705942"/>
                  </a:lnTo>
                  <a:lnTo>
                    <a:pt x="444627" y="549084"/>
                  </a:lnTo>
                  <a:lnTo>
                    <a:pt x="559689" y="551700"/>
                  </a:lnTo>
                  <a:lnTo>
                    <a:pt x="488924" y="699008"/>
                  </a:lnTo>
                  <a:lnTo>
                    <a:pt x="503542" y="705942"/>
                  </a:lnTo>
                  <a:lnTo>
                    <a:pt x="577443" y="552107"/>
                  </a:lnTo>
                  <a:lnTo>
                    <a:pt x="712965" y="555193"/>
                  </a:lnTo>
                  <a:lnTo>
                    <a:pt x="643890" y="699008"/>
                  </a:lnTo>
                  <a:lnTo>
                    <a:pt x="658507" y="705942"/>
                  </a:lnTo>
                  <a:lnTo>
                    <a:pt x="730758" y="555599"/>
                  </a:lnTo>
                  <a:lnTo>
                    <a:pt x="845832" y="558215"/>
                  </a:lnTo>
                  <a:lnTo>
                    <a:pt x="778192" y="699008"/>
                  </a:lnTo>
                  <a:lnTo>
                    <a:pt x="792835" y="705942"/>
                  </a:lnTo>
                  <a:lnTo>
                    <a:pt x="863612" y="558622"/>
                  </a:lnTo>
                  <a:lnTo>
                    <a:pt x="999070" y="561708"/>
                  </a:lnTo>
                  <a:lnTo>
                    <a:pt x="933107" y="699008"/>
                  </a:lnTo>
                  <a:lnTo>
                    <a:pt x="947750" y="705942"/>
                  </a:lnTo>
                  <a:lnTo>
                    <a:pt x="1016876" y="562114"/>
                  </a:lnTo>
                  <a:lnTo>
                    <a:pt x="1131963" y="564730"/>
                  </a:lnTo>
                  <a:lnTo>
                    <a:pt x="1067473" y="699008"/>
                  </a:lnTo>
                  <a:lnTo>
                    <a:pt x="1082167" y="705942"/>
                  </a:lnTo>
                  <a:lnTo>
                    <a:pt x="1149794" y="565137"/>
                  </a:lnTo>
                  <a:lnTo>
                    <a:pt x="1318907" y="568985"/>
                  </a:lnTo>
                  <a:lnTo>
                    <a:pt x="1319682" y="536448"/>
                  </a:lnTo>
                  <a:lnTo>
                    <a:pt x="1165250" y="532955"/>
                  </a:lnTo>
                  <a:lnTo>
                    <a:pt x="1228940" y="400367"/>
                  </a:lnTo>
                  <a:lnTo>
                    <a:pt x="1395768" y="404190"/>
                  </a:lnTo>
                  <a:lnTo>
                    <a:pt x="1396568" y="371690"/>
                  </a:lnTo>
                  <a:lnTo>
                    <a:pt x="1244396" y="368211"/>
                  </a:lnTo>
                  <a:lnTo>
                    <a:pt x="1329639" y="190754"/>
                  </a:lnTo>
                  <a:lnTo>
                    <a:pt x="1491386" y="194500"/>
                  </a:lnTo>
                  <a:lnTo>
                    <a:pt x="1492186" y="162052"/>
                  </a:lnTo>
                  <a:close/>
                </a:path>
              </a:pathLst>
            </a:custGeom>
            <a:solidFill>
              <a:srgbClr val="428F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4711408" y="3672459"/>
              <a:ext cx="1405255" cy="212725"/>
            </a:xfrm>
            <a:custGeom>
              <a:avLst/>
              <a:gdLst/>
              <a:ahLst/>
              <a:cxnLst/>
              <a:rect l="l" t="t" r="r" b="b"/>
              <a:pathLst>
                <a:path w="1405255" h="212725">
                  <a:moveTo>
                    <a:pt x="111137" y="0"/>
                  </a:moveTo>
                  <a:lnTo>
                    <a:pt x="0" y="209805"/>
                  </a:lnTo>
                  <a:lnTo>
                    <a:pt x="1306735" y="212213"/>
                  </a:lnTo>
                  <a:lnTo>
                    <a:pt x="1405255" y="5067"/>
                  </a:lnTo>
                  <a:lnTo>
                    <a:pt x="11113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4488490" y="3687120"/>
              <a:ext cx="1625600" cy="670560"/>
            </a:xfrm>
            <a:custGeom>
              <a:avLst/>
              <a:gdLst/>
              <a:ahLst/>
              <a:cxnLst/>
              <a:rect l="l" t="t" r="r" b="b"/>
              <a:pathLst>
                <a:path w="1625600" h="670560">
                  <a:moveTo>
                    <a:pt x="1625511" y="6286"/>
                  </a:moveTo>
                  <a:lnTo>
                    <a:pt x="1413586" y="5600"/>
                  </a:lnTo>
                  <a:lnTo>
                    <a:pt x="1415415" y="3810"/>
                  </a:lnTo>
                  <a:lnTo>
                    <a:pt x="1299146" y="0"/>
                  </a:lnTo>
                  <a:lnTo>
                    <a:pt x="1293507" y="5194"/>
                  </a:lnTo>
                  <a:lnTo>
                    <a:pt x="872871" y="3822"/>
                  </a:lnTo>
                  <a:lnTo>
                    <a:pt x="0" y="665365"/>
                  </a:lnTo>
                  <a:lnTo>
                    <a:pt x="468274" y="665365"/>
                  </a:lnTo>
                  <a:lnTo>
                    <a:pt x="1003363" y="198907"/>
                  </a:lnTo>
                  <a:lnTo>
                    <a:pt x="1033856" y="244487"/>
                  </a:lnTo>
                  <a:lnTo>
                    <a:pt x="575856" y="666584"/>
                  </a:lnTo>
                  <a:lnTo>
                    <a:pt x="733425" y="670318"/>
                  </a:lnTo>
                  <a:lnTo>
                    <a:pt x="1087335" y="324434"/>
                  </a:lnTo>
                  <a:lnTo>
                    <a:pt x="1315427" y="665365"/>
                  </a:lnTo>
                  <a:lnTo>
                    <a:pt x="1625511" y="6286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665436" y="2234742"/>
              <a:ext cx="1735455" cy="746760"/>
            </a:xfrm>
            <a:custGeom>
              <a:avLst/>
              <a:gdLst/>
              <a:ahLst/>
              <a:cxnLst/>
              <a:rect l="l" t="t" r="r" b="b"/>
              <a:pathLst>
                <a:path w="1735455" h="746760">
                  <a:moveTo>
                    <a:pt x="383213" y="0"/>
                  </a:moveTo>
                  <a:lnTo>
                    <a:pt x="0" y="746427"/>
                  </a:lnTo>
                  <a:lnTo>
                    <a:pt x="1400617" y="746427"/>
                  </a:lnTo>
                  <a:lnTo>
                    <a:pt x="1734910" y="2471"/>
                  </a:lnTo>
                  <a:lnTo>
                    <a:pt x="383213" y="0"/>
                  </a:lnTo>
                  <a:close/>
                </a:path>
              </a:pathLst>
            </a:custGeom>
            <a:solidFill>
              <a:srgbClr val="C0E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4562169" y="2234742"/>
              <a:ext cx="1735455" cy="746760"/>
            </a:xfrm>
            <a:custGeom>
              <a:avLst/>
              <a:gdLst/>
              <a:ahLst/>
              <a:cxnLst/>
              <a:rect l="l" t="t" r="r" b="b"/>
              <a:pathLst>
                <a:path w="1735455" h="746760">
                  <a:moveTo>
                    <a:pt x="383140" y="0"/>
                  </a:moveTo>
                  <a:lnTo>
                    <a:pt x="0" y="746427"/>
                  </a:lnTo>
                  <a:lnTo>
                    <a:pt x="1400617" y="746427"/>
                  </a:lnTo>
                  <a:lnTo>
                    <a:pt x="1734920" y="2471"/>
                  </a:lnTo>
                  <a:lnTo>
                    <a:pt x="383140" y="0"/>
                  </a:lnTo>
                  <a:close/>
                </a:path>
              </a:pathLst>
            </a:custGeom>
            <a:solidFill>
              <a:srgbClr val="66A4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586264" y="2249858"/>
              <a:ext cx="1682114" cy="711835"/>
            </a:xfrm>
            <a:custGeom>
              <a:avLst/>
              <a:gdLst/>
              <a:ahLst/>
              <a:cxnLst/>
              <a:rect l="l" t="t" r="r" b="b"/>
              <a:pathLst>
                <a:path w="1682115" h="711835">
                  <a:moveTo>
                    <a:pt x="371255" y="0"/>
                  </a:moveTo>
                  <a:lnTo>
                    <a:pt x="0" y="711339"/>
                  </a:lnTo>
                  <a:lnTo>
                    <a:pt x="1357414" y="711339"/>
                  </a:lnTo>
                  <a:lnTo>
                    <a:pt x="1681509" y="2408"/>
                  </a:lnTo>
                  <a:lnTo>
                    <a:pt x="371255" y="0"/>
                  </a:lnTo>
                  <a:close/>
                </a:path>
              </a:pathLst>
            </a:custGeom>
            <a:solidFill>
              <a:srgbClr val="428F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618203" y="2272128"/>
              <a:ext cx="1625600" cy="664210"/>
            </a:xfrm>
            <a:custGeom>
              <a:avLst/>
              <a:gdLst/>
              <a:ahLst/>
              <a:cxnLst/>
              <a:rect l="l" t="t" r="r" b="b"/>
              <a:pathLst>
                <a:path w="1625600" h="664210">
                  <a:moveTo>
                    <a:pt x="347685" y="0"/>
                  </a:moveTo>
                  <a:lnTo>
                    <a:pt x="0" y="664105"/>
                  </a:lnTo>
                  <a:lnTo>
                    <a:pt x="1315415" y="664105"/>
                  </a:lnTo>
                  <a:lnTo>
                    <a:pt x="1625500" y="5036"/>
                  </a:lnTo>
                  <a:lnTo>
                    <a:pt x="347685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4615468" y="2272881"/>
              <a:ext cx="774065" cy="664210"/>
            </a:xfrm>
            <a:custGeom>
              <a:avLst/>
              <a:gdLst/>
              <a:ahLst/>
              <a:cxnLst/>
              <a:rect l="l" t="t" r="r" b="b"/>
              <a:pathLst>
                <a:path w="774065" h="664210">
                  <a:moveTo>
                    <a:pt x="347947" y="0"/>
                  </a:moveTo>
                  <a:lnTo>
                    <a:pt x="0" y="663927"/>
                  </a:lnTo>
                  <a:lnTo>
                    <a:pt x="427044" y="663927"/>
                  </a:lnTo>
                  <a:lnTo>
                    <a:pt x="774018" y="1549"/>
                  </a:lnTo>
                  <a:lnTo>
                    <a:pt x="347947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4686699" y="2253684"/>
              <a:ext cx="1492250" cy="706120"/>
            </a:xfrm>
            <a:custGeom>
              <a:avLst/>
              <a:gdLst/>
              <a:ahLst/>
              <a:cxnLst/>
              <a:rect l="l" t="t" r="r" b="b"/>
              <a:pathLst>
                <a:path w="1492250" h="706119">
                  <a:moveTo>
                    <a:pt x="1492173" y="162052"/>
                  </a:moveTo>
                  <a:lnTo>
                    <a:pt x="1345031" y="158635"/>
                  </a:lnTo>
                  <a:lnTo>
                    <a:pt x="1417853" y="7035"/>
                  </a:lnTo>
                  <a:lnTo>
                    <a:pt x="1403197" y="0"/>
                  </a:lnTo>
                  <a:lnTo>
                    <a:pt x="1327200" y="158229"/>
                  </a:lnTo>
                  <a:lnTo>
                    <a:pt x="1311783" y="157873"/>
                  </a:lnTo>
                  <a:lnTo>
                    <a:pt x="1311783" y="190334"/>
                  </a:lnTo>
                  <a:lnTo>
                    <a:pt x="1226540" y="367804"/>
                  </a:lnTo>
                  <a:lnTo>
                    <a:pt x="1211097" y="367461"/>
                  </a:lnTo>
                  <a:lnTo>
                    <a:pt x="1211097" y="399961"/>
                  </a:lnTo>
                  <a:lnTo>
                    <a:pt x="1147406" y="532574"/>
                  </a:lnTo>
                  <a:lnTo>
                    <a:pt x="1032344" y="529958"/>
                  </a:lnTo>
                  <a:lnTo>
                    <a:pt x="1096086" y="397319"/>
                  </a:lnTo>
                  <a:lnTo>
                    <a:pt x="1211097" y="399961"/>
                  </a:lnTo>
                  <a:lnTo>
                    <a:pt x="1211097" y="367461"/>
                  </a:lnTo>
                  <a:lnTo>
                    <a:pt x="1111542" y="365175"/>
                  </a:lnTo>
                  <a:lnTo>
                    <a:pt x="1196848" y="187667"/>
                  </a:lnTo>
                  <a:lnTo>
                    <a:pt x="1311783" y="190334"/>
                  </a:lnTo>
                  <a:lnTo>
                    <a:pt x="1311783" y="157873"/>
                  </a:lnTo>
                  <a:lnTo>
                    <a:pt x="1212278" y="155549"/>
                  </a:lnTo>
                  <a:lnTo>
                    <a:pt x="1283665" y="7035"/>
                  </a:lnTo>
                  <a:lnTo>
                    <a:pt x="1268971" y="0"/>
                  </a:lnTo>
                  <a:lnTo>
                    <a:pt x="1194409" y="155143"/>
                  </a:lnTo>
                  <a:lnTo>
                    <a:pt x="1178979" y="154787"/>
                  </a:lnTo>
                  <a:lnTo>
                    <a:pt x="1178979" y="187248"/>
                  </a:lnTo>
                  <a:lnTo>
                    <a:pt x="1093673" y="364769"/>
                  </a:lnTo>
                  <a:lnTo>
                    <a:pt x="1078217" y="364426"/>
                  </a:lnTo>
                  <a:lnTo>
                    <a:pt x="1078217" y="396913"/>
                  </a:lnTo>
                  <a:lnTo>
                    <a:pt x="1014476" y="529551"/>
                  </a:lnTo>
                  <a:lnTo>
                    <a:pt x="879030" y="526478"/>
                  </a:lnTo>
                  <a:lnTo>
                    <a:pt x="942771" y="393801"/>
                  </a:lnTo>
                  <a:lnTo>
                    <a:pt x="1078217" y="396913"/>
                  </a:lnTo>
                  <a:lnTo>
                    <a:pt x="1078217" y="364426"/>
                  </a:lnTo>
                  <a:lnTo>
                    <a:pt x="958215" y="361670"/>
                  </a:lnTo>
                  <a:lnTo>
                    <a:pt x="1043520" y="184111"/>
                  </a:lnTo>
                  <a:lnTo>
                    <a:pt x="1178979" y="187248"/>
                  </a:lnTo>
                  <a:lnTo>
                    <a:pt x="1178979" y="154787"/>
                  </a:lnTo>
                  <a:lnTo>
                    <a:pt x="1058951" y="151993"/>
                  </a:lnTo>
                  <a:lnTo>
                    <a:pt x="1128598" y="7035"/>
                  </a:lnTo>
                  <a:lnTo>
                    <a:pt x="1114018" y="0"/>
                  </a:lnTo>
                  <a:lnTo>
                    <a:pt x="1041184" y="151574"/>
                  </a:lnTo>
                  <a:lnTo>
                    <a:pt x="1025753" y="151218"/>
                  </a:lnTo>
                  <a:lnTo>
                    <a:pt x="1025753" y="183705"/>
                  </a:lnTo>
                  <a:lnTo>
                    <a:pt x="940447" y="361264"/>
                  </a:lnTo>
                  <a:lnTo>
                    <a:pt x="925004" y="360921"/>
                  </a:lnTo>
                  <a:lnTo>
                    <a:pt x="925004" y="393395"/>
                  </a:lnTo>
                  <a:lnTo>
                    <a:pt x="861263" y="526072"/>
                  </a:lnTo>
                  <a:lnTo>
                    <a:pt x="746163" y="523455"/>
                  </a:lnTo>
                  <a:lnTo>
                    <a:pt x="809942" y="390766"/>
                  </a:lnTo>
                  <a:lnTo>
                    <a:pt x="925004" y="393395"/>
                  </a:lnTo>
                  <a:lnTo>
                    <a:pt x="925004" y="360921"/>
                  </a:lnTo>
                  <a:lnTo>
                    <a:pt x="825385" y="358635"/>
                  </a:lnTo>
                  <a:lnTo>
                    <a:pt x="910742" y="181038"/>
                  </a:lnTo>
                  <a:lnTo>
                    <a:pt x="1025753" y="183705"/>
                  </a:lnTo>
                  <a:lnTo>
                    <a:pt x="1025753" y="151218"/>
                  </a:lnTo>
                  <a:lnTo>
                    <a:pt x="926185" y="148907"/>
                  </a:lnTo>
                  <a:lnTo>
                    <a:pt x="994371" y="7035"/>
                  </a:lnTo>
                  <a:lnTo>
                    <a:pt x="979639" y="0"/>
                  </a:lnTo>
                  <a:lnTo>
                    <a:pt x="908304" y="148488"/>
                  </a:lnTo>
                  <a:lnTo>
                    <a:pt x="892873" y="148132"/>
                  </a:lnTo>
                  <a:lnTo>
                    <a:pt x="892873" y="180619"/>
                  </a:lnTo>
                  <a:lnTo>
                    <a:pt x="807554" y="358228"/>
                  </a:lnTo>
                  <a:lnTo>
                    <a:pt x="792124" y="357886"/>
                  </a:lnTo>
                  <a:lnTo>
                    <a:pt x="792124" y="390347"/>
                  </a:lnTo>
                  <a:lnTo>
                    <a:pt x="728383" y="523049"/>
                  </a:lnTo>
                  <a:lnTo>
                    <a:pt x="592886" y="519976"/>
                  </a:lnTo>
                  <a:lnTo>
                    <a:pt x="656653" y="387248"/>
                  </a:lnTo>
                  <a:lnTo>
                    <a:pt x="792124" y="390347"/>
                  </a:lnTo>
                  <a:lnTo>
                    <a:pt x="792124" y="357886"/>
                  </a:lnTo>
                  <a:lnTo>
                    <a:pt x="672071" y="355130"/>
                  </a:lnTo>
                  <a:lnTo>
                    <a:pt x="757415" y="177482"/>
                  </a:lnTo>
                  <a:lnTo>
                    <a:pt x="892873" y="180619"/>
                  </a:lnTo>
                  <a:lnTo>
                    <a:pt x="892873" y="148132"/>
                  </a:lnTo>
                  <a:lnTo>
                    <a:pt x="772858" y="145338"/>
                  </a:lnTo>
                  <a:lnTo>
                    <a:pt x="839304" y="7035"/>
                  </a:lnTo>
                  <a:lnTo>
                    <a:pt x="824687" y="0"/>
                  </a:lnTo>
                  <a:lnTo>
                    <a:pt x="755065" y="144932"/>
                  </a:lnTo>
                  <a:lnTo>
                    <a:pt x="739635" y="144576"/>
                  </a:lnTo>
                  <a:lnTo>
                    <a:pt x="739635" y="177076"/>
                  </a:lnTo>
                  <a:lnTo>
                    <a:pt x="654291" y="354723"/>
                  </a:lnTo>
                  <a:lnTo>
                    <a:pt x="638873" y="354380"/>
                  </a:lnTo>
                  <a:lnTo>
                    <a:pt x="638873" y="386842"/>
                  </a:lnTo>
                  <a:lnTo>
                    <a:pt x="575106" y="519582"/>
                  </a:lnTo>
                  <a:lnTo>
                    <a:pt x="460057" y="516966"/>
                  </a:lnTo>
                  <a:lnTo>
                    <a:pt x="523836" y="384200"/>
                  </a:lnTo>
                  <a:lnTo>
                    <a:pt x="638873" y="386842"/>
                  </a:lnTo>
                  <a:lnTo>
                    <a:pt x="638873" y="354380"/>
                  </a:lnTo>
                  <a:lnTo>
                    <a:pt x="539254" y="352094"/>
                  </a:lnTo>
                  <a:lnTo>
                    <a:pt x="624611" y="174409"/>
                  </a:lnTo>
                  <a:lnTo>
                    <a:pt x="739635" y="177076"/>
                  </a:lnTo>
                  <a:lnTo>
                    <a:pt x="739635" y="144576"/>
                  </a:lnTo>
                  <a:lnTo>
                    <a:pt x="640041" y="142252"/>
                  </a:lnTo>
                  <a:lnTo>
                    <a:pt x="705002" y="7035"/>
                  </a:lnTo>
                  <a:lnTo>
                    <a:pt x="690321" y="0"/>
                  </a:lnTo>
                  <a:lnTo>
                    <a:pt x="622185" y="141846"/>
                  </a:lnTo>
                  <a:lnTo>
                    <a:pt x="606742" y="141490"/>
                  </a:lnTo>
                  <a:lnTo>
                    <a:pt x="606742" y="173990"/>
                  </a:lnTo>
                  <a:lnTo>
                    <a:pt x="521385" y="351688"/>
                  </a:lnTo>
                  <a:lnTo>
                    <a:pt x="505980" y="351345"/>
                  </a:lnTo>
                  <a:lnTo>
                    <a:pt x="505980" y="383794"/>
                  </a:lnTo>
                  <a:lnTo>
                    <a:pt x="442214" y="516559"/>
                  </a:lnTo>
                  <a:lnTo>
                    <a:pt x="306705" y="513486"/>
                  </a:lnTo>
                  <a:lnTo>
                    <a:pt x="370497" y="380682"/>
                  </a:lnTo>
                  <a:lnTo>
                    <a:pt x="505980" y="383794"/>
                  </a:lnTo>
                  <a:lnTo>
                    <a:pt x="505980" y="351345"/>
                  </a:lnTo>
                  <a:lnTo>
                    <a:pt x="385902" y="348602"/>
                  </a:lnTo>
                  <a:lnTo>
                    <a:pt x="471284" y="170853"/>
                  </a:lnTo>
                  <a:lnTo>
                    <a:pt x="606742" y="173990"/>
                  </a:lnTo>
                  <a:lnTo>
                    <a:pt x="606742" y="141490"/>
                  </a:lnTo>
                  <a:lnTo>
                    <a:pt x="486727" y="138696"/>
                  </a:lnTo>
                  <a:lnTo>
                    <a:pt x="549973" y="7035"/>
                  </a:lnTo>
                  <a:lnTo>
                    <a:pt x="535355" y="0"/>
                  </a:lnTo>
                  <a:lnTo>
                    <a:pt x="468934" y="138277"/>
                  </a:lnTo>
                  <a:lnTo>
                    <a:pt x="453491" y="137922"/>
                  </a:lnTo>
                  <a:lnTo>
                    <a:pt x="453491" y="170434"/>
                  </a:lnTo>
                  <a:lnTo>
                    <a:pt x="368122" y="348195"/>
                  </a:lnTo>
                  <a:lnTo>
                    <a:pt x="352704" y="347853"/>
                  </a:lnTo>
                  <a:lnTo>
                    <a:pt x="352704" y="380276"/>
                  </a:lnTo>
                  <a:lnTo>
                    <a:pt x="288925" y="513080"/>
                  </a:lnTo>
                  <a:lnTo>
                    <a:pt x="173888" y="510463"/>
                  </a:lnTo>
                  <a:lnTo>
                    <a:pt x="237693" y="377634"/>
                  </a:lnTo>
                  <a:lnTo>
                    <a:pt x="352704" y="380276"/>
                  </a:lnTo>
                  <a:lnTo>
                    <a:pt x="352704" y="347853"/>
                  </a:lnTo>
                  <a:lnTo>
                    <a:pt x="253098" y="345567"/>
                  </a:lnTo>
                  <a:lnTo>
                    <a:pt x="338493" y="167779"/>
                  </a:lnTo>
                  <a:lnTo>
                    <a:pt x="453491" y="170434"/>
                  </a:lnTo>
                  <a:lnTo>
                    <a:pt x="453491" y="137922"/>
                  </a:lnTo>
                  <a:lnTo>
                    <a:pt x="353949" y="135610"/>
                  </a:lnTo>
                  <a:lnTo>
                    <a:pt x="415709" y="7035"/>
                  </a:lnTo>
                  <a:lnTo>
                    <a:pt x="401167" y="0"/>
                  </a:lnTo>
                  <a:lnTo>
                    <a:pt x="336194" y="135204"/>
                  </a:lnTo>
                  <a:lnTo>
                    <a:pt x="199517" y="132016"/>
                  </a:lnTo>
                  <a:lnTo>
                    <a:pt x="198729" y="164528"/>
                  </a:lnTo>
                  <a:lnTo>
                    <a:pt x="320751" y="167360"/>
                  </a:lnTo>
                  <a:lnTo>
                    <a:pt x="235318" y="345160"/>
                  </a:lnTo>
                  <a:lnTo>
                    <a:pt x="90106" y="341833"/>
                  </a:lnTo>
                  <a:lnTo>
                    <a:pt x="89509" y="374230"/>
                  </a:lnTo>
                  <a:lnTo>
                    <a:pt x="219900" y="377228"/>
                  </a:lnTo>
                  <a:lnTo>
                    <a:pt x="156070" y="510057"/>
                  </a:lnTo>
                  <a:lnTo>
                    <a:pt x="609" y="506526"/>
                  </a:lnTo>
                  <a:lnTo>
                    <a:pt x="0" y="538949"/>
                  </a:lnTo>
                  <a:lnTo>
                    <a:pt x="140652" y="542163"/>
                  </a:lnTo>
                  <a:lnTo>
                    <a:pt x="65290" y="699008"/>
                  </a:lnTo>
                  <a:lnTo>
                    <a:pt x="79984" y="705980"/>
                  </a:lnTo>
                  <a:lnTo>
                    <a:pt x="158470" y="542569"/>
                  </a:lnTo>
                  <a:lnTo>
                    <a:pt x="273507" y="545185"/>
                  </a:lnTo>
                  <a:lnTo>
                    <a:pt x="199631" y="699008"/>
                  </a:lnTo>
                  <a:lnTo>
                    <a:pt x="214249" y="705980"/>
                  </a:lnTo>
                  <a:lnTo>
                    <a:pt x="291287" y="545592"/>
                  </a:lnTo>
                  <a:lnTo>
                    <a:pt x="426783" y="548678"/>
                  </a:lnTo>
                  <a:lnTo>
                    <a:pt x="354584" y="699008"/>
                  </a:lnTo>
                  <a:lnTo>
                    <a:pt x="369277" y="705980"/>
                  </a:lnTo>
                  <a:lnTo>
                    <a:pt x="444639" y="549084"/>
                  </a:lnTo>
                  <a:lnTo>
                    <a:pt x="559676" y="551700"/>
                  </a:lnTo>
                  <a:lnTo>
                    <a:pt x="488924" y="699008"/>
                  </a:lnTo>
                  <a:lnTo>
                    <a:pt x="503542" y="705980"/>
                  </a:lnTo>
                  <a:lnTo>
                    <a:pt x="577456" y="552107"/>
                  </a:lnTo>
                  <a:lnTo>
                    <a:pt x="712939" y="555193"/>
                  </a:lnTo>
                  <a:lnTo>
                    <a:pt x="643864" y="699008"/>
                  </a:lnTo>
                  <a:lnTo>
                    <a:pt x="658456" y="705980"/>
                  </a:lnTo>
                  <a:lnTo>
                    <a:pt x="730719" y="555599"/>
                  </a:lnTo>
                  <a:lnTo>
                    <a:pt x="845820" y="558215"/>
                  </a:lnTo>
                  <a:lnTo>
                    <a:pt x="778179" y="699008"/>
                  </a:lnTo>
                  <a:lnTo>
                    <a:pt x="792797" y="705980"/>
                  </a:lnTo>
                  <a:lnTo>
                    <a:pt x="863587" y="558622"/>
                  </a:lnTo>
                  <a:lnTo>
                    <a:pt x="999032" y="561708"/>
                  </a:lnTo>
                  <a:lnTo>
                    <a:pt x="933056" y="699008"/>
                  </a:lnTo>
                  <a:lnTo>
                    <a:pt x="947750" y="705980"/>
                  </a:lnTo>
                  <a:lnTo>
                    <a:pt x="1016889" y="562114"/>
                  </a:lnTo>
                  <a:lnTo>
                    <a:pt x="1131951" y="564730"/>
                  </a:lnTo>
                  <a:lnTo>
                    <a:pt x="1067460" y="699008"/>
                  </a:lnTo>
                  <a:lnTo>
                    <a:pt x="1082116" y="705980"/>
                  </a:lnTo>
                  <a:lnTo>
                    <a:pt x="1149756" y="565137"/>
                  </a:lnTo>
                  <a:lnTo>
                    <a:pt x="1318895" y="568985"/>
                  </a:lnTo>
                  <a:lnTo>
                    <a:pt x="1319682" y="536473"/>
                  </a:lnTo>
                  <a:lnTo>
                    <a:pt x="1165212" y="532968"/>
                  </a:lnTo>
                  <a:lnTo>
                    <a:pt x="1228902" y="400367"/>
                  </a:lnTo>
                  <a:lnTo>
                    <a:pt x="1395730" y="404190"/>
                  </a:lnTo>
                  <a:lnTo>
                    <a:pt x="1396517" y="371678"/>
                  </a:lnTo>
                  <a:lnTo>
                    <a:pt x="1244358" y="368211"/>
                  </a:lnTo>
                  <a:lnTo>
                    <a:pt x="1329601" y="190741"/>
                  </a:lnTo>
                  <a:lnTo>
                    <a:pt x="1491373" y="194487"/>
                  </a:lnTo>
                  <a:lnTo>
                    <a:pt x="1492173" y="162052"/>
                  </a:lnTo>
                  <a:close/>
                </a:path>
              </a:pathLst>
            </a:custGeom>
            <a:solidFill>
              <a:srgbClr val="428F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4854369" y="2248320"/>
              <a:ext cx="1405255" cy="212725"/>
            </a:xfrm>
            <a:custGeom>
              <a:avLst/>
              <a:gdLst/>
              <a:ahLst/>
              <a:cxnLst/>
              <a:rect l="l" t="t" r="r" b="b"/>
              <a:pathLst>
                <a:path w="1405255" h="212725">
                  <a:moveTo>
                    <a:pt x="111096" y="0"/>
                  </a:moveTo>
                  <a:lnTo>
                    <a:pt x="0" y="209763"/>
                  </a:lnTo>
                  <a:lnTo>
                    <a:pt x="1306724" y="212171"/>
                  </a:lnTo>
                  <a:lnTo>
                    <a:pt x="1405213" y="5026"/>
                  </a:lnTo>
                  <a:lnTo>
                    <a:pt x="11109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4631416" y="2262942"/>
              <a:ext cx="1625600" cy="670560"/>
            </a:xfrm>
            <a:custGeom>
              <a:avLst/>
              <a:gdLst/>
              <a:ahLst/>
              <a:cxnLst/>
              <a:rect l="l" t="t" r="r" b="b"/>
              <a:pathLst>
                <a:path w="1625600" h="670560">
                  <a:moveTo>
                    <a:pt x="1625536" y="6286"/>
                  </a:moveTo>
                  <a:lnTo>
                    <a:pt x="1413624" y="5600"/>
                  </a:lnTo>
                  <a:lnTo>
                    <a:pt x="1415453" y="3810"/>
                  </a:lnTo>
                  <a:lnTo>
                    <a:pt x="1299184" y="0"/>
                  </a:lnTo>
                  <a:lnTo>
                    <a:pt x="1293545" y="5194"/>
                  </a:lnTo>
                  <a:lnTo>
                    <a:pt x="872858" y="3810"/>
                  </a:lnTo>
                  <a:lnTo>
                    <a:pt x="0" y="665365"/>
                  </a:lnTo>
                  <a:lnTo>
                    <a:pt x="468299" y="665365"/>
                  </a:lnTo>
                  <a:lnTo>
                    <a:pt x="1003388" y="198920"/>
                  </a:lnTo>
                  <a:lnTo>
                    <a:pt x="1033881" y="244500"/>
                  </a:lnTo>
                  <a:lnTo>
                    <a:pt x="575881" y="666584"/>
                  </a:lnTo>
                  <a:lnTo>
                    <a:pt x="733425" y="670318"/>
                  </a:lnTo>
                  <a:lnTo>
                    <a:pt x="1087361" y="324446"/>
                  </a:lnTo>
                  <a:lnTo>
                    <a:pt x="1315453" y="665365"/>
                  </a:lnTo>
                  <a:lnTo>
                    <a:pt x="1625536" y="6286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3871133" y="2455426"/>
            <a:ext cx="2003425" cy="5078730"/>
            <a:chOff x="3871133" y="2455426"/>
            <a:chExt cx="2003425" cy="5078730"/>
          </a:xfrm>
        </p:grpSpPr>
        <p:sp>
          <p:nvSpPr>
            <p:cNvPr id="31" name="object 31" descr=""/>
            <p:cNvSpPr/>
            <p:nvPr/>
          </p:nvSpPr>
          <p:spPr>
            <a:xfrm>
              <a:off x="4799847" y="2956784"/>
              <a:ext cx="446405" cy="4534535"/>
            </a:xfrm>
            <a:custGeom>
              <a:avLst/>
              <a:gdLst/>
              <a:ahLst/>
              <a:cxnLst/>
              <a:rect l="l" t="t" r="r" b="b"/>
              <a:pathLst>
                <a:path w="446404" h="4534534">
                  <a:moveTo>
                    <a:pt x="237217" y="0"/>
                  </a:moveTo>
                  <a:lnTo>
                    <a:pt x="124174" y="10879"/>
                  </a:lnTo>
                  <a:lnTo>
                    <a:pt x="0" y="4534217"/>
                  </a:lnTo>
                  <a:lnTo>
                    <a:pt x="445934" y="4512626"/>
                  </a:lnTo>
                  <a:lnTo>
                    <a:pt x="237217" y="0"/>
                  </a:lnTo>
                  <a:close/>
                </a:path>
              </a:pathLst>
            </a:custGeom>
            <a:solidFill>
              <a:srgbClr val="E8E8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698053" y="2967663"/>
              <a:ext cx="446405" cy="4523740"/>
            </a:xfrm>
            <a:custGeom>
              <a:avLst/>
              <a:gdLst/>
              <a:ahLst/>
              <a:cxnLst/>
              <a:rect l="l" t="t" r="r" b="b"/>
              <a:pathLst>
                <a:path w="446404" h="4523740">
                  <a:moveTo>
                    <a:pt x="259908" y="0"/>
                  </a:moveTo>
                  <a:lnTo>
                    <a:pt x="124320" y="0"/>
                  </a:lnTo>
                  <a:lnTo>
                    <a:pt x="0" y="4523338"/>
                  </a:lnTo>
                  <a:lnTo>
                    <a:pt x="446363" y="4501747"/>
                  </a:lnTo>
                  <a:lnTo>
                    <a:pt x="259908" y="0"/>
                  </a:lnTo>
                  <a:close/>
                </a:path>
              </a:pathLst>
            </a:custGeom>
            <a:solidFill>
              <a:srgbClr val="D1D1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698053" y="2956784"/>
              <a:ext cx="158115" cy="4534535"/>
            </a:xfrm>
            <a:custGeom>
              <a:avLst/>
              <a:gdLst/>
              <a:ahLst/>
              <a:cxnLst/>
              <a:rect l="l" t="t" r="r" b="b"/>
              <a:pathLst>
                <a:path w="158114" h="4534534">
                  <a:moveTo>
                    <a:pt x="158078" y="0"/>
                  </a:moveTo>
                  <a:lnTo>
                    <a:pt x="124320" y="10879"/>
                  </a:lnTo>
                  <a:lnTo>
                    <a:pt x="0" y="4534217"/>
                  </a:lnTo>
                  <a:lnTo>
                    <a:pt x="146801" y="4523328"/>
                  </a:lnTo>
                  <a:lnTo>
                    <a:pt x="158078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889969" y="2967663"/>
              <a:ext cx="254635" cy="4512945"/>
            </a:xfrm>
            <a:custGeom>
              <a:avLst/>
              <a:gdLst/>
              <a:ahLst/>
              <a:cxnLst/>
              <a:rect l="l" t="t" r="r" b="b"/>
              <a:pathLst>
                <a:path w="254635" h="4512945">
                  <a:moveTo>
                    <a:pt x="67997" y="0"/>
                  </a:moveTo>
                  <a:lnTo>
                    <a:pt x="0" y="0"/>
                  </a:lnTo>
                  <a:lnTo>
                    <a:pt x="96374" y="4512448"/>
                  </a:lnTo>
                  <a:lnTo>
                    <a:pt x="254452" y="4501747"/>
                  </a:lnTo>
                  <a:lnTo>
                    <a:pt x="6799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278958" y="7458558"/>
              <a:ext cx="967105" cy="75565"/>
            </a:xfrm>
            <a:custGeom>
              <a:avLst/>
              <a:gdLst/>
              <a:ahLst/>
              <a:cxnLst/>
              <a:rect l="l" t="t" r="r" b="b"/>
              <a:pathLst>
                <a:path w="967104" h="75565">
                  <a:moveTo>
                    <a:pt x="0" y="75432"/>
                  </a:moveTo>
                  <a:lnTo>
                    <a:pt x="967049" y="75432"/>
                  </a:lnTo>
                  <a:lnTo>
                    <a:pt x="967049" y="0"/>
                  </a:lnTo>
                  <a:lnTo>
                    <a:pt x="0" y="0"/>
                  </a:lnTo>
                  <a:lnTo>
                    <a:pt x="0" y="75432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246007" y="7458558"/>
              <a:ext cx="516255" cy="75565"/>
            </a:xfrm>
            <a:custGeom>
              <a:avLst/>
              <a:gdLst/>
              <a:ahLst/>
              <a:cxnLst/>
              <a:rect l="l" t="t" r="r" b="b"/>
              <a:pathLst>
                <a:path w="516254" h="75565">
                  <a:moveTo>
                    <a:pt x="515649" y="0"/>
                  </a:moveTo>
                  <a:lnTo>
                    <a:pt x="0" y="0"/>
                  </a:lnTo>
                  <a:lnTo>
                    <a:pt x="0" y="75432"/>
                  </a:lnTo>
                  <a:lnTo>
                    <a:pt x="515649" y="75432"/>
                  </a:lnTo>
                  <a:lnTo>
                    <a:pt x="515649" y="0"/>
                  </a:lnTo>
                  <a:close/>
                </a:path>
              </a:pathLst>
            </a:custGeom>
            <a:solidFill>
              <a:srgbClr val="C5C5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975547" y="3895234"/>
              <a:ext cx="1754505" cy="755015"/>
            </a:xfrm>
            <a:custGeom>
              <a:avLst/>
              <a:gdLst/>
              <a:ahLst/>
              <a:cxnLst/>
              <a:rect l="l" t="t" r="r" b="b"/>
              <a:pathLst>
                <a:path w="1754504" h="755014">
                  <a:moveTo>
                    <a:pt x="387422" y="0"/>
                  </a:moveTo>
                  <a:lnTo>
                    <a:pt x="0" y="754615"/>
                  </a:lnTo>
                  <a:lnTo>
                    <a:pt x="1416030" y="754615"/>
                  </a:lnTo>
                  <a:lnTo>
                    <a:pt x="1753988" y="2513"/>
                  </a:lnTo>
                  <a:lnTo>
                    <a:pt x="387422" y="0"/>
                  </a:lnTo>
                  <a:close/>
                </a:path>
              </a:pathLst>
            </a:custGeom>
            <a:solidFill>
              <a:srgbClr val="C0E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871133" y="3895234"/>
              <a:ext cx="1754505" cy="755015"/>
            </a:xfrm>
            <a:custGeom>
              <a:avLst/>
              <a:gdLst/>
              <a:ahLst/>
              <a:cxnLst/>
              <a:rect l="l" t="t" r="r" b="b"/>
              <a:pathLst>
                <a:path w="1754504" h="755014">
                  <a:moveTo>
                    <a:pt x="387380" y="0"/>
                  </a:moveTo>
                  <a:lnTo>
                    <a:pt x="0" y="754615"/>
                  </a:lnTo>
                  <a:lnTo>
                    <a:pt x="1416030" y="754615"/>
                  </a:lnTo>
                  <a:lnTo>
                    <a:pt x="1753988" y="2513"/>
                  </a:lnTo>
                  <a:lnTo>
                    <a:pt x="387380" y="0"/>
                  </a:lnTo>
                  <a:close/>
                </a:path>
              </a:pathLst>
            </a:custGeom>
            <a:solidFill>
              <a:srgbClr val="66A4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895524" y="3910540"/>
              <a:ext cx="1700530" cy="719455"/>
            </a:xfrm>
            <a:custGeom>
              <a:avLst/>
              <a:gdLst/>
              <a:ahLst/>
              <a:cxnLst/>
              <a:rect l="l" t="t" r="r" b="b"/>
              <a:pathLst>
                <a:path w="1700529" h="719454">
                  <a:moveTo>
                    <a:pt x="375307" y="0"/>
                  </a:moveTo>
                  <a:lnTo>
                    <a:pt x="0" y="719161"/>
                  </a:lnTo>
                  <a:lnTo>
                    <a:pt x="1372314" y="719161"/>
                  </a:lnTo>
                  <a:lnTo>
                    <a:pt x="1699969" y="2439"/>
                  </a:lnTo>
                  <a:lnTo>
                    <a:pt x="375307" y="0"/>
                  </a:lnTo>
                  <a:close/>
                </a:path>
              </a:pathLst>
            </a:custGeom>
            <a:solidFill>
              <a:srgbClr val="428F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927775" y="3933016"/>
              <a:ext cx="1644014" cy="671830"/>
            </a:xfrm>
            <a:custGeom>
              <a:avLst/>
              <a:gdLst/>
              <a:ahLst/>
              <a:cxnLst/>
              <a:rect l="l" t="t" r="r" b="b"/>
              <a:pathLst>
                <a:path w="1644014" h="671829">
                  <a:moveTo>
                    <a:pt x="351539" y="0"/>
                  </a:moveTo>
                  <a:lnTo>
                    <a:pt x="0" y="671435"/>
                  </a:lnTo>
                  <a:lnTo>
                    <a:pt x="1329896" y="671435"/>
                  </a:lnTo>
                  <a:lnTo>
                    <a:pt x="1643394" y="5141"/>
                  </a:lnTo>
                  <a:lnTo>
                    <a:pt x="351539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925048" y="3933768"/>
              <a:ext cx="782955" cy="671830"/>
            </a:xfrm>
            <a:custGeom>
              <a:avLst/>
              <a:gdLst/>
              <a:ahLst/>
              <a:cxnLst/>
              <a:rect l="l" t="t" r="r" b="b"/>
              <a:pathLst>
                <a:path w="782954" h="671829">
                  <a:moveTo>
                    <a:pt x="351748" y="0"/>
                  </a:moveTo>
                  <a:lnTo>
                    <a:pt x="0" y="671257"/>
                  </a:lnTo>
                  <a:lnTo>
                    <a:pt x="431746" y="671257"/>
                  </a:lnTo>
                  <a:lnTo>
                    <a:pt x="782489" y="1622"/>
                  </a:lnTo>
                  <a:lnTo>
                    <a:pt x="35174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997020" y="3914387"/>
              <a:ext cx="1508760" cy="713740"/>
            </a:xfrm>
            <a:custGeom>
              <a:avLst/>
              <a:gdLst/>
              <a:ahLst/>
              <a:cxnLst/>
              <a:rect l="l" t="t" r="r" b="b"/>
              <a:pathLst>
                <a:path w="1508760" h="713739">
                  <a:moveTo>
                    <a:pt x="1508556" y="163855"/>
                  </a:moveTo>
                  <a:lnTo>
                    <a:pt x="1359852" y="160401"/>
                  </a:lnTo>
                  <a:lnTo>
                    <a:pt x="1433487" y="7112"/>
                  </a:lnTo>
                  <a:lnTo>
                    <a:pt x="1418615" y="0"/>
                  </a:lnTo>
                  <a:lnTo>
                    <a:pt x="1341780" y="159981"/>
                  </a:lnTo>
                  <a:lnTo>
                    <a:pt x="1326197" y="159626"/>
                  </a:lnTo>
                  <a:lnTo>
                    <a:pt x="1326197" y="192417"/>
                  </a:lnTo>
                  <a:lnTo>
                    <a:pt x="1240028" y="371856"/>
                  </a:lnTo>
                  <a:lnTo>
                    <a:pt x="1224407" y="371500"/>
                  </a:lnTo>
                  <a:lnTo>
                    <a:pt x="1224407" y="404368"/>
                  </a:lnTo>
                  <a:lnTo>
                    <a:pt x="1160030" y="538416"/>
                  </a:lnTo>
                  <a:lnTo>
                    <a:pt x="1043698" y="535774"/>
                  </a:lnTo>
                  <a:lnTo>
                    <a:pt x="1108138" y="401701"/>
                  </a:lnTo>
                  <a:lnTo>
                    <a:pt x="1224407" y="404368"/>
                  </a:lnTo>
                  <a:lnTo>
                    <a:pt x="1224407" y="371500"/>
                  </a:lnTo>
                  <a:lnTo>
                    <a:pt x="1123759" y="369189"/>
                  </a:lnTo>
                  <a:lnTo>
                    <a:pt x="1210017" y="189725"/>
                  </a:lnTo>
                  <a:lnTo>
                    <a:pt x="1326197" y="192417"/>
                  </a:lnTo>
                  <a:lnTo>
                    <a:pt x="1326197" y="159626"/>
                  </a:lnTo>
                  <a:lnTo>
                    <a:pt x="1225613" y="157276"/>
                  </a:lnTo>
                  <a:lnTo>
                    <a:pt x="1297787" y="7112"/>
                  </a:lnTo>
                  <a:lnTo>
                    <a:pt x="1282915" y="0"/>
                  </a:lnTo>
                  <a:lnTo>
                    <a:pt x="1207541" y="156857"/>
                  </a:lnTo>
                  <a:lnTo>
                    <a:pt x="1191945" y="156502"/>
                  </a:lnTo>
                  <a:lnTo>
                    <a:pt x="1191945" y="189306"/>
                  </a:lnTo>
                  <a:lnTo>
                    <a:pt x="1105712" y="368782"/>
                  </a:lnTo>
                  <a:lnTo>
                    <a:pt x="1090091" y="368427"/>
                  </a:lnTo>
                  <a:lnTo>
                    <a:pt x="1090091" y="401294"/>
                  </a:lnTo>
                  <a:lnTo>
                    <a:pt x="1025664" y="535368"/>
                  </a:lnTo>
                  <a:lnTo>
                    <a:pt x="888707" y="532257"/>
                  </a:lnTo>
                  <a:lnTo>
                    <a:pt x="953135" y="398145"/>
                  </a:lnTo>
                  <a:lnTo>
                    <a:pt x="1090091" y="401294"/>
                  </a:lnTo>
                  <a:lnTo>
                    <a:pt x="1090091" y="368427"/>
                  </a:lnTo>
                  <a:lnTo>
                    <a:pt x="968743" y="365645"/>
                  </a:lnTo>
                  <a:lnTo>
                    <a:pt x="1054989" y="186131"/>
                  </a:lnTo>
                  <a:lnTo>
                    <a:pt x="1191945" y="189306"/>
                  </a:lnTo>
                  <a:lnTo>
                    <a:pt x="1191945" y="156502"/>
                  </a:lnTo>
                  <a:lnTo>
                    <a:pt x="1070584" y="153682"/>
                  </a:lnTo>
                  <a:lnTo>
                    <a:pt x="1140993" y="7112"/>
                  </a:lnTo>
                  <a:lnTo>
                    <a:pt x="1126274" y="0"/>
                  </a:lnTo>
                  <a:lnTo>
                    <a:pt x="1052639" y="153263"/>
                  </a:lnTo>
                  <a:lnTo>
                    <a:pt x="1037043" y="152908"/>
                  </a:lnTo>
                  <a:lnTo>
                    <a:pt x="1037043" y="185712"/>
                  </a:lnTo>
                  <a:lnTo>
                    <a:pt x="950785" y="365239"/>
                  </a:lnTo>
                  <a:lnTo>
                    <a:pt x="935164" y="364883"/>
                  </a:lnTo>
                  <a:lnTo>
                    <a:pt x="935164" y="397738"/>
                  </a:lnTo>
                  <a:lnTo>
                    <a:pt x="870724" y="531850"/>
                  </a:lnTo>
                  <a:lnTo>
                    <a:pt x="754392" y="529209"/>
                  </a:lnTo>
                  <a:lnTo>
                    <a:pt x="818857" y="395071"/>
                  </a:lnTo>
                  <a:lnTo>
                    <a:pt x="935164" y="397738"/>
                  </a:lnTo>
                  <a:lnTo>
                    <a:pt x="935164" y="364883"/>
                  </a:lnTo>
                  <a:lnTo>
                    <a:pt x="834466" y="362572"/>
                  </a:lnTo>
                  <a:lnTo>
                    <a:pt x="920762" y="183019"/>
                  </a:lnTo>
                  <a:lnTo>
                    <a:pt x="1037043" y="185712"/>
                  </a:lnTo>
                  <a:lnTo>
                    <a:pt x="1037043" y="152908"/>
                  </a:lnTo>
                  <a:lnTo>
                    <a:pt x="936371" y="150558"/>
                  </a:lnTo>
                  <a:lnTo>
                    <a:pt x="1005306" y="7112"/>
                  </a:lnTo>
                  <a:lnTo>
                    <a:pt x="990422" y="0"/>
                  </a:lnTo>
                  <a:lnTo>
                    <a:pt x="918298" y="150139"/>
                  </a:lnTo>
                  <a:lnTo>
                    <a:pt x="902703" y="149783"/>
                  </a:lnTo>
                  <a:lnTo>
                    <a:pt x="902703" y="182600"/>
                  </a:lnTo>
                  <a:lnTo>
                    <a:pt x="816444" y="362165"/>
                  </a:lnTo>
                  <a:lnTo>
                    <a:pt x="800849" y="361810"/>
                  </a:lnTo>
                  <a:lnTo>
                    <a:pt x="800849" y="394652"/>
                  </a:lnTo>
                  <a:lnTo>
                    <a:pt x="736409" y="528802"/>
                  </a:lnTo>
                  <a:lnTo>
                    <a:pt x="599414" y="525691"/>
                  </a:lnTo>
                  <a:lnTo>
                    <a:pt x="663867" y="391515"/>
                  </a:lnTo>
                  <a:lnTo>
                    <a:pt x="800849" y="394652"/>
                  </a:lnTo>
                  <a:lnTo>
                    <a:pt x="800849" y="361810"/>
                  </a:lnTo>
                  <a:lnTo>
                    <a:pt x="679475" y="359029"/>
                  </a:lnTo>
                  <a:lnTo>
                    <a:pt x="765759" y="179425"/>
                  </a:lnTo>
                  <a:lnTo>
                    <a:pt x="902703" y="182600"/>
                  </a:lnTo>
                  <a:lnTo>
                    <a:pt x="902703" y="149783"/>
                  </a:lnTo>
                  <a:lnTo>
                    <a:pt x="781367" y="146951"/>
                  </a:lnTo>
                  <a:lnTo>
                    <a:pt x="848550" y="7112"/>
                  </a:lnTo>
                  <a:lnTo>
                    <a:pt x="833780" y="0"/>
                  </a:lnTo>
                  <a:lnTo>
                    <a:pt x="763384" y="146532"/>
                  </a:lnTo>
                  <a:lnTo>
                    <a:pt x="747788" y="146177"/>
                  </a:lnTo>
                  <a:lnTo>
                    <a:pt x="747788" y="179019"/>
                  </a:lnTo>
                  <a:lnTo>
                    <a:pt x="661517" y="358622"/>
                  </a:lnTo>
                  <a:lnTo>
                    <a:pt x="645909" y="358267"/>
                  </a:lnTo>
                  <a:lnTo>
                    <a:pt x="645909" y="391109"/>
                  </a:lnTo>
                  <a:lnTo>
                    <a:pt x="581456" y="525284"/>
                  </a:lnTo>
                  <a:lnTo>
                    <a:pt x="465137" y="522643"/>
                  </a:lnTo>
                  <a:lnTo>
                    <a:pt x="529602" y="388429"/>
                  </a:lnTo>
                  <a:lnTo>
                    <a:pt x="645909" y="391109"/>
                  </a:lnTo>
                  <a:lnTo>
                    <a:pt x="645909" y="358267"/>
                  </a:lnTo>
                  <a:lnTo>
                    <a:pt x="545198" y="355955"/>
                  </a:lnTo>
                  <a:lnTo>
                    <a:pt x="631494" y="176314"/>
                  </a:lnTo>
                  <a:lnTo>
                    <a:pt x="747788" y="179019"/>
                  </a:lnTo>
                  <a:lnTo>
                    <a:pt x="747788" y="146177"/>
                  </a:lnTo>
                  <a:lnTo>
                    <a:pt x="647103" y="143827"/>
                  </a:lnTo>
                  <a:lnTo>
                    <a:pt x="712774" y="7112"/>
                  </a:lnTo>
                  <a:lnTo>
                    <a:pt x="697941" y="0"/>
                  </a:lnTo>
                  <a:lnTo>
                    <a:pt x="629056" y="143408"/>
                  </a:lnTo>
                  <a:lnTo>
                    <a:pt x="613448" y="143052"/>
                  </a:lnTo>
                  <a:lnTo>
                    <a:pt x="613448" y="175895"/>
                  </a:lnTo>
                  <a:lnTo>
                    <a:pt x="527164" y="355549"/>
                  </a:lnTo>
                  <a:lnTo>
                    <a:pt x="511568" y="355193"/>
                  </a:lnTo>
                  <a:lnTo>
                    <a:pt x="511568" y="388023"/>
                  </a:lnTo>
                  <a:lnTo>
                    <a:pt x="447103" y="522236"/>
                  </a:lnTo>
                  <a:lnTo>
                    <a:pt x="310095" y="519125"/>
                  </a:lnTo>
                  <a:lnTo>
                    <a:pt x="374573" y="384886"/>
                  </a:lnTo>
                  <a:lnTo>
                    <a:pt x="511568" y="388023"/>
                  </a:lnTo>
                  <a:lnTo>
                    <a:pt x="511568" y="355193"/>
                  </a:lnTo>
                  <a:lnTo>
                    <a:pt x="390169" y="352412"/>
                  </a:lnTo>
                  <a:lnTo>
                    <a:pt x="476478" y="172720"/>
                  </a:lnTo>
                  <a:lnTo>
                    <a:pt x="613448" y="175895"/>
                  </a:lnTo>
                  <a:lnTo>
                    <a:pt x="613448" y="143052"/>
                  </a:lnTo>
                  <a:lnTo>
                    <a:pt x="492086" y="140220"/>
                  </a:lnTo>
                  <a:lnTo>
                    <a:pt x="556031" y="7112"/>
                  </a:lnTo>
                  <a:lnTo>
                    <a:pt x="541299" y="0"/>
                  </a:lnTo>
                  <a:lnTo>
                    <a:pt x="474141" y="139801"/>
                  </a:lnTo>
                  <a:lnTo>
                    <a:pt x="458533" y="139446"/>
                  </a:lnTo>
                  <a:lnTo>
                    <a:pt x="458533" y="172313"/>
                  </a:lnTo>
                  <a:lnTo>
                    <a:pt x="372224" y="352005"/>
                  </a:lnTo>
                  <a:lnTo>
                    <a:pt x="356628" y="351650"/>
                  </a:lnTo>
                  <a:lnTo>
                    <a:pt x="356628" y="384467"/>
                  </a:lnTo>
                  <a:lnTo>
                    <a:pt x="292150" y="518718"/>
                  </a:lnTo>
                  <a:lnTo>
                    <a:pt x="175831" y="516077"/>
                  </a:lnTo>
                  <a:lnTo>
                    <a:pt x="240334" y="381800"/>
                  </a:lnTo>
                  <a:lnTo>
                    <a:pt x="356628" y="384467"/>
                  </a:lnTo>
                  <a:lnTo>
                    <a:pt x="356628" y="351650"/>
                  </a:lnTo>
                  <a:lnTo>
                    <a:pt x="255930" y="349338"/>
                  </a:lnTo>
                  <a:lnTo>
                    <a:pt x="342265" y="169608"/>
                  </a:lnTo>
                  <a:lnTo>
                    <a:pt x="458533" y="172313"/>
                  </a:lnTo>
                  <a:lnTo>
                    <a:pt x="458533" y="139446"/>
                  </a:lnTo>
                  <a:lnTo>
                    <a:pt x="357886" y="137096"/>
                  </a:lnTo>
                  <a:lnTo>
                    <a:pt x="420331" y="7112"/>
                  </a:lnTo>
                  <a:lnTo>
                    <a:pt x="405587" y="0"/>
                  </a:lnTo>
                  <a:lnTo>
                    <a:pt x="339915" y="136690"/>
                  </a:lnTo>
                  <a:lnTo>
                    <a:pt x="201726" y="133464"/>
                  </a:lnTo>
                  <a:lnTo>
                    <a:pt x="200926" y="166331"/>
                  </a:lnTo>
                  <a:lnTo>
                    <a:pt x="324294" y="169202"/>
                  </a:lnTo>
                  <a:lnTo>
                    <a:pt x="237934" y="348932"/>
                  </a:lnTo>
                  <a:lnTo>
                    <a:pt x="91122" y="345567"/>
                  </a:lnTo>
                  <a:lnTo>
                    <a:pt x="90525" y="378358"/>
                  </a:lnTo>
                  <a:lnTo>
                    <a:pt x="222351" y="381393"/>
                  </a:lnTo>
                  <a:lnTo>
                    <a:pt x="157835" y="515670"/>
                  </a:lnTo>
                  <a:lnTo>
                    <a:pt x="647" y="512089"/>
                  </a:lnTo>
                  <a:lnTo>
                    <a:pt x="0" y="544880"/>
                  </a:lnTo>
                  <a:lnTo>
                    <a:pt x="142240" y="548119"/>
                  </a:lnTo>
                  <a:lnTo>
                    <a:pt x="66052" y="706704"/>
                  </a:lnTo>
                  <a:lnTo>
                    <a:pt x="80886" y="713740"/>
                  </a:lnTo>
                  <a:lnTo>
                    <a:pt x="160235" y="548538"/>
                  </a:lnTo>
                  <a:lnTo>
                    <a:pt x="276555" y="551180"/>
                  </a:lnTo>
                  <a:lnTo>
                    <a:pt x="201866" y="706704"/>
                  </a:lnTo>
                  <a:lnTo>
                    <a:pt x="216623" y="713740"/>
                  </a:lnTo>
                  <a:lnTo>
                    <a:pt x="294500" y="551586"/>
                  </a:lnTo>
                  <a:lnTo>
                    <a:pt x="431507" y="554710"/>
                  </a:lnTo>
                  <a:lnTo>
                    <a:pt x="358508" y="706704"/>
                  </a:lnTo>
                  <a:lnTo>
                    <a:pt x="373341" y="713740"/>
                  </a:lnTo>
                  <a:lnTo>
                    <a:pt x="449529" y="555117"/>
                  </a:lnTo>
                  <a:lnTo>
                    <a:pt x="565848" y="557771"/>
                  </a:lnTo>
                  <a:lnTo>
                    <a:pt x="494309" y="706704"/>
                  </a:lnTo>
                  <a:lnTo>
                    <a:pt x="509079" y="713740"/>
                  </a:lnTo>
                  <a:lnTo>
                    <a:pt x="583806" y="558177"/>
                  </a:lnTo>
                  <a:lnTo>
                    <a:pt x="720801" y="561289"/>
                  </a:lnTo>
                  <a:lnTo>
                    <a:pt x="650963" y="706704"/>
                  </a:lnTo>
                  <a:lnTo>
                    <a:pt x="665721" y="713740"/>
                  </a:lnTo>
                  <a:lnTo>
                    <a:pt x="738784" y="561708"/>
                  </a:lnTo>
                  <a:lnTo>
                    <a:pt x="855116" y="564349"/>
                  </a:lnTo>
                  <a:lnTo>
                    <a:pt x="786726" y="706704"/>
                  </a:lnTo>
                  <a:lnTo>
                    <a:pt x="801535" y="713740"/>
                  </a:lnTo>
                  <a:lnTo>
                    <a:pt x="873099" y="564756"/>
                  </a:lnTo>
                  <a:lnTo>
                    <a:pt x="1010043" y="567880"/>
                  </a:lnTo>
                  <a:lnTo>
                    <a:pt x="943343" y="706704"/>
                  </a:lnTo>
                  <a:lnTo>
                    <a:pt x="958176" y="713740"/>
                  </a:lnTo>
                  <a:lnTo>
                    <a:pt x="1028077" y="568286"/>
                  </a:lnTo>
                  <a:lnTo>
                    <a:pt x="1144409" y="570941"/>
                  </a:lnTo>
                  <a:lnTo>
                    <a:pt x="1079220" y="706704"/>
                  </a:lnTo>
                  <a:lnTo>
                    <a:pt x="1094054" y="713740"/>
                  </a:lnTo>
                  <a:lnTo>
                    <a:pt x="1162443" y="571347"/>
                  </a:lnTo>
                  <a:lnTo>
                    <a:pt x="1333411" y="575233"/>
                  </a:lnTo>
                  <a:lnTo>
                    <a:pt x="1334211" y="542366"/>
                  </a:lnTo>
                  <a:lnTo>
                    <a:pt x="1178064" y="538822"/>
                  </a:lnTo>
                  <a:lnTo>
                    <a:pt x="1242453" y="404787"/>
                  </a:lnTo>
                  <a:lnTo>
                    <a:pt x="1411109" y="408647"/>
                  </a:lnTo>
                  <a:lnTo>
                    <a:pt x="1411909" y="375780"/>
                  </a:lnTo>
                  <a:lnTo>
                    <a:pt x="1258074" y="372262"/>
                  </a:lnTo>
                  <a:lnTo>
                    <a:pt x="1344269" y="192836"/>
                  </a:lnTo>
                  <a:lnTo>
                    <a:pt x="1507769" y="196621"/>
                  </a:lnTo>
                  <a:lnTo>
                    <a:pt x="1508556" y="163855"/>
                  </a:lnTo>
                  <a:close/>
                </a:path>
              </a:pathLst>
            </a:custGeom>
            <a:solidFill>
              <a:srgbClr val="428F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166566" y="3908956"/>
              <a:ext cx="1421130" cy="214629"/>
            </a:xfrm>
            <a:custGeom>
              <a:avLst/>
              <a:gdLst/>
              <a:ahLst/>
              <a:cxnLst/>
              <a:rect l="l" t="t" r="r" b="b"/>
              <a:pathLst>
                <a:path w="1421129" h="214629">
                  <a:moveTo>
                    <a:pt x="112321" y="0"/>
                  </a:moveTo>
                  <a:lnTo>
                    <a:pt x="0" y="212098"/>
                  </a:lnTo>
                  <a:lnTo>
                    <a:pt x="1321059" y="214506"/>
                  </a:lnTo>
                  <a:lnTo>
                    <a:pt x="1420658" y="5099"/>
                  </a:lnTo>
                  <a:lnTo>
                    <a:pt x="11232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941165" y="3923759"/>
              <a:ext cx="1643380" cy="678180"/>
            </a:xfrm>
            <a:custGeom>
              <a:avLst/>
              <a:gdLst/>
              <a:ahLst/>
              <a:cxnLst/>
              <a:rect l="l" t="t" r="r" b="b"/>
              <a:pathLst>
                <a:path w="1643379" h="678179">
                  <a:moveTo>
                    <a:pt x="1643354" y="6362"/>
                  </a:moveTo>
                  <a:lnTo>
                    <a:pt x="1429118" y="5664"/>
                  </a:lnTo>
                  <a:lnTo>
                    <a:pt x="1430972" y="3848"/>
                  </a:lnTo>
                  <a:lnTo>
                    <a:pt x="1313446" y="0"/>
                  </a:lnTo>
                  <a:lnTo>
                    <a:pt x="1307744" y="5257"/>
                  </a:lnTo>
                  <a:lnTo>
                    <a:pt x="882459" y="3848"/>
                  </a:lnTo>
                  <a:lnTo>
                    <a:pt x="0" y="672655"/>
                  </a:lnTo>
                  <a:lnTo>
                    <a:pt x="473456" y="672655"/>
                  </a:lnTo>
                  <a:lnTo>
                    <a:pt x="1014412" y="201091"/>
                  </a:lnTo>
                  <a:lnTo>
                    <a:pt x="1045248" y="247180"/>
                  </a:lnTo>
                  <a:lnTo>
                    <a:pt x="582206" y="673912"/>
                  </a:lnTo>
                  <a:lnTo>
                    <a:pt x="741476" y="677672"/>
                  </a:lnTo>
                  <a:lnTo>
                    <a:pt x="1099299" y="327977"/>
                  </a:lnTo>
                  <a:lnTo>
                    <a:pt x="1329905" y="672655"/>
                  </a:lnTo>
                  <a:lnTo>
                    <a:pt x="1643354" y="6362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120051" y="2455426"/>
              <a:ext cx="1754505" cy="755015"/>
            </a:xfrm>
            <a:custGeom>
              <a:avLst/>
              <a:gdLst/>
              <a:ahLst/>
              <a:cxnLst/>
              <a:rect l="l" t="t" r="r" b="b"/>
              <a:pathLst>
                <a:path w="1754504" h="755014">
                  <a:moveTo>
                    <a:pt x="387454" y="0"/>
                  </a:moveTo>
                  <a:lnTo>
                    <a:pt x="0" y="754615"/>
                  </a:lnTo>
                  <a:lnTo>
                    <a:pt x="1416030" y="754615"/>
                  </a:lnTo>
                  <a:lnTo>
                    <a:pt x="1753988" y="2513"/>
                  </a:lnTo>
                  <a:lnTo>
                    <a:pt x="387454" y="0"/>
                  </a:lnTo>
                  <a:close/>
                </a:path>
              </a:pathLst>
            </a:custGeom>
            <a:solidFill>
              <a:srgbClr val="C0E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015633" y="2455426"/>
              <a:ext cx="1754505" cy="755015"/>
            </a:xfrm>
            <a:custGeom>
              <a:avLst/>
              <a:gdLst/>
              <a:ahLst/>
              <a:cxnLst/>
              <a:rect l="l" t="t" r="r" b="b"/>
              <a:pathLst>
                <a:path w="1754504" h="755014">
                  <a:moveTo>
                    <a:pt x="387380" y="0"/>
                  </a:moveTo>
                  <a:lnTo>
                    <a:pt x="0" y="754615"/>
                  </a:lnTo>
                  <a:lnTo>
                    <a:pt x="1416030" y="754615"/>
                  </a:lnTo>
                  <a:lnTo>
                    <a:pt x="1753988" y="2513"/>
                  </a:lnTo>
                  <a:lnTo>
                    <a:pt x="387380" y="0"/>
                  </a:lnTo>
                  <a:close/>
                </a:path>
              </a:pathLst>
            </a:custGeom>
            <a:solidFill>
              <a:srgbClr val="66A4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040025" y="2470733"/>
              <a:ext cx="1700530" cy="719455"/>
            </a:xfrm>
            <a:custGeom>
              <a:avLst/>
              <a:gdLst/>
              <a:ahLst/>
              <a:cxnLst/>
              <a:rect l="l" t="t" r="r" b="b"/>
              <a:pathLst>
                <a:path w="1700529" h="719455">
                  <a:moveTo>
                    <a:pt x="375349" y="0"/>
                  </a:moveTo>
                  <a:lnTo>
                    <a:pt x="0" y="719161"/>
                  </a:lnTo>
                  <a:lnTo>
                    <a:pt x="1372314" y="719161"/>
                  </a:lnTo>
                  <a:lnTo>
                    <a:pt x="1700000" y="2439"/>
                  </a:lnTo>
                  <a:lnTo>
                    <a:pt x="375349" y="0"/>
                  </a:lnTo>
                  <a:close/>
                </a:path>
              </a:pathLst>
            </a:custGeom>
            <a:solidFill>
              <a:srgbClr val="428F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072318" y="2493214"/>
              <a:ext cx="1643380" cy="671830"/>
            </a:xfrm>
            <a:custGeom>
              <a:avLst/>
              <a:gdLst/>
              <a:ahLst/>
              <a:cxnLst/>
              <a:rect l="l" t="t" r="r" b="b"/>
              <a:pathLst>
                <a:path w="1643379" h="671830">
                  <a:moveTo>
                    <a:pt x="351497" y="0"/>
                  </a:moveTo>
                  <a:lnTo>
                    <a:pt x="0" y="671393"/>
                  </a:lnTo>
                  <a:lnTo>
                    <a:pt x="1329854" y="671393"/>
                  </a:lnTo>
                  <a:lnTo>
                    <a:pt x="1643353" y="5099"/>
                  </a:lnTo>
                  <a:lnTo>
                    <a:pt x="351497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069549" y="2493960"/>
              <a:ext cx="782955" cy="671830"/>
            </a:xfrm>
            <a:custGeom>
              <a:avLst/>
              <a:gdLst/>
              <a:ahLst/>
              <a:cxnLst/>
              <a:rect l="l" t="t" r="r" b="b"/>
              <a:pathLst>
                <a:path w="782954" h="671830">
                  <a:moveTo>
                    <a:pt x="351758" y="0"/>
                  </a:moveTo>
                  <a:lnTo>
                    <a:pt x="0" y="671257"/>
                  </a:lnTo>
                  <a:lnTo>
                    <a:pt x="431746" y="671257"/>
                  </a:lnTo>
                  <a:lnTo>
                    <a:pt x="782489" y="1622"/>
                  </a:lnTo>
                  <a:lnTo>
                    <a:pt x="35175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141559" y="2474575"/>
              <a:ext cx="1508760" cy="713740"/>
            </a:xfrm>
            <a:custGeom>
              <a:avLst/>
              <a:gdLst/>
              <a:ahLst/>
              <a:cxnLst/>
              <a:rect l="l" t="t" r="r" b="b"/>
              <a:pathLst>
                <a:path w="1508760" h="713739">
                  <a:moveTo>
                    <a:pt x="1508556" y="163817"/>
                  </a:moveTo>
                  <a:lnTo>
                    <a:pt x="1359827" y="160375"/>
                  </a:lnTo>
                  <a:lnTo>
                    <a:pt x="1433449" y="7112"/>
                  </a:lnTo>
                  <a:lnTo>
                    <a:pt x="1418615" y="0"/>
                  </a:lnTo>
                  <a:lnTo>
                    <a:pt x="1341793" y="159956"/>
                  </a:lnTo>
                  <a:lnTo>
                    <a:pt x="1326197" y="159600"/>
                  </a:lnTo>
                  <a:lnTo>
                    <a:pt x="1326197" y="192417"/>
                  </a:lnTo>
                  <a:lnTo>
                    <a:pt x="1240015" y="371830"/>
                  </a:lnTo>
                  <a:lnTo>
                    <a:pt x="1224394" y="371475"/>
                  </a:lnTo>
                  <a:lnTo>
                    <a:pt x="1224394" y="404380"/>
                  </a:lnTo>
                  <a:lnTo>
                    <a:pt x="1160005" y="538416"/>
                  </a:lnTo>
                  <a:lnTo>
                    <a:pt x="1043673" y="535774"/>
                  </a:lnTo>
                  <a:lnTo>
                    <a:pt x="1108100" y="401713"/>
                  </a:lnTo>
                  <a:lnTo>
                    <a:pt x="1224394" y="404380"/>
                  </a:lnTo>
                  <a:lnTo>
                    <a:pt x="1224394" y="371475"/>
                  </a:lnTo>
                  <a:lnTo>
                    <a:pt x="1123734" y="369176"/>
                  </a:lnTo>
                  <a:lnTo>
                    <a:pt x="1209979" y="189725"/>
                  </a:lnTo>
                  <a:lnTo>
                    <a:pt x="1326197" y="192417"/>
                  </a:lnTo>
                  <a:lnTo>
                    <a:pt x="1326197" y="159600"/>
                  </a:lnTo>
                  <a:lnTo>
                    <a:pt x="1225588" y="157251"/>
                  </a:lnTo>
                  <a:lnTo>
                    <a:pt x="1297749" y="7112"/>
                  </a:lnTo>
                  <a:lnTo>
                    <a:pt x="1282915" y="0"/>
                  </a:lnTo>
                  <a:lnTo>
                    <a:pt x="1207554" y="156832"/>
                  </a:lnTo>
                  <a:lnTo>
                    <a:pt x="1191945" y="156476"/>
                  </a:lnTo>
                  <a:lnTo>
                    <a:pt x="1191945" y="189306"/>
                  </a:lnTo>
                  <a:lnTo>
                    <a:pt x="1105712" y="368769"/>
                  </a:lnTo>
                  <a:lnTo>
                    <a:pt x="1090079" y="368414"/>
                  </a:lnTo>
                  <a:lnTo>
                    <a:pt x="1090079" y="401294"/>
                  </a:lnTo>
                  <a:lnTo>
                    <a:pt x="1025652" y="535368"/>
                  </a:lnTo>
                  <a:lnTo>
                    <a:pt x="888695" y="532257"/>
                  </a:lnTo>
                  <a:lnTo>
                    <a:pt x="953122" y="398157"/>
                  </a:lnTo>
                  <a:lnTo>
                    <a:pt x="1090079" y="401294"/>
                  </a:lnTo>
                  <a:lnTo>
                    <a:pt x="1090079" y="368414"/>
                  </a:lnTo>
                  <a:lnTo>
                    <a:pt x="968756" y="365633"/>
                  </a:lnTo>
                  <a:lnTo>
                    <a:pt x="1054989" y="186131"/>
                  </a:lnTo>
                  <a:lnTo>
                    <a:pt x="1191945" y="189306"/>
                  </a:lnTo>
                  <a:lnTo>
                    <a:pt x="1191945" y="156476"/>
                  </a:lnTo>
                  <a:lnTo>
                    <a:pt x="1070584" y="153657"/>
                  </a:lnTo>
                  <a:lnTo>
                    <a:pt x="1140993" y="7112"/>
                  </a:lnTo>
                  <a:lnTo>
                    <a:pt x="1126274" y="0"/>
                  </a:lnTo>
                  <a:lnTo>
                    <a:pt x="1052652" y="153238"/>
                  </a:lnTo>
                  <a:lnTo>
                    <a:pt x="1037043" y="152882"/>
                  </a:lnTo>
                  <a:lnTo>
                    <a:pt x="1037043" y="185712"/>
                  </a:lnTo>
                  <a:lnTo>
                    <a:pt x="950798" y="365226"/>
                  </a:lnTo>
                  <a:lnTo>
                    <a:pt x="935164" y="364871"/>
                  </a:lnTo>
                  <a:lnTo>
                    <a:pt x="935164" y="397738"/>
                  </a:lnTo>
                  <a:lnTo>
                    <a:pt x="870724" y="531850"/>
                  </a:lnTo>
                  <a:lnTo>
                    <a:pt x="754380" y="529209"/>
                  </a:lnTo>
                  <a:lnTo>
                    <a:pt x="818845" y="395071"/>
                  </a:lnTo>
                  <a:lnTo>
                    <a:pt x="935164" y="397738"/>
                  </a:lnTo>
                  <a:lnTo>
                    <a:pt x="935164" y="364871"/>
                  </a:lnTo>
                  <a:lnTo>
                    <a:pt x="834466" y="362559"/>
                  </a:lnTo>
                  <a:lnTo>
                    <a:pt x="920762" y="183019"/>
                  </a:lnTo>
                  <a:lnTo>
                    <a:pt x="1037043" y="185712"/>
                  </a:lnTo>
                  <a:lnTo>
                    <a:pt x="1037043" y="152882"/>
                  </a:lnTo>
                  <a:lnTo>
                    <a:pt x="936371" y="150533"/>
                  </a:lnTo>
                  <a:lnTo>
                    <a:pt x="1005306" y="7112"/>
                  </a:lnTo>
                  <a:lnTo>
                    <a:pt x="990396" y="0"/>
                  </a:lnTo>
                  <a:lnTo>
                    <a:pt x="918286" y="150114"/>
                  </a:lnTo>
                  <a:lnTo>
                    <a:pt x="902690" y="149758"/>
                  </a:lnTo>
                  <a:lnTo>
                    <a:pt x="902690" y="182600"/>
                  </a:lnTo>
                  <a:lnTo>
                    <a:pt x="816444" y="362153"/>
                  </a:lnTo>
                  <a:lnTo>
                    <a:pt x="800823" y="361797"/>
                  </a:lnTo>
                  <a:lnTo>
                    <a:pt x="800823" y="394665"/>
                  </a:lnTo>
                  <a:lnTo>
                    <a:pt x="736396" y="528802"/>
                  </a:lnTo>
                  <a:lnTo>
                    <a:pt x="599363" y="525691"/>
                  </a:lnTo>
                  <a:lnTo>
                    <a:pt x="663816" y="391528"/>
                  </a:lnTo>
                  <a:lnTo>
                    <a:pt x="800823" y="394665"/>
                  </a:lnTo>
                  <a:lnTo>
                    <a:pt x="800823" y="361797"/>
                  </a:lnTo>
                  <a:lnTo>
                    <a:pt x="679437" y="359016"/>
                  </a:lnTo>
                  <a:lnTo>
                    <a:pt x="765721" y="179425"/>
                  </a:lnTo>
                  <a:lnTo>
                    <a:pt x="902690" y="182600"/>
                  </a:lnTo>
                  <a:lnTo>
                    <a:pt x="902690" y="149758"/>
                  </a:lnTo>
                  <a:lnTo>
                    <a:pt x="781329" y="146939"/>
                  </a:lnTo>
                  <a:lnTo>
                    <a:pt x="848512" y="7112"/>
                  </a:lnTo>
                  <a:lnTo>
                    <a:pt x="833755" y="0"/>
                  </a:lnTo>
                  <a:lnTo>
                    <a:pt x="763371" y="146519"/>
                  </a:lnTo>
                  <a:lnTo>
                    <a:pt x="747763" y="146164"/>
                  </a:lnTo>
                  <a:lnTo>
                    <a:pt x="747763" y="179019"/>
                  </a:lnTo>
                  <a:lnTo>
                    <a:pt x="661504" y="358609"/>
                  </a:lnTo>
                  <a:lnTo>
                    <a:pt x="645883" y="358254"/>
                  </a:lnTo>
                  <a:lnTo>
                    <a:pt x="645883" y="391109"/>
                  </a:lnTo>
                  <a:lnTo>
                    <a:pt x="581444" y="525284"/>
                  </a:lnTo>
                  <a:lnTo>
                    <a:pt x="465099" y="522643"/>
                  </a:lnTo>
                  <a:lnTo>
                    <a:pt x="529564" y="388442"/>
                  </a:lnTo>
                  <a:lnTo>
                    <a:pt x="645883" y="391109"/>
                  </a:lnTo>
                  <a:lnTo>
                    <a:pt x="645883" y="358254"/>
                  </a:lnTo>
                  <a:lnTo>
                    <a:pt x="545172" y="355955"/>
                  </a:lnTo>
                  <a:lnTo>
                    <a:pt x="631456" y="176314"/>
                  </a:lnTo>
                  <a:lnTo>
                    <a:pt x="747763" y="179019"/>
                  </a:lnTo>
                  <a:lnTo>
                    <a:pt x="747763" y="146164"/>
                  </a:lnTo>
                  <a:lnTo>
                    <a:pt x="647077" y="143814"/>
                  </a:lnTo>
                  <a:lnTo>
                    <a:pt x="712736" y="7112"/>
                  </a:lnTo>
                  <a:lnTo>
                    <a:pt x="697903" y="0"/>
                  </a:lnTo>
                  <a:lnTo>
                    <a:pt x="629031" y="143395"/>
                  </a:lnTo>
                  <a:lnTo>
                    <a:pt x="613410" y="143040"/>
                  </a:lnTo>
                  <a:lnTo>
                    <a:pt x="613410" y="175895"/>
                  </a:lnTo>
                  <a:lnTo>
                    <a:pt x="527126" y="355536"/>
                  </a:lnTo>
                  <a:lnTo>
                    <a:pt x="511517" y="355180"/>
                  </a:lnTo>
                  <a:lnTo>
                    <a:pt x="511517" y="388035"/>
                  </a:lnTo>
                  <a:lnTo>
                    <a:pt x="447065" y="522236"/>
                  </a:lnTo>
                  <a:lnTo>
                    <a:pt x="310057" y="519125"/>
                  </a:lnTo>
                  <a:lnTo>
                    <a:pt x="374548" y="384886"/>
                  </a:lnTo>
                  <a:lnTo>
                    <a:pt x="511517" y="388035"/>
                  </a:lnTo>
                  <a:lnTo>
                    <a:pt x="511517" y="355180"/>
                  </a:lnTo>
                  <a:lnTo>
                    <a:pt x="390144" y="352412"/>
                  </a:lnTo>
                  <a:lnTo>
                    <a:pt x="476465" y="172720"/>
                  </a:lnTo>
                  <a:lnTo>
                    <a:pt x="613410" y="175895"/>
                  </a:lnTo>
                  <a:lnTo>
                    <a:pt x="613410" y="143040"/>
                  </a:lnTo>
                  <a:lnTo>
                    <a:pt x="492086" y="140220"/>
                  </a:lnTo>
                  <a:lnTo>
                    <a:pt x="556031" y="7112"/>
                  </a:lnTo>
                  <a:lnTo>
                    <a:pt x="541261" y="0"/>
                  </a:lnTo>
                  <a:lnTo>
                    <a:pt x="474116" y="139801"/>
                  </a:lnTo>
                  <a:lnTo>
                    <a:pt x="458495" y="139446"/>
                  </a:lnTo>
                  <a:lnTo>
                    <a:pt x="458495" y="172313"/>
                  </a:lnTo>
                  <a:lnTo>
                    <a:pt x="372186" y="351993"/>
                  </a:lnTo>
                  <a:lnTo>
                    <a:pt x="356590" y="351637"/>
                  </a:lnTo>
                  <a:lnTo>
                    <a:pt x="356590" y="384479"/>
                  </a:lnTo>
                  <a:lnTo>
                    <a:pt x="292112" y="518718"/>
                  </a:lnTo>
                  <a:lnTo>
                    <a:pt x="175780" y="516077"/>
                  </a:lnTo>
                  <a:lnTo>
                    <a:pt x="240284" y="381812"/>
                  </a:lnTo>
                  <a:lnTo>
                    <a:pt x="356590" y="384479"/>
                  </a:lnTo>
                  <a:lnTo>
                    <a:pt x="356590" y="351637"/>
                  </a:lnTo>
                  <a:lnTo>
                    <a:pt x="255879" y="349338"/>
                  </a:lnTo>
                  <a:lnTo>
                    <a:pt x="342226" y="169608"/>
                  </a:lnTo>
                  <a:lnTo>
                    <a:pt x="458495" y="172313"/>
                  </a:lnTo>
                  <a:lnTo>
                    <a:pt x="458495" y="139446"/>
                  </a:lnTo>
                  <a:lnTo>
                    <a:pt x="357847" y="137096"/>
                  </a:lnTo>
                  <a:lnTo>
                    <a:pt x="420293" y="7112"/>
                  </a:lnTo>
                  <a:lnTo>
                    <a:pt x="405561" y="0"/>
                  </a:lnTo>
                  <a:lnTo>
                    <a:pt x="339890" y="136677"/>
                  </a:lnTo>
                  <a:lnTo>
                    <a:pt x="201726" y="133464"/>
                  </a:lnTo>
                  <a:lnTo>
                    <a:pt x="200926" y="166331"/>
                  </a:lnTo>
                  <a:lnTo>
                    <a:pt x="324269" y="169202"/>
                  </a:lnTo>
                  <a:lnTo>
                    <a:pt x="237909" y="348932"/>
                  </a:lnTo>
                  <a:lnTo>
                    <a:pt x="91097" y="345567"/>
                  </a:lnTo>
                  <a:lnTo>
                    <a:pt x="90487" y="378371"/>
                  </a:lnTo>
                  <a:lnTo>
                    <a:pt x="222313" y="381393"/>
                  </a:lnTo>
                  <a:lnTo>
                    <a:pt x="157797" y="515670"/>
                  </a:lnTo>
                  <a:lnTo>
                    <a:pt x="609" y="512089"/>
                  </a:lnTo>
                  <a:lnTo>
                    <a:pt x="0" y="544855"/>
                  </a:lnTo>
                  <a:lnTo>
                    <a:pt x="142214" y="548106"/>
                  </a:lnTo>
                  <a:lnTo>
                    <a:pt x="66014" y="706704"/>
                  </a:lnTo>
                  <a:lnTo>
                    <a:pt x="80848" y="713701"/>
                  </a:lnTo>
                  <a:lnTo>
                    <a:pt x="160197" y="548513"/>
                  </a:lnTo>
                  <a:lnTo>
                    <a:pt x="276529" y="551167"/>
                  </a:lnTo>
                  <a:lnTo>
                    <a:pt x="201828" y="706704"/>
                  </a:lnTo>
                  <a:lnTo>
                    <a:pt x="216598" y="713701"/>
                  </a:lnTo>
                  <a:lnTo>
                    <a:pt x="294474" y="551573"/>
                  </a:lnTo>
                  <a:lnTo>
                    <a:pt x="431469" y="554697"/>
                  </a:lnTo>
                  <a:lnTo>
                    <a:pt x="358470" y="706704"/>
                  </a:lnTo>
                  <a:lnTo>
                    <a:pt x="373341" y="713701"/>
                  </a:lnTo>
                  <a:lnTo>
                    <a:pt x="449516" y="555104"/>
                  </a:lnTo>
                  <a:lnTo>
                    <a:pt x="565835" y="557758"/>
                  </a:lnTo>
                  <a:lnTo>
                    <a:pt x="494309" y="706704"/>
                  </a:lnTo>
                  <a:lnTo>
                    <a:pt x="509041" y="713701"/>
                  </a:lnTo>
                  <a:lnTo>
                    <a:pt x="583755" y="558165"/>
                  </a:lnTo>
                  <a:lnTo>
                    <a:pt x="720788" y="561289"/>
                  </a:lnTo>
                  <a:lnTo>
                    <a:pt x="650951" y="706704"/>
                  </a:lnTo>
                  <a:lnTo>
                    <a:pt x="665721" y="713701"/>
                  </a:lnTo>
                  <a:lnTo>
                    <a:pt x="738771" y="561695"/>
                  </a:lnTo>
                  <a:lnTo>
                    <a:pt x="855116" y="564349"/>
                  </a:lnTo>
                  <a:lnTo>
                    <a:pt x="786726" y="706704"/>
                  </a:lnTo>
                  <a:lnTo>
                    <a:pt x="801535" y="713701"/>
                  </a:lnTo>
                  <a:lnTo>
                    <a:pt x="873086" y="564756"/>
                  </a:lnTo>
                  <a:lnTo>
                    <a:pt x="1010031" y="567880"/>
                  </a:lnTo>
                  <a:lnTo>
                    <a:pt x="943330" y="706704"/>
                  </a:lnTo>
                  <a:lnTo>
                    <a:pt x="958176" y="713701"/>
                  </a:lnTo>
                  <a:lnTo>
                    <a:pt x="1028052" y="568299"/>
                  </a:lnTo>
                  <a:lnTo>
                    <a:pt x="1144384" y="570941"/>
                  </a:lnTo>
                  <a:lnTo>
                    <a:pt x="1079182" y="706704"/>
                  </a:lnTo>
                  <a:lnTo>
                    <a:pt x="1094016" y="713701"/>
                  </a:lnTo>
                  <a:lnTo>
                    <a:pt x="1162392" y="571360"/>
                  </a:lnTo>
                  <a:lnTo>
                    <a:pt x="1333385" y="575246"/>
                  </a:lnTo>
                  <a:lnTo>
                    <a:pt x="1334173" y="542366"/>
                  </a:lnTo>
                  <a:lnTo>
                    <a:pt x="1178026" y="538822"/>
                  </a:lnTo>
                  <a:lnTo>
                    <a:pt x="1242415" y="404787"/>
                  </a:lnTo>
                  <a:lnTo>
                    <a:pt x="1411071" y="408647"/>
                  </a:lnTo>
                  <a:lnTo>
                    <a:pt x="1411871" y="375754"/>
                  </a:lnTo>
                  <a:lnTo>
                    <a:pt x="1258049" y="372249"/>
                  </a:lnTo>
                  <a:lnTo>
                    <a:pt x="1344231" y="192836"/>
                  </a:lnTo>
                  <a:lnTo>
                    <a:pt x="1507769" y="196621"/>
                  </a:lnTo>
                  <a:lnTo>
                    <a:pt x="1508556" y="163817"/>
                  </a:lnTo>
                  <a:close/>
                </a:path>
              </a:pathLst>
            </a:custGeom>
            <a:solidFill>
              <a:srgbClr val="428F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311067" y="2469143"/>
              <a:ext cx="1421130" cy="214629"/>
            </a:xfrm>
            <a:custGeom>
              <a:avLst/>
              <a:gdLst/>
              <a:ahLst/>
              <a:cxnLst/>
              <a:rect l="l" t="t" r="r" b="b"/>
              <a:pathLst>
                <a:path w="1421129" h="214630">
                  <a:moveTo>
                    <a:pt x="112321" y="0"/>
                  </a:moveTo>
                  <a:lnTo>
                    <a:pt x="0" y="212066"/>
                  </a:lnTo>
                  <a:lnTo>
                    <a:pt x="1321059" y="214506"/>
                  </a:lnTo>
                  <a:lnTo>
                    <a:pt x="1420658" y="5099"/>
                  </a:lnTo>
                  <a:lnTo>
                    <a:pt x="11232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085666" y="2483948"/>
              <a:ext cx="1644014" cy="678180"/>
            </a:xfrm>
            <a:custGeom>
              <a:avLst/>
              <a:gdLst/>
              <a:ahLst/>
              <a:cxnLst/>
              <a:rect l="l" t="t" r="r" b="b"/>
              <a:pathLst>
                <a:path w="1644014" h="678180">
                  <a:moveTo>
                    <a:pt x="1643392" y="6362"/>
                  </a:moveTo>
                  <a:lnTo>
                    <a:pt x="1429156" y="5664"/>
                  </a:lnTo>
                  <a:lnTo>
                    <a:pt x="1431010" y="3848"/>
                  </a:lnTo>
                  <a:lnTo>
                    <a:pt x="1313446" y="0"/>
                  </a:lnTo>
                  <a:lnTo>
                    <a:pt x="1307744" y="5257"/>
                  </a:lnTo>
                  <a:lnTo>
                    <a:pt x="882459" y="3848"/>
                  </a:lnTo>
                  <a:lnTo>
                    <a:pt x="0" y="672655"/>
                  </a:lnTo>
                  <a:lnTo>
                    <a:pt x="473443" y="672655"/>
                  </a:lnTo>
                  <a:lnTo>
                    <a:pt x="1014412" y="201091"/>
                  </a:lnTo>
                  <a:lnTo>
                    <a:pt x="1045248" y="247180"/>
                  </a:lnTo>
                  <a:lnTo>
                    <a:pt x="582218" y="673912"/>
                  </a:lnTo>
                  <a:lnTo>
                    <a:pt x="741502" y="677684"/>
                  </a:lnTo>
                  <a:lnTo>
                    <a:pt x="1099312" y="328002"/>
                  </a:lnTo>
                  <a:lnTo>
                    <a:pt x="1329905" y="672655"/>
                  </a:lnTo>
                  <a:lnTo>
                    <a:pt x="1643392" y="6362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13321208" y="6883255"/>
            <a:ext cx="3313429" cy="1087755"/>
            <a:chOff x="13321208" y="6883255"/>
            <a:chExt cx="3313429" cy="1087755"/>
          </a:xfrm>
        </p:grpSpPr>
        <p:sp>
          <p:nvSpPr>
            <p:cNvPr id="54" name="object 54" descr=""/>
            <p:cNvSpPr/>
            <p:nvPr/>
          </p:nvSpPr>
          <p:spPr>
            <a:xfrm>
              <a:off x="13722135" y="6883255"/>
              <a:ext cx="2621915" cy="936625"/>
            </a:xfrm>
            <a:custGeom>
              <a:avLst/>
              <a:gdLst/>
              <a:ahLst/>
              <a:cxnLst/>
              <a:rect l="l" t="t" r="r" b="b"/>
              <a:pathLst>
                <a:path w="2621915" h="936625">
                  <a:moveTo>
                    <a:pt x="1463273" y="0"/>
                  </a:moveTo>
                  <a:lnTo>
                    <a:pt x="1339466" y="7144"/>
                  </a:lnTo>
                  <a:lnTo>
                    <a:pt x="1122639" y="80381"/>
                  </a:lnTo>
                  <a:lnTo>
                    <a:pt x="1064913" y="109653"/>
                  </a:lnTo>
                  <a:lnTo>
                    <a:pt x="1006225" y="162687"/>
                  </a:lnTo>
                  <a:lnTo>
                    <a:pt x="980111" y="200017"/>
                  </a:lnTo>
                  <a:lnTo>
                    <a:pt x="958063" y="245571"/>
                  </a:lnTo>
                  <a:lnTo>
                    <a:pt x="941518" y="300109"/>
                  </a:lnTo>
                  <a:lnTo>
                    <a:pt x="931912" y="364393"/>
                  </a:lnTo>
                  <a:lnTo>
                    <a:pt x="813788" y="206591"/>
                  </a:lnTo>
                  <a:lnTo>
                    <a:pt x="734738" y="160980"/>
                  </a:lnTo>
                  <a:lnTo>
                    <a:pt x="659052" y="233850"/>
                  </a:lnTo>
                  <a:lnTo>
                    <a:pt x="551023" y="431490"/>
                  </a:lnTo>
                  <a:lnTo>
                    <a:pt x="307742" y="370467"/>
                  </a:lnTo>
                  <a:lnTo>
                    <a:pt x="179726" y="377978"/>
                  </a:lnTo>
                  <a:lnTo>
                    <a:pt x="124744" y="479088"/>
                  </a:lnTo>
                  <a:lnTo>
                    <a:pt x="100566" y="698864"/>
                  </a:lnTo>
                  <a:lnTo>
                    <a:pt x="25567" y="779531"/>
                  </a:lnTo>
                  <a:lnTo>
                    <a:pt x="0" y="831152"/>
                  </a:lnTo>
                  <a:lnTo>
                    <a:pt x="23351" y="875986"/>
                  </a:lnTo>
                  <a:lnTo>
                    <a:pt x="95110" y="936292"/>
                  </a:lnTo>
                  <a:lnTo>
                    <a:pt x="2621861" y="860681"/>
                  </a:lnTo>
                  <a:lnTo>
                    <a:pt x="2553010" y="582488"/>
                  </a:lnTo>
                  <a:lnTo>
                    <a:pt x="2489157" y="452162"/>
                  </a:lnTo>
                  <a:lnTo>
                    <a:pt x="2393488" y="435868"/>
                  </a:lnTo>
                  <a:lnTo>
                    <a:pt x="2229192" y="499771"/>
                  </a:lnTo>
                  <a:lnTo>
                    <a:pt x="2219027" y="497183"/>
                  </a:lnTo>
                  <a:lnTo>
                    <a:pt x="2207567" y="483177"/>
                  </a:lnTo>
                  <a:lnTo>
                    <a:pt x="2193816" y="461352"/>
                  </a:lnTo>
                  <a:lnTo>
                    <a:pt x="2176782" y="435304"/>
                  </a:lnTo>
                  <a:lnTo>
                    <a:pt x="2155471" y="408630"/>
                  </a:lnTo>
                  <a:lnTo>
                    <a:pt x="2128887" y="384927"/>
                  </a:lnTo>
                  <a:lnTo>
                    <a:pt x="2096039" y="367791"/>
                  </a:lnTo>
                  <a:lnTo>
                    <a:pt x="2055932" y="360821"/>
                  </a:lnTo>
                  <a:lnTo>
                    <a:pt x="2007572" y="367613"/>
                  </a:lnTo>
                  <a:lnTo>
                    <a:pt x="1949965" y="391764"/>
                  </a:lnTo>
                  <a:lnTo>
                    <a:pt x="1905812" y="227853"/>
                  </a:lnTo>
                  <a:lnTo>
                    <a:pt x="1856447" y="158047"/>
                  </a:lnTo>
                  <a:lnTo>
                    <a:pt x="1770686" y="168695"/>
                  </a:lnTo>
                  <a:lnTo>
                    <a:pt x="1617347" y="246145"/>
                  </a:lnTo>
                  <a:lnTo>
                    <a:pt x="1540440" y="74486"/>
                  </a:lnTo>
                  <a:lnTo>
                    <a:pt x="1463273" y="0"/>
                  </a:lnTo>
                  <a:close/>
                </a:path>
              </a:pathLst>
            </a:custGeom>
            <a:solidFill>
              <a:srgbClr val="CDE3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3721917" y="6954946"/>
              <a:ext cx="2622550" cy="864869"/>
            </a:xfrm>
            <a:custGeom>
              <a:avLst/>
              <a:gdLst/>
              <a:ahLst/>
              <a:cxnLst/>
              <a:rect l="l" t="t" r="r" b="b"/>
              <a:pathLst>
                <a:path w="2622550" h="864870">
                  <a:moveTo>
                    <a:pt x="1461861" y="0"/>
                  </a:moveTo>
                  <a:lnTo>
                    <a:pt x="1338045" y="6949"/>
                  </a:lnTo>
                  <a:lnTo>
                    <a:pt x="1121319" y="74929"/>
                  </a:lnTo>
                  <a:lnTo>
                    <a:pt x="1055055" y="107485"/>
                  </a:lnTo>
                  <a:lnTo>
                    <a:pt x="1021209" y="134354"/>
                  </a:lnTo>
                  <a:lnTo>
                    <a:pt x="989748" y="169660"/>
                  </a:lnTo>
                  <a:lnTo>
                    <a:pt x="962816" y="214435"/>
                  </a:lnTo>
                  <a:lnTo>
                    <a:pt x="942561" y="269712"/>
                  </a:lnTo>
                  <a:lnTo>
                    <a:pt x="931126" y="336523"/>
                  </a:lnTo>
                  <a:lnTo>
                    <a:pt x="812697" y="191848"/>
                  </a:lnTo>
                  <a:lnTo>
                    <a:pt x="733557" y="150162"/>
                  </a:lnTo>
                  <a:lnTo>
                    <a:pt x="658008" y="217353"/>
                  </a:lnTo>
                  <a:lnTo>
                    <a:pt x="550352" y="399307"/>
                  </a:lnTo>
                  <a:lnTo>
                    <a:pt x="306931" y="343951"/>
                  </a:lnTo>
                  <a:lnTo>
                    <a:pt x="178916" y="351241"/>
                  </a:lnTo>
                  <a:lnTo>
                    <a:pt x="124119" y="444345"/>
                  </a:lnTo>
                  <a:lnTo>
                    <a:pt x="100355" y="646430"/>
                  </a:lnTo>
                  <a:lnTo>
                    <a:pt x="25481" y="720777"/>
                  </a:lnTo>
                  <a:lnTo>
                    <a:pt x="0" y="768285"/>
                  </a:lnTo>
                  <a:lnTo>
                    <a:pt x="23439" y="809409"/>
                  </a:lnTo>
                  <a:lnTo>
                    <a:pt x="95329" y="864601"/>
                  </a:lnTo>
                  <a:lnTo>
                    <a:pt x="2622079" y="788991"/>
                  </a:lnTo>
                  <a:lnTo>
                    <a:pt x="2552735" y="532640"/>
                  </a:lnTo>
                  <a:lnTo>
                    <a:pt x="2488650" y="412596"/>
                  </a:lnTo>
                  <a:lnTo>
                    <a:pt x="2392950" y="397723"/>
                  </a:lnTo>
                  <a:lnTo>
                    <a:pt x="2228761" y="456886"/>
                  </a:lnTo>
                  <a:lnTo>
                    <a:pt x="2218603" y="454558"/>
                  </a:lnTo>
                  <a:lnTo>
                    <a:pt x="2207121" y="441738"/>
                  </a:lnTo>
                  <a:lnTo>
                    <a:pt x="2193331" y="421735"/>
                  </a:lnTo>
                  <a:lnTo>
                    <a:pt x="2176246" y="397856"/>
                  </a:lnTo>
                  <a:lnTo>
                    <a:pt x="2154879" y="373411"/>
                  </a:lnTo>
                  <a:lnTo>
                    <a:pt x="2128245" y="351707"/>
                  </a:lnTo>
                  <a:lnTo>
                    <a:pt x="2095358" y="336052"/>
                  </a:lnTo>
                  <a:lnTo>
                    <a:pt x="2055231" y="329756"/>
                  </a:lnTo>
                  <a:lnTo>
                    <a:pt x="2006879" y="336126"/>
                  </a:lnTo>
                  <a:lnTo>
                    <a:pt x="1949314" y="358470"/>
                  </a:lnTo>
                  <a:lnTo>
                    <a:pt x="1904839" y="207972"/>
                  </a:lnTo>
                  <a:lnTo>
                    <a:pt x="1855338" y="143981"/>
                  </a:lnTo>
                  <a:lnTo>
                    <a:pt x="1769603" y="154055"/>
                  </a:lnTo>
                  <a:lnTo>
                    <a:pt x="1616424" y="225752"/>
                  </a:lnTo>
                  <a:lnTo>
                    <a:pt x="1539182" y="68221"/>
                  </a:lnTo>
                  <a:lnTo>
                    <a:pt x="146186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3321208" y="7358279"/>
              <a:ext cx="3313429" cy="612775"/>
            </a:xfrm>
            <a:custGeom>
              <a:avLst/>
              <a:gdLst/>
              <a:ahLst/>
              <a:cxnLst/>
              <a:rect l="l" t="t" r="r" b="b"/>
              <a:pathLst>
                <a:path w="3313430" h="612775">
                  <a:moveTo>
                    <a:pt x="319297" y="0"/>
                  </a:moveTo>
                  <a:lnTo>
                    <a:pt x="167241" y="44738"/>
                  </a:lnTo>
                  <a:lnTo>
                    <a:pt x="0" y="164686"/>
                  </a:lnTo>
                  <a:lnTo>
                    <a:pt x="4177" y="189259"/>
                  </a:lnTo>
                  <a:lnTo>
                    <a:pt x="19960" y="235921"/>
                  </a:lnTo>
                  <a:lnTo>
                    <a:pt x="45245" y="279345"/>
                  </a:lnTo>
                  <a:lnTo>
                    <a:pt x="79550" y="319624"/>
                  </a:lnTo>
                  <a:lnTo>
                    <a:pt x="122392" y="356849"/>
                  </a:lnTo>
                  <a:lnTo>
                    <a:pt x="173289" y="391114"/>
                  </a:lnTo>
                  <a:lnTo>
                    <a:pt x="231760" y="422508"/>
                  </a:lnTo>
                  <a:lnTo>
                    <a:pt x="297321" y="451125"/>
                  </a:lnTo>
                  <a:lnTo>
                    <a:pt x="369490" y="477057"/>
                  </a:lnTo>
                  <a:lnTo>
                    <a:pt x="407902" y="489044"/>
                  </a:lnTo>
                  <a:lnTo>
                    <a:pt x="447785" y="500395"/>
                  </a:lnTo>
                  <a:lnTo>
                    <a:pt x="489080" y="511120"/>
                  </a:lnTo>
                  <a:lnTo>
                    <a:pt x="531725" y="521231"/>
                  </a:lnTo>
                  <a:lnTo>
                    <a:pt x="575660" y="530739"/>
                  </a:lnTo>
                  <a:lnTo>
                    <a:pt x="620825" y="539657"/>
                  </a:lnTo>
                  <a:lnTo>
                    <a:pt x="667160" y="547996"/>
                  </a:lnTo>
                  <a:lnTo>
                    <a:pt x="714605" y="555766"/>
                  </a:lnTo>
                  <a:lnTo>
                    <a:pt x="763099" y="562980"/>
                  </a:lnTo>
                  <a:lnTo>
                    <a:pt x="812582" y="569649"/>
                  </a:lnTo>
                  <a:lnTo>
                    <a:pt x="862993" y="575785"/>
                  </a:lnTo>
                  <a:lnTo>
                    <a:pt x="914273" y="581398"/>
                  </a:lnTo>
                  <a:lnTo>
                    <a:pt x="966361" y="586501"/>
                  </a:lnTo>
                  <a:lnTo>
                    <a:pt x="1019197" y="591105"/>
                  </a:lnTo>
                  <a:lnTo>
                    <a:pt x="1072720" y="595222"/>
                  </a:lnTo>
                  <a:lnTo>
                    <a:pt x="1126870" y="598863"/>
                  </a:lnTo>
                  <a:lnTo>
                    <a:pt x="1181588" y="602039"/>
                  </a:lnTo>
                  <a:lnTo>
                    <a:pt x="1236812" y="604762"/>
                  </a:lnTo>
                  <a:lnTo>
                    <a:pt x="1292483" y="607044"/>
                  </a:lnTo>
                  <a:lnTo>
                    <a:pt x="1348539" y="608896"/>
                  </a:lnTo>
                  <a:lnTo>
                    <a:pt x="1404921" y="610329"/>
                  </a:lnTo>
                  <a:lnTo>
                    <a:pt x="1461569" y="611355"/>
                  </a:lnTo>
                  <a:lnTo>
                    <a:pt x="1518423" y="611986"/>
                  </a:lnTo>
                  <a:lnTo>
                    <a:pt x="1575421" y="612232"/>
                  </a:lnTo>
                  <a:lnTo>
                    <a:pt x="1632503" y="612107"/>
                  </a:lnTo>
                  <a:lnTo>
                    <a:pt x="1689610" y="611620"/>
                  </a:lnTo>
                  <a:lnTo>
                    <a:pt x="1746682" y="610783"/>
                  </a:lnTo>
                  <a:lnTo>
                    <a:pt x="1803657" y="609609"/>
                  </a:lnTo>
                  <a:lnTo>
                    <a:pt x="1860475" y="608108"/>
                  </a:lnTo>
                  <a:lnTo>
                    <a:pt x="1917077" y="606292"/>
                  </a:lnTo>
                  <a:lnTo>
                    <a:pt x="1973402" y="604172"/>
                  </a:lnTo>
                  <a:lnTo>
                    <a:pt x="2029389" y="601760"/>
                  </a:lnTo>
                  <a:lnTo>
                    <a:pt x="2084979" y="599068"/>
                  </a:lnTo>
                  <a:lnTo>
                    <a:pt x="2140111" y="596106"/>
                  </a:lnTo>
                  <a:lnTo>
                    <a:pt x="2194724" y="592888"/>
                  </a:lnTo>
                  <a:lnTo>
                    <a:pt x="2248760" y="589422"/>
                  </a:lnTo>
                  <a:lnTo>
                    <a:pt x="2302156" y="585723"/>
                  </a:lnTo>
                  <a:lnTo>
                    <a:pt x="2354853" y="581800"/>
                  </a:lnTo>
                  <a:lnTo>
                    <a:pt x="2406791" y="577666"/>
                  </a:lnTo>
                  <a:lnTo>
                    <a:pt x="2457910" y="573331"/>
                  </a:lnTo>
                  <a:lnTo>
                    <a:pt x="2508148" y="568808"/>
                  </a:lnTo>
                  <a:lnTo>
                    <a:pt x="2557447" y="564108"/>
                  </a:lnTo>
                  <a:lnTo>
                    <a:pt x="2605745" y="559242"/>
                  </a:lnTo>
                  <a:lnTo>
                    <a:pt x="2652982" y="554222"/>
                  </a:lnTo>
                  <a:lnTo>
                    <a:pt x="2699098" y="549060"/>
                  </a:lnTo>
                  <a:lnTo>
                    <a:pt x="2744032" y="543766"/>
                  </a:lnTo>
                  <a:lnTo>
                    <a:pt x="2787726" y="538353"/>
                  </a:lnTo>
                  <a:lnTo>
                    <a:pt x="2830117" y="532831"/>
                  </a:lnTo>
                  <a:lnTo>
                    <a:pt x="2871146" y="527213"/>
                  </a:lnTo>
                  <a:lnTo>
                    <a:pt x="2910752" y="521510"/>
                  </a:lnTo>
                  <a:lnTo>
                    <a:pt x="2948876" y="515733"/>
                  </a:lnTo>
                  <a:lnTo>
                    <a:pt x="3020434" y="504004"/>
                  </a:lnTo>
                  <a:lnTo>
                    <a:pt x="3085338" y="492118"/>
                  </a:lnTo>
                  <a:lnTo>
                    <a:pt x="3143105" y="480168"/>
                  </a:lnTo>
                  <a:lnTo>
                    <a:pt x="3193253" y="468244"/>
                  </a:lnTo>
                  <a:lnTo>
                    <a:pt x="3235299" y="456440"/>
                  </a:lnTo>
                  <a:lnTo>
                    <a:pt x="3282124" y="439159"/>
                  </a:lnTo>
                  <a:lnTo>
                    <a:pt x="3312827" y="412255"/>
                  </a:lnTo>
                  <a:lnTo>
                    <a:pt x="3311324" y="407262"/>
                  </a:lnTo>
                  <a:lnTo>
                    <a:pt x="3171223" y="326745"/>
                  </a:lnTo>
                  <a:lnTo>
                    <a:pt x="3128876" y="304006"/>
                  </a:lnTo>
                  <a:lnTo>
                    <a:pt x="3086670" y="282028"/>
                  </a:lnTo>
                  <a:lnTo>
                    <a:pt x="3044500" y="260990"/>
                  </a:lnTo>
                  <a:lnTo>
                    <a:pt x="3002257" y="241070"/>
                  </a:lnTo>
                  <a:lnTo>
                    <a:pt x="2959835" y="222444"/>
                  </a:lnTo>
                  <a:lnTo>
                    <a:pt x="2917126" y="205292"/>
                  </a:lnTo>
                  <a:lnTo>
                    <a:pt x="2874023" y="189791"/>
                  </a:lnTo>
                  <a:lnTo>
                    <a:pt x="2830419" y="176118"/>
                  </a:lnTo>
                  <a:lnTo>
                    <a:pt x="2786206" y="164452"/>
                  </a:lnTo>
                  <a:lnTo>
                    <a:pt x="2741278" y="154970"/>
                  </a:lnTo>
                  <a:lnTo>
                    <a:pt x="2695526" y="147849"/>
                  </a:lnTo>
                  <a:lnTo>
                    <a:pt x="2648844" y="143269"/>
                  </a:lnTo>
                  <a:lnTo>
                    <a:pt x="2601125" y="141406"/>
                  </a:lnTo>
                  <a:lnTo>
                    <a:pt x="2552261" y="142438"/>
                  </a:lnTo>
                  <a:lnTo>
                    <a:pt x="2502145" y="146544"/>
                  </a:lnTo>
                  <a:lnTo>
                    <a:pt x="2450669" y="153900"/>
                  </a:lnTo>
                  <a:lnTo>
                    <a:pt x="2397728" y="164686"/>
                  </a:lnTo>
                  <a:lnTo>
                    <a:pt x="2353862" y="174212"/>
                  </a:lnTo>
                  <a:lnTo>
                    <a:pt x="2307823" y="182856"/>
                  </a:lnTo>
                  <a:lnTo>
                    <a:pt x="2259892" y="190658"/>
                  </a:lnTo>
                  <a:lnTo>
                    <a:pt x="2210348" y="197657"/>
                  </a:lnTo>
                  <a:lnTo>
                    <a:pt x="2159473" y="203894"/>
                  </a:lnTo>
                  <a:lnTo>
                    <a:pt x="2107545" y="209409"/>
                  </a:lnTo>
                  <a:lnTo>
                    <a:pt x="2054846" y="214242"/>
                  </a:lnTo>
                  <a:lnTo>
                    <a:pt x="2001656" y="218433"/>
                  </a:lnTo>
                  <a:lnTo>
                    <a:pt x="1949932" y="221776"/>
                  </a:lnTo>
                  <a:lnTo>
                    <a:pt x="1898199" y="224274"/>
                  </a:lnTo>
                  <a:lnTo>
                    <a:pt x="1846464" y="225933"/>
                  </a:lnTo>
                  <a:lnTo>
                    <a:pt x="1794737" y="226758"/>
                  </a:lnTo>
                  <a:lnTo>
                    <a:pt x="1743024" y="226756"/>
                  </a:lnTo>
                  <a:lnTo>
                    <a:pt x="1691336" y="225933"/>
                  </a:lnTo>
                  <a:lnTo>
                    <a:pt x="1639679" y="224294"/>
                  </a:lnTo>
                  <a:lnTo>
                    <a:pt x="1588063" y="221845"/>
                  </a:lnTo>
                  <a:lnTo>
                    <a:pt x="1536496" y="218592"/>
                  </a:lnTo>
                  <a:lnTo>
                    <a:pt x="1484987" y="214542"/>
                  </a:lnTo>
                  <a:lnTo>
                    <a:pt x="1433543" y="209700"/>
                  </a:lnTo>
                  <a:lnTo>
                    <a:pt x="1382173" y="204072"/>
                  </a:lnTo>
                  <a:lnTo>
                    <a:pt x="1330886" y="197664"/>
                  </a:lnTo>
                  <a:lnTo>
                    <a:pt x="1279690" y="190482"/>
                  </a:lnTo>
                  <a:lnTo>
                    <a:pt x="1228593" y="182531"/>
                  </a:lnTo>
                  <a:lnTo>
                    <a:pt x="1177604" y="173819"/>
                  </a:lnTo>
                  <a:lnTo>
                    <a:pt x="1126731" y="164350"/>
                  </a:lnTo>
                  <a:lnTo>
                    <a:pt x="1075982" y="154132"/>
                  </a:lnTo>
                  <a:lnTo>
                    <a:pt x="1025367" y="143168"/>
                  </a:lnTo>
                  <a:lnTo>
                    <a:pt x="974893" y="131467"/>
                  </a:lnTo>
                  <a:lnTo>
                    <a:pt x="924568" y="119033"/>
                  </a:lnTo>
                  <a:lnTo>
                    <a:pt x="542847" y="26191"/>
                  </a:lnTo>
                  <a:lnTo>
                    <a:pt x="319297" y="0"/>
                  </a:lnTo>
                  <a:close/>
                </a:path>
              </a:pathLst>
            </a:custGeom>
            <a:solidFill>
              <a:srgbClr val="A6CE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/>
          <p:nvPr/>
        </p:nvSpPr>
        <p:spPr>
          <a:xfrm>
            <a:off x="8193077" y="2360905"/>
            <a:ext cx="1894205" cy="1274445"/>
          </a:xfrm>
          <a:custGeom>
            <a:avLst/>
            <a:gdLst/>
            <a:ahLst/>
            <a:cxnLst/>
            <a:rect l="l" t="t" r="r" b="b"/>
            <a:pathLst>
              <a:path w="1894204" h="1274445">
                <a:moveTo>
                  <a:pt x="1748993" y="0"/>
                </a:moveTo>
                <a:lnTo>
                  <a:pt x="1703237" y="6124"/>
                </a:lnTo>
                <a:lnTo>
                  <a:pt x="1663467" y="23182"/>
                </a:lnTo>
                <a:lnTo>
                  <a:pt x="1632086" y="49201"/>
                </a:lnTo>
                <a:lnTo>
                  <a:pt x="1611495" y="82207"/>
                </a:lnTo>
                <a:lnTo>
                  <a:pt x="1604097" y="120226"/>
                </a:lnTo>
                <a:lnTo>
                  <a:pt x="1604244" y="122666"/>
                </a:lnTo>
                <a:lnTo>
                  <a:pt x="1583814" y="101936"/>
                </a:lnTo>
                <a:lnTo>
                  <a:pt x="1558343" y="86030"/>
                </a:lnTo>
                <a:lnTo>
                  <a:pt x="1528929" y="75834"/>
                </a:lnTo>
                <a:lnTo>
                  <a:pt x="1496666" y="72238"/>
                </a:lnTo>
                <a:lnTo>
                  <a:pt x="1446701" y="80988"/>
                </a:lnTo>
                <a:lnTo>
                  <a:pt x="1405738" y="104928"/>
                </a:lnTo>
                <a:lnTo>
                  <a:pt x="1377633" y="140593"/>
                </a:lnTo>
                <a:lnTo>
                  <a:pt x="1366241" y="184517"/>
                </a:lnTo>
                <a:lnTo>
                  <a:pt x="1340335" y="174255"/>
                </a:lnTo>
                <a:lnTo>
                  <a:pt x="1312741" y="166695"/>
                </a:lnTo>
                <a:lnTo>
                  <a:pt x="1283719" y="162023"/>
                </a:lnTo>
                <a:lnTo>
                  <a:pt x="1253532" y="160424"/>
                </a:lnTo>
                <a:lnTo>
                  <a:pt x="1199991" y="165579"/>
                </a:lnTo>
                <a:lnTo>
                  <a:pt x="1150810" y="180260"/>
                </a:lnTo>
                <a:lnTo>
                  <a:pt x="1107404" y="203293"/>
                </a:lnTo>
                <a:lnTo>
                  <a:pt x="1071183" y="233503"/>
                </a:lnTo>
                <a:lnTo>
                  <a:pt x="1043562" y="269716"/>
                </a:lnTo>
                <a:lnTo>
                  <a:pt x="1025953" y="310758"/>
                </a:lnTo>
                <a:lnTo>
                  <a:pt x="1019769" y="355455"/>
                </a:lnTo>
                <a:lnTo>
                  <a:pt x="1019951" y="363015"/>
                </a:lnTo>
                <a:lnTo>
                  <a:pt x="1020489" y="370450"/>
                </a:lnTo>
                <a:lnTo>
                  <a:pt x="1021377" y="377770"/>
                </a:lnTo>
                <a:lnTo>
                  <a:pt x="1022607" y="384983"/>
                </a:lnTo>
                <a:lnTo>
                  <a:pt x="1011001" y="381413"/>
                </a:lnTo>
                <a:lnTo>
                  <a:pt x="998990" y="378463"/>
                </a:lnTo>
                <a:lnTo>
                  <a:pt x="986602" y="376132"/>
                </a:lnTo>
                <a:lnTo>
                  <a:pt x="973865" y="374417"/>
                </a:lnTo>
                <a:lnTo>
                  <a:pt x="973865" y="373779"/>
                </a:lnTo>
                <a:lnTo>
                  <a:pt x="969480" y="329981"/>
                </a:lnTo>
                <a:lnTo>
                  <a:pt x="955676" y="290145"/>
                </a:lnTo>
                <a:lnTo>
                  <a:pt x="933838" y="254084"/>
                </a:lnTo>
                <a:lnTo>
                  <a:pt x="904922" y="222655"/>
                </a:lnTo>
                <a:lnTo>
                  <a:pt x="869886" y="196716"/>
                </a:lnTo>
                <a:lnTo>
                  <a:pt x="829686" y="177126"/>
                </a:lnTo>
                <a:lnTo>
                  <a:pt x="785279" y="164742"/>
                </a:lnTo>
                <a:lnTo>
                  <a:pt x="737621" y="160424"/>
                </a:lnTo>
                <a:lnTo>
                  <a:pt x="684024" y="165867"/>
                </a:lnTo>
                <a:lnTo>
                  <a:pt x="634837" y="181380"/>
                </a:lnTo>
                <a:lnTo>
                  <a:pt x="591370" y="205739"/>
                </a:lnTo>
                <a:lnTo>
                  <a:pt x="554934" y="237719"/>
                </a:lnTo>
                <a:lnTo>
                  <a:pt x="526837" y="276096"/>
                </a:lnTo>
                <a:lnTo>
                  <a:pt x="508392" y="319644"/>
                </a:lnTo>
                <a:lnTo>
                  <a:pt x="480320" y="313160"/>
                </a:lnTo>
                <a:lnTo>
                  <a:pt x="451314" y="308421"/>
                </a:lnTo>
                <a:lnTo>
                  <a:pt x="421521" y="305513"/>
                </a:lnTo>
                <a:lnTo>
                  <a:pt x="391087" y="304524"/>
                </a:lnTo>
                <a:lnTo>
                  <a:pt x="338049" y="307595"/>
                </a:lnTo>
                <a:lnTo>
                  <a:pt x="287171" y="316539"/>
                </a:lnTo>
                <a:lnTo>
                  <a:pt x="238919" y="330959"/>
                </a:lnTo>
                <a:lnTo>
                  <a:pt x="193762" y="350455"/>
                </a:lnTo>
                <a:lnTo>
                  <a:pt x="152167" y="374627"/>
                </a:lnTo>
                <a:lnTo>
                  <a:pt x="114601" y="403076"/>
                </a:lnTo>
                <a:lnTo>
                  <a:pt x="81532" y="435403"/>
                </a:lnTo>
                <a:lnTo>
                  <a:pt x="53427" y="471208"/>
                </a:lnTo>
                <a:lnTo>
                  <a:pt x="30753" y="510093"/>
                </a:lnTo>
                <a:lnTo>
                  <a:pt x="13980" y="551657"/>
                </a:lnTo>
                <a:lnTo>
                  <a:pt x="3572" y="595501"/>
                </a:lnTo>
                <a:lnTo>
                  <a:pt x="0" y="641226"/>
                </a:lnTo>
                <a:lnTo>
                  <a:pt x="3424" y="685904"/>
                </a:lnTo>
                <a:lnTo>
                  <a:pt x="13405" y="728791"/>
                </a:lnTo>
                <a:lnTo>
                  <a:pt x="29505" y="769516"/>
                </a:lnTo>
                <a:lnTo>
                  <a:pt x="51287" y="807709"/>
                </a:lnTo>
                <a:lnTo>
                  <a:pt x="78312" y="842999"/>
                </a:lnTo>
                <a:lnTo>
                  <a:pt x="110144" y="875015"/>
                </a:lnTo>
                <a:lnTo>
                  <a:pt x="146344" y="903388"/>
                </a:lnTo>
                <a:lnTo>
                  <a:pt x="186474" y="927746"/>
                </a:lnTo>
                <a:lnTo>
                  <a:pt x="230097" y="947719"/>
                </a:lnTo>
                <a:lnTo>
                  <a:pt x="206057" y="975220"/>
                </a:lnTo>
                <a:lnTo>
                  <a:pt x="188053" y="1005731"/>
                </a:lnTo>
                <a:lnTo>
                  <a:pt x="176757" y="1038774"/>
                </a:lnTo>
                <a:lnTo>
                  <a:pt x="172842" y="1073873"/>
                </a:lnTo>
                <a:lnTo>
                  <a:pt x="178020" y="1114324"/>
                </a:lnTo>
                <a:lnTo>
                  <a:pt x="192871" y="1151980"/>
                </a:lnTo>
                <a:lnTo>
                  <a:pt x="216368" y="1186040"/>
                </a:lnTo>
                <a:lnTo>
                  <a:pt x="247485" y="1215703"/>
                </a:lnTo>
                <a:lnTo>
                  <a:pt x="285198" y="1240168"/>
                </a:lnTo>
                <a:lnTo>
                  <a:pt x="328481" y="1258635"/>
                </a:lnTo>
                <a:lnTo>
                  <a:pt x="376307" y="1270302"/>
                </a:lnTo>
                <a:lnTo>
                  <a:pt x="427651" y="1274369"/>
                </a:lnTo>
                <a:lnTo>
                  <a:pt x="478525" y="1270397"/>
                </a:lnTo>
                <a:lnTo>
                  <a:pt x="525921" y="1259000"/>
                </a:lnTo>
                <a:lnTo>
                  <a:pt x="568866" y="1240953"/>
                </a:lnTo>
                <a:lnTo>
                  <a:pt x="606383" y="1217034"/>
                </a:lnTo>
                <a:lnTo>
                  <a:pt x="637497" y="1188021"/>
                </a:lnTo>
                <a:lnTo>
                  <a:pt x="661233" y="1154688"/>
                </a:lnTo>
                <a:lnTo>
                  <a:pt x="676616" y="1117815"/>
                </a:lnTo>
                <a:lnTo>
                  <a:pt x="682670" y="1078176"/>
                </a:lnTo>
                <a:lnTo>
                  <a:pt x="691263" y="1073844"/>
                </a:lnTo>
                <a:lnTo>
                  <a:pt x="699410" y="1069366"/>
                </a:lnTo>
                <a:lnTo>
                  <a:pt x="707098" y="1064678"/>
                </a:lnTo>
                <a:lnTo>
                  <a:pt x="714313" y="1059716"/>
                </a:lnTo>
                <a:lnTo>
                  <a:pt x="725587" y="1062400"/>
                </a:lnTo>
                <a:lnTo>
                  <a:pt x="736921" y="1064386"/>
                </a:lnTo>
                <a:lnTo>
                  <a:pt x="748437" y="1065618"/>
                </a:lnTo>
                <a:lnTo>
                  <a:pt x="760259" y="1066040"/>
                </a:lnTo>
                <a:lnTo>
                  <a:pt x="807270" y="1059623"/>
                </a:lnTo>
                <a:lnTo>
                  <a:pt x="849802" y="1041457"/>
                </a:lnTo>
                <a:lnTo>
                  <a:pt x="886400" y="1013175"/>
                </a:lnTo>
                <a:lnTo>
                  <a:pt x="915608" y="976408"/>
                </a:lnTo>
                <a:lnTo>
                  <a:pt x="935971" y="932788"/>
                </a:lnTo>
                <a:lnTo>
                  <a:pt x="986853" y="915776"/>
                </a:lnTo>
                <a:lnTo>
                  <a:pt x="1030025" y="888350"/>
                </a:lnTo>
                <a:lnTo>
                  <a:pt x="1063420" y="852303"/>
                </a:lnTo>
                <a:lnTo>
                  <a:pt x="1084972" y="809428"/>
                </a:lnTo>
                <a:lnTo>
                  <a:pt x="1092615" y="761516"/>
                </a:lnTo>
                <a:lnTo>
                  <a:pt x="1091493" y="743048"/>
                </a:lnTo>
                <a:lnTo>
                  <a:pt x="1088211" y="725210"/>
                </a:lnTo>
                <a:lnTo>
                  <a:pt x="1082902" y="708044"/>
                </a:lnTo>
                <a:lnTo>
                  <a:pt x="1075694" y="691591"/>
                </a:lnTo>
                <a:lnTo>
                  <a:pt x="1082228" y="687319"/>
                </a:lnTo>
                <a:lnTo>
                  <a:pt x="1087945" y="682900"/>
                </a:lnTo>
                <a:lnTo>
                  <a:pt x="1093725" y="677832"/>
                </a:lnTo>
                <a:lnTo>
                  <a:pt x="1092615" y="690659"/>
                </a:lnTo>
                <a:lnTo>
                  <a:pt x="1092615" y="697329"/>
                </a:lnTo>
                <a:lnTo>
                  <a:pt x="1099665" y="744203"/>
                </a:lnTo>
                <a:lnTo>
                  <a:pt x="1119561" y="786324"/>
                </a:lnTo>
                <a:lnTo>
                  <a:pt x="1150424" y="822011"/>
                </a:lnTo>
                <a:lnTo>
                  <a:pt x="1190375" y="849583"/>
                </a:lnTo>
                <a:lnTo>
                  <a:pt x="1237534" y="867360"/>
                </a:lnTo>
                <a:lnTo>
                  <a:pt x="1290023" y="873659"/>
                </a:lnTo>
                <a:lnTo>
                  <a:pt x="1342545" y="867360"/>
                </a:lnTo>
                <a:lnTo>
                  <a:pt x="1389761" y="849583"/>
                </a:lnTo>
                <a:lnTo>
                  <a:pt x="1429781" y="822011"/>
                </a:lnTo>
                <a:lnTo>
                  <a:pt x="1460709" y="786324"/>
                </a:lnTo>
                <a:lnTo>
                  <a:pt x="1480655" y="744203"/>
                </a:lnTo>
                <a:lnTo>
                  <a:pt x="1487724" y="697329"/>
                </a:lnTo>
                <a:lnTo>
                  <a:pt x="1487319" y="686935"/>
                </a:lnTo>
                <a:lnTo>
                  <a:pt x="1486179" y="676708"/>
                </a:lnTo>
                <a:lnTo>
                  <a:pt x="1484420" y="666656"/>
                </a:lnTo>
                <a:lnTo>
                  <a:pt x="1482153" y="656786"/>
                </a:lnTo>
                <a:lnTo>
                  <a:pt x="1529812" y="640965"/>
                </a:lnTo>
                <a:lnTo>
                  <a:pt x="1569904" y="618098"/>
                </a:lnTo>
                <a:lnTo>
                  <a:pt x="1600691" y="589377"/>
                </a:lnTo>
                <a:lnTo>
                  <a:pt x="1620437" y="555995"/>
                </a:lnTo>
                <a:lnTo>
                  <a:pt x="1627405" y="519146"/>
                </a:lnTo>
                <a:lnTo>
                  <a:pt x="1626656" y="506678"/>
                </a:lnTo>
                <a:lnTo>
                  <a:pt x="1624425" y="494573"/>
                </a:lnTo>
                <a:lnTo>
                  <a:pt x="1620740" y="482873"/>
                </a:lnTo>
                <a:lnTo>
                  <a:pt x="1615626" y="471619"/>
                </a:lnTo>
                <a:lnTo>
                  <a:pt x="1643391" y="464441"/>
                </a:lnTo>
                <a:lnTo>
                  <a:pt x="1667642" y="450173"/>
                </a:lnTo>
                <a:lnTo>
                  <a:pt x="1687429" y="429864"/>
                </a:lnTo>
                <a:lnTo>
                  <a:pt x="1701801" y="404563"/>
                </a:lnTo>
                <a:lnTo>
                  <a:pt x="1715594" y="409671"/>
                </a:lnTo>
                <a:lnTo>
                  <a:pt x="1730012" y="413486"/>
                </a:lnTo>
                <a:lnTo>
                  <a:pt x="1745024" y="415873"/>
                </a:lnTo>
                <a:lnTo>
                  <a:pt x="1760595" y="416699"/>
                </a:lnTo>
                <a:lnTo>
                  <a:pt x="1812415" y="407732"/>
                </a:lnTo>
                <a:lnTo>
                  <a:pt x="1854701" y="383268"/>
                </a:lnTo>
                <a:lnTo>
                  <a:pt x="1883194" y="346966"/>
                </a:lnTo>
                <a:lnTo>
                  <a:pt x="1893638" y="302482"/>
                </a:lnTo>
                <a:lnTo>
                  <a:pt x="1889916" y="275713"/>
                </a:lnTo>
                <a:lnTo>
                  <a:pt x="1879344" y="251292"/>
                </a:lnTo>
                <a:lnTo>
                  <a:pt x="1862818" y="229879"/>
                </a:lnTo>
                <a:lnTo>
                  <a:pt x="1841231" y="212140"/>
                </a:lnTo>
                <a:lnTo>
                  <a:pt x="1862893" y="193763"/>
                </a:lnTo>
                <a:lnTo>
                  <a:pt x="1879411" y="171880"/>
                </a:lnTo>
                <a:lnTo>
                  <a:pt x="1889941" y="147149"/>
                </a:lnTo>
                <a:lnTo>
                  <a:pt x="1893638" y="120226"/>
                </a:lnTo>
                <a:lnTo>
                  <a:pt x="1886281" y="82207"/>
                </a:lnTo>
                <a:lnTo>
                  <a:pt x="1865781" y="49201"/>
                </a:lnTo>
                <a:lnTo>
                  <a:pt x="1834494" y="23182"/>
                </a:lnTo>
                <a:lnTo>
                  <a:pt x="1794780" y="6124"/>
                </a:lnTo>
                <a:lnTo>
                  <a:pt x="1748993" y="0"/>
                </a:lnTo>
                <a:close/>
              </a:path>
            </a:pathLst>
          </a:custGeom>
          <a:solidFill>
            <a:srgbClr val="DFF4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10178053" y="2433143"/>
            <a:ext cx="282575" cy="232410"/>
          </a:xfrm>
          <a:custGeom>
            <a:avLst/>
            <a:gdLst/>
            <a:ahLst/>
            <a:cxnLst/>
            <a:rect l="l" t="t" r="r" b="b"/>
            <a:pathLst>
              <a:path w="282575" h="232410">
                <a:moveTo>
                  <a:pt x="141021" y="0"/>
                </a:moveTo>
                <a:lnTo>
                  <a:pt x="86090" y="9137"/>
                </a:lnTo>
                <a:lnTo>
                  <a:pt x="41269" y="34061"/>
                </a:lnTo>
                <a:lnTo>
                  <a:pt x="11069" y="71040"/>
                </a:lnTo>
                <a:lnTo>
                  <a:pt x="0" y="116342"/>
                </a:lnTo>
                <a:lnTo>
                  <a:pt x="11069" y="161448"/>
                </a:lnTo>
                <a:lnTo>
                  <a:pt x="41269" y="198305"/>
                </a:lnTo>
                <a:lnTo>
                  <a:pt x="86090" y="223166"/>
                </a:lnTo>
                <a:lnTo>
                  <a:pt x="141021" y="232286"/>
                </a:lnTo>
                <a:lnTo>
                  <a:pt x="196023" y="223166"/>
                </a:lnTo>
                <a:lnTo>
                  <a:pt x="240927" y="198305"/>
                </a:lnTo>
                <a:lnTo>
                  <a:pt x="271196" y="161448"/>
                </a:lnTo>
                <a:lnTo>
                  <a:pt x="282295" y="116342"/>
                </a:lnTo>
                <a:lnTo>
                  <a:pt x="271196" y="71040"/>
                </a:lnTo>
                <a:lnTo>
                  <a:pt x="240927" y="34061"/>
                </a:lnTo>
                <a:lnTo>
                  <a:pt x="196023" y="9137"/>
                </a:lnTo>
                <a:lnTo>
                  <a:pt x="141021" y="0"/>
                </a:lnTo>
                <a:close/>
              </a:path>
            </a:pathLst>
          </a:custGeom>
          <a:solidFill>
            <a:srgbClr val="DFF4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9995693" y="2128550"/>
            <a:ext cx="255270" cy="184785"/>
          </a:xfrm>
          <a:custGeom>
            <a:avLst/>
            <a:gdLst/>
            <a:ahLst/>
            <a:cxnLst/>
            <a:rect l="l" t="t" r="r" b="b"/>
            <a:pathLst>
              <a:path w="255270" h="184785">
                <a:moveTo>
                  <a:pt x="127734" y="0"/>
                </a:moveTo>
                <a:lnTo>
                  <a:pt x="78117" y="7210"/>
                </a:lnTo>
                <a:lnTo>
                  <a:pt x="37504" y="26890"/>
                </a:lnTo>
                <a:lnTo>
                  <a:pt x="10072" y="56114"/>
                </a:lnTo>
                <a:lnTo>
                  <a:pt x="0" y="91955"/>
                </a:lnTo>
                <a:lnTo>
                  <a:pt x="10072" y="127941"/>
                </a:lnTo>
                <a:lnTo>
                  <a:pt x="37504" y="157342"/>
                </a:lnTo>
                <a:lnTo>
                  <a:pt x="78117" y="177171"/>
                </a:lnTo>
                <a:lnTo>
                  <a:pt x="127734" y="184444"/>
                </a:lnTo>
                <a:lnTo>
                  <a:pt x="177320" y="177171"/>
                </a:lnTo>
                <a:lnTo>
                  <a:pt x="217804" y="157342"/>
                </a:lnTo>
                <a:lnTo>
                  <a:pt x="245095" y="127941"/>
                </a:lnTo>
                <a:lnTo>
                  <a:pt x="255102" y="91955"/>
                </a:lnTo>
                <a:lnTo>
                  <a:pt x="245095" y="56114"/>
                </a:lnTo>
                <a:lnTo>
                  <a:pt x="217804" y="26890"/>
                </a:lnTo>
                <a:lnTo>
                  <a:pt x="177320" y="7210"/>
                </a:lnTo>
                <a:lnTo>
                  <a:pt x="127734" y="0"/>
                </a:lnTo>
                <a:close/>
              </a:path>
            </a:pathLst>
          </a:custGeom>
          <a:solidFill>
            <a:srgbClr val="DFF4F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0" name="object 60" descr=""/>
          <p:cNvGrpSpPr/>
          <p:nvPr/>
        </p:nvGrpSpPr>
        <p:grpSpPr>
          <a:xfrm>
            <a:off x="10551361" y="2777604"/>
            <a:ext cx="2183130" cy="1464310"/>
            <a:chOff x="10551361" y="2777604"/>
            <a:chExt cx="2183130" cy="1464310"/>
          </a:xfrm>
        </p:grpSpPr>
        <p:pic>
          <p:nvPicPr>
            <p:cNvPr id="61" name="object 6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51361" y="2777604"/>
              <a:ext cx="213354" cy="168392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10793884" y="2935653"/>
              <a:ext cx="1940560" cy="1306195"/>
            </a:xfrm>
            <a:custGeom>
              <a:avLst/>
              <a:gdLst/>
              <a:ahLst/>
              <a:cxnLst/>
              <a:rect l="l" t="t" r="r" b="b"/>
              <a:pathLst>
                <a:path w="1940559" h="1306195">
                  <a:moveTo>
                    <a:pt x="1792060" y="0"/>
                  </a:moveTo>
                  <a:lnTo>
                    <a:pt x="1745194" y="6267"/>
                  </a:lnTo>
                  <a:lnTo>
                    <a:pt x="1704459" y="23727"/>
                  </a:lnTo>
                  <a:lnTo>
                    <a:pt x="1672315" y="50366"/>
                  </a:lnTo>
                  <a:lnTo>
                    <a:pt x="1651223" y="84170"/>
                  </a:lnTo>
                  <a:lnTo>
                    <a:pt x="1643646" y="123127"/>
                  </a:lnTo>
                  <a:lnTo>
                    <a:pt x="1643761" y="125608"/>
                  </a:lnTo>
                  <a:lnTo>
                    <a:pt x="1622829" y="104369"/>
                  </a:lnTo>
                  <a:lnTo>
                    <a:pt x="1596735" y="88077"/>
                  </a:lnTo>
                  <a:lnTo>
                    <a:pt x="1566602" y="77637"/>
                  </a:lnTo>
                  <a:lnTo>
                    <a:pt x="1533555" y="73955"/>
                  </a:lnTo>
                  <a:lnTo>
                    <a:pt x="1482366" y="82915"/>
                  </a:lnTo>
                  <a:lnTo>
                    <a:pt x="1440382" y="107431"/>
                  </a:lnTo>
                  <a:lnTo>
                    <a:pt x="1411573" y="143962"/>
                  </a:lnTo>
                  <a:lnTo>
                    <a:pt x="1399905" y="188968"/>
                  </a:lnTo>
                  <a:lnTo>
                    <a:pt x="1373359" y="178479"/>
                  </a:lnTo>
                  <a:lnTo>
                    <a:pt x="1345089" y="170747"/>
                  </a:lnTo>
                  <a:lnTo>
                    <a:pt x="1315367" y="165966"/>
                  </a:lnTo>
                  <a:lnTo>
                    <a:pt x="1284463" y="164330"/>
                  </a:lnTo>
                  <a:lnTo>
                    <a:pt x="1236240" y="168393"/>
                  </a:lnTo>
                  <a:lnTo>
                    <a:pt x="1191300" y="180044"/>
                  </a:lnTo>
                  <a:lnTo>
                    <a:pt x="1150614" y="198478"/>
                  </a:lnTo>
                  <a:lnTo>
                    <a:pt x="1115150" y="222887"/>
                  </a:lnTo>
                  <a:lnTo>
                    <a:pt x="1085879" y="252464"/>
                  </a:lnTo>
                  <a:lnTo>
                    <a:pt x="1063771" y="286405"/>
                  </a:lnTo>
                  <a:lnTo>
                    <a:pt x="1049795" y="323900"/>
                  </a:lnTo>
                  <a:lnTo>
                    <a:pt x="1044921" y="364145"/>
                  </a:lnTo>
                  <a:lnTo>
                    <a:pt x="1045107" y="371909"/>
                  </a:lnTo>
                  <a:lnTo>
                    <a:pt x="1045661" y="379529"/>
                  </a:lnTo>
                  <a:lnTo>
                    <a:pt x="1046573" y="387008"/>
                  </a:lnTo>
                  <a:lnTo>
                    <a:pt x="1047831" y="394354"/>
                  </a:lnTo>
                  <a:lnTo>
                    <a:pt x="1035939" y="390730"/>
                  </a:lnTo>
                  <a:lnTo>
                    <a:pt x="1023625" y="387725"/>
                  </a:lnTo>
                  <a:lnTo>
                    <a:pt x="1010923" y="385338"/>
                  </a:lnTo>
                  <a:lnTo>
                    <a:pt x="997864" y="383569"/>
                  </a:lnTo>
                  <a:lnTo>
                    <a:pt x="997864" y="382930"/>
                  </a:lnTo>
                  <a:lnTo>
                    <a:pt x="993402" y="338071"/>
                  </a:lnTo>
                  <a:lnTo>
                    <a:pt x="979256" y="297249"/>
                  </a:lnTo>
                  <a:lnTo>
                    <a:pt x="956879" y="260297"/>
                  </a:lnTo>
                  <a:lnTo>
                    <a:pt x="927250" y="228092"/>
                  </a:lnTo>
                  <a:lnTo>
                    <a:pt x="891351" y="201514"/>
                  </a:lnTo>
                  <a:lnTo>
                    <a:pt x="850163" y="181442"/>
                  </a:lnTo>
                  <a:lnTo>
                    <a:pt x="804665" y="168754"/>
                  </a:lnTo>
                  <a:lnTo>
                    <a:pt x="755840" y="164330"/>
                  </a:lnTo>
                  <a:lnTo>
                    <a:pt x="700916" y="169904"/>
                  </a:lnTo>
                  <a:lnTo>
                    <a:pt x="650504" y="185792"/>
                  </a:lnTo>
                  <a:lnTo>
                    <a:pt x="605950" y="210743"/>
                  </a:lnTo>
                  <a:lnTo>
                    <a:pt x="568599" y="243507"/>
                  </a:lnTo>
                  <a:lnTo>
                    <a:pt x="539799" y="282831"/>
                  </a:lnTo>
                  <a:lnTo>
                    <a:pt x="520895" y="327466"/>
                  </a:lnTo>
                  <a:lnTo>
                    <a:pt x="492159" y="320838"/>
                  </a:lnTo>
                  <a:lnTo>
                    <a:pt x="462457" y="315986"/>
                  </a:lnTo>
                  <a:lnTo>
                    <a:pt x="431946" y="313005"/>
                  </a:lnTo>
                  <a:lnTo>
                    <a:pt x="400783" y="311990"/>
                  </a:lnTo>
                  <a:lnTo>
                    <a:pt x="350533" y="314674"/>
                  </a:lnTo>
                  <a:lnTo>
                    <a:pt x="302139" y="322513"/>
                  </a:lnTo>
                  <a:lnTo>
                    <a:pt x="255977" y="335185"/>
                  </a:lnTo>
                  <a:lnTo>
                    <a:pt x="212425" y="352368"/>
                  </a:lnTo>
                  <a:lnTo>
                    <a:pt x="171858" y="373741"/>
                  </a:lnTo>
                  <a:lnTo>
                    <a:pt x="134654" y="398982"/>
                  </a:lnTo>
                  <a:lnTo>
                    <a:pt x="101189" y="427770"/>
                  </a:lnTo>
                  <a:lnTo>
                    <a:pt x="71839" y="459784"/>
                  </a:lnTo>
                  <a:lnTo>
                    <a:pt x="46981" y="494702"/>
                  </a:lnTo>
                  <a:lnTo>
                    <a:pt x="26991" y="532203"/>
                  </a:lnTo>
                  <a:lnTo>
                    <a:pt x="12247" y="571964"/>
                  </a:lnTo>
                  <a:lnTo>
                    <a:pt x="3124" y="613665"/>
                  </a:lnTo>
                  <a:lnTo>
                    <a:pt x="0" y="656985"/>
                  </a:lnTo>
                  <a:lnTo>
                    <a:pt x="3510" y="702751"/>
                  </a:lnTo>
                  <a:lnTo>
                    <a:pt x="13741" y="746687"/>
                  </a:lnTo>
                  <a:lnTo>
                    <a:pt x="30245" y="788413"/>
                  </a:lnTo>
                  <a:lnTo>
                    <a:pt x="52571" y="827547"/>
                  </a:lnTo>
                  <a:lnTo>
                    <a:pt x="80269" y="863707"/>
                  </a:lnTo>
                  <a:lnTo>
                    <a:pt x="112891" y="896512"/>
                  </a:lnTo>
                  <a:lnTo>
                    <a:pt x="149987" y="925581"/>
                  </a:lnTo>
                  <a:lnTo>
                    <a:pt x="191108" y="950533"/>
                  </a:lnTo>
                  <a:lnTo>
                    <a:pt x="235804" y="970986"/>
                  </a:lnTo>
                  <a:lnTo>
                    <a:pt x="211159" y="999174"/>
                  </a:lnTo>
                  <a:lnTo>
                    <a:pt x="192693" y="1030439"/>
                  </a:lnTo>
                  <a:lnTo>
                    <a:pt x="181102" y="1064296"/>
                  </a:lnTo>
                  <a:lnTo>
                    <a:pt x="177083" y="1100259"/>
                  </a:lnTo>
                  <a:lnTo>
                    <a:pt x="182389" y="1141709"/>
                  </a:lnTo>
                  <a:lnTo>
                    <a:pt x="197604" y="1180296"/>
                  </a:lnTo>
                  <a:lnTo>
                    <a:pt x="221680" y="1215198"/>
                  </a:lnTo>
                  <a:lnTo>
                    <a:pt x="253564" y="1245596"/>
                  </a:lnTo>
                  <a:lnTo>
                    <a:pt x="292206" y="1270668"/>
                  </a:lnTo>
                  <a:lnTo>
                    <a:pt x="336556" y="1289594"/>
                  </a:lnTo>
                  <a:lnTo>
                    <a:pt x="385562" y="1301551"/>
                  </a:lnTo>
                  <a:lnTo>
                    <a:pt x="438175" y="1305719"/>
                  </a:lnTo>
                  <a:lnTo>
                    <a:pt x="490298" y="1301647"/>
                  </a:lnTo>
                  <a:lnTo>
                    <a:pt x="538862" y="1289965"/>
                  </a:lnTo>
                  <a:lnTo>
                    <a:pt x="582867" y="1271470"/>
                  </a:lnTo>
                  <a:lnTo>
                    <a:pt x="621313" y="1246959"/>
                  </a:lnTo>
                  <a:lnTo>
                    <a:pt x="653201" y="1217231"/>
                  </a:lnTo>
                  <a:lnTo>
                    <a:pt x="677530" y="1183083"/>
                  </a:lnTo>
                  <a:lnTo>
                    <a:pt x="693302" y="1145313"/>
                  </a:lnTo>
                  <a:lnTo>
                    <a:pt x="699517" y="1104720"/>
                  </a:lnTo>
                  <a:lnTo>
                    <a:pt x="708304" y="1100250"/>
                  </a:lnTo>
                  <a:lnTo>
                    <a:pt x="716648" y="1095643"/>
                  </a:lnTo>
                  <a:lnTo>
                    <a:pt x="724529" y="1090842"/>
                  </a:lnTo>
                  <a:lnTo>
                    <a:pt x="731925" y="1085788"/>
                  </a:lnTo>
                  <a:lnTo>
                    <a:pt x="743477" y="1088532"/>
                  </a:lnTo>
                  <a:lnTo>
                    <a:pt x="755103" y="1090575"/>
                  </a:lnTo>
                  <a:lnTo>
                    <a:pt x="766912" y="1091851"/>
                  </a:lnTo>
                  <a:lnTo>
                    <a:pt x="779012" y="1092291"/>
                  </a:lnTo>
                  <a:lnTo>
                    <a:pt x="827161" y="1085712"/>
                  </a:lnTo>
                  <a:lnTo>
                    <a:pt x="870740" y="1067092"/>
                  </a:lnTo>
                  <a:lnTo>
                    <a:pt x="908247" y="1038105"/>
                  </a:lnTo>
                  <a:lnTo>
                    <a:pt x="938181" y="1000426"/>
                  </a:lnTo>
                  <a:lnTo>
                    <a:pt x="959038" y="955730"/>
                  </a:lnTo>
                  <a:lnTo>
                    <a:pt x="1011192" y="938292"/>
                  </a:lnTo>
                  <a:lnTo>
                    <a:pt x="1055433" y="910184"/>
                  </a:lnTo>
                  <a:lnTo>
                    <a:pt x="1089649" y="873246"/>
                  </a:lnTo>
                  <a:lnTo>
                    <a:pt x="1111728" y="829314"/>
                  </a:lnTo>
                  <a:lnTo>
                    <a:pt x="1119557" y="780227"/>
                  </a:lnTo>
                  <a:lnTo>
                    <a:pt x="1118407" y="761286"/>
                  </a:lnTo>
                  <a:lnTo>
                    <a:pt x="1115044" y="743006"/>
                  </a:lnTo>
                  <a:lnTo>
                    <a:pt x="1109600" y="725413"/>
                  </a:lnTo>
                  <a:lnTo>
                    <a:pt x="1102207" y="708533"/>
                  </a:lnTo>
                  <a:lnTo>
                    <a:pt x="1108887" y="704187"/>
                  </a:lnTo>
                  <a:lnTo>
                    <a:pt x="1114782" y="699664"/>
                  </a:lnTo>
                  <a:lnTo>
                    <a:pt x="1120636" y="694491"/>
                  </a:lnTo>
                  <a:lnTo>
                    <a:pt x="1120206" y="701172"/>
                  </a:lnTo>
                  <a:lnTo>
                    <a:pt x="1119557" y="707601"/>
                  </a:lnTo>
                  <a:lnTo>
                    <a:pt x="1119557" y="714428"/>
                  </a:lnTo>
                  <a:lnTo>
                    <a:pt x="1124899" y="755852"/>
                  </a:lnTo>
                  <a:lnTo>
                    <a:pt x="1140114" y="793879"/>
                  </a:lnTo>
                  <a:lnTo>
                    <a:pt x="1163990" y="827424"/>
                  </a:lnTo>
                  <a:lnTo>
                    <a:pt x="1195312" y="855402"/>
                  </a:lnTo>
                  <a:lnTo>
                    <a:pt x="1232865" y="876729"/>
                  </a:lnTo>
                  <a:lnTo>
                    <a:pt x="1275437" y="890321"/>
                  </a:lnTo>
                  <a:lnTo>
                    <a:pt x="1321813" y="895093"/>
                  </a:lnTo>
                  <a:lnTo>
                    <a:pt x="1368229" y="890321"/>
                  </a:lnTo>
                  <a:lnTo>
                    <a:pt x="1410856" y="876729"/>
                  </a:lnTo>
                  <a:lnTo>
                    <a:pt x="1448472" y="855402"/>
                  </a:lnTo>
                  <a:lnTo>
                    <a:pt x="1479855" y="827424"/>
                  </a:lnTo>
                  <a:lnTo>
                    <a:pt x="1503784" y="793879"/>
                  </a:lnTo>
                  <a:lnTo>
                    <a:pt x="1519037" y="755852"/>
                  </a:lnTo>
                  <a:lnTo>
                    <a:pt x="1524393" y="714428"/>
                  </a:lnTo>
                  <a:lnTo>
                    <a:pt x="1523976" y="703778"/>
                  </a:lnTo>
                  <a:lnTo>
                    <a:pt x="1522808" y="693295"/>
                  </a:lnTo>
                  <a:lnTo>
                    <a:pt x="1521014" y="682997"/>
                  </a:lnTo>
                  <a:lnTo>
                    <a:pt x="1518718" y="672900"/>
                  </a:lnTo>
                  <a:lnTo>
                    <a:pt x="1567547" y="656700"/>
                  </a:lnTo>
                  <a:lnTo>
                    <a:pt x="1608621" y="633270"/>
                  </a:lnTo>
                  <a:lnTo>
                    <a:pt x="1640163" y="603839"/>
                  </a:lnTo>
                  <a:lnTo>
                    <a:pt x="1660392" y="569636"/>
                  </a:lnTo>
                  <a:lnTo>
                    <a:pt x="1667530" y="531889"/>
                  </a:lnTo>
                  <a:lnTo>
                    <a:pt x="1666754" y="519125"/>
                  </a:lnTo>
                  <a:lnTo>
                    <a:pt x="1664450" y="506729"/>
                  </a:lnTo>
                  <a:lnTo>
                    <a:pt x="1660652" y="494743"/>
                  </a:lnTo>
                  <a:lnTo>
                    <a:pt x="1655394" y="483210"/>
                  </a:lnTo>
                  <a:lnTo>
                    <a:pt x="1683874" y="475837"/>
                  </a:lnTo>
                  <a:lnTo>
                    <a:pt x="1708739" y="461211"/>
                  </a:lnTo>
                  <a:lnTo>
                    <a:pt x="1729004" y="440388"/>
                  </a:lnTo>
                  <a:lnTo>
                    <a:pt x="1743685" y="414427"/>
                  </a:lnTo>
                  <a:lnTo>
                    <a:pt x="1757844" y="419684"/>
                  </a:lnTo>
                  <a:lnTo>
                    <a:pt x="1772627" y="423615"/>
                  </a:lnTo>
                  <a:lnTo>
                    <a:pt x="1788025" y="426077"/>
                  </a:lnTo>
                  <a:lnTo>
                    <a:pt x="1804028" y="426929"/>
                  </a:lnTo>
                  <a:lnTo>
                    <a:pt x="1857101" y="417740"/>
                  </a:lnTo>
                  <a:lnTo>
                    <a:pt x="1900427" y="392671"/>
                  </a:lnTo>
                  <a:lnTo>
                    <a:pt x="1929631" y="355464"/>
                  </a:lnTo>
                  <a:lnTo>
                    <a:pt x="1940338" y="309864"/>
                  </a:lnTo>
                  <a:lnTo>
                    <a:pt x="1936514" y="282413"/>
                  </a:lnTo>
                  <a:lnTo>
                    <a:pt x="1925666" y="257391"/>
                  </a:lnTo>
                  <a:lnTo>
                    <a:pt x="1908727" y="235465"/>
                  </a:lnTo>
                  <a:lnTo>
                    <a:pt x="1886633" y="217302"/>
                  </a:lnTo>
                  <a:lnTo>
                    <a:pt x="1908816" y="198477"/>
                  </a:lnTo>
                  <a:lnTo>
                    <a:pt x="1925745" y="176061"/>
                  </a:lnTo>
                  <a:lnTo>
                    <a:pt x="1936544" y="150721"/>
                  </a:lnTo>
                  <a:lnTo>
                    <a:pt x="1940338" y="123127"/>
                  </a:lnTo>
                  <a:lnTo>
                    <a:pt x="1932793" y="84170"/>
                  </a:lnTo>
                  <a:lnTo>
                    <a:pt x="1911772" y="50366"/>
                  </a:lnTo>
                  <a:lnTo>
                    <a:pt x="1879695" y="23727"/>
                  </a:lnTo>
                  <a:lnTo>
                    <a:pt x="1838984" y="6267"/>
                  </a:lnTo>
                  <a:lnTo>
                    <a:pt x="1792060" y="0"/>
                  </a:lnTo>
                  <a:close/>
                </a:path>
              </a:pathLst>
            </a:custGeom>
            <a:solidFill>
              <a:srgbClr val="DFF4F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/>
          <p:nvPr/>
        </p:nvSpPr>
        <p:spPr>
          <a:xfrm>
            <a:off x="12827793" y="3009607"/>
            <a:ext cx="289560" cy="238125"/>
          </a:xfrm>
          <a:custGeom>
            <a:avLst/>
            <a:gdLst/>
            <a:ahLst/>
            <a:cxnLst/>
            <a:rect l="l" t="t" r="r" b="b"/>
            <a:pathLst>
              <a:path w="289559" h="238125">
                <a:moveTo>
                  <a:pt x="144498" y="0"/>
                </a:moveTo>
                <a:lnTo>
                  <a:pt x="98767" y="6073"/>
                </a:lnTo>
                <a:lnTo>
                  <a:pt x="59093" y="22989"/>
                </a:lnTo>
                <a:lnTo>
                  <a:pt x="27836" y="48785"/>
                </a:lnTo>
                <a:lnTo>
                  <a:pt x="7352" y="81502"/>
                </a:lnTo>
                <a:lnTo>
                  <a:pt x="0" y="119179"/>
                </a:lnTo>
                <a:lnTo>
                  <a:pt x="7352" y="156710"/>
                </a:lnTo>
                <a:lnTo>
                  <a:pt x="27836" y="189333"/>
                </a:lnTo>
                <a:lnTo>
                  <a:pt x="59093" y="215075"/>
                </a:lnTo>
                <a:lnTo>
                  <a:pt x="98767" y="231966"/>
                </a:lnTo>
                <a:lnTo>
                  <a:pt x="144498" y="238034"/>
                </a:lnTo>
                <a:lnTo>
                  <a:pt x="190267" y="231966"/>
                </a:lnTo>
                <a:lnTo>
                  <a:pt x="229997" y="215075"/>
                </a:lnTo>
                <a:lnTo>
                  <a:pt x="261314" y="189333"/>
                </a:lnTo>
                <a:lnTo>
                  <a:pt x="281845" y="156710"/>
                </a:lnTo>
                <a:lnTo>
                  <a:pt x="289216" y="119179"/>
                </a:lnTo>
                <a:lnTo>
                  <a:pt x="281845" y="81502"/>
                </a:lnTo>
                <a:lnTo>
                  <a:pt x="261314" y="48785"/>
                </a:lnTo>
                <a:lnTo>
                  <a:pt x="229997" y="22989"/>
                </a:lnTo>
                <a:lnTo>
                  <a:pt x="190267" y="6073"/>
                </a:lnTo>
                <a:lnTo>
                  <a:pt x="144498" y="0"/>
                </a:lnTo>
                <a:close/>
              </a:path>
            </a:pathLst>
          </a:custGeom>
          <a:solidFill>
            <a:srgbClr val="DFF4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2640908" y="2697504"/>
            <a:ext cx="261620" cy="189230"/>
          </a:xfrm>
          <a:custGeom>
            <a:avLst/>
            <a:gdLst/>
            <a:ahLst/>
            <a:cxnLst/>
            <a:rect l="l" t="t" r="r" b="b"/>
            <a:pathLst>
              <a:path w="261620" h="189230">
                <a:moveTo>
                  <a:pt x="130886" y="0"/>
                </a:moveTo>
                <a:lnTo>
                  <a:pt x="80052" y="7387"/>
                </a:lnTo>
                <a:lnTo>
                  <a:pt x="38436" y="27550"/>
                </a:lnTo>
                <a:lnTo>
                  <a:pt x="10323" y="57492"/>
                </a:lnTo>
                <a:lnTo>
                  <a:pt x="0" y="94217"/>
                </a:lnTo>
                <a:lnTo>
                  <a:pt x="10323" y="131086"/>
                </a:lnTo>
                <a:lnTo>
                  <a:pt x="38436" y="161205"/>
                </a:lnTo>
                <a:lnTo>
                  <a:pt x="80052" y="181518"/>
                </a:lnTo>
                <a:lnTo>
                  <a:pt x="130886" y="188968"/>
                </a:lnTo>
                <a:lnTo>
                  <a:pt x="181708" y="181518"/>
                </a:lnTo>
                <a:lnTo>
                  <a:pt x="223197" y="161205"/>
                </a:lnTo>
                <a:lnTo>
                  <a:pt x="251163" y="131086"/>
                </a:lnTo>
                <a:lnTo>
                  <a:pt x="261416" y="94217"/>
                </a:lnTo>
                <a:lnTo>
                  <a:pt x="251163" y="57492"/>
                </a:lnTo>
                <a:lnTo>
                  <a:pt x="223197" y="27550"/>
                </a:lnTo>
                <a:lnTo>
                  <a:pt x="181708" y="7387"/>
                </a:lnTo>
                <a:lnTo>
                  <a:pt x="130886" y="0"/>
                </a:lnTo>
                <a:close/>
              </a:path>
            </a:pathLst>
          </a:custGeom>
          <a:solidFill>
            <a:srgbClr val="DFF4F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5" name="object 65" descr=""/>
          <p:cNvGrpSpPr/>
          <p:nvPr/>
        </p:nvGrpSpPr>
        <p:grpSpPr>
          <a:xfrm>
            <a:off x="6239118" y="4011236"/>
            <a:ext cx="2072005" cy="4164329"/>
            <a:chOff x="6239118" y="4011236"/>
            <a:chExt cx="2072005" cy="4164329"/>
          </a:xfrm>
        </p:grpSpPr>
        <p:sp>
          <p:nvSpPr>
            <p:cNvPr id="66" name="object 66" descr=""/>
            <p:cNvSpPr/>
            <p:nvPr/>
          </p:nvSpPr>
          <p:spPr>
            <a:xfrm>
              <a:off x="6880447" y="4667474"/>
              <a:ext cx="1122680" cy="1645920"/>
            </a:xfrm>
            <a:custGeom>
              <a:avLst/>
              <a:gdLst/>
              <a:ahLst/>
              <a:cxnLst/>
              <a:rect l="l" t="t" r="r" b="b"/>
              <a:pathLst>
                <a:path w="1122679" h="1645920">
                  <a:moveTo>
                    <a:pt x="812634" y="0"/>
                  </a:moveTo>
                  <a:lnTo>
                    <a:pt x="0" y="7005"/>
                  </a:lnTo>
                  <a:lnTo>
                    <a:pt x="219" y="34669"/>
                  </a:lnTo>
                  <a:lnTo>
                    <a:pt x="784730" y="27873"/>
                  </a:lnTo>
                  <a:lnTo>
                    <a:pt x="770971" y="1645551"/>
                  </a:lnTo>
                  <a:lnTo>
                    <a:pt x="1122290" y="1645551"/>
                  </a:lnTo>
                  <a:lnTo>
                    <a:pt x="1122290" y="1617825"/>
                  </a:lnTo>
                  <a:lnTo>
                    <a:pt x="798802" y="1617825"/>
                  </a:lnTo>
                  <a:lnTo>
                    <a:pt x="812634" y="0"/>
                  </a:lnTo>
                  <a:close/>
                </a:path>
              </a:pathLst>
            </a:custGeom>
            <a:solidFill>
              <a:srgbClr val="6464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915007" y="4192521"/>
              <a:ext cx="1396365" cy="2515235"/>
            </a:xfrm>
            <a:custGeom>
              <a:avLst/>
              <a:gdLst/>
              <a:ahLst/>
              <a:cxnLst/>
              <a:rect l="l" t="t" r="r" b="b"/>
              <a:pathLst>
                <a:path w="1396365" h="2515234">
                  <a:moveTo>
                    <a:pt x="488822" y="0"/>
                  </a:moveTo>
                  <a:lnTo>
                    <a:pt x="0" y="0"/>
                  </a:lnTo>
                  <a:lnTo>
                    <a:pt x="0" y="27664"/>
                  </a:lnTo>
                  <a:lnTo>
                    <a:pt x="461127" y="27664"/>
                  </a:lnTo>
                  <a:lnTo>
                    <a:pt x="454164" y="2512918"/>
                  </a:lnTo>
                  <a:lnTo>
                    <a:pt x="1395737" y="2514645"/>
                  </a:lnTo>
                  <a:lnTo>
                    <a:pt x="1395769" y="2486950"/>
                  </a:lnTo>
                  <a:lnTo>
                    <a:pt x="481922" y="2485264"/>
                  </a:lnTo>
                  <a:lnTo>
                    <a:pt x="488822" y="0"/>
                  </a:lnTo>
                  <a:close/>
                </a:path>
              </a:pathLst>
            </a:custGeom>
            <a:solidFill>
              <a:srgbClr val="6666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270233" y="4051610"/>
              <a:ext cx="880744" cy="4044315"/>
            </a:xfrm>
            <a:custGeom>
              <a:avLst/>
              <a:gdLst/>
              <a:ahLst/>
              <a:cxnLst/>
              <a:rect l="l" t="t" r="r" b="b"/>
              <a:pathLst>
                <a:path w="880745" h="4044315">
                  <a:moveTo>
                    <a:pt x="703287" y="0"/>
                  </a:moveTo>
                  <a:lnTo>
                    <a:pt x="122446" y="4889"/>
                  </a:lnTo>
                  <a:lnTo>
                    <a:pt x="0" y="4044107"/>
                  </a:lnTo>
                  <a:lnTo>
                    <a:pt x="880151" y="4036882"/>
                  </a:lnTo>
                  <a:lnTo>
                    <a:pt x="70328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6264618" y="4375638"/>
              <a:ext cx="873125" cy="2516505"/>
            </a:xfrm>
            <a:custGeom>
              <a:avLst/>
              <a:gdLst/>
              <a:ahLst/>
              <a:cxnLst/>
              <a:rect l="l" t="t" r="r" b="b"/>
              <a:pathLst>
                <a:path w="873125" h="2516504">
                  <a:moveTo>
                    <a:pt x="776071" y="528624"/>
                  </a:moveTo>
                  <a:lnTo>
                    <a:pt x="750316" y="0"/>
                  </a:lnTo>
                  <a:lnTo>
                    <a:pt x="84797" y="0"/>
                  </a:lnTo>
                  <a:lnTo>
                    <a:pt x="66916" y="528624"/>
                  </a:lnTo>
                  <a:lnTo>
                    <a:pt x="776071" y="528624"/>
                  </a:lnTo>
                  <a:close/>
                </a:path>
                <a:path w="873125" h="2516504">
                  <a:moveTo>
                    <a:pt x="825017" y="1532407"/>
                  </a:moveTo>
                  <a:lnTo>
                    <a:pt x="799160" y="1003757"/>
                  </a:lnTo>
                  <a:lnTo>
                    <a:pt x="50977" y="1003757"/>
                  </a:lnTo>
                  <a:lnTo>
                    <a:pt x="33083" y="1532407"/>
                  </a:lnTo>
                  <a:lnTo>
                    <a:pt x="825017" y="1532407"/>
                  </a:lnTo>
                  <a:close/>
                </a:path>
                <a:path w="873125" h="2516504">
                  <a:moveTo>
                    <a:pt x="872896" y="2516162"/>
                  </a:moveTo>
                  <a:lnTo>
                    <a:pt x="847115" y="1987435"/>
                  </a:lnTo>
                  <a:lnTo>
                    <a:pt x="17818" y="1987435"/>
                  </a:lnTo>
                  <a:lnTo>
                    <a:pt x="0" y="2516162"/>
                  </a:lnTo>
                  <a:lnTo>
                    <a:pt x="872896" y="2516162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696837" y="4042529"/>
              <a:ext cx="492125" cy="4041140"/>
            </a:xfrm>
            <a:custGeom>
              <a:avLst/>
              <a:gdLst/>
              <a:ahLst/>
              <a:cxnLst/>
              <a:rect l="l" t="t" r="r" b="b"/>
              <a:pathLst>
                <a:path w="492125" h="4041140">
                  <a:moveTo>
                    <a:pt x="291519" y="0"/>
                  </a:moveTo>
                  <a:lnTo>
                    <a:pt x="0" y="2691"/>
                  </a:lnTo>
                  <a:lnTo>
                    <a:pt x="0" y="4040903"/>
                  </a:lnTo>
                  <a:lnTo>
                    <a:pt x="456206" y="4036882"/>
                  </a:lnTo>
                  <a:lnTo>
                    <a:pt x="450059" y="3884153"/>
                  </a:lnTo>
                  <a:lnTo>
                    <a:pt x="491545" y="3884153"/>
                  </a:lnTo>
                  <a:lnTo>
                    <a:pt x="467598" y="3355499"/>
                  </a:lnTo>
                  <a:lnTo>
                    <a:pt x="428437" y="3355499"/>
                  </a:lnTo>
                  <a:lnTo>
                    <a:pt x="407390" y="2840206"/>
                  </a:lnTo>
                  <a:lnTo>
                    <a:pt x="444248" y="2840206"/>
                  </a:lnTo>
                  <a:lnTo>
                    <a:pt x="420217" y="2311552"/>
                  </a:lnTo>
                  <a:lnTo>
                    <a:pt x="385799" y="2311552"/>
                  </a:lnTo>
                  <a:lnTo>
                    <a:pt x="367308" y="1856498"/>
                  </a:lnTo>
                  <a:lnTo>
                    <a:pt x="399558" y="1856498"/>
                  </a:lnTo>
                  <a:lnTo>
                    <a:pt x="375601" y="1327844"/>
                  </a:lnTo>
                  <a:lnTo>
                    <a:pt x="345717" y="1327844"/>
                  </a:lnTo>
                  <a:lnTo>
                    <a:pt x="326220" y="852707"/>
                  </a:lnTo>
                  <a:lnTo>
                    <a:pt x="354020" y="852707"/>
                  </a:lnTo>
                  <a:lnTo>
                    <a:pt x="329948" y="324094"/>
                  </a:lnTo>
                  <a:lnTo>
                    <a:pt x="304776" y="324094"/>
                  </a:lnTo>
                  <a:lnTo>
                    <a:pt x="291519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335208" y="4014154"/>
              <a:ext cx="348615" cy="66040"/>
            </a:xfrm>
            <a:custGeom>
              <a:avLst/>
              <a:gdLst/>
              <a:ahLst/>
              <a:cxnLst/>
              <a:rect l="l" t="t" r="r" b="b"/>
              <a:pathLst>
                <a:path w="348615" h="66039">
                  <a:moveTo>
                    <a:pt x="347727" y="0"/>
                  </a:moveTo>
                  <a:lnTo>
                    <a:pt x="0" y="2900"/>
                  </a:lnTo>
                  <a:lnTo>
                    <a:pt x="460" y="65579"/>
                  </a:lnTo>
                  <a:lnTo>
                    <a:pt x="348125" y="62636"/>
                  </a:lnTo>
                  <a:lnTo>
                    <a:pt x="347727" y="0"/>
                  </a:lnTo>
                  <a:close/>
                </a:path>
              </a:pathLst>
            </a:custGeom>
            <a:solidFill>
              <a:srgbClr val="5A57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682932" y="4011236"/>
              <a:ext cx="348615" cy="66040"/>
            </a:xfrm>
            <a:custGeom>
              <a:avLst/>
              <a:gdLst/>
              <a:ahLst/>
              <a:cxnLst/>
              <a:rect l="l" t="t" r="r" b="b"/>
              <a:pathLst>
                <a:path w="348615" h="66039">
                  <a:moveTo>
                    <a:pt x="347444" y="0"/>
                  </a:moveTo>
                  <a:lnTo>
                    <a:pt x="0" y="2910"/>
                  </a:lnTo>
                  <a:lnTo>
                    <a:pt x="397" y="65558"/>
                  </a:lnTo>
                  <a:lnTo>
                    <a:pt x="348020" y="62752"/>
                  </a:lnTo>
                  <a:lnTo>
                    <a:pt x="347444" y="0"/>
                  </a:lnTo>
                  <a:close/>
                </a:path>
              </a:pathLst>
            </a:custGeom>
            <a:solidFill>
              <a:srgbClr val="7979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239116" y="4283284"/>
              <a:ext cx="932180" cy="2102485"/>
            </a:xfrm>
            <a:custGeom>
              <a:avLst/>
              <a:gdLst/>
              <a:ahLst/>
              <a:cxnLst/>
              <a:rect l="l" t="t" r="r" b="b"/>
              <a:pathLst>
                <a:path w="932179" h="2102485">
                  <a:moveTo>
                    <a:pt x="867879" y="0"/>
                  </a:moveTo>
                  <a:lnTo>
                    <a:pt x="856627" y="0"/>
                  </a:lnTo>
                  <a:lnTo>
                    <a:pt x="856627" y="10172"/>
                  </a:lnTo>
                  <a:lnTo>
                    <a:pt x="856627" y="18834"/>
                  </a:lnTo>
                  <a:lnTo>
                    <a:pt x="856627" y="23317"/>
                  </a:lnTo>
                  <a:lnTo>
                    <a:pt x="856627" y="39166"/>
                  </a:lnTo>
                  <a:lnTo>
                    <a:pt x="856627" y="43688"/>
                  </a:lnTo>
                  <a:lnTo>
                    <a:pt x="856627" y="85420"/>
                  </a:lnTo>
                  <a:lnTo>
                    <a:pt x="804367" y="85420"/>
                  </a:lnTo>
                  <a:lnTo>
                    <a:pt x="804367" y="43688"/>
                  </a:lnTo>
                  <a:lnTo>
                    <a:pt x="856627" y="43688"/>
                  </a:lnTo>
                  <a:lnTo>
                    <a:pt x="856627" y="39166"/>
                  </a:lnTo>
                  <a:lnTo>
                    <a:pt x="804367" y="39166"/>
                  </a:lnTo>
                  <a:lnTo>
                    <a:pt x="804367" y="23317"/>
                  </a:lnTo>
                  <a:lnTo>
                    <a:pt x="856627" y="23317"/>
                  </a:lnTo>
                  <a:lnTo>
                    <a:pt x="856627" y="18834"/>
                  </a:lnTo>
                  <a:lnTo>
                    <a:pt x="804367" y="18834"/>
                  </a:lnTo>
                  <a:lnTo>
                    <a:pt x="804367" y="10172"/>
                  </a:lnTo>
                  <a:lnTo>
                    <a:pt x="856627" y="10172"/>
                  </a:lnTo>
                  <a:lnTo>
                    <a:pt x="856627" y="0"/>
                  </a:lnTo>
                  <a:lnTo>
                    <a:pt x="795934" y="0"/>
                  </a:lnTo>
                  <a:lnTo>
                    <a:pt x="795934" y="10172"/>
                  </a:lnTo>
                  <a:lnTo>
                    <a:pt x="795934" y="18834"/>
                  </a:lnTo>
                  <a:lnTo>
                    <a:pt x="795934" y="23317"/>
                  </a:lnTo>
                  <a:lnTo>
                    <a:pt x="795934" y="39166"/>
                  </a:lnTo>
                  <a:lnTo>
                    <a:pt x="795934" y="43688"/>
                  </a:lnTo>
                  <a:lnTo>
                    <a:pt x="795934" y="85420"/>
                  </a:lnTo>
                  <a:lnTo>
                    <a:pt x="753821" y="85420"/>
                  </a:lnTo>
                  <a:lnTo>
                    <a:pt x="753821" y="43688"/>
                  </a:lnTo>
                  <a:lnTo>
                    <a:pt x="795934" y="43688"/>
                  </a:lnTo>
                  <a:lnTo>
                    <a:pt x="795934" y="39166"/>
                  </a:lnTo>
                  <a:lnTo>
                    <a:pt x="753821" y="39166"/>
                  </a:lnTo>
                  <a:lnTo>
                    <a:pt x="753821" y="23317"/>
                  </a:lnTo>
                  <a:lnTo>
                    <a:pt x="795934" y="23317"/>
                  </a:lnTo>
                  <a:lnTo>
                    <a:pt x="795934" y="18834"/>
                  </a:lnTo>
                  <a:lnTo>
                    <a:pt x="753821" y="18834"/>
                  </a:lnTo>
                  <a:lnTo>
                    <a:pt x="753821" y="10172"/>
                  </a:lnTo>
                  <a:lnTo>
                    <a:pt x="795934" y="10172"/>
                  </a:lnTo>
                  <a:lnTo>
                    <a:pt x="795934" y="0"/>
                  </a:lnTo>
                  <a:lnTo>
                    <a:pt x="745388" y="0"/>
                  </a:lnTo>
                  <a:lnTo>
                    <a:pt x="745388" y="10172"/>
                  </a:lnTo>
                  <a:lnTo>
                    <a:pt x="745388" y="18834"/>
                  </a:lnTo>
                  <a:lnTo>
                    <a:pt x="745388" y="23317"/>
                  </a:lnTo>
                  <a:lnTo>
                    <a:pt x="745388" y="39166"/>
                  </a:lnTo>
                  <a:lnTo>
                    <a:pt x="745388" y="43688"/>
                  </a:lnTo>
                  <a:lnTo>
                    <a:pt x="745388" y="85420"/>
                  </a:lnTo>
                  <a:lnTo>
                    <a:pt x="693153" y="85420"/>
                  </a:lnTo>
                  <a:lnTo>
                    <a:pt x="693153" y="43688"/>
                  </a:lnTo>
                  <a:lnTo>
                    <a:pt x="745388" y="43688"/>
                  </a:lnTo>
                  <a:lnTo>
                    <a:pt x="745388" y="39166"/>
                  </a:lnTo>
                  <a:lnTo>
                    <a:pt x="693153" y="39166"/>
                  </a:lnTo>
                  <a:lnTo>
                    <a:pt x="693153" y="23317"/>
                  </a:lnTo>
                  <a:lnTo>
                    <a:pt x="745388" y="23317"/>
                  </a:lnTo>
                  <a:lnTo>
                    <a:pt x="745388" y="18834"/>
                  </a:lnTo>
                  <a:lnTo>
                    <a:pt x="693153" y="18834"/>
                  </a:lnTo>
                  <a:lnTo>
                    <a:pt x="693153" y="10172"/>
                  </a:lnTo>
                  <a:lnTo>
                    <a:pt x="745388" y="10172"/>
                  </a:lnTo>
                  <a:lnTo>
                    <a:pt x="745388" y="0"/>
                  </a:lnTo>
                  <a:lnTo>
                    <a:pt x="684644" y="0"/>
                  </a:lnTo>
                  <a:lnTo>
                    <a:pt x="684644" y="10172"/>
                  </a:lnTo>
                  <a:lnTo>
                    <a:pt x="684644" y="18834"/>
                  </a:lnTo>
                  <a:lnTo>
                    <a:pt x="684644" y="23317"/>
                  </a:lnTo>
                  <a:lnTo>
                    <a:pt x="684644" y="39166"/>
                  </a:lnTo>
                  <a:lnTo>
                    <a:pt x="684644" y="43688"/>
                  </a:lnTo>
                  <a:lnTo>
                    <a:pt x="684644" y="85420"/>
                  </a:lnTo>
                  <a:lnTo>
                    <a:pt x="632536" y="85420"/>
                  </a:lnTo>
                  <a:lnTo>
                    <a:pt x="632536" y="43688"/>
                  </a:lnTo>
                  <a:lnTo>
                    <a:pt x="684644" y="43688"/>
                  </a:lnTo>
                  <a:lnTo>
                    <a:pt x="684644" y="39166"/>
                  </a:lnTo>
                  <a:lnTo>
                    <a:pt x="632536" y="39166"/>
                  </a:lnTo>
                  <a:lnTo>
                    <a:pt x="632536" y="23317"/>
                  </a:lnTo>
                  <a:lnTo>
                    <a:pt x="684644" y="23317"/>
                  </a:lnTo>
                  <a:lnTo>
                    <a:pt x="684644" y="18834"/>
                  </a:lnTo>
                  <a:lnTo>
                    <a:pt x="632536" y="18834"/>
                  </a:lnTo>
                  <a:lnTo>
                    <a:pt x="632536" y="10172"/>
                  </a:lnTo>
                  <a:lnTo>
                    <a:pt x="684644" y="10172"/>
                  </a:lnTo>
                  <a:lnTo>
                    <a:pt x="684644" y="0"/>
                  </a:lnTo>
                  <a:lnTo>
                    <a:pt x="624128" y="0"/>
                  </a:lnTo>
                  <a:lnTo>
                    <a:pt x="624128" y="10172"/>
                  </a:lnTo>
                  <a:lnTo>
                    <a:pt x="624128" y="18834"/>
                  </a:lnTo>
                  <a:lnTo>
                    <a:pt x="624128" y="23317"/>
                  </a:lnTo>
                  <a:lnTo>
                    <a:pt x="624128" y="39166"/>
                  </a:lnTo>
                  <a:lnTo>
                    <a:pt x="624128" y="43688"/>
                  </a:lnTo>
                  <a:lnTo>
                    <a:pt x="624128" y="85420"/>
                  </a:lnTo>
                  <a:lnTo>
                    <a:pt x="571906" y="85420"/>
                  </a:lnTo>
                  <a:lnTo>
                    <a:pt x="571906" y="43688"/>
                  </a:lnTo>
                  <a:lnTo>
                    <a:pt x="624128" y="43688"/>
                  </a:lnTo>
                  <a:lnTo>
                    <a:pt x="624128" y="39166"/>
                  </a:lnTo>
                  <a:lnTo>
                    <a:pt x="571906" y="39166"/>
                  </a:lnTo>
                  <a:lnTo>
                    <a:pt x="571906" y="23317"/>
                  </a:lnTo>
                  <a:lnTo>
                    <a:pt x="624128" y="23317"/>
                  </a:lnTo>
                  <a:lnTo>
                    <a:pt x="624128" y="18834"/>
                  </a:lnTo>
                  <a:lnTo>
                    <a:pt x="571906" y="18834"/>
                  </a:lnTo>
                  <a:lnTo>
                    <a:pt x="571906" y="10172"/>
                  </a:lnTo>
                  <a:lnTo>
                    <a:pt x="624128" y="10172"/>
                  </a:lnTo>
                  <a:lnTo>
                    <a:pt x="624128" y="0"/>
                  </a:lnTo>
                  <a:lnTo>
                    <a:pt x="563499" y="0"/>
                  </a:lnTo>
                  <a:lnTo>
                    <a:pt x="563499" y="10172"/>
                  </a:lnTo>
                  <a:lnTo>
                    <a:pt x="563499" y="18834"/>
                  </a:lnTo>
                  <a:lnTo>
                    <a:pt x="563499" y="23317"/>
                  </a:lnTo>
                  <a:lnTo>
                    <a:pt x="563499" y="39166"/>
                  </a:lnTo>
                  <a:lnTo>
                    <a:pt x="563499" y="43688"/>
                  </a:lnTo>
                  <a:lnTo>
                    <a:pt x="563499" y="85420"/>
                  </a:lnTo>
                  <a:lnTo>
                    <a:pt x="508152" y="85420"/>
                  </a:lnTo>
                  <a:lnTo>
                    <a:pt x="508152" y="43688"/>
                  </a:lnTo>
                  <a:lnTo>
                    <a:pt x="563499" y="43688"/>
                  </a:lnTo>
                  <a:lnTo>
                    <a:pt x="563499" y="39166"/>
                  </a:lnTo>
                  <a:lnTo>
                    <a:pt x="508152" y="39166"/>
                  </a:lnTo>
                  <a:lnTo>
                    <a:pt x="508152" y="23317"/>
                  </a:lnTo>
                  <a:lnTo>
                    <a:pt x="563499" y="23317"/>
                  </a:lnTo>
                  <a:lnTo>
                    <a:pt x="563499" y="18834"/>
                  </a:lnTo>
                  <a:lnTo>
                    <a:pt x="508152" y="18834"/>
                  </a:lnTo>
                  <a:lnTo>
                    <a:pt x="508152" y="10172"/>
                  </a:lnTo>
                  <a:lnTo>
                    <a:pt x="563499" y="10172"/>
                  </a:lnTo>
                  <a:lnTo>
                    <a:pt x="563499" y="0"/>
                  </a:lnTo>
                  <a:lnTo>
                    <a:pt x="499745" y="0"/>
                  </a:lnTo>
                  <a:lnTo>
                    <a:pt x="499745" y="10172"/>
                  </a:lnTo>
                  <a:lnTo>
                    <a:pt x="499745" y="18834"/>
                  </a:lnTo>
                  <a:lnTo>
                    <a:pt x="499745" y="23317"/>
                  </a:lnTo>
                  <a:lnTo>
                    <a:pt x="499745" y="39166"/>
                  </a:lnTo>
                  <a:lnTo>
                    <a:pt x="499745" y="43688"/>
                  </a:lnTo>
                  <a:lnTo>
                    <a:pt x="499745" y="85420"/>
                  </a:lnTo>
                  <a:lnTo>
                    <a:pt x="447941" y="85420"/>
                  </a:lnTo>
                  <a:lnTo>
                    <a:pt x="447941" y="43688"/>
                  </a:lnTo>
                  <a:lnTo>
                    <a:pt x="499745" y="43688"/>
                  </a:lnTo>
                  <a:lnTo>
                    <a:pt x="499745" y="39166"/>
                  </a:lnTo>
                  <a:lnTo>
                    <a:pt x="447941" y="39166"/>
                  </a:lnTo>
                  <a:lnTo>
                    <a:pt x="447941" y="23317"/>
                  </a:lnTo>
                  <a:lnTo>
                    <a:pt x="499745" y="23317"/>
                  </a:lnTo>
                  <a:lnTo>
                    <a:pt x="499745" y="18834"/>
                  </a:lnTo>
                  <a:lnTo>
                    <a:pt x="447941" y="18834"/>
                  </a:lnTo>
                  <a:lnTo>
                    <a:pt x="447941" y="10172"/>
                  </a:lnTo>
                  <a:lnTo>
                    <a:pt x="499745" y="10172"/>
                  </a:lnTo>
                  <a:lnTo>
                    <a:pt x="499745" y="0"/>
                  </a:lnTo>
                  <a:lnTo>
                    <a:pt x="439496" y="0"/>
                  </a:lnTo>
                  <a:lnTo>
                    <a:pt x="439496" y="10172"/>
                  </a:lnTo>
                  <a:lnTo>
                    <a:pt x="439496" y="18834"/>
                  </a:lnTo>
                  <a:lnTo>
                    <a:pt x="439496" y="23317"/>
                  </a:lnTo>
                  <a:lnTo>
                    <a:pt x="439496" y="39166"/>
                  </a:lnTo>
                  <a:lnTo>
                    <a:pt x="439496" y="43688"/>
                  </a:lnTo>
                  <a:lnTo>
                    <a:pt x="439496" y="85420"/>
                  </a:lnTo>
                  <a:lnTo>
                    <a:pt x="397662" y="85420"/>
                  </a:lnTo>
                  <a:lnTo>
                    <a:pt x="397662" y="43688"/>
                  </a:lnTo>
                  <a:lnTo>
                    <a:pt x="439496" y="43688"/>
                  </a:lnTo>
                  <a:lnTo>
                    <a:pt x="439496" y="39166"/>
                  </a:lnTo>
                  <a:lnTo>
                    <a:pt x="397662" y="39166"/>
                  </a:lnTo>
                  <a:lnTo>
                    <a:pt x="397662" y="23317"/>
                  </a:lnTo>
                  <a:lnTo>
                    <a:pt x="439496" y="23317"/>
                  </a:lnTo>
                  <a:lnTo>
                    <a:pt x="439496" y="18834"/>
                  </a:lnTo>
                  <a:lnTo>
                    <a:pt x="397662" y="18834"/>
                  </a:lnTo>
                  <a:lnTo>
                    <a:pt x="397662" y="10172"/>
                  </a:lnTo>
                  <a:lnTo>
                    <a:pt x="439496" y="10172"/>
                  </a:lnTo>
                  <a:lnTo>
                    <a:pt x="439496" y="0"/>
                  </a:lnTo>
                  <a:lnTo>
                    <a:pt x="389216" y="0"/>
                  </a:lnTo>
                  <a:lnTo>
                    <a:pt x="389216" y="10172"/>
                  </a:lnTo>
                  <a:lnTo>
                    <a:pt x="389216" y="18834"/>
                  </a:lnTo>
                  <a:lnTo>
                    <a:pt x="389216" y="23317"/>
                  </a:lnTo>
                  <a:lnTo>
                    <a:pt x="389216" y="39166"/>
                  </a:lnTo>
                  <a:lnTo>
                    <a:pt x="389216" y="43688"/>
                  </a:lnTo>
                  <a:lnTo>
                    <a:pt x="389216" y="85420"/>
                  </a:lnTo>
                  <a:lnTo>
                    <a:pt x="337388" y="85420"/>
                  </a:lnTo>
                  <a:lnTo>
                    <a:pt x="337388" y="43688"/>
                  </a:lnTo>
                  <a:lnTo>
                    <a:pt x="389216" y="43688"/>
                  </a:lnTo>
                  <a:lnTo>
                    <a:pt x="389216" y="39166"/>
                  </a:lnTo>
                  <a:lnTo>
                    <a:pt x="337388" y="39166"/>
                  </a:lnTo>
                  <a:lnTo>
                    <a:pt x="337388" y="23317"/>
                  </a:lnTo>
                  <a:lnTo>
                    <a:pt x="389216" y="23317"/>
                  </a:lnTo>
                  <a:lnTo>
                    <a:pt x="389216" y="18834"/>
                  </a:lnTo>
                  <a:lnTo>
                    <a:pt x="337388" y="18834"/>
                  </a:lnTo>
                  <a:lnTo>
                    <a:pt x="337388" y="10172"/>
                  </a:lnTo>
                  <a:lnTo>
                    <a:pt x="389216" y="10172"/>
                  </a:lnTo>
                  <a:lnTo>
                    <a:pt x="389216" y="0"/>
                  </a:lnTo>
                  <a:lnTo>
                    <a:pt x="329018" y="0"/>
                  </a:lnTo>
                  <a:lnTo>
                    <a:pt x="329018" y="10172"/>
                  </a:lnTo>
                  <a:lnTo>
                    <a:pt x="329018" y="18834"/>
                  </a:lnTo>
                  <a:lnTo>
                    <a:pt x="329018" y="23317"/>
                  </a:lnTo>
                  <a:lnTo>
                    <a:pt x="329018" y="39166"/>
                  </a:lnTo>
                  <a:lnTo>
                    <a:pt x="329018" y="43688"/>
                  </a:lnTo>
                  <a:lnTo>
                    <a:pt x="329018" y="85420"/>
                  </a:lnTo>
                  <a:lnTo>
                    <a:pt x="277152" y="85420"/>
                  </a:lnTo>
                  <a:lnTo>
                    <a:pt x="277152" y="43688"/>
                  </a:lnTo>
                  <a:lnTo>
                    <a:pt x="329018" y="43688"/>
                  </a:lnTo>
                  <a:lnTo>
                    <a:pt x="329018" y="39166"/>
                  </a:lnTo>
                  <a:lnTo>
                    <a:pt x="277152" y="39166"/>
                  </a:lnTo>
                  <a:lnTo>
                    <a:pt x="277152" y="23317"/>
                  </a:lnTo>
                  <a:lnTo>
                    <a:pt x="329018" y="23317"/>
                  </a:lnTo>
                  <a:lnTo>
                    <a:pt x="329018" y="18834"/>
                  </a:lnTo>
                  <a:lnTo>
                    <a:pt x="277152" y="18834"/>
                  </a:lnTo>
                  <a:lnTo>
                    <a:pt x="277152" y="10172"/>
                  </a:lnTo>
                  <a:lnTo>
                    <a:pt x="329018" y="10172"/>
                  </a:lnTo>
                  <a:lnTo>
                    <a:pt x="329018" y="0"/>
                  </a:lnTo>
                  <a:lnTo>
                    <a:pt x="268782" y="0"/>
                  </a:lnTo>
                  <a:lnTo>
                    <a:pt x="268782" y="10172"/>
                  </a:lnTo>
                  <a:lnTo>
                    <a:pt x="268782" y="18834"/>
                  </a:lnTo>
                  <a:lnTo>
                    <a:pt x="268782" y="23317"/>
                  </a:lnTo>
                  <a:lnTo>
                    <a:pt x="268782" y="39166"/>
                  </a:lnTo>
                  <a:lnTo>
                    <a:pt x="268782" y="43688"/>
                  </a:lnTo>
                  <a:lnTo>
                    <a:pt x="268782" y="85420"/>
                  </a:lnTo>
                  <a:lnTo>
                    <a:pt x="216916" y="85420"/>
                  </a:lnTo>
                  <a:lnTo>
                    <a:pt x="216916" y="43688"/>
                  </a:lnTo>
                  <a:lnTo>
                    <a:pt x="268782" y="43688"/>
                  </a:lnTo>
                  <a:lnTo>
                    <a:pt x="268782" y="39166"/>
                  </a:lnTo>
                  <a:lnTo>
                    <a:pt x="216916" y="39166"/>
                  </a:lnTo>
                  <a:lnTo>
                    <a:pt x="216916" y="23317"/>
                  </a:lnTo>
                  <a:lnTo>
                    <a:pt x="268782" y="23317"/>
                  </a:lnTo>
                  <a:lnTo>
                    <a:pt x="268782" y="18834"/>
                  </a:lnTo>
                  <a:lnTo>
                    <a:pt x="216916" y="18834"/>
                  </a:lnTo>
                  <a:lnTo>
                    <a:pt x="216916" y="10172"/>
                  </a:lnTo>
                  <a:lnTo>
                    <a:pt x="268782" y="10172"/>
                  </a:lnTo>
                  <a:lnTo>
                    <a:pt x="268782" y="0"/>
                  </a:lnTo>
                  <a:lnTo>
                    <a:pt x="208546" y="0"/>
                  </a:lnTo>
                  <a:lnTo>
                    <a:pt x="208546" y="10172"/>
                  </a:lnTo>
                  <a:lnTo>
                    <a:pt x="208546" y="18834"/>
                  </a:lnTo>
                  <a:lnTo>
                    <a:pt x="208546" y="23317"/>
                  </a:lnTo>
                  <a:lnTo>
                    <a:pt x="208546" y="39166"/>
                  </a:lnTo>
                  <a:lnTo>
                    <a:pt x="208546" y="43688"/>
                  </a:lnTo>
                  <a:lnTo>
                    <a:pt x="208546" y="85420"/>
                  </a:lnTo>
                  <a:lnTo>
                    <a:pt x="166738" y="85420"/>
                  </a:lnTo>
                  <a:lnTo>
                    <a:pt x="166738" y="43688"/>
                  </a:lnTo>
                  <a:lnTo>
                    <a:pt x="208546" y="43688"/>
                  </a:lnTo>
                  <a:lnTo>
                    <a:pt x="208546" y="39166"/>
                  </a:lnTo>
                  <a:lnTo>
                    <a:pt x="166738" y="39166"/>
                  </a:lnTo>
                  <a:lnTo>
                    <a:pt x="166738" y="23317"/>
                  </a:lnTo>
                  <a:lnTo>
                    <a:pt x="208546" y="23317"/>
                  </a:lnTo>
                  <a:lnTo>
                    <a:pt x="208546" y="18834"/>
                  </a:lnTo>
                  <a:lnTo>
                    <a:pt x="166738" y="18834"/>
                  </a:lnTo>
                  <a:lnTo>
                    <a:pt x="166738" y="10172"/>
                  </a:lnTo>
                  <a:lnTo>
                    <a:pt x="208546" y="10172"/>
                  </a:lnTo>
                  <a:lnTo>
                    <a:pt x="208546" y="0"/>
                  </a:lnTo>
                  <a:lnTo>
                    <a:pt x="158330" y="0"/>
                  </a:lnTo>
                  <a:lnTo>
                    <a:pt x="158330" y="10172"/>
                  </a:lnTo>
                  <a:lnTo>
                    <a:pt x="158330" y="18834"/>
                  </a:lnTo>
                  <a:lnTo>
                    <a:pt x="158330" y="23317"/>
                  </a:lnTo>
                  <a:lnTo>
                    <a:pt x="158330" y="39166"/>
                  </a:lnTo>
                  <a:lnTo>
                    <a:pt x="158330" y="43688"/>
                  </a:lnTo>
                  <a:lnTo>
                    <a:pt x="158330" y="85420"/>
                  </a:lnTo>
                  <a:lnTo>
                    <a:pt x="106438" y="85420"/>
                  </a:lnTo>
                  <a:lnTo>
                    <a:pt x="106438" y="43688"/>
                  </a:lnTo>
                  <a:lnTo>
                    <a:pt x="158330" y="43688"/>
                  </a:lnTo>
                  <a:lnTo>
                    <a:pt x="158330" y="39166"/>
                  </a:lnTo>
                  <a:lnTo>
                    <a:pt x="106438" y="39166"/>
                  </a:lnTo>
                  <a:lnTo>
                    <a:pt x="106438" y="23317"/>
                  </a:lnTo>
                  <a:lnTo>
                    <a:pt x="158330" y="23317"/>
                  </a:lnTo>
                  <a:lnTo>
                    <a:pt x="158330" y="18834"/>
                  </a:lnTo>
                  <a:lnTo>
                    <a:pt x="106438" y="18834"/>
                  </a:lnTo>
                  <a:lnTo>
                    <a:pt x="106438" y="10172"/>
                  </a:lnTo>
                  <a:lnTo>
                    <a:pt x="158330" y="10172"/>
                  </a:lnTo>
                  <a:lnTo>
                    <a:pt x="158330" y="0"/>
                  </a:lnTo>
                  <a:lnTo>
                    <a:pt x="98018" y="0"/>
                  </a:lnTo>
                  <a:lnTo>
                    <a:pt x="98018" y="10172"/>
                  </a:lnTo>
                  <a:lnTo>
                    <a:pt x="98018" y="18834"/>
                  </a:lnTo>
                  <a:lnTo>
                    <a:pt x="46443" y="18834"/>
                  </a:lnTo>
                  <a:lnTo>
                    <a:pt x="46443" y="23317"/>
                  </a:lnTo>
                  <a:lnTo>
                    <a:pt x="98018" y="23317"/>
                  </a:lnTo>
                  <a:lnTo>
                    <a:pt x="98018" y="39166"/>
                  </a:lnTo>
                  <a:lnTo>
                    <a:pt x="46443" y="39166"/>
                  </a:lnTo>
                  <a:lnTo>
                    <a:pt x="46443" y="43688"/>
                  </a:lnTo>
                  <a:lnTo>
                    <a:pt x="98018" y="43688"/>
                  </a:lnTo>
                  <a:lnTo>
                    <a:pt x="98018" y="85420"/>
                  </a:lnTo>
                  <a:lnTo>
                    <a:pt x="46228" y="85420"/>
                  </a:lnTo>
                  <a:lnTo>
                    <a:pt x="46228" y="10172"/>
                  </a:lnTo>
                  <a:lnTo>
                    <a:pt x="98018" y="10172"/>
                  </a:lnTo>
                  <a:lnTo>
                    <a:pt x="98018" y="0"/>
                  </a:lnTo>
                  <a:lnTo>
                    <a:pt x="36144" y="0"/>
                  </a:lnTo>
                  <a:lnTo>
                    <a:pt x="36144" y="10172"/>
                  </a:lnTo>
                  <a:lnTo>
                    <a:pt x="37744" y="10172"/>
                  </a:lnTo>
                  <a:lnTo>
                    <a:pt x="37744" y="93510"/>
                  </a:lnTo>
                  <a:lnTo>
                    <a:pt x="38481" y="93510"/>
                  </a:lnTo>
                  <a:lnTo>
                    <a:pt x="38481" y="121526"/>
                  </a:lnTo>
                  <a:lnTo>
                    <a:pt x="866444" y="121526"/>
                  </a:lnTo>
                  <a:lnTo>
                    <a:pt x="866444" y="85420"/>
                  </a:lnTo>
                  <a:lnTo>
                    <a:pt x="865073" y="85420"/>
                  </a:lnTo>
                  <a:lnTo>
                    <a:pt x="865073" y="10172"/>
                  </a:lnTo>
                  <a:lnTo>
                    <a:pt x="867879" y="10172"/>
                  </a:lnTo>
                  <a:lnTo>
                    <a:pt x="867879" y="0"/>
                  </a:lnTo>
                  <a:close/>
                </a:path>
                <a:path w="932179" h="2102485">
                  <a:moveTo>
                    <a:pt x="899807" y="987069"/>
                  </a:moveTo>
                  <a:lnTo>
                    <a:pt x="887730" y="987069"/>
                  </a:lnTo>
                  <a:lnTo>
                    <a:pt x="887730" y="997191"/>
                  </a:lnTo>
                  <a:lnTo>
                    <a:pt x="887730" y="1005916"/>
                  </a:lnTo>
                  <a:lnTo>
                    <a:pt x="887730" y="1010335"/>
                  </a:lnTo>
                  <a:lnTo>
                    <a:pt x="887730" y="1026248"/>
                  </a:lnTo>
                  <a:lnTo>
                    <a:pt x="887730" y="1030732"/>
                  </a:lnTo>
                  <a:lnTo>
                    <a:pt x="887730" y="1072413"/>
                  </a:lnTo>
                  <a:lnTo>
                    <a:pt x="831265" y="1072413"/>
                  </a:lnTo>
                  <a:lnTo>
                    <a:pt x="831265" y="1030732"/>
                  </a:lnTo>
                  <a:lnTo>
                    <a:pt x="887730" y="1030732"/>
                  </a:lnTo>
                  <a:lnTo>
                    <a:pt x="887730" y="1026248"/>
                  </a:lnTo>
                  <a:lnTo>
                    <a:pt x="831265" y="1026248"/>
                  </a:lnTo>
                  <a:lnTo>
                    <a:pt x="831265" y="1010335"/>
                  </a:lnTo>
                  <a:lnTo>
                    <a:pt x="887730" y="1010335"/>
                  </a:lnTo>
                  <a:lnTo>
                    <a:pt x="887730" y="1005916"/>
                  </a:lnTo>
                  <a:lnTo>
                    <a:pt x="831265" y="1005916"/>
                  </a:lnTo>
                  <a:lnTo>
                    <a:pt x="831265" y="997191"/>
                  </a:lnTo>
                  <a:lnTo>
                    <a:pt x="887730" y="997191"/>
                  </a:lnTo>
                  <a:lnTo>
                    <a:pt x="887730" y="987069"/>
                  </a:lnTo>
                  <a:lnTo>
                    <a:pt x="822147" y="987069"/>
                  </a:lnTo>
                  <a:lnTo>
                    <a:pt x="822147" y="997191"/>
                  </a:lnTo>
                  <a:lnTo>
                    <a:pt x="822147" y="1005916"/>
                  </a:lnTo>
                  <a:lnTo>
                    <a:pt x="822147" y="1010335"/>
                  </a:lnTo>
                  <a:lnTo>
                    <a:pt x="822147" y="1026248"/>
                  </a:lnTo>
                  <a:lnTo>
                    <a:pt x="822147" y="1030732"/>
                  </a:lnTo>
                  <a:lnTo>
                    <a:pt x="822147" y="1072413"/>
                  </a:lnTo>
                  <a:lnTo>
                    <a:pt x="776605" y="1072413"/>
                  </a:lnTo>
                  <a:lnTo>
                    <a:pt x="776605" y="1030732"/>
                  </a:lnTo>
                  <a:lnTo>
                    <a:pt x="822147" y="1030732"/>
                  </a:lnTo>
                  <a:lnTo>
                    <a:pt x="822147" y="1026248"/>
                  </a:lnTo>
                  <a:lnTo>
                    <a:pt x="776605" y="1026248"/>
                  </a:lnTo>
                  <a:lnTo>
                    <a:pt x="776605" y="1010335"/>
                  </a:lnTo>
                  <a:lnTo>
                    <a:pt x="822147" y="1010335"/>
                  </a:lnTo>
                  <a:lnTo>
                    <a:pt x="822147" y="1005916"/>
                  </a:lnTo>
                  <a:lnTo>
                    <a:pt x="776605" y="1005916"/>
                  </a:lnTo>
                  <a:lnTo>
                    <a:pt x="776605" y="997191"/>
                  </a:lnTo>
                  <a:lnTo>
                    <a:pt x="822147" y="997191"/>
                  </a:lnTo>
                  <a:lnTo>
                    <a:pt x="822147" y="987069"/>
                  </a:lnTo>
                  <a:lnTo>
                    <a:pt x="767334" y="987069"/>
                  </a:lnTo>
                  <a:lnTo>
                    <a:pt x="767334" y="997191"/>
                  </a:lnTo>
                  <a:lnTo>
                    <a:pt x="767334" y="1005916"/>
                  </a:lnTo>
                  <a:lnTo>
                    <a:pt x="767334" y="1010335"/>
                  </a:lnTo>
                  <a:lnTo>
                    <a:pt x="767334" y="1026248"/>
                  </a:lnTo>
                  <a:lnTo>
                    <a:pt x="767334" y="1030732"/>
                  </a:lnTo>
                  <a:lnTo>
                    <a:pt x="767334" y="1072413"/>
                  </a:lnTo>
                  <a:lnTo>
                    <a:pt x="710869" y="1072413"/>
                  </a:lnTo>
                  <a:lnTo>
                    <a:pt x="710869" y="1030732"/>
                  </a:lnTo>
                  <a:lnTo>
                    <a:pt x="767334" y="1030732"/>
                  </a:lnTo>
                  <a:lnTo>
                    <a:pt x="767334" y="1026248"/>
                  </a:lnTo>
                  <a:lnTo>
                    <a:pt x="710869" y="1026248"/>
                  </a:lnTo>
                  <a:lnTo>
                    <a:pt x="710869" y="1010335"/>
                  </a:lnTo>
                  <a:lnTo>
                    <a:pt x="767334" y="1010335"/>
                  </a:lnTo>
                  <a:lnTo>
                    <a:pt x="767334" y="1005916"/>
                  </a:lnTo>
                  <a:lnTo>
                    <a:pt x="710869" y="1005916"/>
                  </a:lnTo>
                  <a:lnTo>
                    <a:pt x="710869" y="997191"/>
                  </a:lnTo>
                  <a:lnTo>
                    <a:pt x="767334" y="997191"/>
                  </a:lnTo>
                  <a:lnTo>
                    <a:pt x="767334" y="987069"/>
                  </a:lnTo>
                  <a:lnTo>
                    <a:pt x="701789" y="987069"/>
                  </a:lnTo>
                  <a:lnTo>
                    <a:pt x="701789" y="997191"/>
                  </a:lnTo>
                  <a:lnTo>
                    <a:pt x="701789" y="1005916"/>
                  </a:lnTo>
                  <a:lnTo>
                    <a:pt x="701789" y="1010335"/>
                  </a:lnTo>
                  <a:lnTo>
                    <a:pt x="701789" y="1026248"/>
                  </a:lnTo>
                  <a:lnTo>
                    <a:pt x="701789" y="1030732"/>
                  </a:lnTo>
                  <a:lnTo>
                    <a:pt x="701789" y="1072413"/>
                  </a:lnTo>
                  <a:lnTo>
                    <a:pt x="645287" y="1072413"/>
                  </a:lnTo>
                  <a:lnTo>
                    <a:pt x="645287" y="1030732"/>
                  </a:lnTo>
                  <a:lnTo>
                    <a:pt x="701789" y="1030732"/>
                  </a:lnTo>
                  <a:lnTo>
                    <a:pt x="701789" y="1026248"/>
                  </a:lnTo>
                  <a:lnTo>
                    <a:pt x="645287" y="1026248"/>
                  </a:lnTo>
                  <a:lnTo>
                    <a:pt x="645287" y="1010335"/>
                  </a:lnTo>
                  <a:lnTo>
                    <a:pt x="701789" y="1010335"/>
                  </a:lnTo>
                  <a:lnTo>
                    <a:pt x="701789" y="1005916"/>
                  </a:lnTo>
                  <a:lnTo>
                    <a:pt x="645287" y="1005916"/>
                  </a:lnTo>
                  <a:lnTo>
                    <a:pt x="645287" y="997191"/>
                  </a:lnTo>
                  <a:lnTo>
                    <a:pt x="701789" y="997191"/>
                  </a:lnTo>
                  <a:lnTo>
                    <a:pt x="701789" y="987069"/>
                  </a:lnTo>
                  <a:lnTo>
                    <a:pt x="636168" y="987069"/>
                  </a:lnTo>
                  <a:lnTo>
                    <a:pt x="636168" y="997191"/>
                  </a:lnTo>
                  <a:lnTo>
                    <a:pt x="636168" y="1005916"/>
                  </a:lnTo>
                  <a:lnTo>
                    <a:pt x="636168" y="1010335"/>
                  </a:lnTo>
                  <a:lnTo>
                    <a:pt x="636168" y="1026248"/>
                  </a:lnTo>
                  <a:lnTo>
                    <a:pt x="636168" y="1030732"/>
                  </a:lnTo>
                  <a:lnTo>
                    <a:pt x="636168" y="1072413"/>
                  </a:lnTo>
                  <a:lnTo>
                    <a:pt x="579628" y="1072413"/>
                  </a:lnTo>
                  <a:lnTo>
                    <a:pt x="579628" y="1030732"/>
                  </a:lnTo>
                  <a:lnTo>
                    <a:pt x="636168" y="1030732"/>
                  </a:lnTo>
                  <a:lnTo>
                    <a:pt x="636168" y="1026248"/>
                  </a:lnTo>
                  <a:lnTo>
                    <a:pt x="579628" y="1026248"/>
                  </a:lnTo>
                  <a:lnTo>
                    <a:pt x="579628" y="1010335"/>
                  </a:lnTo>
                  <a:lnTo>
                    <a:pt x="636168" y="1010335"/>
                  </a:lnTo>
                  <a:lnTo>
                    <a:pt x="636168" y="1005916"/>
                  </a:lnTo>
                  <a:lnTo>
                    <a:pt x="579628" y="1005916"/>
                  </a:lnTo>
                  <a:lnTo>
                    <a:pt x="579628" y="997191"/>
                  </a:lnTo>
                  <a:lnTo>
                    <a:pt x="636168" y="997191"/>
                  </a:lnTo>
                  <a:lnTo>
                    <a:pt x="636168" y="987069"/>
                  </a:lnTo>
                  <a:lnTo>
                    <a:pt x="570458" y="987069"/>
                  </a:lnTo>
                  <a:lnTo>
                    <a:pt x="570458" y="997191"/>
                  </a:lnTo>
                  <a:lnTo>
                    <a:pt x="570458" y="1005916"/>
                  </a:lnTo>
                  <a:lnTo>
                    <a:pt x="570458" y="1010335"/>
                  </a:lnTo>
                  <a:lnTo>
                    <a:pt x="570458" y="1026248"/>
                  </a:lnTo>
                  <a:lnTo>
                    <a:pt x="570458" y="1030732"/>
                  </a:lnTo>
                  <a:lnTo>
                    <a:pt x="570458" y="1072413"/>
                  </a:lnTo>
                  <a:lnTo>
                    <a:pt x="510667" y="1072413"/>
                  </a:lnTo>
                  <a:lnTo>
                    <a:pt x="510667" y="1030732"/>
                  </a:lnTo>
                  <a:lnTo>
                    <a:pt x="570458" y="1030732"/>
                  </a:lnTo>
                  <a:lnTo>
                    <a:pt x="570458" y="1026248"/>
                  </a:lnTo>
                  <a:lnTo>
                    <a:pt x="510667" y="1026248"/>
                  </a:lnTo>
                  <a:lnTo>
                    <a:pt x="510667" y="1010335"/>
                  </a:lnTo>
                  <a:lnTo>
                    <a:pt x="570458" y="1010335"/>
                  </a:lnTo>
                  <a:lnTo>
                    <a:pt x="570458" y="1005916"/>
                  </a:lnTo>
                  <a:lnTo>
                    <a:pt x="510667" y="1005916"/>
                  </a:lnTo>
                  <a:lnTo>
                    <a:pt x="510667" y="997191"/>
                  </a:lnTo>
                  <a:lnTo>
                    <a:pt x="570458" y="997191"/>
                  </a:lnTo>
                  <a:lnTo>
                    <a:pt x="570458" y="987069"/>
                  </a:lnTo>
                  <a:lnTo>
                    <a:pt x="501573" y="987069"/>
                  </a:lnTo>
                  <a:lnTo>
                    <a:pt x="501573" y="997191"/>
                  </a:lnTo>
                  <a:lnTo>
                    <a:pt x="501573" y="1005916"/>
                  </a:lnTo>
                  <a:lnTo>
                    <a:pt x="501573" y="1010335"/>
                  </a:lnTo>
                  <a:lnTo>
                    <a:pt x="501573" y="1026248"/>
                  </a:lnTo>
                  <a:lnTo>
                    <a:pt x="501573" y="1030732"/>
                  </a:lnTo>
                  <a:lnTo>
                    <a:pt x="501573" y="1072413"/>
                  </a:lnTo>
                  <a:lnTo>
                    <a:pt x="445465" y="1072413"/>
                  </a:lnTo>
                  <a:lnTo>
                    <a:pt x="445465" y="1030732"/>
                  </a:lnTo>
                  <a:lnTo>
                    <a:pt x="501573" y="1030732"/>
                  </a:lnTo>
                  <a:lnTo>
                    <a:pt x="501573" y="1026248"/>
                  </a:lnTo>
                  <a:lnTo>
                    <a:pt x="445465" y="1026248"/>
                  </a:lnTo>
                  <a:lnTo>
                    <a:pt x="445465" y="1010335"/>
                  </a:lnTo>
                  <a:lnTo>
                    <a:pt x="501573" y="1010335"/>
                  </a:lnTo>
                  <a:lnTo>
                    <a:pt x="501573" y="1005916"/>
                  </a:lnTo>
                  <a:lnTo>
                    <a:pt x="445465" y="1005916"/>
                  </a:lnTo>
                  <a:lnTo>
                    <a:pt x="445465" y="997191"/>
                  </a:lnTo>
                  <a:lnTo>
                    <a:pt x="501573" y="997191"/>
                  </a:lnTo>
                  <a:lnTo>
                    <a:pt x="501573" y="987069"/>
                  </a:lnTo>
                  <a:lnTo>
                    <a:pt x="436384" y="987069"/>
                  </a:lnTo>
                  <a:lnTo>
                    <a:pt x="436384" y="997191"/>
                  </a:lnTo>
                  <a:lnTo>
                    <a:pt x="436384" y="1005916"/>
                  </a:lnTo>
                  <a:lnTo>
                    <a:pt x="436384" y="1010335"/>
                  </a:lnTo>
                  <a:lnTo>
                    <a:pt x="436384" y="1026248"/>
                  </a:lnTo>
                  <a:lnTo>
                    <a:pt x="436384" y="1030732"/>
                  </a:lnTo>
                  <a:lnTo>
                    <a:pt x="436384" y="1072413"/>
                  </a:lnTo>
                  <a:lnTo>
                    <a:pt x="391121" y="1072413"/>
                  </a:lnTo>
                  <a:lnTo>
                    <a:pt x="391121" y="1030732"/>
                  </a:lnTo>
                  <a:lnTo>
                    <a:pt x="436384" y="1030732"/>
                  </a:lnTo>
                  <a:lnTo>
                    <a:pt x="436384" y="1026248"/>
                  </a:lnTo>
                  <a:lnTo>
                    <a:pt x="391121" y="1026248"/>
                  </a:lnTo>
                  <a:lnTo>
                    <a:pt x="391121" y="1010335"/>
                  </a:lnTo>
                  <a:lnTo>
                    <a:pt x="436384" y="1010335"/>
                  </a:lnTo>
                  <a:lnTo>
                    <a:pt x="436384" y="1005916"/>
                  </a:lnTo>
                  <a:lnTo>
                    <a:pt x="391121" y="1005916"/>
                  </a:lnTo>
                  <a:lnTo>
                    <a:pt x="391121" y="997191"/>
                  </a:lnTo>
                  <a:lnTo>
                    <a:pt x="436384" y="997191"/>
                  </a:lnTo>
                  <a:lnTo>
                    <a:pt x="436384" y="987069"/>
                  </a:lnTo>
                  <a:lnTo>
                    <a:pt x="382104" y="987069"/>
                  </a:lnTo>
                  <a:lnTo>
                    <a:pt x="382104" y="997191"/>
                  </a:lnTo>
                  <a:lnTo>
                    <a:pt x="382104" y="1005916"/>
                  </a:lnTo>
                  <a:lnTo>
                    <a:pt x="382104" y="1010335"/>
                  </a:lnTo>
                  <a:lnTo>
                    <a:pt x="382104" y="1026248"/>
                  </a:lnTo>
                  <a:lnTo>
                    <a:pt x="382104" y="1030732"/>
                  </a:lnTo>
                  <a:lnTo>
                    <a:pt x="382104" y="1072413"/>
                  </a:lnTo>
                  <a:lnTo>
                    <a:pt x="325970" y="1072413"/>
                  </a:lnTo>
                  <a:lnTo>
                    <a:pt x="325970" y="1030732"/>
                  </a:lnTo>
                  <a:lnTo>
                    <a:pt x="382104" y="1030732"/>
                  </a:lnTo>
                  <a:lnTo>
                    <a:pt x="382104" y="1026248"/>
                  </a:lnTo>
                  <a:lnTo>
                    <a:pt x="325970" y="1026248"/>
                  </a:lnTo>
                  <a:lnTo>
                    <a:pt x="325970" y="1010335"/>
                  </a:lnTo>
                  <a:lnTo>
                    <a:pt x="382104" y="1010335"/>
                  </a:lnTo>
                  <a:lnTo>
                    <a:pt x="382104" y="1005916"/>
                  </a:lnTo>
                  <a:lnTo>
                    <a:pt x="325970" y="1005916"/>
                  </a:lnTo>
                  <a:lnTo>
                    <a:pt x="325970" y="997191"/>
                  </a:lnTo>
                  <a:lnTo>
                    <a:pt x="382104" y="997191"/>
                  </a:lnTo>
                  <a:lnTo>
                    <a:pt x="382104" y="987069"/>
                  </a:lnTo>
                  <a:lnTo>
                    <a:pt x="316877" y="987069"/>
                  </a:lnTo>
                  <a:lnTo>
                    <a:pt x="316877" y="997191"/>
                  </a:lnTo>
                  <a:lnTo>
                    <a:pt x="316877" y="1005916"/>
                  </a:lnTo>
                  <a:lnTo>
                    <a:pt x="316877" y="1010335"/>
                  </a:lnTo>
                  <a:lnTo>
                    <a:pt x="316877" y="1026248"/>
                  </a:lnTo>
                  <a:lnTo>
                    <a:pt x="316877" y="1030732"/>
                  </a:lnTo>
                  <a:lnTo>
                    <a:pt x="316877" y="1072413"/>
                  </a:lnTo>
                  <a:lnTo>
                    <a:pt x="260731" y="1072413"/>
                  </a:lnTo>
                  <a:lnTo>
                    <a:pt x="260731" y="1030732"/>
                  </a:lnTo>
                  <a:lnTo>
                    <a:pt x="316877" y="1030732"/>
                  </a:lnTo>
                  <a:lnTo>
                    <a:pt x="316877" y="1026248"/>
                  </a:lnTo>
                  <a:lnTo>
                    <a:pt x="260731" y="1026248"/>
                  </a:lnTo>
                  <a:lnTo>
                    <a:pt x="260731" y="1010335"/>
                  </a:lnTo>
                  <a:lnTo>
                    <a:pt x="316877" y="1010335"/>
                  </a:lnTo>
                  <a:lnTo>
                    <a:pt x="316877" y="1005916"/>
                  </a:lnTo>
                  <a:lnTo>
                    <a:pt x="260731" y="1005916"/>
                  </a:lnTo>
                  <a:lnTo>
                    <a:pt x="260731" y="997191"/>
                  </a:lnTo>
                  <a:lnTo>
                    <a:pt x="316877" y="997191"/>
                  </a:lnTo>
                  <a:lnTo>
                    <a:pt x="316877" y="987069"/>
                  </a:lnTo>
                  <a:lnTo>
                    <a:pt x="251688" y="987069"/>
                  </a:lnTo>
                  <a:lnTo>
                    <a:pt x="251688" y="997191"/>
                  </a:lnTo>
                  <a:lnTo>
                    <a:pt x="251688" y="1005916"/>
                  </a:lnTo>
                  <a:lnTo>
                    <a:pt x="251688" y="1010335"/>
                  </a:lnTo>
                  <a:lnTo>
                    <a:pt x="251688" y="1026248"/>
                  </a:lnTo>
                  <a:lnTo>
                    <a:pt x="251688" y="1030732"/>
                  </a:lnTo>
                  <a:lnTo>
                    <a:pt x="251688" y="1072413"/>
                  </a:lnTo>
                  <a:lnTo>
                    <a:pt x="195503" y="1072413"/>
                  </a:lnTo>
                  <a:lnTo>
                    <a:pt x="195503" y="1030732"/>
                  </a:lnTo>
                  <a:lnTo>
                    <a:pt x="251688" y="1030732"/>
                  </a:lnTo>
                  <a:lnTo>
                    <a:pt x="251688" y="1026248"/>
                  </a:lnTo>
                  <a:lnTo>
                    <a:pt x="195503" y="1026248"/>
                  </a:lnTo>
                  <a:lnTo>
                    <a:pt x="195503" y="1010335"/>
                  </a:lnTo>
                  <a:lnTo>
                    <a:pt x="251688" y="1010335"/>
                  </a:lnTo>
                  <a:lnTo>
                    <a:pt x="251688" y="1005916"/>
                  </a:lnTo>
                  <a:lnTo>
                    <a:pt x="195503" y="1005916"/>
                  </a:lnTo>
                  <a:lnTo>
                    <a:pt x="195503" y="997191"/>
                  </a:lnTo>
                  <a:lnTo>
                    <a:pt x="251688" y="997191"/>
                  </a:lnTo>
                  <a:lnTo>
                    <a:pt x="251688" y="987069"/>
                  </a:lnTo>
                  <a:lnTo>
                    <a:pt x="186499" y="987069"/>
                  </a:lnTo>
                  <a:lnTo>
                    <a:pt x="186499" y="997191"/>
                  </a:lnTo>
                  <a:lnTo>
                    <a:pt x="186499" y="1005916"/>
                  </a:lnTo>
                  <a:lnTo>
                    <a:pt x="186499" y="1010335"/>
                  </a:lnTo>
                  <a:lnTo>
                    <a:pt x="186499" y="1026248"/>
                  </a:lnTo>
                  <a:lnTo>
                    <a:pt x="186499" y="1030732"/>
                  </a:lnTo>
                  <a:lnTo>
                    <a:pt x="186499" y="1072413"/>
                  </a:lnTo>
                  <a:lnTo>
                    <a:pt x="141198" y="1072413"/>
                  </a:lnTo>
                  <a:lnTo>
                    <a:pt x="141198" y="1030732"/>
                  </a:lnTo>
                  <a:lnTo>
                    <a:pt x="186499" y="1030732"/>
                  </a:lnTo>
                  <a:lnTo>
                    <a:pt x="186499" y="1026248"/>
                  </a:lnTo>
                  <a:lnTo>
                    <a:pt x="141198" y="1026248"/>
                  </a:lnTo>
                  <a:lnTo>
                    <a:pt x="141198" y="1010335"/>
                  </a:lnTo>
                  <a:lnTo>
                    <a:pt x="186499" y="1010335"/>
                  </a:lnTo>
                  <a:lnTo>
                    <a:pt x="186499" y="1005916"/>
                  </a:lnTo>
                  <a:lnTo>
                    <a:pt x="141198" y="1005916"/>
                  </a:lnTo>
                  <a:lnTo>
                    <a:pt x="141198" y="997191"/>
                  </a:lnTo>
                  <a:lnTo>
                    <a:pt x="186499" y="997191"/>
                  </a:lnTo>
                  <a:lnTo>
                    <a:pt x="186499" y="987069"/>
                  </a:lnTo>
                  <a:lnTo>
                    <a:pt x="132105" y="987069"/>
                  </a:lnTo>
                  <a:lnTo>
                    <a:pt x="132105" y="997191"/>
                  </a:lnTo>
                  <a:lnTo>
                    <a:pt x="132105" y="1005916"/>
                  </a:lnTo>
                  <a:lnTo>
                    <a:pt x="132105" y="1010335"/>
                  </a:lnTo>
                  <a:lnTo>
                    <a:pt x="132105" y="1026248"/>
                  </a:lnTo>
                  <a:lnTo>
                    <a:pt x="132105" y="1030732"/>
                  </a:lnTo>
                  <a:lnTo>
                    <a:pt x="132105" y="1072413"/>
                  </a:lnTo>
                  <a:lnTo>
                    <a:pt x="76047" y="1072413"/>
                  </a:lnTo>
                  <a:lnTo>
                    <a:pt x="76047" y="1030732"/>
                  </a:lnTo>
                  <a:lnTo>
                    <a:pt x="132105" y="1030732"/>
                  </a:lnTo>
                  <a:lnTo>
                    <a:pt x="132105" y="1026248"/>
                  </a:lnTo>
                  <a:lnTo>
                    <a:pt x="76047" y="1026248"/>
                  </a:lnTo>
                  <a:lnTo>
                    <a:pt x="76047" y="1010335"/>
                  </a:lnTo>
                  <a:lnTo>
                    <a:pt x="132105" y="1010335"/>
                  </a:lnTo>
                  <a:lnTo>
                    <a:pt x="132105" y="1005916"/>
                  </a:lnTo>
                  <a:lnTo>
                    <a:pt x="76047" y="1005916"/>
                  </a:lnTo>
                  <a:lnTo>
                    <a:pt x="76047" y="997191"/>
                  </a:lnTo>
                  <a:lnTo>
                    <a:pt x="132105" y="997191"/>
                  </a:lnTo>
                  <a:lnTo>
                    <a:pt x="132105" y="987069"/>
                  </a:lnTo>
                  <a:lnTo>
                    <a:pt x="66954" y="987069"/>
                  </a:lnTo>
                  <a:lnTo>
                    <a:pt x="66954" y="997191"/>
                  </a:lnTo>
                  <a:lnTo>
                    <a:pt x="66954" y="1005916"/>
                  </a:lnTo>
                  <a:lnTo>
                    <a:pt x="11099" y="1005916"/>
                  </a:lnTo>
                  <a:lnTo>
                    <a:pt x="11099" y="1010335"/>
                  </a:lnTo>
                  <a:lnTo>
                    <a:pt x="66954" y="1010335"/>
                  </a:lnTo>
                  <a:lnTo>
                    <a:pt x="66954" y="1026248"/>
                  </a:lnTo>
                  <a:lnTo>
                    <a:pt x="11099" y="1026248"/>
                  </a:lnTo>
                  <a:lnTo>
                    <a:pt x="11099" y="1030732"/>
                  </a:lnTo>
                  <a:lnTo>
                    <a:pt x="66954" y="1030732"/>
                  </a:lnTo>
                  <a:lnTo>
                    <a:pt x="66954" y="1072413"/>
                  </a:lnTo>
                  <a:lnTo>
                    <a:pt x="10782" y="1072413"/>
                  </a:lnTo>
                  <a:lnTo>
                    <a:pt x="10782" y="997191"/>
                  </a:lnTo>
                  <a:lnTo>
                    <a:pt x="66954" y="997191"/>
                  </a:lnTo>
                  <a:lnTo>
                    <a:pt x="66954" y="987069"/>
                  </a:lnTo>
                  <a:lnTo>
                    <a:pt x="0" y="987069"/>
                  </a:lnTo>
                  <a:lnTo>
                    <a:pt x="0" y="997191"/>
                  </a:lnTo>
                  <a:lnTo>
                    <a:pt x="1841" y="997191"/>
                  </a:lnTo>
                  <a:lnTo>
                    <a:pt x="1841" y="1080554"/>
                  </a:lnTo>
                  <a:lnTo>
                    <a:pt x="2476" y="1080554"/>
                  </a:lnTo>
                  <a:lnTo>
                    <a:pt x="2476" y="1108583"/>
                  </a:lnTo>
                  <a:lnTo>
                    <a:pt x="898296" y="1108583"/>
                  </a:lnTo>
                  <a:lnTo>
                    <a:pt x="898296" y="1072413"/>
                  </a:lnTo>
                  <a:lnTo>
                    <a:pt x="896886" y="1072413"/>
                  </a:lnTo>
                  <a:lnTo>
                    <a:pt x="896886" y="997191"/>
                  </a:lnTo>
                  <a:lnTo>
                    <a:pt x="899807" y="997191"/>
                  </a:lnTo>
                  <a:lnTo>
                    <a:pt x="899807" y="987069"/>
                  </a:lnTo>
                  <a:close/>
                </a:path>
                <a:path w="932179" h="2102485">
                  <a:moveTo>
                    <a:pt x="931557" y="1980869"/>
                  </a:moveTo>
                  <a:lnTo>
                    <a:pt x="919060" y="1980869"/>
                  </a:lnTo>
                  <a:lnTo>
                    <a:pt x="919060" y="1991106"/>
                  </a:lnTo>
                  <a:lnTo>
                    <a:pt x="919060" y="1999615"/>
                  </a:lnTo>
                  <a:lnTo>
                    <a:pt x="919060" y="2004072"/>
                  </a:lnTo>
                  <a:lnTo>
                    <a:pt x="919060" y="2020011"/>
                  </a:lnTo>
                  <a:lnTo>
                    <a:pt x="919060" y="2024468"/>
                  </a:lnTo>
                  <a:lnTo>
                    <a:pt x="919060" y="2066201"/>
                  </a:lnTo>
                  <a:lnTo>
                    <a:pt x="860475" y="2066201"/>
                  </a:lnTo>
                  <a:lnTo>
                    <a:pt x="860475" y="2024468"/>
                  </a:lnTo>
                  <a:lnTo>
                    <a:pt x="919060" y="2024468"/>
                  </a:lnTo>
                  <a:lnTo>
                    <a:pt x="919060" y="2020011"/>
                  </a:lnTo>
                  <a:lnTo>
                    <a:pt x="860475" y="2020011"/>
                  </a:lnTo>
                  <a:lnTo>
                    <a:pt x="860475" y="2004072"/>
                  </a:lnTo>
                  <a:lnTo>
                    <a:pt x="919060" y="2004072"/>
                  </a:lnTo>
                  <a:lnTo>
                    <a:pt x="919060" y="1999615"/>
                  </a:lnTo>
                  <a:lnTo>
                    <a:pt x="860475" y="1999615"/>
                  </a:lnTo>
                  <a:lnTo>
                    <a:pt x="860475" y="1991106"/>
                  </a:lnTo>
                  <a:lnTo>
                    <a:pt x="919060" y="1991106"/>
                  </a:lnTo>
                  <a:lnTo>
                    <a:pt x="919060" y="1980869"/>
                  </a:lnTo>
                  <a:lnTo>
                    <a:pt x="851103" y="1980869"/>
                  </a:lnTo>
                  <a:lnTo>
                    <a:pt x="851103" y="1991106"/>
                  </a:lnTo>
                  <a:lnTo>
                    <a:pt x="851103" y="1999615"/>
                  </a:lnTo>
                  <a:lnTo>
                    <a:pt x="851103" y="2004072"/>
                  </a:lnTo>
                  <a:lnTo>
                    <a:pt x="851103" y="2020011"/>
                  </a:lnTo>
                  <a:lnTo>
                    <a:pt x="851103" y="2024468"/>
                  </a:lnTo>
                  <a:lnTo>
                    <a:pt x="851103" y="2066201"/>
                  </a:lnTo>
                  <a:lnTo>
                    <a:pt x="803795" y="2066201"/>
                  </a:lnTo>
                  <a:lnTo>
                    <a:pt x="803795" y="2024468"/>
                  </a:lnTo>
                  <a:lnTo>
                    <a:pt x="851103" y="2024468"/>
                  </a:lnTo>
                  <a:lnTo>
                    <a:pt x="851103" y="2020011"/>
                  </a:lnTo>
                  <a:lnTo>
                    <a:pt x="803795" y="2020011"/>
                  </a:lnTo>
                  <a:lnTo>
                    <a:pt x="803795" y="2004072"/>
                  </a:lnTo>
                  <a:lnTo>
                    <a:pt x="851103" y="2004072"/>
                  </a:lnTo>
                  <a:lnTo>
                    <a:pt x="851103" y="1999615"/>
                  </a:lnTo>
                  <a:lnTo>
                    <a:pt x="803795" y="1999615"/>
                  </a:lnTo>
                  <a:lnTo>
                    <a:pt x="803795" y="1991106"/>
                  </a:lnTo>
                  <a:lnTo>
                    <a:pt x="851103" y="1991106"/>
                  </a:lnTo>
                  <a:lnTo>
                    <a:pt x="851103" y="1980869"/>
                  </a:lnTo>
                  <a:lnTo>
                    <a:pt x="794448" y="1980869"/>
                  </a:lnTo>
                  <a:lnTo>
                    <a:pt x="794448" y="1991106"/>
                  </a:lnTo>
                  <a:lnTo>
                    <a:pt x="794448" y="1999615"/>
                  </a:lnTo>
                  <a:lnTo>
                    <a:pt x="794448" y="2004072"/>
                  </a:lnTo>
                  <a:lnTo>
                    <a:pt x="794448" y="2020011"/>
                  </a:lnTo>
                  <a:lnTo>
                    <a:pt x="794448" y="2024468"/>
                  </a:lnTo>
                  <a:lnTo>
                    <a:pt x="794448" y="2066201"/>
                  </a:lnTo>
                  <a:lnTo>
                    <a:pt x="735901" y="2066201"/>
                  </a:lnTo>
                  <a:lnTo>
                    <a:pt x="735901" y="2024468"/>
                  </a:lnTo>
                  <a:lnTo>
                    <a:pt x="794448" y="2024468"/>
                  </a:lnTo>
                  <a:lnTo>
                    <a:pt x="794448" y="2020011"/>
                  </a:lnTo>
                  <a:lnTo>
                    <a:pt x="735901" y="2020011"/>
                  </a:lnTo>
                  <a:lnTo>
                    <a:pt x="735901" y="2004072"/>
                  </a:lnTo>
                  <a:lnTo>
                    <a:pt x="794448" y="2004072"/>
                  </a:lnTo>
                  <a:lnTo>
                    <a:pt x="794448" y="1999615"/>
                  </a:lnTo>
                  <a:lnTo>
                    <a:pt x="735901" y="1999615"/>
                  </a:lnTo>
                  <a:lnTo>
                    <a:pt x="735901" y="1991106"/>
                  </a:lnTo>
                  <a:lnTo>
                    <a:pt x="794448" y="1991106"/>
                  </a:lnTo>
                  <a:lnTo>
                    <a:pt x="794448" y="1980869"/>
                  </a:lnTo>
                  <a:lnTo>
                    <a:pt x="726503" y="1980869"/>
                  </a:lnTo>
                  <a:lnTo>
                    <a:pt x="726503" y="1991106"/>
                  </a:lnTo>
                  <a:lnTo>
                    <a:pt x="726503" y="1999615"/>
                  </a:lnTo>
                  <a:lnTo>
                    <a:pt x="726503" y="2004072"/>
                  </a:lnTo>
                  <a:lnTo>
                    <a:pt x="726503" y="2020011"/>
                  </a:lnTo>
                  <a:lnTo>
                    <a:pt x="726503" y="2024468"/>
                  </a:lnTo>
                  <a:lnTo>
                    <a:pt x="726503" y="2066201"/>
                  </a:lnTo>
                  <a:lnTo>
                    <a:pt x="667943" y="2066201"/>
                  </a:lnTo>
                  <a:lnTo>
                    <a:pt x="667943" y="2024468"/>
                  </a:lnTo>
                  <a:lnTo>
                    <a:pt x="726503" y="2024468"/>
                  </a:lnTo>
                  <a:lnTo>
                    <a:pt x="726503" y="2020011"/>
                  </a:lnTo>
                  <a:lnTo>
                    <a:pt x="667943" y="2020011"/>
                  </a:lnTo>
                  <a:lnTo>
                    <a:pt x="667943" y="2004072"/>
                  </a:lnTo>
                  <a:lnTo>
                    <a:pt x="726503" y="2004072"/>
                  </a:lnTo>
                  <a:lnTo>
                    <a:pt x="726503" y="1999615"/>
                  </a:lnTo>
                  <a:lnTo>
                    <a:pt x="667943" y="1999615"/>
                  </a:lnTo>
                  <a:lnTo>
                    <a:pt x="667943" y="1991106"/>
                  </a:lnTo>
                  <a:lnTo>
                    <a:pt x="726503" y="1991106"/>
                  </a:lnTo>
                  <a:lnTo>
                    <a:pt x="726503" y="1980869"/>
                  </a:lnTo>
                  <a:lnTo>
                    <a:pt x="658431" y="1980869"/>
                  </a:lnTo>
                  <a:lnTo>
                    <a:pt x="658431" y="1991106"/>
                  </a:lnTo>
                  <a:lnTo>
                    <a:pt x="658431" y="1999615"/>
                  </a:lnTo>
                  <a:lnTo>
                    <a:pt x="658431" y="2004072"/>
                  </a:lnTo>
                  <a:lnTo>
                    <a:pt x="658431" y="2020011"/>
                  </a:lnTo>
                  <a:lnTo>
                    <a:pt x="658431" y="2024468"/>
                  </a:lnTo>
                  <a:lnTo>
                    <a:pt x="658431" y="2066201"/>
                  </a:lnTo>
                  <a:lnTo>
                    <a:pt x="599986" y="2066201"/>
                  </a:lnTo>
                  <a:lnTo>
                    <a:pt x="599986" y="2024468"/>
                  </a:lnTo>
                  <a:lnTo>
                    <a:pt x="658431" y="2024468"/>
                  </a:lnTo>
                  <a:lnTo>
                    <a:pt x="658431" y="2020011"/>
                  </a:lnTo>
                  <a:lnTo>
                    <a:pt x="599986" y="2020011"/>
                  </a:lnTo>
                  <a:lnTo>
                    <a:pt x="599986" y="2004072"/>
                  </a:lnTo>
                  <a:lnTo>
                    <a:pt x="658431" y="2004072"/>
                  </a:lnTo>
                  <a:lnTo>
                    <a:pt x="658431" y="1999615"/>
                  </a:lnTo>
                  <a:lnTo>
                    <a:pt x="599986" y="1999615"/>
                  </a:lnTo>
                  <a:lnTo>
                    <a:pt x="599986" y="1991106"/>
                  </a:lnTo>
                  <a:lnTo>
                    <a:pt x="658431" y="1991106"/>
                  </a:lnTo>
                  <a:lnTo>
                    <a:pt x="658431" y="1980869"/>
                  </a:lnTo>
                  <a:lnTo>
                    <a:pt x="590575" y="1980869"/>
                  </a:lnTo>
                  <a:lnTo>
                    <a:pt x="590575" y="1991106"/>
                  </a:lnTo>
                  <a:lnTo>
                    <a:pt x="590575" y="1999615"/>
                  </a:lnTo>
                  <a:lnTo>
                    <a:pt x="590575" y="2004072"/>
                  </a:lnTo>
                  <a:lnTo>
                    <a:pt x="590575" y="2020011"/>
                  </a:lnTo>
                  <a:lnTo>
                    <a:pt x="590575" y="2024468"/>
                  </a:lnTo>
                  <a:lnTo>
                    <a:pt x="590575" y="2066201"/>
                  </a:lnTo>
                  <a:lnTo>
                    <a:pt x="528586" y="2066201"/>
                  </a:lnTo>
                  <a:lnTo>
                    <a:pt x="528586" y="2024468"/>
                  </a:lnTo>
                  <a:lnTo>
                    <a:pt x="590575" y="2024468"/>
                  </a:lnTo>
                  <a:lnTo>
                    <a:pt x="590575" y="2020011"/>
                  </a:lnTo>
                  <a:lnTo>
                    <a:pt x="528586" y="2020011"/>
                  </a:lnTo>
                  <a:lnTo>
                    <a:pt x="528586" y="2004072"/>
                  </a:lnTo>
                  <a:lnTo>
                    <a:pt x="590575" y="2004072"/>
                  </a:lnTo>
                  <a:lnTo>
                    <a:pt x="590575" y="1999615"/>
                  </a:lnTo>
                  <a:lnTo>
                    <a:pt x="528586" y="1999615"/>
                  </a:lnTo>
                  <a:lnTo>
                    <a:pt x="528586" y="1991106"/>
                  </a:lnTo>
                  <a:lnTo>
                    <a:pt x="590575" y="1991106"/>
                  </a:lnTo>
                  <a:lnTo>
                    <a:pt x="590575" y="1980869"/>
                  </a:lnTo>
                  <a:lnTo>
                    <a:pt x="519214" y="1980869"/>
                  </a:lnTo>
                  <a:lnTo>
                    <a:pt x="519214" y="1991106"/>
                  </a:lnTo>
                  <a:lnTo>
                    <a:pt x="519214" y="1999615"/>
                  </a:lnTo>
                  <a:lnTo>
                    <a:pt x="519214" y="2004072"/>
                  </a:lnTo>
                  <a:lnTo>
                    <a:pt x="519214" y="2020011"/>
                  </a:lnTo>
                  <a:lnTo>
                    <a:pt x="519214" y="2024468"/>
                  </a:lnTo>
                  <a:lnTo>
                    <a:pt x="519214" y="2066201"/>
                  </a:lnTo>
                  <a:lnTo>
                    <a:pt x="461162" y="2066201"/>
                  </a:lnTo>
                  <a:lnTo>
                    <a:pt x="461162" y="2024468"/>
                  </a:lnTo>
                  <a:lnTo>
                    <a:pt x="519214" y="2024468"/>
                  </a:lnTo>
                  <a:lnTo>
                    <a:pt x="519214" y="2020011"/>
                  </a:lnTo>
                  <a:lnTo>
                    <a:pt x="461162" y="2020011"/>
                  </a:lnTo>
                  <a:lnTo>
                    <a:pt x="461162" y="2004072"/>
                  </a:lnTo>
                  <a:lnTo>
                    <a:pt x="519214" y="2004072"/>
                  </a:lnTo>
                  <a:lnTo>
                    <a:pt x="519214" y="1999615"/>
                  </a:lnTo>
                  <a:lnTo>
                    <a:pt x="461162" y="1999615"/>
                  </a:lnTo>
                  <a:lnTo>
                    <a:pt x="461162" y="1991106"/>
                  </a:lnTo>
                  <a:lnTo>
                    <a:pt x="519214" y="1991106"/>
                  </a:lnTo>
                  <a:lnTo>
                    <a:pt x="519214" y="1980869"/>
                  </a:lnTo>
                  <a:lnTo>
                    <a:pt x="451764" y="1980869"/>
                  </a:lnTo>
                  <a:lnTo>
                    <a:pt x="451764" y="1991106"/>
                  </a:lnTo>
                  <a:lnTo>
                    <a:pt x="451764" y="1999615"/>
                  </a:lnTo>
                  <a:lnTo>
                    <a:pt x="451764" y="2004072"/>
                  </a:lnTo>
                  <a:lnTo>
                    <a:pt x="451764" y="2020011"/>
                  </a:lnTo>
                  <a:lnTo>
                    <a:pt x="451764" y="2024468"/>
                  </a:lnTo>
                  <a:lnTo>
                    <a:pt x="451764" y="2066201"/>
                  </a:lnTo>
                  <a:lnTo>
                    <a:pt x="404914" y="2066201"/>
                  </a:lnTo>
                  <a:lnTo>
                    <a:pt x="404914" y="2024468"/>
                  </a:lnTo>
                  <a:lnTo>
                    <a:pt x="451764" y="2024468"/>
                  </a:lnTo>
                  <a:lnTo>
                    <a:pt x="451764" y="2020011"/>
                  </a:lnTo>
                  <a:lnTo>
                    <a:pt x="404914" y="2020011"/>
                  </a:lnTo>
                  <a:lnTo>
                    <a:pt x="404914" y="2004072"/>
                  </a:lnTo>
                  <a:lnTo>
                    <a:pt x="451764" y="2004072"/>
                  </a:lnTo>
                  <a:lnTo>
                    <a:pt x="451764" y="1999615"/>
                  </a:lnTo>
                  <a:lnTo>
                    <a:pt x="404914" y="1999615"/>
                  </a:lnTo>
                  <a:lnTo>
                    <a:pt x="404914" y="1991106"/>
                  </a:lnTo>
                  <a:lnTo>
                    <a:pt x="451764" y="1991106"/>
                  </a:lnTo>
                  <a:lnTo>
                    <a:pt x="451764" y="1980869"/>
                  </a:lnTo>
                  <a:lnTo>
                    <a:pt x="395579" y="1980869"/>
                  </a:lnTo>
                  <a:lnTo>
                    <a:pt x="395579" y="1991106"/>
                  </a:lnTo>
                  <a:lnTo>
                    <a:pt x="395579" y="1999615"/>
                  </a:lnTo>
                  <a:lnTo>
                    <a:pt x="395579" y="2004072"/>
                  </a:lnTo>
                  <a:lnTo>
                    <a:pt x="395579" y="2020011"/>
                  </a:lnTo>
                  <a:lnTo>
                    <a:pt x="395579" y="2024468"/>
                  </a:lnTo>
                  <a:lnTo>
                    <a:pt x="395579" y="2066201"/>
                  </a:lnTo>
                  <a:lnTo>
                    <a:pt x="337388" y="2066201"/>
                  </a:lnTo>
                  <a:lnTo>
                    <a:pt x="337388" y="2024468"/>
                  </a:lnTo>
                  <a:lnTo>
                    <a:pt x="395579" y="2024468"/>
                  </a:lnTo>
                  <a:lnTo>
                    <a:pt x="395579" y="2020011"/>
                  </a:lnTo>
                  <a:lnTo>
                    <a:pt x="337388" y="2020011"/>
                  </a:lnTo>
                  <a:lnTo>
                    <a:pt x="337388" y="2004072"/>
                  </a:lnTo>
                  <a:lnTo>
                    <a:pt x="395579" y="2004072"/>
                  </a:lnTo>
                  <a:lnTo>
                    <a:pt x="395579" y="1999615"/>
                  </a:lnTo>
                  <a:lnTo>
                    <a:pt x="337388" y="1999615"/>
                  </a:lnTo>
                  <a:lnTo>
                    <a:pt x="337388" y="1991106"/>
                  </a:lnTo>
                  <a:lnTo>
                    <a:pt x="395579" y="1991106"/>
                  </a:lnTo>
                  <a:lnTo>
                    <a:pt x="395579" y="1980869"/>
                  </a:lnTo>
                  <a:lnTo>
                    <a:pt x="328053" y="1980869"/>
                  </a:lnTo>
                  <a:lnTo>
                    <a:pt x="328053" y="1991106"/>
                  </a:lnTo>
                  <a:lnTo>
                    <a:pt x="328053" y="1999615"/>
                  </a:lnTo>
                  <a:lnTo>
                    <a:pt x="328053" y="2004072"/>
                  </a:lnTo>
                  <a:lnTo>
                    <a:pt x="328053" y="2020011"/>
                  </a:lnTo>
                  <a:lnTo>
                    <a:pt x="328053" y="2024468"/>
                  </a:lnTo>
                  <a:lnTo>
                    <a:pt x="328053" y="2066201"/>
                  </a:lnTo>
                  <a:lnTo>
                    <a:pt x="269887" y="2066201"/>
                  </a:lnTo>
                  <a:lnTo>
                    <a:pt x="269887" y="2024468"/>
                  </a:lnTo>
                  <a:lnTo>
                    <a:pt x="328053" y="2024468"/>
                  </a:lnTo>
                  <a:lnTo>
                    <a:pt x="328053" y="2020011"/>
                  </a:lnTo>
                  <a:lnTo>
                    <a:pt x="269887" y="2020011"/>
                  </a:lnTo>
                  <a:lnTo>
                    <a:pt x="269887" y="2004072"/>
                  </a:lnTo>
                  <a:lnTo>
                    <a:pt x="328053" y="2004072"/>
                  </a:lnTo>
                  <a:lnTo>
                    <a:pt x="328053" y="1999615"/>
                  </a:lnTo>
                  <a:lnTo>
                    <a:pt x="269887" y="1999615"/>
                  </a:lnTo>
                  <a:lnTo>
                    <a:pt x="269887" y="1991106"/>
                  </a:lnTo>
                  <a:lnTo>
                    <a:pt x="328053" y="1991106"/>
                  </a:lnTo>
                  <a:lnTo>
                    <a:pt x="328053" y="1980869"/>
                  </a:lnTo>
                  <a:lnTo>
                    <a:pt x="260527" y="1980869"/>
                  </a:lnTo>
                  <a:lnTo>
                    <a:pt x="260527" y="1991106"/>
                  </a:lnTo>
                  <a:lnTo>
                    <a:pt x="260527" y="1999615"/>
                  </a:lnTo>
                  <a:lnTo>
                    <a:pt x="260527" y="2004072"/>
                  </a:lnTo>
                  <a:lnTo>
                    <a:pt x="260527" y="2020011"/>
                  </a:lnTo>
                  <a:lnTo>
                    <a:pt x="260527" y="2024468"/>
                  </a:lnTo>
                  <a:lnTo>
                    <a:pt x="260527" y="2066201"/>
                  </a:lnTo>
                  <a:lnTo>
                    <a:pt x="202412" y="2066201"/>
                  </a:lnTo>
                  <a:lnTo>
                    <a:pt x="202412" y="2024468"/>
                  </a:lnTo>
                  <a:lnTo>
                    <a:pt x="260527" y="2024468"/>
                  </a:lnTo>
                  <a:lnTo>
                    <a:pt x="260527" y="2020011"/>
                  </a:lnTo>
                  <a:lnTo>
                    <a:pt x="202412" y="2020011"/>
                  </a:lnTo>
                  <a:lnTo>
                    <a:pt x="202412" y="2004072"/>
                  </a:lnTo>
                  <a:lnTo>
                    <a:pt x="260527" y="2004072"/>
                  </a:lnTo>
                  <a:lnTo>
                    <a:pt x="260527" y="1999615"/>
                  </a:lnTo>
                  <a:lnTo>
                    <a:pt x="202412" y="1999615"/>
                  </a:lnTo>
                  <a:lnTo>
                    <a:pt x="202412" y="1991106"/>
                  </a:lnTo>
                  <a:lnTo>
                    <a:pt x="260527" y="1991106"/>
                  </a:lnTo>
                  <a:lnTo>
                    <a:pt x="260527" y="1980869"/>
                  </a:lnTo>
                  <a:lnTo>
                    <a:pt x="193065" y="1980869"/>
                  </a:lnTo>
                  <a:lnTo>
                    <a:pt x="193065" y="1991106"/>
                  </a:lnTo>
                  <a:lnTo>
                    <a:pt x="193065" y="1999615"/>
                  </a:lnTo>
                  <a:lnTo>
                    <a:pt x="193065" y="2004072"/>
                  </a:lnTo>
                  <a:lnTo>
                    <a:pt x="193065" y="2020011"/>
                  </a:lnTo>
                  <a:lnTo>
                    <a:pt x="193065" y="2024468"/>
                  </a:lnTo>
                  <a:lnTo>
                    <a:pt x="193065" y="2066201"/>
                  </a:lnTo>
                  <a:lnTo>
                    <a:pt x="146189" y="2066201"/>
                  </a:lnTo>
                  <a:lnTo>
                    <a:pt x="146189" y="2024468"/>
                  </a:lnTo>
                  <a:lnTo>
                    <a:pt x="193065" y="2024468"/>
                  </a:lnTo>
                  <a:lnTo>
                    <a:pt x="193065" y="2020011"/>
                  </a:lnTo>
                  <a:lnTo>
                    <a:pt x="146189" y="2020011"/>
                  </a:lnTo>
                  <a:lnTo>
                    <a:pt x="146189" y="2004072"/>
                  </a:lnTo>
                  <a:lnTo>
                    <a:pt x="193065" y="2004072"/>
                  </a:lnTo>
                  <a:lnTo>
                    <a:pt x="193065" y="1999615"/>
                  </a:lnTo>
                  <a:lnTo>
                    <a:pt x="146189" y="1999615"/>
                  </a:lnTo>
                  <a:lnTo>
                    <a:pt x="146189" y="1991106"/>
                  </a:lnTo>
                  <a:lnTo>
                    <a:pt x="193065" y="1991106"/>
                  </a:lnTo>
                  <a:lnTo>
                    <a:pt x="193065" y="1980869"/>
                  </a:lnTo>
                  <a:lnTo>
                    <a:pt x="136791" y="1980869"/>
                  </a:lnTo>
                  <a:lnTo>
                    <a:pt x="136791" y="1991106"/>
                  </a:lnTo>
                  <a:lnTo>
                    <a:pt x="136791" y="1999615"/>
                  </a:lnTo>
                  <a:lnTo>
                    <a:pt x="136791" y="2004072"/>
                  </a:lnTo>
                  <a:lnTo>
                    <a:pt x="136791" y="2020011"/>
                  </a:lnTo>
                  <a:lnTo>
                    <a:pt x="136791" y="2024468"/>
                  </a:lnTo>
                  <a:lnTo>
                    <a:pt x="136791" y="2066201"/>
                  </a:lnTo>
                  <a:lnTo>
                    <a:pt x="78701" y="2066201"/>
                  </a:lnTo>
                  <a:lnTo>
                    <a:pt x="78701" y="2024468"/>
                  </a:lnTo>
                  <a:lnTo>
                    <a:pt x="136791" y="2024468"/>
                  </a:lnTo>
                  <a:lnTo>
                    <a:pt x="136791" y="2020011"/>
                  </a:lnTo>
                  <a:lnTo>
                    <a:pt x="78701" y="2020011"/>
                  </a:lnTo>
                  <a:lnTo>
                    <a:pt x="78701" y="2004072"/>
                  </a:lnTo>
                  <a:lnTo>
                    <a:pt x="136791" y="2004072"/>
                  </a:lnTo>
                  <a:lnTo>
                    <a:pt x="136791" y="1999615"/>
                  </a:lnTo>
                  <a:lnTo>
                    <a:pt x="78701" y="1999615"/>
                  </a:lnTo>
                  <a:lnTo>
                    <a:pt x="78701" y="1991106"/>
                  </a:lnTo>
                  <a:lnTo>
                    <a:pt x="136791" y="1991106"/>
                  </a:lnTo>
                  <a:lnTo>
                    <a:pt x="136791" y="1980869"/>
                  </a:lnTo>
                  <a:lnTo>
                    <a:pt x="69354" y="1980869"/>
                  </a:lnTo>
                  <a:lnTo>
                    <a:pt x="69354" y="1991106"/>
                  </a:lnTo>
                  <a:lnTo>
                    <a:pt x="69354" y="1999615"/>
                  </a:lnTo>
                  <a:lnTo>
                    <a:pt x="11455" y="1999615"/>
                  </a:lnTo>
                  <a:lnTo>
                    <a:pt x="11455" y="2004072"/>
                  </a:lnTo>
                  <a:lnTo>
                    <a:pt x="69354" y="2004072"/>
                  </a:lnTo>
                  <a:lnTo>
                    <a:pt x="69354" y="2020011"/>
                  </a:lnTo>
                  <a:lnTo>
                    <a:pt x="11455" y="2020011"/>
                  </a:lnTo>
                  <a:lnTo>
                    <a:pt x="11455" y="2024468"/>
                  </a:lnTo>
                  <a:lnTo>
                    <a:pt x="69354" y="2024468"/>
                  </a:lnTo>
                  <a:lnTo>
                    <a:pt x="69354" y="2066201"/>
                  </a:lnTo>
                  <a:lnTo>
                    <a:pt x="11163" y="2066201"/>
                  </a:lnTo>
                  <a:lnTo>
                    <a:pt x="11163" y="1991106"/>
                  </a:lnTo>
                  <a:lnTo>
                    <a:pt x="69354" y="1991106"/>
                  </a:lnTo>
                  <a:lnTo>
                    <a:pt x="69354" y="1980869"/>
                  </a:lnTo>
                  <a:lnTo>
                    <a:pt x="12" y="1980869"/>
                  </a:lnTo>
                  <a:lnTo>
                    <a:pt x="12" y="1991106"/>
                  </a:lnTo>
                  <a:lnTo>
                    <a:pt x="1828" y="1991106"/>
                  </a:lnTo>
                  <a:lnTo>
                    <a:pt x="1828" y="2074329"/>
                  </a:lnTo>
                  <a:lnTo>
                    <a:pt x="2578" y="2074329"/>
                  </a:lnTo>
                  <a:lnTo>
                    <a:pt x="2578" y="2102332"/>
                  </a:lnTo>
                  <a:lnTo>
                    <a:pt x="929932" y="2102332"/>
                  </a:lnTo>
                  <a:lnTo>
                    <a:pt x="929932" y="2066201"/>
                  </a:lnTo>
                  <a:lnTo>
                    <a:pt x="928433" y="2066201"/>
                  </a:lnTo>
                  <a:lnTo>
                    <a:pt x="928433" y="1991106"/>
                  </a:lnTo>
                  <a:lnTo>
                    <a:pt x="931557" y="1991106"/>
                  </a:lnTo>
                  <a:lnTo>
                    <a:pt x="931557" y="1980869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6250509" y="8027502"/>
              <a:ext cx="584835" cy="147955"/>
            </a:xfrm>
            <a:custGeom>
              <a:avLst/>
              <a:gdLst/>
              <a:ahLst/>
              <a:cxnLst/>
              <a:rect l="l" t="t" r="r" b="b"/>
              <a:pathLst>
                <a:path w="584834" h="147954">
                  <a:moveTo>
                    <a:pt x="583793" y="0"/>
                  </a:moveTo>
                  <a:lnTo>
                    <a:pt x="0" y="4387"/>
                  </a:lnTo>
                  <a:lnTo>
                    <a:pt x="1005" y="147922"/>
                  </a:lnTo>
                  <a:lnTo>
                    <a:pt x="584725" y="143608"/>
                  </a:lnTo>
                  <a:lnTo>
                    <a:pt x="583793" y="0"/>
                  </a:lnTo>
                  <a:close/>
                </a:path>
              </a:pathLst>
            </a:custGeom>
            <a:solidFill>
              <a:srgbClr val="5A57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6834297" y="8024201"/>
              <a:ext cx="433070" cy="143510"/>
            </a:xfrm>
            <a:custGeom>
              <a:avLst/>
              <a:gdLst/>
              <a:ahLst/>
              <a:cxnLst/>
              <a:rect l="l" t="t" r="r" b="b"/>
              <a:pathLst>
                <a:path w="433070" h="143509">
                  <a:moveTo>
                    <a:pt x="431892" y="0"/>
                  </a:moveTo>
                  <a:lnTo>
                    <a:pt x="0" y="3308"/>
                  </a:lnTo>
                  <a:lnTo>
                    <a:pt x="942" y="143461"/>
                  </a:lnTo>
                  <a:lnTo>
                    <a:pt x="433002" y="140299"/>
                  </a:lnTo>
                  <a:lnTo>
                    <a:pt x="431892" y="0"/>
                  </a:lnTo>
                  <a:close/>
                </a:path>
              </a:pathLst>
            </a:custGeom>
            <a:solidFill>
              <a:srgbClr val="7979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6278626" y="4404480"/>
              <a:ext cx="840105" cy="2076450"/>
            </a:xfrm>
            <a:custGeom>
              <a:avLst/>
              <a:gdLst/>
              <a:ahLst/>
              <a:cxnLst/>
              <a:rect l="l" t="t" r="r" b="b"/>
              <a:pathLst>
                <a:path w="840104" h="2076450">
                  <a:moveTo>
                    <a:pt x="744423" y="95224"/>
                  </a:moveTo>
                  <a:lnTo>
                    <a:pt x="738670" y="0"/>
                  </a:lnTo>
                  <a:lnTo>
                    <a:pt x="68059" y="0"/>
                  </a:lnTo>
                  <a:lnTo>
                    <a:pt x="68059" y="97205"/>
                  </a:lnTo>
                  <a:lnTo>
                    <a:pt x="744423" y="95224"/>
                  </a:lnTo>
                  <a:close/>
                </a:path>
                <a:path w="840104" h="2076450">
                  <a:moveTo>
                    <a:pt x="793013" y="1088415"/>
                  </a:moveTo>
                  <a:lnTo>
                    <a:pt x="785152" y="987374"/>
                  </a:lnTo>
                  <a:lnTo>
                    <a:pt x="34988" y="987374"/>
                  </a:lnTo>
                  <a:lnTo>
                    <a:pt x="29235" y="1092263"/>
                  </a:lnTo>
                  <a:lnTo>
                    <a:pt x="793013" y="1088415"/>
                  </a:lnTo>
                  <a:close/>
                </a:path>
                <a:path w="840104" h="2076450">
                  <a:moveTo>
                    <a:pt x="839749" y="2075827"/>
                  </a:moveTo>
                  <a:lnTo>
                    <a:pt x="831850" y="1980539"/>
                  </a:lnTo>
                  <a:lnTo>
                    <a:pt x="0" y="1980539"/>
                  </a:lnTo>
                  <a:lnTo>
                    <a:pt x="0" y="2073846"/>
                  </a:lnTo>
                  <a:lnTo>
                    <a:pt x="839749" y="2075827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/>
          <p:nvPr/>
        </p:nvSpPr>
        <p:spPr>
          <a:xfrm>
            <a:off x="12987991" y="6353115"/>
            <a:ext cx="312420" cy="535305"/>
          </a:xfrm>
          <a:custGeom>
            <a:avLst/>
            <a:gdLst/>
            <a:ahLst/>
            <a:cxnLst/>
            <a:rect l="l" t="t" r="r" b="b"/>
            <a:pathLst>
              <a:path w="312419" h="535304">
                <a:moveTo>
                  <a:pt x="0" y="534695"/>
                </a:moveTo>
                <a:lnTo>
                  <a:pt x="311917" y="534695"/>
                </a:lnTo>
                <a:lnTo>
                  <a:pt x="311917" y="0"/>
                </a:lnTo>
                <a:lnTo>
                  <a:pt x="0" y="0"/>
                </a:lnTo>
                <a:lnTo>
                  <a:pt x="0" y="534695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12987991" y="5711637"/>
            <a:ext cx="312420" cy="534670"/>
          </a:xfrm>
          <a:custGeom>
            <a:avLst/>
            <a:gdLst/>
            <a:ahLst/>
            <a:cxnLst/>
            <a:rect l="l" t="t" r="r" b="b"/>
            <a:pathLst>
              <a:path w="312419" h="534670">
                <a:moveTo>
                  <a:pt x="0" y="534580"/>
                </a:moveTo>
                <a:lnTo>
                  <a:pt x="311917" y="534580"/>
                </a:lnTo>
                <a:lnTo>
                  <a:pt x="311917" y="0"/>
                </a:lnTo>
                <a:lnTo>
                  <a:pt x="0" y="0"/>
                </a:lnTo>
                <a:lnTo>
                  <a:pt x="0" y="534580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12987991" y="5070097"/>
            <a:ext cx="312420" cy="534670"/>
          </a:xfrm>
          <a:custGeom>
            <a:avLst/>
            <a:gdLst/>
            <a:ahLst/>
            <a:cxnLst/>
            <a:rect l="l" t="t" r="r" b="b"/>
            <a:pathLst>
              <a:path w="312419" h="534670">
                <a:moveTo>
                  <a:pt x="0" y="534611"/>
                </a:moveTo>
                <a:lnTo>
                  <a:pt x="311917" y="534611"/>
                </a:lnTo>
                <a:lnTo>
                  <a:pt x="311917" y="0"/>
                </a:lnTo>
                <a:lnTo>
                  <a:pt x="0" y="0"/>
                </a:lnTo>
                <a:lnTo>
                  <a:pt x="0" y="534611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12987991" y="4375102"/>
            <a:ext cx="312420" cy="588010"/>
          </a:xfrm>
          <a:custGeom>
            <a:avLst/>
            <a:gdLst/>
            <a:ahLst/>
            <a:cxnLst/>
            <a:rect l="l" t="t" r="r" b="b"/>
            <a:pathLst>
              <a:path w="312419" h="588010">
                <a:moveTo>
                  <a:pt x="0" y="587950"/>
                </a:moveTo>
                <a:lnTo>
                  <a:pt x="311917" y="587950"/>
                </a:lnTo>
                <a:lnTo>
                  <a:pt x="311917" y="0"/>
                </a:lnTo>
                <a:lnTo>
                  <a:pt x="0" y="0"/>
                </a:lnTo>
                <a:lnTo>
                  <a:pt x="0" y="587950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12987991" y="3733477"/>
            <a:ext cx="312420" cy="534670"/>
          </a:xfrm>
          <a:custGeom>
            <a:avLst/>
            <a:gdLst/>
            <a:ahLst/>
            <a:cxnLst/>
            <a:rect l="l" t="t" r="r" b="b"/>
            <a:pathLst>
              <a:path w="312419" h="534670">
                <a:moveTo>
                  <a:pt x="0" y="534622"/>
                </a:moveTo>
                <a:lnTo>
                  <a:pt x="311917" y="534622"/>
                </a:lnTo>
                <a:lnTo>
                  <a:pt x="311917" y="0"/>
                </a:lnTo>
                <a:lnTo>
                  <a:pt x="0" y="0"/>
                </a:lnTo>
                <a:lnTo>
                  <a:pt x="0" y="534622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12987991" y="7689692"/>
            <a:ext cx="312420" cy="614680"/>
          </a:xfrm>
          <a:custGeom>
            <a:avLst/>
            <a:gdLst/>
            <a:ahLst/>
            <a:cxnLst/>
            <a:rect l="l" t="t" r="r" b="b"/>
            <a:pathLst>
              <a:path w="312419" h="614679">
                <a:moveTo>
                  <a:pt x="0" y="614640"/>
                </a:moveTo>
                <a:lnTo>
                  <a:pt x="311917" y="614640"/>
                </a:lnTo>
                <a:lnTo>
                  <a:pt x="311917" y="0"/>
                </a:lnTo>
                <a:lnTo>
                  <a:pt x="0" y="0"/>
                </a:lnTo>
                <a:lnTo>
                  <a:pt x="0" y="614640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12987991" y="6994666"/>
            <a:ext cx="312420" cy="588645"/>
          </a:xfrm>
          <a:custGeom>
            <a:avLst/>
            <a:gdLst/>
            <a:ahLst/>
            <a:cxnLst/>
            <a:rect l="l" t="t" r="r" b="b"/>
            <a:pathLst>
              <a:path w="312419" h="588645">
                <a:moveTo>
                  <a:pt x="0" y="588097"/>
                </a:moveTo>
                <a:lnTo>
                  <a:pt x="311917" y="588097"/>
                </a:lnTo>
                <a:lnTo>
                  <a:pt x="311917" y="0"/>
                </a:lnTo>
                <a:lnTo>
                  <a:pt x="0" y="0"/>
                </a:lnTo>
                <a:lnTo>
                  <a:pt x="0" y="588097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12987991" y="3091968"/>
            <a:ext cx="312420" cy="534670"/>
          </a:xfrm>
          <a:custGeom>
            <a:avLst/>
            <a:gdLst/>
            <a:ahLst/>
            <a:cxnLst/>
            <a:rect l="l" t="t" r="r" b="b"/>
            <a:pathLst>
              <a:path w="312419" h="534670">
                <a:moveTo>
                  <a:pt x="0" y="534580"/>
                </a:moveTo>
                <a:lnTo>
                  <a:pt x="311917" y="534580"/>
                </a:lnTo>
                <a:lnTo>
                  <a:pt x="311917" y="0"/>
                </a:lnTo>
                <a:lnTo>
                  <a:pt x="0" y="0"/>
                </a:lnTo>
                <a:lnTo>
                  <a:pt x="0" y="534580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13299909" y="6353115"/>
            <a:ext cx="312420" cy="535305"/>
          </a:xfrm>
          <a:custGeom>
            <a:avLst/>
            <a:gdLst/>
            <a:ahLst/>
            <a:cxnLst/>
            <a:rect l="l" t="t" r="r" b="b"/>
            <a:pathLst>
              <a:path w="312419" h="535304">
                <a:moveTo>
                  <a:pt x="0" y="534695"/>
                </a:moveTo>
                <a:lnTo>
                  <a:pt x="311917" y="534695"/>
                </a:lnTo>
                <a:lnTo>
                  <a:pt x="311917" y="0"/>
                </a:lnTo>
                <a:lnTo>
                  <a:pt x="0" y="0"/>
                </a:lnTo>
                <a:lnTo>
                  <a:pt x="0" y="534695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13299909" y="5711637"/>
            <a:ext cx="312420" cy="534670"/>
          </a:xfrm>
          <a:custGeom>
            <a:avLst/>
            <a:gdLst/>
            <a:ahLst/>
            <a:cxnLst/>
            <a:rect l="l" t="t" r="r" b="b"/>
            <a:pathLst>
              <a:path w="312419" h="534670">
                <a:moveTo>
                  <a:pt x="0" y="534580"/>
                </a:moveTo>
                <a:lnTo>
                  <a:pt x="311917" y="534580"/>
                </a:lnTo>
                <a:lnTo>
                  <a:pt x="311917" y="0"/>
                </a:lnTo>
                <a:lnTo>
                  <a:pt x="0" y="0"/>
                </a:lnTo>
                <a:lnTo>
                  <a:pt x="0" y="534580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13299909" y="5070097"/>
            <a:ext cx="312420" cy="534670"/>
          </a:xfrm>
          <a:custGeom>
            <a:avLst/>
            <a:gdLst/>
            <a:ahLst/>
            <a:cxnLst/>
            <a:rect l="l" t="t" r="r" b="b"/>
            <a:pathLst>
              <a:path w="312419" h="534670">
                <a:moveTo>
                  <a:pt x="0" y="534611"/>
                </a:moveTo>
                <a:lnTo>
                  <a:pt x="311917" y="534611"/>
                </a:lnTo>
                <a:lnTo>
                  <a:pt x="311917" y="0"/>
                </a:lnTo>
                <a:lnTo>
                  <a:pt x="0" y="0"/>
                </a:lnTo>
                <a:lnTo>
                  <a:pt x="0" y="534611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13299909" y="4375102"/>
            <a:ext cx="312420" cy="588010"/>
          </a:xfrm>
          <a:custGeom>
            <a:avLst/>
            <a:gdLst/>
            <a:ahLst/>
            <a:cxnLst/>
            <a:rect l="l" t="t" r="r" b="b"/>
            <a:pathLst>
              <a:path w="312419" h="588010">
                <a:moveTo>
                  <a:pt x="0" y="587950"/>
                </a:moveTo>
                <a:lnTo>
                  <a:pt x="311917" y="587950"/>
                </a:lnTo>
                <a:lnTo>
                  <a:pt x="311917" y="0"/>
                </a:lnTo>
                <a:lnTo>
                  <a:pt x="0" y="0"/>
                </a:lnTo>
                <a:lnTo>
                  <a:pt x="0" y="587950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13299909" y="3733477"/>
            <a:ext cx="312420" cy="534670"/>
          </a:xfrm>
          <a:custGeom>
            <a:avLst/>
            <a:gdLst/>
            <a:ahLst/>
            <a:cxnLst/>
            <a:rect l="l" t="t" r="r" b="b"/>
            <a:pathLst>
              <a:path w="312419" h="534670">
                <a:moveTo>
                  <a:pt x="0" y="534622"/>
                </a:moveTo>
                <a:lnTo>
                  <a:pt x="311917" y="534622"/>
                </a:lnTo>
                <a:lnTo>
                  <a:pt x="311917" y="0"/>
                </a:lnTo>
                <a:lnTo>
                  <a:pt x="0" y="0"/>
                </a:lnTo>
                <a:lnTo>
                  <a:pt x="0" y="534622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13299909" y="7689692"/>
            <a:ext cx="312420" cy="614680"/>
          </a:xfrm>
          <a:custGeom>
            <a:avLst/>
            <a:gdLst/>
            <a:ahLst/>
            <a:cxnLst/>
            <a:rect l="l" t="t" r="r" b="b"/>
            <a:pathLst>
              <a:path w="312419" h="614679">
                <a:moveTo>
                  <a:pt x="0" y="614640"/>
                </a:moveTo>
                <a:lnTo>
                  <a:pt x="311917" y="614640"/>
                </a:lnTo>
                <a:lnTo>
                  <a:pt x="311917" y="0"/>
                </a:lnTo>
                <a:lnTo>
                  <a:pt x="0" y="0"/>
                </a:lnTo>
                <a:lnTo>
                  <a:pt x="0" y="614640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13299909" y="6994666"/>
            <a:ext cx="312420" cy="588645"/>
          </a:xfrm>
          <a:custGeom>
            <a:avLst/>
            <a:gdLst/>
            <a:ahLst/>
            <a:cxnLst/>
            <a:rect l="l" t="t" r="r" b="b"/>
            <a:pathLst>
              <a:path w="312419" h="588645">
                <a:moveTo>
                  <a:pt x="0" y="588097"/>
                </a:moveTo>
                <a:lnTo>
                  <a:pt x="311917" y="588097"/>
                </a:lnTo>
                <a:lnTo>
                  <a:pt x="311917" y="0"/>
                </a:lnTo>
                <a:lnTo>
                  <a:pt x="0" y="0"/>
                </a:lnTo>
                <a:lnTo>
                  <a:pt x="0" y="588097"/>
                </a:lnTo>
                <a:close/>
              </a:path>
            </a:pathLst>
          </a:custGeom>
          <a:solidFill>
            <a:srgbClr val="E8E2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2" name="object 92" descr=""/>
          <p:cNvGrpSpPr/>
          <p:nvPr/>
        </p:nvGrpSpPr>
        <p:grpSpPr>
          <a:xfrm>
            <a:off x="12890120" y="2985071"/>
            <a:ext cx="828675" cy="748665"/>
            <a:chOff x="12890120" y="2985071"/>
            <a:chExt cx="828675" cy="748665"/>
          </a:xfrm>
        </p:grpSpPr>
        <p:sp>
          <p:nvSpPr>
            <p:cNvPr id="93" name="object 93" descr=""/>
            <p:cNvSpPr/>
            <p:nvPr/>
          </p:nvSpPr>
          <p:spPr>
            <a:xfrm>
              <a:off x="13299909" y="3091968"/>
              <a:ext cx="312420" cy="534670"/>
            </a:xfrm>
            <a:custGeom>
              <a:avLst/>
              <a:gdLst/>
              <a:ahLst/>
              <a:cxnLst/>
              <a:rect l="l" t="t" r="r" b="b"/>
              <a:pathLst>
                <a:path w="312419" h="534670">
                  <a:moveTo>
                    <a:pt x="0" y="534580"/>
                  </a:moveTo>
                  <a:lnTo>
                    <a:pt x="311917" y="534580"/>
                  </a:lnTo>
                  <a:lnTo>
                    <a:pt x="311917" y="0"/>
                  </a:lnTo>
                  <a:lnTo>
                    <a:pt x="0" y="0"/>
                  </a:lnTo>
                  <a:lnTo>
                    <a:pt x="0" y="534580"/>
                  </a:lnTo>
                  <a:close/>
                </a:path>
              </a:pathLst>
            </a:custGeom>
            <a:solidFill>
              <a:srgbClr val="E8E2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2890119" y="2985077"/>
              <a:ext cx="828675" cy="748665"/>
            </a:xfrm>
            <a:custGeom>
              <a:avLst/>
              <a:gdLst/>
              <a:ahLst/>
              <a:cxnLst/>
              <a:rect l="l" t="t" r="r" b="b"/>
              <a:pathLst>
                <a:path w="828675" h="748664">
                  <a:moveTo>
                    <a:pt x="828573" y="641477"/>
                  </a:moveTo>
                  <a:lnTo>
                    <a:pt x="0" y="641477"/>
                  </a:lnTo>
                  <a:lnTo>
                    <a:pt x="0" y="748411"/>
                  </a:lnTo>
                  <a:lnTo>
                    <a:pt x="828573" y="748411"/>
                  </a:lnTo>
                  <a:lnTo>
                    <a:pt x="828573" y="641477"/>
                  </a:lnTo>
                  <a:close/>
                </a:path>
                <a:path w="828675" h="748664">
                  <a:moveTo>
                    <a:pt x="828573" y="0"/>
                  </a:moveTo>
                  <a:lnTo>
                    <a:pt x="0" y="0"/>
                  </a:lnTo>
                  <a:lnTo>
                    <a:pt x="0" y="106895"/>
                  </a:lnTo>
                  <a:lnTo>
                    <a:pt x="828573" y="106895"/>
                  </a:lnTo>
                  <a:lnTo>
                    <a:pt x="828573" y="0"/>
                  </a:lnTo>
                  <a:close/>
                </a:path>
              </a:pathLst>
            </a:custGeom>
            <a:solidFill>
              <a:srgbClr val="4B4A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/>
          <p:nvPr/>
        </p:nvSpPr>
        <p:spPr>
          <a:xfrm>
            <a:off x="12890120" y="4268100"/>
            <a:ext cx="828675" cy="107314"/>
          </a:xfrm>
          <a:custGeom>
            <a:avLst/>
            <a:gdLst/>
            <a:ahLst/>
            <a:cxnLst/>
            <a:rect l="l" t="t" r="r" b="b"/>
            <a:pathLst>
              <a:path w="828675" h="107314">
                <a:moveTo>
                  <a:pt x="828571" y="0"/>
                </a:moveTo>
                <a:lnTo>
                  <a:pt x="0" y="0"/>
                </a:lnTo>
                <a:lnTo>
                  <a:pt x="0" y="107001"/>
                </a:lnTo>
                <a:lnTo>
                  <a:pt x="828571" y="107001"/>
                </a:lnTo>
                <a:lnTo>
                  <a:pt x="828571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12890120" y="4963053"/>
            <a:ext cx="828675" cy="107314"/>
          </a:xfrm>
          <a:custGeom>
            <a:avLst/>
            <a:gdLst/>
            <a:ahLst/>
            <a:cxnLst/>
            <a:rect l="l" t="t" r="r" b="b"/>
            <a:pathLst>
              <a:path w="828675" h="107314">
                <a:moveTo>
                  <a:pt x="828571" y="0"/>
                </a:moveTo>
                <a:lnTo>
                  <a:pt x="0" y="0"/>
                </a:lnTo>
                <a:lnTo>
                  <a:pt x="0" y="107043"/>
                </a:lnTo>
                <a:lnTo>
                  <a:pt x="828571" y="107043"/>
                </a:lnTo>
                <a:lnTo>
                  <a:pt x="828571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12890120" y="5604709"/>
            <a:ext cx="828675" cy="107314"/>
          </a:xfrm>
          <a:custGeom>
            <a:avLst/>
            <a:gdLst/>
            <a:ahLst/>
            <a:cxnLst/>
            <a:rect l="l" t="t" r="r" b="b"/>
            <a:pathLst>
              <a:path w="828675" h="107314">
                <a:moveTo>
                  <a:pt x="828571" y="0"/>
                </a:moveTo>
                <a:lnTo>
                  <a:pt x="0" y="0"/>
                </a:lnTo>
                <a:lnTo>
                  <a:pt x="0" y="106928"/>
                </a:lnTo>
                <a:lnTo>
                  <a:pt x="828571" y="106928"/>
                </a:lnTo>
                <a:lnTo>
                  <a:pt x="828571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12890120" y="6246218"/>
            <a:ext cx="828675" cy="107314"/>
          </a:xfrm>
          <a:custGeom>
            <a:avLst/>
            <a:gdLst/>
            <a:ahLst/>
            <a:cxnLst/>
            <a:rect l="l" t="t" r="r" b="b"/>
            <a:pathLst>
              <a:path w="828675" h="107314">
                <a:moveTo>
                  <a:pt x="828571" y="0"/>
                </a:moveTo>
                <a:lnTo>
                  <a:pt x="0" y="0"/>
                </a:lnTo>
                <a:lnTo>
                  <a:pt x="0" y="106897"/>
                </a:lnTo>
                <a:lnTo>
                  <a:pt x="828571" y="106897"/>
                </a:lnTo>
                <a:lnTo>
                  <a:pt x="828571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12890120" y="6887811"/>
            <a:ext cx="828675" cy="107314"/>
          </a:xfrm>
          <a:custGeom>
            <a:avLst/>
            <a:gdLst/>
            <a:ahLst/>
            <a:cxnLst/>
            <a:rect l="l" t="t" r="r" b="b"/>
            <a:pathLst>
              <a:path w="828675" h="107315">
                <a:moveTo>
                  <a:pt x="828571" y="0"/>
                </a:moveTo>
                <a:lnTo>
                  <a:pt x="0" y="0"/>
                </a:lnTo>
                <a:lnTo>
                  <a:pt x="0" y="106855"/>
                </a:lnTo>
                <a:lnTo>
                  <a:pt x="828571" y="106855"/>
                </a:lnTo>
                <a:lnTo>
                  <a:pt x="828571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12890120" y="7582764"/>
            <a:ext cx="828675" cy="107314"/>
          </a:xfrm>
          <a:custGeom>
            <a:avLst/>
            <a:gdLst/>
            <a:ahLst/>
            <a:cxnLst/>
            <a:rect l="l" t="t" r="r" b="b"/>
            <a:pathLst>
              <a:path w="828675" h="107315">
                <a:moveTo>
                  <a:pt x="828571" y="0"/>
                </a:moveTo>
                <a:lnTo>
                  <a:pt x="0" y="0"/>
                </a:lnTo>
                <a:lnTo>
                  <a:pt x="0" y="106928"/>
                </a:lnTo>
                <a:lnTo>
                  <a:pt x="828571" y="106928"/>
                </a:lnTo>
                <a:lnTo>
                  <a:pt x="828571" y="0"/>
                </a:lnTo>
                <a:close/>
              </a:path>
            </a:pathLst>
          </a:custGeom>
          <a:solidFill>
            <a:srgbClr val="4B4A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12990211" y="3091968"/>
            <a:ext cx="621665" cy="180975"/>
          </a:xfrm>
          <a:custGeom>
            <a:avLst/>
            <a:gdLst/>
            <a:ahLst/>
            <a:cxnLst/>
            <a:rect l="l" t="t" r="r" b="b"/>
            <a:pathLst>
              <a:path w="621665" h="180975">
                <a:moveTo>
                  <a:pt x="621541" y="0"/>
                </a:moveTo>
                <a:lnTo>
                  <a:pt x="0" y="0"/>
                </a:lnTo>
                <a:lnTo>
                  <a:pt x="0" y="180423"/>
                </a:lnTo>
                <a:lnTo>
                  <a:pt x="621541" y="180423"/>
                </a:lnTo>
                <a:lnTo>
                  <a:pt x="621541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12990211" y="3733477"/>
            <a:ext cx="621665" cy="180975"/>
          </a:xfrm>
          <a:custGeom>
            <a:avLst/>
            <a:gdLst/>
            <a:ahLst/>
            <a:cxnLst/>
            <a:rect l="l" t="t" r="r" b="b"/>
            <a:pathLst>
              <a:path w="621665" h="180975">
                <a:moveTo>
                  <a:pt x="621541" y="0"/>
                </a:moveTo>
                <a:lnTo>
                  <a:pt x="0" y="0"/>
                </a:lnTo>
                <a:lnTo>
                  <a:pt x="0" y="180455"/>
                </a:lnTo>
                <a:lnTo>
                  <a:pt x="621541" y="180455"/>
                </a:lnTo>
                <a:lnTo>
                  <a:pt x="621541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 descr=""/>
          <p:cNvSpPr/>
          <p:nvPr/>
        </p:nvSpPr>
        <p:spPr>
          <a:xfrm>
            <a:off x="12990211" y="4375091"/>
            <a:ext cx="621665" cy="180975"/>
          </a:xfrm>
          <a:custGeom>
            <a:avLst/>
            <a:gdLst/>
            <a:ahLst/>
            <a:cxnLst/>
            <a:rect l="l" t="t" r="r" b="b"/>
            <a:pathLst>
              <a:path w="621665" h="180975">
                <a:moveTo>
                  <a:pt x="621541" y="0"/>
                </a:moveTo>
                <a:lnTo>
                  <a:pt x="0" y="0"/>
                </a:lnTo>
                <a:lnTo>
                  <a:pt x="0" y="180350"/>
                </a:lnTo>
                <a:lnTo>
                  <a:pt x="621541" y="180350"/>
                </a:lnTo>
                <a:lnTo>
                  <a:pt x="621541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12990211" y="5069981"/>
            <a:ext cx="621665" cy="180975"/>
          </a:xfrm>
          <a:custGeom>
            <a:avLst/>
            <a:gdLst/>
            <a:ahLst/>
            <a:cxnLst/>
            <a:rect l="l" t="t" r="r" b="b"/>
            <a:pathLst>
              <a:path w="621665" h="180975">
                <a:moveTo>
                  <a:pt x="621541" y="0"/>
                </a:moveTo>
                <a:lnTo>
                  <a:pt x="0" y="0"/>
                </a:lnTo>
                <a:lnTo>
                  <a:pt x="0" y="180455"/>
                </a:lnTo>
                <a:lnTo>
                  <a:pt x="621541" y="180455"/>
                </a:lnTo>
                <a:lnTo>
                  <a:pt x="621541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12990211" y="5711575"/>
            <a:ext cx="621665" cy="180975"/>
          </a:xfrm>
          <a:custGeom>
            <a:avLst/>
            <a:gdLst/>
            <a:ahLst/>
            <a:cxnLst/>
            <a:rect l="l" t="t" r="r" b="b"/>
            <a:pathLst>
              <a:path w="621665" h="180975">
                <a:moveTo>
                  <a:pt x="621541" y="0"/>
                </a:moveTo>
                <a:lnTo>
                  <a:pt x="0" y="0"/>
                </a:lnTo>
                <a:lnTo>
                  <a:pt x="0" y="180455"/>
                </a:lnTo>
                <a:lnTo>
                  <a:pt x="621541" y="180455"/>
                </a:lnTo>
                <a:lnTo>
                  <a:pt x="621541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12990211" y="6353073"/>
            <a:ext cx="621665" cy="180975"/>
          </a:xfrm>
          <a:custGeom>
            <a:avLst/>
            <a:gdLst/>
            <a:ahLst/>
            <a:cxnLst/>
            <a:rect l="l" t="t" r="r" b="b"/>
            <a:pathLst>
              <a:path w="621665" h="180975">
                <a:moveTo>
                  <a:pt x="621541" y="0"/>
                </a:moveTo>
                <a:lnTo>
                  <a:pt x="0" y="0"/>
                </a:lnTo>
                <a:lnTo>
                  <a:pt x="0" y="180423"/>
                </a:lnTo>
                <a:lnTo>
                  <a:pt x="621541" y="180423"/>
                </a:lnTo>
                <a:lnTo>
                  <a:pt x="621541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7" name="object 107" descr=""/>
          <p:cNvGrpSpPr/>
          <p:nvPr/>
        </p:nvGrpSpPr>
        <p:grpSpPr>
          <a:xfrm>
            <a:off x="3574265" y="4130816"/>
            <a:ext cx="13047980" cy="5472430"/>
            <a:chOff x="3574265" y="4130816"/>
            <a:chExt cx="13047980" cy="5472430"/>
          </a:xfrm>
        </p:grpSpPr>
        <p:sp>
          <p:nvSpPr>
            <p:cNvPr id="108" name="object 108" descr=""/>
            <p:cNvSpPr/>
            <p:nvPr/>
          </p:nvSpPr>
          <p:spPr>
            <a:xfrm>
              <a:off x="12990212" y="6994666"/>
              <a:ext cx="621665" cy="180975"/>
            </a:xfrm>
            <a:custGeom>
              <a:avLst/>
              <a:gdLst/>
              <a:ahLst/>
              <a:cxnLst/>
              <a:rect l="l" t="t" r="r" b="b"/>
              <a:pathLst>
                <a:path w="621665" h="180975">
                  <a:moveTo>
                    <a:pt x="621541" y="0"/>
                  </a:moveTo>
                  <a:lnTo>
                    <a:pt x="0" y="0"/>
                  </a:lnTo>
                  <a:lnTo>
                    <a:pt x="0" y="180381"/>
                  </a:lnTo>
                  <a:lnTo>
                    <a:pt x="621541" y="180381"/>
                  </a:lnTo>
                  <a:lnTo>
                    <a:pt x="621541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0994102" y="6096437"/>
              <a:ext cx="3360420" cy="2440940"/>
            </a:xfrm>
            <a:custGeom>
              <a:avLst/>
              <a:gdLst/>
              <a:ahLst/>
              <a:cxnLst/>
              <a:rect l="l" t="t" r="r" b="b"/>
              <a:pathLst>
                <a:path w="3360419" h="2440940">
                  <a:moveTo>
                    <a:pt x="3360169" y="0"/>
                  </a:moveTo>
                  <a:lnTo>
                    <a:pt x="1520948" y="0"/>
                  </a:lnTo>
                  <a:lnTo>
                    <a:pt x="0" y="1096490"/>
                  </a:lnTo>
                  <a:lnTo>
                    <a:pt x="0" y="2440543"/>
                  </a:lnTo>
                  <a:lnTo>
                    <a:pt x="3360169" y="2440543"/>
                  </a:lnTo>
                  <a:lnTo>
                    <a:pt x="336016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0128814" y="4656127"/>
              <a:ext cx="2579370" cy="3109595"/>
            </a:xfrm>
            <a:custGeom>
              <a:avLst/>
              <a:gdLst/>
              <a:ahLst/>
              <a:cxnLst/>
              <a:rect l="l" t="t" r="r" b="b"/>
              <a:pathLst>
                <a:path w="2579370" h="3109595">
                  <a:moveTo>
                    <a:pt x="2193022" y="0"/>
                  </a:moveTo>
                  <a:lnTo>
                    <a:pt x="425201" y="0"/>
                  </a:lnTo>
                  <a:lnTo>
                    <a:pt x="425201" y="1134174"/>
                  </a:lnTo>
                  <a:lnTo>
                    <a:pt x="427976" y="1134174"/>
                  </a:lnTo>
                  <a:lnTo>
                    <a:pt x="0" y="3109245"/>
                  </a:lnTo>
                  <a:lnTo>
                    <a:pt x="2579115" y="3109245"/>
                  </a:lnTo>
                  <a:lnTo>
                    <a:pt x="2193022" y="1134174"/>
                  </a:lnTo>
                  <a:lnTo>
                    <a:pt x="2193022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1650510" y="4656123"/>
              <a:ext cx="1057910" cy="3109595"/>
            </a:xfrm>
            <a:custGeom>
              <a:avLst/>
              <a:gdLst/>
              <a:ahLst/>
              <a:cxnLst/>
              <a:rect l="l" t="t" r="r" b="b"/>
              <a:pathLst>
                <a:path w="1057909" h="3109595">
                  <a:moveTo>
                    <a:pt x="671330" y="0"/>
                  </a:moveTo>
                  <a:lnTo>
                    <a:pt x="0" y="0"/>
                  </a:lnTo>
                  <a:lnTo>
                    <a:pt x="0" y="1134143"/>
                  </a:lnTo>
                  <a:lnTo>
                    <a:pt x="386061" y="3109245"/>
                  </a:lnTo>
                  <a:lnTo>
                    <a:pt x="1057423" y="3109245"/>
                  </a:lnTo>
                  <a:lnTo>
                    <a:pt x="671330" y="1134143"/>
                  </a:lnTo>
                  <a:lnTo>
                    <a:pt x="671330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0126983" y="4649801"/>
              <a:ext cx="1099820" cy="3109595"/>
            </a:xfrm>
            <a:custGeom>
              <a:avLst/>
              <a:gdLst/>
              <a:ahLst/>
              <a:cxnLst/>
              <a:rect l="l" t="t" r="r" b="b"/>
              <a:pathLst>
                <a:path w="1099820" h="3109595">
                  <a:moveTo>
                    <a:pt x="1096563" y="0"/>
                  </a:moveTo>
                  <a:lnTo>
                    <a:pt x="425170" y="0"/>
                  </a:lnTo>
                  <a:lnTo>
                    <a:pt x="425170" y="1134070"/>
                  </a:lnTo>
                  <a:lnTo>
                    <a:pt x="427903" y="1134070"/>
                  </a:lnTo>
                  <a:lnTo>
                    <a:pt x="0" y="3109245"/>
                  </a:lnTo>
                  <a:lnTo>
                    <a:pt x="671361" y="3109245"/>
                  </a:lnTo>
                  <a:lnTo>
                    <a:pt x="1099327" y="1134070"/>
                  </a:lnTo>
                  <a:lnTo>
                    <a:pt x="1096563" y="1134070"/>
                  </a:lnTo>
                  <a:lnTo>
                    <a:pt x="1096563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0479419" y="4617911"/>
              <a:ext cx="1913255" cy="184785"/>
            </a:xfrm>
            <a:custGeom>
              <a:avLst/>
              <a:gdLst/>
              <a:ahLst/>
              <a:cxnLst/>
              <a:rect l="l" t="t" r="r" b="b"/>
              <a:pathLst>
                <a:path w="1913254" h="184785">
                  <a:moveTo>
                    <a:pt x="1913250" y="0"/>
                  </a:moveTo>
                  <a:lnTo>
                    <a:pt x="0" y="0"/>
                  </a:lnTo>
                  <a:lnTo>
                    <a:pt x="0" y="184769"/>
                  </a:lnTo>
                  <a:lnTo>
                    <a:pt x="1913250" y="184769"/>
                  </a:lnTo>
                  <a:lnTo>
                    <a:pt x="1913250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0552150" y="4796325"/>
              <a:ext cx="1767839" cy="198120"/>
            </a:xfrm>
            <a:custGeom>
              <a:avLst/>
              <a:gdLst/>
              <a:ahLst/>
              <a:cxnLst/>
              <a:rect l="l" t="t" r="r" b="b"/>
              <a:pathLst>
                <a:path w="1767840" h="198120">
                  <a:moveTo>
                    <a:pt x="1767820" y="0"/>
                  </a:moveTo>
                  <a:lnTo>
                    <a:pt x="0" y="0"/>
                  </a:lnTo>
                  <a:lnTo>
                    <a:pt x="0" y="197512"/>
                  </a:lnTo>
                  <a:lnTo>
                    <a:pt x="1767820" y="197512"/>
                  </a:lnTo>
                  <a:lnTo>
                    <a:pt x="1767820" y="0"/>
                  </a:lnTo>
                  <a:close/>
                </a:path>
              </a:pathLst>
            </a:custGeom>
            <a:solidFill>
              <a:srgbClr val="353535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0472192" y="5451112"/>
              <a:ext cx="1960880" cy="313055"/>
            </a:xfrm>
            <a:custGeom>
              <a:avLst/>
              <a:gdLst/>
              <a:ahLst/>
              <a:cxnLst/>
              <a:rect l="l" t="t" r="r" b="b"/>
              <a:pathLst>
                <a:path w="1960879" h="313054">
                  <a:moveTo>
                    <a:pt x="1960448" y="0"/>
                  </a:moveTo>
                  <a:lnTo>
                    <a:pt x="1933905" y="0"/>
                  </a:lnTo>
                  <a:lnTo>
                    <a:pt x="1933905" y="32588"/>
                  </a:lnTo>
                  <a:lnTo>
                    <a:pt x="1933905" y="60109"/>
                  </a:lnTo>
                  <a:lnTo>
                    <a:pt x="1933905" y="74396"/>
                  </a:lnTo>
                  <a:lnTo>
                    <a:pt x="1933905" y="125450"/>
                  </a:lnTo>
                  <a:lnTo>
                    <a:pt x="1933905" y="139738"/>
                  </a:lnTo>
                  <a:lnTo>
                    <a:pt x="1933905" y="207975"/>
                  </a:lnTo>
                  <a:lnTo>
                    <a:pt x="1810854" y="207975"/>
                  </a:lnTo>
                  <a:lnTo>
                    <a:pt x="1810854" y="139738"/>
                  </a:lnTo>
                  <a:lnTo>
                    <a:pt x="1933905" y="139738"/>
                  </a:lnTo>
                  <a:lnTo>
                    <a:pt x="1933905" y="125450"/>
                  </a:lnTo>
                  <a:lnTo>
                    <a:pt x="1810854" y="125450"/>
                  </a:lnTo>
                  <a:lnTo>
                    <a:pt x="1810854" y="74396"/>
                  </a:lnTo>
                  <a:lnTo>
                    <a:pt x="1933905" y="74396"/>
                  </a:lnTo>
                  <a:lnTo>
                    <a:pt x="1933905" y="60109"/>
                  </a:lnTo>
                  <a:lnTo>
                    <a:pt x="1810854" y="60109"/>
                  </a:lnTo>
                  <a:lnTo>
                    <a:pt x="1810854" y="32588"/>
                  </a:lnTo>
                  <a:lnTo>
                    <a:pt x="1933905" y="32588"/>
                  </a:lnTo>
                  <a:lnTo>
                    <a:pt x="1933905" y="0"/>
                  </a:lnTo>
                  <a:lnTo>
                    <a:pt x="1790915" y="0"/>
                  </a:lnTo>
                  <a:lnTo>
                    <a:pt x="1790915" y="32588"/>
                  </a:lnTo>
                  <a:lnTo>
                    <a:pt x="1790915" y="60109"/>
                  </a:lnTo>
                  <a:lnTo>
                    <a:pt x="1790915" y="74396"/>
                  </a:lnTo>
                  <a:lnTo>
                    <a:pt x="1790915" y="125450"/>
                  </a:lnTo>
                  <a:lnTo>
                    <a:pt x="1790915" y="139738"/>
                  </a:lnTo>
                  <a:lnTo>
                    <a:pt x="1790915" y="207975"/>
                  </a:lnTo>
                  <a:lnTo>
                    <a:pt x="1691678" y="207975"/>
                  </a:lnTo>
                  <a:lnTo>
                    <a:pt x="1691678" y="139738"/>
                  </a:lnTo>
                  <a:lnTo>
                    <a:pt x="1790915" y="139738"/>
                  </a:lnTo>
                  <a:lnTo>
                    <a:pt x="1790915" y="125450"/>
                  </a:lnTo>
                  <a:lnTo>
                    <a:pt x="1691678" y="125450"/>
                  </a:lnTo>
                  <a:lnTo>
                    <a:pt x="1691678" y="74396"/>
                  </a:lnTo>
                  <a:lnTo>
                    <a:pt x="1790915" y="74396"/>
                  </a:lnTo>
                  <a:lnTo>
                    <a:pt x="1790915" y="60109"/>
                  </a:lnTo>
                  <a:lnTo>
                    <a:pt x="1691678" y="60109"/>
                  </a:lnTo>
                  <a:lnTo>
                    <a:pt x="1691678" y="32588"/>
                  </a:lnTo>
                  <a:lnTo>
                    <a:pt x="1790915" y="32588"/>
                  </a:lnTo>
                  <a:lnTo>
                    <a:pt x="1790915" y="0"/>
                  </a:lnTo>
                  <a:lnTo>
                    <a:pt x="1671701" y="0"/>
                  </a:lnTo>
                  <a:lnTo>
                    <a:pt x="1671701" y="32588"/>
                  </a:lnTo>
                  <a:lnTo>
                    <a:pt x="1671701" y="60109"/>
                  </a:lnTo>
                  <a:lnTo>
                    <a:pt x="1671701" y="74396"/>
                  </a:lnTo>
                  <a:lnTo>
                    <a:pt x="1671701" y="125450"/>
                  </a:lnTo>
                  <a:lnTo>
                    <a:pt x="1671701" y="139738"/>
                  </a:lnTo>
                  <a:lnTo>
                    <a:pt x="1671701" y="207975"/>
                  </a:lnTo>
                  <a:lnTo>
                    <a:pt x="1548612" y="207975"/>
                  </a:lnTo>
                  <a:lnTo>
                    <a:pt x="1548612" y="139738"/>
                  </a:lnTo>
                  <a:lnTo>
                    <a:pt x="1671701" y="139738"/>
                  </a:lnTo>
                  <a:lnTo>
                    <a:pt x="1671701" y="125450"/>
                  </a:lnTo>
                  <a:lnTo>
                    <a:pt x="1548612" y="125450"/>
                  </a:lnTo>
                  <a:lnTo>
                    <a:pt x="1548612" y="74396"/>
                  </a:lnTo>
                  <a:lnTo>
                    <a:pt x="1671701" y="74396"/>
                  </a:lnTo>
                  <a:lnTo>
                    <a:pt x="1671701" y="60109"/>
                  </a:lnTo>
                  <a:lnTo>
                    <a:pt x="1548612" y="60109"/>
                  </a:lnTo>
                  <a:lnTo>
                    <a:pt x="1548612" y="32588"/>
                  </a:lnTo>
                  <a:lnTo>
                    <a:pt x="1671701" y="32588"/>
                  </a:lnTo>
                  <a:lnTo>
                    <a:pt x="1671701" y="0"/>
                  </a:lnTo>
                  <a:lnTo>
                    <a:pt x="1528813" y="0"/>
                  </a:lnTo>
                  <a:lnTo>
                    <a:pt x="1528813" y="32588"/>
                  </a:lnTo>
                  <a:lnTo>
                    <a:pt x="1528813" y="60109"/>
                  </a:lnTo>
                  <a:lnTo>
                    <a:pt x="1528813" y="74396"/>
                  </a:lnTo>
                  <a:lnTo>
                    <a:pt x="1528813" y="125450"/>
                  </a:lnTo>
                  <a:lnTo>
                    <a:pt x="1528813" y="139738"/>
                  </a:lnTo>
                  <a:lnTo>
                    <a:pt x="1528813" y="207975"/>
                  </a:lnTo>
                  <a:lnTo>
                    <a:pt x="1405724" y="207975"/>
                  </a:lnTo>
                  <a:lnTo>
                    <a:pt x="1405724" y="139738"/>
                  </a:lnTo>
                  <a:lnTo>
                    <a:pt x="1528813" y="139738"/>
                  </a:lnTo>
                  <a:lnTo>
                    <a:pt x="1528813" y="125450"/>
                  </a:lnTo>
                  <a:lnTo>
                    <a:pt x="1405724" y="125450"/>
                  </a:lnTo>
                  <a:lnTo>
                    <a:pt x="1405724" y="74396"/>
                  </a:lnTo>
                  <a:lnTo>
                    <a:pt x="1528813" y="74396"/>
                  </a:lnTo>
                  <a:lnTo>
                    <a:pt x="1528813" y="60109"/>
                  </a:lnTo>
                  <a:lnTo>
                    <a:pt x="1405724" y="60109"/>
                  </a:lnTo>
                  <a:lnTo>
                    <a:pt x="1405724" y="32588"/>
                  </a:lnTo>
                  <a:lnTo>
                    <a:pt x="1528813" y="32588"/>
                  </a:lnTo>
                  <a:lnTo>
                    <a:pt x="1528813" y="0"/>
                  </a:lnTo>
                  <a:lnTo>
                    <a:pt x="1385862" y="0"/>
                  </a:lnTo>
                  <a:lnTo>
                    <a:pt x="1385862" y="32588"/>
                  </a:lnTo>
                  <a:lnTo>
                    <a:pt x="1385862" y="60109"/>
                  </a:lnTo>
                  <a:lnTo>
                    <a:pt x="1385862" y="74396"/>
                  </a:lnTo>
                  <a:lnTo>
                    <a:pt x="1385862" y="125450"/>
                  </a:lnTo>
                  <a:lnTo>
                    <a:pt x="1385862" y="139738"/>
                  </a:lnTo>
                  <a:lnTo>
                    <a:pt x="1385862" y="207975"/>
                  </a:lnTo>
                  <a:lnTo>
                    <a:pt x="1262761" y="207975"/>
                  </a:lnTo>
                  <a:lnTo>
                    <a:pt x="1262761" y="139738"/>
                  </a:lnTo>
                  <a:lnTo>
                    <a:pt x="1385862" y="139738"/>
                  </a:lnTo>
                  <a:lnTo>
                    <a:pt x="1385862" y="125450"/>
                  </a:lnTo>
                  <a:lnTo>
                    <a:pt x="1262761" y="125450"/>
                  </a:lnTo>
                  <a:lnTo>
                    <a:pt x="1262761" y="74396"/>
                  </a:lnTo>
                  <a:lnTo>
                    <a:pt x="1385862" y="74396"/>
                  </a:lnTo>
                  <a:lnTo>
                    <a:pt x="1385862" y="60109"/>
                  </a:lnTo>
                  <a:lnTo>
                    <a:pt x="1262761" y="60109"/>
                  </a:lnTo>
                  <a:lnTo>
                    <a:pt x="1262761" y="32588"/>
                  </a:lnTo>
                  <a:lnTo>
                    <a:pt x="1385862" y="32588"/>
                  </a:lnTo>
                  <a:lnTo>
                    <a:pt x="1385862" y="0"/>
                  </a:lnTo>
                  <a:lnTo>
                    <a:pt x="1242898" y="0"/>
                  </a:lnTo>
                  <a:lnTo>
                    <a:pt x="1242898" y="32588"/>
                  </a:lnTo>
                  <a:lnTo>
                    <a:pt x="1242898" y="60109"/>
                  </a:lnTo>
                  <a:lnTo>
                    <a:pt x="1242898" y="74396"/>
                  </a:lnTo>
                  <a:lnTo>
                    <a:pt x="1242898" y="125450"/>
                  </a:lnTo>
                  <a:lnTo>
                    <a:pt x="1242898" y="139738"/>
                  </a:lnTo>
                  <a:lnTo>
                    <a:pt x="1242898" y="207975"/>
                  </a:lnTo>
                  <a:lnTo>
                    <a:pt x="1112520" y="207975"/>
                  </a:lnTo>
                  <a:lnTo>
                    <a:pt x="1112520" y="139738"/>
                  </a:lnTo>
                  <a:lnTo>
                    <a:pt x="1242898" y="139738"/>
                  </a:lnTo>
                  <a:lnTo>
                    <a:pt x="1242898" y="125450"/>
                  </a:lnTo>
                  <a:lnTo>
                    <a:pt x="1112520" y="125450"/>
                  </a:lnTo>
                  <a:lnTo>
                    <a:pt x="1112520" y="74396"/>
                  </a:lnTo>
                  <a:lnTo>
                    <a:pt x="1242898" y="74396"/>
                  </a:lnTo>
                  <a:lnTo>
                    <a:pt x="1242898" y="60109"/>
                  </a:lnTo>
                  <a:lnTo>
                    <a:pt x="1112520" y="60109"/>
                  </a:lnTo>
                  <a:lnTo>
                    <a:pt x="1112520" y="32588"/>
                  </a:lnTo>
                  <a:lnTo>
                    <a:pt x="1242898" y="32588"/>
                  </a:lnTo>
                  <a:lnTo>
                    <a:pt x="1242898" y="0"/>
                  </a:lnTo>
                  <a:lnTo>
                    <a:pt x="1092873" y="0"/>
                  </a:lnTo>
                  <a:lnTo>
                    <a:pt x="1092873" y="32588"/>
                  </a:lnTo>
                  <a:lnTo>
                    <a:pt x="1092873" y="60109"/>
                  </a:lnTo>
                  <a:lnTo>
                    <a:pt x="1092873" y="74396"/>
                  </a:lnTo>
                  <a:lnTo>
                    <a:pt x="1092873" y="125450"/>
                  </a:lnTo>
                  <a:lnTo>
                    <a:pt x="1092873" y="139738"/>
                  </a:lnTo>
                  <a:lnTo>
                    <a:pt x="1092873" y="207975"/>
                  </a:lnTo>
                  <a:lnTo>
                    <a:pt x="970559" y="207975"/>
                  </a:lnTo>
                  <a:lnTo>
                    <a:pt x="970559" y="139738"/>
                  </a:lnTo>
                  <a:lnTo>
                    <a:pt x="1092873" y="139738"/>
                  </a:lnTo>
                  <a:lnTo>
                    <a:pt x="1092873" y="125450"/>
                  </a:lnTo>
                  <a:lnTo>
                    <a:pt x="970559" y="125450"/>
                  </a:lnTo>
                  <a:lnTo>
                    <a:pt x="970559" y="74396"/>
                  </a:lnTo>
                  <a:lnTo>
                    <a:pt x="1092873" y="74396"/>
                  </a:lnTo>
                  <a:lnTo>
                    <a:pt x="1092873" y="60109"/>
                  </a:lnTo>
                  <a:lnTo>
                    <a:pt x="970559" y="60109"/>
                  </a:lnTo>
                  <a:lnTo>
                    <a:pt x="970559" y="32588"/>
                  </a:lnTo>
                  <a:lnTo>
                    <a:pt x="1092873" y="32588"/>
                  </a:lnTo>
                  <a:lnTo>
                    <a:pt x="1092873" y="0"/>
                  </a:lnTo>
                  <a:lnTo>
                    <a:pt x="950696" y="0"/>
                  </a:lnTo>
                  <a:lnTo>
                    <a:pt x="950696" y="32588"/>
                  </a:lnTo>
                  <a:lnTo>
                    <a:pt x="950696" y="60109"/>
                  </a:lnTo>
                  <a:lnTo>
                    <a:pt x="950696" y="74396"/>
                  </a:lnTo>
                  <a:lnTo>
                    <a:pt x="950696" y="125450"/>
                  </a:lnTo>
                  <a:lnTo>
                    <a:pt x="950696" y="139738"/>
                  </a:lnTo>
                  <a:lnTo>
                    <a:pt x="950696" y="207975"/>
                  </a:lnTo>
                  <a:lnTo>
                    <a:pt x="852170" y="207975"/>
                  </a:lnTo>
                  <a:lnTo>
                    <a:pt x="852170" y="139738"/>
                  </a:lnTo>
                  <a:lnTo>
                    <a:pt x="950696" y="139738"/>
                  </a:lnTo>
                  <a:lnTo>
                    <a:pt x="950696" y="125450"/>
                  </a:lnTo>
                  <a:lnTo>
                    <a:pt x="852170" y="125450"/>
                  </a:lnTo>
                  <a:lnTo>
                    <a:pt x="852170" y="74396"/>
                  </a:lnTo>
                  <a:lnTo>
                    <a:pt x="950696" y="74396"/>
                  </a:lnTo>
                  <a:lnTo>
                    <a:pt x="950696" y="60109"/>
                  </a:lnTo>
                  <a:lnTo>
                    <a:pt x="852170" y="60109"/>
                  </a:lnTo>
                  <a:lnTo>
                    <a:pt x="852170" y="32588"/>
                  </a:lnTo>
                  <a:lnTo>
                    <a:pt x="950696" y="32588"/>
                  </a:lnTo>
                  <a:lnTo>
                    <a:pt x="950696" y="0"/>
                  </a:lnTo>
                  <a:lnTo>
                    <a:pt x="832446" y="0"/>
                  </a:lnTo>
                  <a:lnTo>
                    <a:pt x="832446" y="32588"/>
                  </a:lnTo>
                  <a:lnTo>
                    <a:pt x="832446" y="60109"/>
                  </a:lnTo>
                  <a:lnTo>
                    <a:pt x="832446" y="74396"/>
                  </a:lnTo>
                  <a:lnTo>
                    <a:pt x="832446" y="125450"/>
                  </a:lnTo>
                  <a:lnTo>
                    <a:pt x="832446" y="139738"/>
                  </a:lnTo>
                  <a:lnTo>
                    <a:pt x="832446" y="207975"/>
                  </a:lnTo>
                  <a:lnTo>
                    <a:pt x="710107" y="207975"/>
                  </a:lnTo>
                  <a:lnTo>
                    <a:pt x="710107" y="139738"/>
                  </a:lnTo>
                  <a:lnTo>
                    <a:pt x="832446" y="139738"/>
                  </a:lnTo>
                  <a:lnTo>
                    <a:pt x="832446" y="125450"/>
                  </a:lnTo>
                  <a:lnTo>
                    <a:pt x="710107" y="125450"/>
                  </a:lnTo>
                  <a:lnTo>
                    <a:pt x="710107" y="74396"/>
                  </a:lnTo>
                  <a:lnTo>
                    <a:pt x="832446" y="74396"/>
                  </a:lnTo>
                  <a:lnTo>
                    <a:pt x="832446" y="60109"/>
                  </a:lnTo>
                  <a:lnTo>
                    <a:pt x="710107" y="60109"/>
                  </a:lnTo>
                  <a:lnTo>
                    <a:pt x="710107" y="32588"/>
                  </a:lnTo>
                  <a:lnTo>
                    <a:pt x="832446" y="32588"/>
                  </a:lnTo>
                  <a:lnTo>
                    <a:pt x="832446" y="0"/>
                  </a:lnTo>
                  <a:lnTo>
                    <a:pt x="690397" y="0"/>
                  </a:lnTo>
                  <a:lnTo>
                    <a:pt x="690397" y="32588"/>
                  </a:lnTo>
                  <a:lnTo>
                    <a:pt x="690397" y="60109"/>
                  </a:lnTo>
                  <a:lnTo>
                    <a:pt x="690397" y="74396"/>
                  </a:lnTo>
                  <a:lnTo>
                    <a:pt x="690397" y="125450"/>
                  </a:lnTo>
                  <a:lnTo>
                    <a:pt x="690397" y="139738"/>
                  </a:lnTo>
                  <a:lnTo>
                    <a:pt x="690397" y="207975"/>
                  </a:lnTo>
                  <a:lnTo>
                    <a:pt x="568172" y="207975"/>
                  </a:lnTo>
                  <a:lnTo>
                    <a:pt x="568172" y="139738"/>
                  </a:lnTo>
                  <a:lnTo>
                    <a:pt x="690397" y="139738"/>
                  </a:lnTo>
                  <a:lnTo>
                    <a:pt x="690397" y="125450"/>
                  </a:lnTo>
                  <a:lnTo>
                    <a:pt x="568172" y="125450"/>
                  </a:lnTo>
                  <a:lnTo>
                    <a:pt x="568172" y="74396"/>
                  </a:lnTo>
                  <a:lnTo>
                    <a:pt x="690397" y="74396"/>
                  </a:lnTo>
                  <a:lnTo>
                    <a:pt x="690397" y="60109"/>
                  </a:lnTo>
                  <a:lnTo>
                    <a:pt x="568172" y="60109"/>
                  </a:lnTo>
                  <a:lnTo>
                    <a:pt x="568172" y="32588"/>
                  </a:lnTo>
                  <a:lnTo>
                    <a:pt x="690397" y="32588"/>
                  </a:lnTo>
                  <a:lnTo>
                    <a:pt x="690397" y="0"/>
                  </a:lnTo>
                  <a:lnTo>
                    <a:pt x="548335" y="0"/>
                  </a:lnTo>
                  <a:lnTo>
                    <a:pt x="548335" y="32588"/>
                  </a:lnTo>
                  <a:lnTo>
                    <a:pt x="548335" y="60109"/>
                  </a:lnTo>
                  <a:lnTo>
                    <a:pt x="548335" y="74396"/>
                  </a:lnTo>
                  <a:lnTo>
                    <a:pt x="548335" y="125450"/>
                  </a:lnTo>
                  <a:lnTo>
                    <a:pt x="548335" y="139738"/>
                  </a:lnTo>
                  <a:lnTo>
                    <a:pt x="548335" y="207975"/>
                  </a:lnTo>
                  <a:lnTo>
                    <a:pt x="426072" y="207975"/>
                  </a:lnTo>
                  <a:lnTo>
                    <a:pt x="426072" y="139738"/>
                  </a:lnTo>
                  <a:lnTo>
                    <a:pt x="548335" y="139738"/>
                  </a:lnTo>
                  <a:lnTo>
                    <a:pt x="548335" y="125450"/>
                  </a:lnTo>
                  <a:lnTo>
                    <a:pt x="426072" y="125450"/>
                  </a:lnTo>
                  <a:lnTo>
                    <a:pt x="426072" y="74396"/>
                  </a:lnTo>
                  <a:lnTo>
                    <a:pt x="548335" y="74396"/>
                  </a:lnTo>
                  <a:lnTo>
                    <a:pt x="548335" y="60109"/>
                  </a:lnTo>
                  <a:lnTo>
                    <a:pt x="426072" y="60109"/>
                  </a:lnTo>
                  <a:lnTo>
                    <a:pt x="426072" y="32588"/>
                  </a:lnTo>
                  <a:lnTo>
                    <a:pt x="548335" y="32588"/>
                  </a:lnTo>
                  <a:lnTo>
                    <a:pt x="548335" y="0"/>
                  </a:lnTo>
                  <a:lnTo>
                    <a:pt x="406387" y="0"/>
                  </a:lnTo>
                  <a:lnTo>
                    <a:pt x="406387" y="32588"/>
                  </a:lnTo>
                  <a:lnTo>
                    <a:pt x="406387" y="60109"/>
                  </a:lnTo>
                  <a:lnTo>
                    <a:pt x="406387" y="74396"/>
                  </a:lnTo>
                  <a:lnTo>
                    <a:pt x="406387" y="125450"/>
                  </a:lnTo>
                  <a:lnTo>
                    <a:pt x="406387" y="139738"/>
                  </a:lnTo>
                  <a:lnTo>
                    <a:pt x="406387" y="207975"/>
                  </a:lnTo>
                  <a:lnTo>
                    <a:pt x="307822" y="207975"/>
                  </a:lnTo>
                  <a:lnTo>
                    <a:pt x="307822" y="139738"/>
                  </a:lnTo>
                  <a:lnTo>
                    <a:pt x="406387" y="139738"/>
                  </a:lnTo>
                  <a:lnTo>
                    <a:pt x="406387" y="125450"/>
                  </a:lnTo>
                  <a:lnTo>
                    <a:pt x="307822" y="125450"/>
                  </a:lnTo>
                  <a:lnTo>
                    <a:pt x="307822" y="74396"/>
                  </a:lnTo>
                  <a:lnTo>
                    <a:pt x="406387" y="74396"/>
                  </a:lnTo>
                  <a:lnTo>
                    <a:pt x="406387" y="60109"/>
                  </a:lnTo>
                  <a:lnTo>
                    <a:pt x="307822" y="60109"/>
                  </a:lnTo>
                  <a:lnTo>
                    <a:pt x="307822" y="32588"/>
                  </a:lnTo>
                  <a:lnTo>
                    <a:pt x="406387" y="32588"/>
                  </a:lnTo>
                  <a:lnTo>
                    <a:pt x="406387" y="0"/>
                  </a:lnTo>
                  <a:lnTo>
                    <a:pt x="288061" y="0"/>
                  </a:lnTo>
                  <a:lnTo>
                    <a:pt x="288061" y="32588"/>
                  </a:lnTo>
                  <a:lnTo>
                    <a:pt x="288061" y="60109"/>
                  </a:lnTo>
                  <a:lnTo>
                    <a:pt x="288061" y="74396"/>
                  </a:lnTo>
                  <a:lnTo>
                    <a:pt x="288061" y="125450"/>
                  </a:lnTo>
                  <a:lnTo>
                    <a:pt x="288061" y="139738"/>
                  </a:lnTo>
                  <a:lnTo>
                    <a:pt x="288061" y="207975"/>
                  </a:lnTo>
                  <a:lnTo>
                    <a:pt x="165760" y="207975"/>
                  </a:lnTo>
                  <a:lnTo>
                    <a:pt x="165760" y="139738"/>
                  </a:lnTo>
                  <a:lnTo>
                    <a:pt x="288061" y="139738"/>
                  </a:lnTo>
                  <a:lnTo>
                    <a:pt x="288061" y="125450"/>
                  </a:lnTo>
                  <a:lnTo>
                    <a:pt x="165760" y="125450"/>
                  </a:lnTo>
                  <a:lnTo>
                    <a:pt x="165760" y="74396"/>
                  </a:lnTo>
                  <a:lnTo>
                    <a:pt x="288061" y="74396"/>
                  </a:lnTo>
                  <a:lnTo>
                    <a:pt x="288061" y="60109"/>
                  </a:lnTo>
                  <a:lnTo>
                    <a:pt x="165760" y="60109"/>
                  </a:lnTo>
                  <a:lnTo>
                    <a:pt x="165760" y="32588"/>
                  </a:lnTo>
                  <a:lnTo>
                    <a:pt x="288061" y="32588"/>
                  </a:lnTo>
                  <a:lnTo>
                    <a:pt x="288061" y="0"/>
                  </a:lnTo>
                  <a:lnTo>
                    <a:pt x="145973" y="0"/>
                  </a:lnTo>
                  <a:lnTo>
                    <a:pt x="145973" y="32588"/>
                  </a:lnTo>
                  <a:lnTo>
                    <a:pt x="145973" y="60109"/>
                  </a:lnTo>
                  <a:lnTo>
                    <a:pt x="24244" y="60109"/>
                  </a:lnTo>
                  <a:lnTo>
                    <a:pt x="24244" y="74396"/>
                  </a:lnTo>
                  <a:lnTo>
                    <a:pt x="145973" y="74396"/>
                  </a:lnTo>
                  <a:lnTo>
                    <a:pt x="145973" y="125450"/>
                  </a:lnTo>
                  <a:lnTo>
                    <a:pt x="24244" y="125450"/>
                  </a:lnTo>
                  <a:lnTo>
                    <a:pt x="24244" y="139738"/>
                  </a:lnTo>
                  <a:lnTo>
                    <a:pt x="145973" y="139738"/>
                  </a:lnTo>
                  <a:lnTo>
                    <a:pt x="145973" y="207975"/>
                  </a:lnTo>
                  <a:lnTo>
                    <a:pt x="23672" y="207975"/>
                  </a:lnTo>
                  <a:lnTo>
                    <a:pt x="23672" y="32588"/>
                  </a:lnTo>
                  <a:lnTo>
                    <a:pt x="145973" y="32588"/>
                  </a:lnTo>
                  <a:lnTo>
                    <a:pt x="145973" y="0"/>
                  </a:lnTo>
                  <a:lnTo>
                    <a:pt x="0" y="0"/>
                  </a:lnTo>
                  <a:lnTo>
                    <a:pt x="0" y="32588"/>
                  </a:lnTo>
                  <a:lnTo>
                    <a:pt x="3949" y="32588"/>
                  </a:lnTo>
                  <a:lnTo>
                    <a:pt x="3949" y="299148"/>
                  </a:lnTo>
                  <a:lnTo>
                    <a:pt x="5613" y="299148"/>
                  </a:lnTo>
                  <a:lnTo>
                    <a:pt x="5613" y="312686"/>
                  </a:lnTo>
                  <a:lnTo>
                    <a:pt x="1957082" y="312686"/>
                  </a:lnTo>
                  <a:lnTo>
                    <a:pt x="1957082" y="207975"/>
                  </a:lnTo>
                  <a:lnTo>
                    <a:pt x="1953806" y="207975"/>
                  </a:lnTo>
                  <a:lnTo>
                    <a:pt x="1953806" y="32588"/>
                  </a:lnTo>
                  <a:lnTo>
                    <a:pt x="1960448" y="32588"/>
                  </a:lnTo>
                  <a:lnTo>
                    <a:pt x="1960448" y="0"/>
                  </a:lnTo>
                  <a:close/>
                </a:path>
              </a:pathLst>
            </a:custGeom>
            <a:solidFill>
              <a:srgbClr val="DA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7361156" y="4174491"/>
              <a:ext cx="2943860" cy="3549015"/>
            </a:xfrm>
            <a:custGeom>
              <a:avLst/>
              <a:gdLst/>
              <a:ahLst/>
              <a:cxnLst/>
              <a:rect l="l" t="t" r="r" b="b"/>
              <a:pathLst>
                <a:path w="2943859" h="3549015">
                  <a:moveTo>
                    <a:pt x="2503044" y="0"/>
                  </a:moveTo>
                  <a:lnTo>
                    <a:pt x="485262" y="0"/>
                  </a:lnTo>
                  <a:lnTo>
                    <a:pt x="485262" y="1294442"/>
                  </a:lnTo>
                  <a:lnTo>
                    <a:pt x="488466" y="1294442"/>
                  </a:lnTo>
                  <a:lnTo>
                    <a:pt x="0" y="3548781"/>
                  </a:lnTo>
                  <a:lnTo>
                    <a:pt x="2943659" y="3548781"/>
                  </a:lnTo>
                  <a:lnTo>
                    <a:pt x="2503044" y="1294442"/>
                  </a:lnTo>
                  <a:lnTo>
                    <a:pt x="250304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9098012" y="4174497"/>
              <a:ext cx="1207135" cy="3549015"/>
            </a:xfrm>
            <a:custGeom>
              <a:avLst/>
              <a:gdLst/>
              <a:ahLst/>
              <a:cxnLst/>
              <a:rect l="l" t="t" r="r" b="b"/>
              <a:pathLst>
                <a:path w="1207134" h="3549015">
                  <a:moveTo>
                    <a:pt x="766186" y="0"/>
                  </a:moveTo>
                  <a:lnTo>
                    <a:pt x="0" y="0"/>
                  </a:lnTo>
                  <a:lnTo>
                    <a:pt x="0" y="1294400"/>
                  </a:lnTo>
                  <a:lnTo>
                    <a:pt x="440656" y="3548771"/>
                  </a:lnTo>
                  <a:lnTo>
                    <a:pt x="1206800" y="3548771"/>
                  </a:lnTo>
                  <a:lnTo>
                    <a:pt x="766186" y="1294400"/>
                  </a:lnTo>
                  <a:lnTo>
                    <a:pt x="766186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7359072" y="4167202"/>
              <a:ext cx="1254760" cy="3549015"/>
            </a:xfrm>
            <a:custGeom>
              <a:avLst/>
              <a:gdLst/>
              <a:ahLst/>
              <a:cxnLst/>
              <a:rect l="l" t="t" r="r" b="b"/>
              <a:pathLst>
                <a:path w="1254759" h="3549015">
                  <a:moveTo>
                    <a:pt x="1251522" y="0"/>
                  </a:moveTo>
                  <a:lnTo>
                    <a:pt x="485262" y="0"/>
                  </a:lnTo>
                  <a:lnTo>
                    <a:pt x="485262" y="1294442"/>
                  </a:lnTo>
                  <a:lnTo>
                    <a:pt x="488424" y="1294442"/>
                  </a:lnTo>
                  <a:lnTo>
                    <a:pt x="0" y="3548813"/>
                  </a:lnTo>
                  <a:lnTo>
                    <a:pt x="766227" y="3548813"/>
                  </a:lnTo>
                  <a:lnTo>
                    <a:pt x="1254684" y="1294442"/>
                  </a:lnTo>
                  <a:lnTo>
                    <a:pt x="1251522" y="1294442"/>
                  </a:lnTo>
                  <a:lnTo>
                    <a:pt x="1251522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7761292" y="4130816"/>
              <a:ext cx="2184400" cy="211454"/>
            </a:xfrm>
            <a:custGeom>
              <a:avLst/>
              <a:gdLst/>
              <a:ahLst/>
              <a:cxnLst/>
              <a:rect l="l" t="t" r="r" b="b"/>
              <a:pathLst>
                <a:path w="2184400" h="211454">
                  <a:moveTo>
                    <a:pt x="2183902" y="0"/>
                  </a:moveTo>
                  <a:lnTo>
                    <a:pt x="0" y="0"/>
                  </a:lnTo>
                  <a:lnTo>
                    <a:pt x="0" y="210946"/>
                  </a:lnTo>
                  <a:lnTo>
                    <a:pt x="2183902" y="210946"/>
                  </a:lnTo>
                  <a:lnTo>
                    <a:pt x="2183902" y="0"/>
                  </a:lnTo>
                  <a:close/>
                </a:path>
              </a:pathLst>
            </a:custGeom>
            <a:solidFill>
              <a:srgbClr val="3889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7844337" y="4334475"/>
              <a:ext cx="2018030" cy="226060"/>
            </a:xfrm>
            <a:custGeom>
              <a:avLst/>
              <a:gdLst/>
              <a:ahLst/>
              <a:cxnLst/>
              <a:rect l="l" t="t" r="r" b="b"/>
              <a:pathLst>
                <a:path w="2018029" h="226060">
                  <a:moveTo>
                    <a:pt x="2017812" y="0"/>
                  </a:moveTo>
                  <a:lnTo>
                    <a:pt x="0" y="0"/>
                  </a:lnTo>
                  <a:lnTo>
                    <a:pt x="0" y="225459"/>
                  </a:lnTo>
                  <a:lnTo>
                    <a:pt x="2017812" y="225459"/>
                  </a:lnTo>
                  <a:lnTo>
                    <a:pt x="2017812" y="0"/>
                  </a:lnTo>
                  <a:close/>
                </a:path>
              </a:pathLst>
            </a:custGeom>
            <a:solidFill>
              <a:srgbClr val="353535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6099467" y="4914207"/>
              <a:ext cx="3789679" cy="3615690"/>
            </a:xfrm>
            <a:custGeom>
              <a:avLst/>
              <a:gdLst/>
              <a:ahLst/>
              <a:cxnLst/>
              <a:rect l="l" t="t" r="r" b="b"/>
              <a:pathLst>
                <a:path w="3789679" h="3615690">
                  <a:moveTo>
                    <a:pt x="3767886" y="0"/>
                  </a:moveTo>
                  <a:lnTo>
                    <a:pt x="3740404" y="0"/>
                  </a:lnTo>
                  <a:lnTo>
                    <a:pt x="3740404" y="33693"/>
                  </a:lnTo>
                  <a:lnTo>
                    <a:pt x="3740404" y="62141"/>
                  </a:lnTo>
                  <a:lnTo>
                    <a:pt x="3740404" y="76949"/>
                  </a:lnTo>
                  <a:lnTo>
                    <a:pt x="3740404" y="129667"/>
                  </a:lnTo>
                  <a:lnTo>
                    <a:pt x="3740404" y="144500"/>
                  </a:lnTo>
                  <a:lnTo>
                    <a:pt x="3740404" y="214985"/>
                  </a:lnTo>
                  <a:lnTo>
                    <a:pt x="3613289" y="214985"/>
                  </a:lnTo>
                  <a:lnTo>
                    <a:pt x="3613289" y="144500"/>
                  </a:lnTo>
                  <a:lnTo>
                    <a:pt x="3740404" y="144500"/>
                  </a:lnTo>
                  <a:lnTo>
                    <a:pt x="3740404" y="129667"/>
                  </a:lnTo>
                  <a:lnTo>
                    <a:pt x="3613289" y="129667"/>
                  </a:lnTo>
                  <a:lnTo>
                    <a:pt x="3613289" y="76949"/>
                  </a:lnTo>
                  <a:lnTo>
                    <a:pt x="3740404" y="76949"/>
                  </a:lnTo>
                  <a:lnTo>
                    <a:pt x="3740404" y="62141"/>
                  </a:lnTo>
                  <a:lnTo>
                    <a:pt x="3613289" y="62141"/>
                  </a:lnTo>
                  <a:lnTo>
                    <a:pt x="3613289" y="33693"/>
                  </a:lnTo>
                  <a:lnTo>
                    <a:pt x="3740404" y="33693"/>
                  </a:lnTo>
                  <a:lnTo>
                    <a:pt x="3740404" y="0"/>
                  </a:lnTo>
                  <a:lnTo>
                    <a:pt x="3592677" y="0"/>
                  </a:lnTo>
                  <a:lnTo>
                    <a:pt x="3592677" y="33693"/>
                  </a:lnTo>
                  <a:lnTo>
                    <a:pt x="3592677" y="62141"/>
                  </a:lnTo>
                  <a:lnTo>
                    <a:pt x="3592677" y="76949"/>
                  </a:lnTo>
                  <a:lnTo>
                    <a:pt x="3592677" y="129667"/>
                  </a:lnTo>
                  <a:lnTo>
                    <a:pt x="3592677" y="144500"/>
                  </a:lnTo>
                  <a:lnTo>
                    <a:pt x="3592677" y="214985"/>
                  </a:lnTo>
                  <a:lnTo>
                    <a:pt x="3490061" y="214985"/>
                  </a:lnTo>
                  <a:lnTo>
                    <a:pt x="3490061" y="144500"/>
                  </a:lnTo>
                  <a:lnTo>
                    <a:pt x="3592677" y="144500"/>
                  </a:lnTo>
                  <a:lnTo>
                    <a:pt x="3592677" y="129667"/>
                  </a:lnTo>
                  <a:lnTo>
                    <a:pt x="3490061" y="129667"/>
                  </a:lnTo>
                  <a:lnTo>
                    <a:pt x="3490061" y="76949"/>
                  </a:lnTo>
                  <a:lnTo>
                    <a:pt x="3592677" y="76949"/>
                  </a:lnTo>
                  <a:lnTo>
                    <a:pt x="3592677" y="62141"/>
                  </a:lnTo>
                  <a:lnTo>
                    <a:pt x="3490061" y="62141"/>
                  </a:lnTo>
                  <a:lnTo>
                    <a:pt x="3490061" y="33693"/>
                  </a:lnTo>
                  <a:lnTo>
                    <a:pt x="3592677" y="33693"/>
                  </a:lnTo>
                  <a:lnTo>
                    <a:pt x="3592677" y="0"/>
                  </a:lnTo>
                  <a:lnTo>
                    <a:pt x="3469411" y="0"/>
                  </a:lnTo>
                  <a:lnTo>
                    <a:pt x="3469411" y="33693"/>
                  </a:lnTo>
                  <a:lnTo>
                    <a:pt x="3469411" y="62141"/>
                  </a:lnTo>
                  <a:lnTo>
                    <a:pt x="3469411" y="76949"/>
                  </a:lnTo>
                  <a:lnTo>
                    <a:pt x="3469411" y="129667"/>
                  </a:lnTo>
                  <a:lnTo>
                    <a:pt x="3469411" y="144500"/>
                  </a:lnTo>
                  <a:lnTo>
                    <a:pt x="3469411" y="214985"/>
                  </a:lnTo>
                  <a:lnTo>
                    <a:pt x="3342284" y="214985"/>
                  </a:lnTo>
                  <a:lnTo>
                    <a:pt x="3342284" y="144500"/>
                  </a:lnTo>
                  <a:lnTo>
                    <a:pt x="3469411" y="144500"/>
                  </a:lnTo>
                  <a:lnTo>
                    <a:pt x="3469411" y="129667"/>
                  </a:lnTo>
                  <a:lnTo>
                    <a:pt x="3342284" y="129667"/>
                  </a:lnTo>
                  <a:lnTo>
                    <a:pt x="3342284" y="76949"/>
                  </a:lnTo>
                  <a:lnTo>
                    <a:pt x="3469411" y="76949"/>
                  </a:lnTo>
                  <a:lnTo>
                    <a:pt x="3469411" y="62141"/>
                  </a:lnTo>
                  <a:lnTo>
                    <a:pt x="3342284" y="62141"/>
                  </a:lnTo>
                  <a:lnTo>
                    <a:pt x="3342284" y="33693"/>
                  </a:lnTo>
                  <a:lnTo>
                    <a:pt x="3469411" y="33693"/>
                  </a:lnTo>
                  <a:lnTo>
                    <a:pt x="3469411" y="0"/>
                  </a:lnTo>
                  <a:lnTo>
                    <a:pt x="3321659" y="0"/>
                  </a:lnTo>
                  <a:lnTo>
                    <a:pt x="3321659" y="33693"/>
                  </a:lnTo>
                  <a:lnTo>
                    <a:pt x="3321659" y="62141"/>
                  </a:lnTo>
                  <a:lnTo>
                    <a:pt x="3321659" y="76949"/>
                  </a:lnTo>
                  <a:lnTo>
                    <a:pt x="3321659" y="129667"/>
                  </a:lnTo>
                  <a:lnTo>
                    <a:pt x="3321659" y="144500"/>
                  </a:lnTo>
                  <a:lnTo>
                    <a:pt x="3321659" y="214985"/>
                  </a:lnTo>
                  <a:lnTo>
                    <a:pt x="3194520" y="214985"/>
                  </a:lnTo>
                  <a:lnTo>
                    <a:pt x="3194520" y="144500"/>
                  </a:lnTo>
                  <a:lnTo>
                    <a:pt x="3321659" y="144500"/>
                  </a:lnTo>
                  <a:lnTo>
                    <a:pt x="3321659" y="129667"/>
                  </a:lnTo>
                  <a:lnTo>
                    <a:pt x="3194520" y="129667"/>
                  </a:lnTo>
                  <a:lnTo>
                    <a:pt x="3194520" y="76949"/>
                  </a:lnTo>
                  <a:lnTo>
                    <a:pt x="3321659" y="76949"/>
                  </a:lnTo>
                  <a:lnTo>
                    <a:pt x="3321659" y="62141"/>
                  </a:lnTo>
                  <a:lnTo>
                    <a:pt x="3194520" y="62141"/>
                  </a:lnTo>
                  <a:lnTo>
                    <a:pt x="3194520" y="33693"/>
                  </a:lnTo>
                  <a:lnTo>
                    <a:pt x="3321659" y="33693"/>
                  </a:lnTo>
                  <a:lnTo>
                    <a:pt x="3321659" y="0"/>
                  </a:lnTo>
                  <a:lnTo>
                    <a:pt x="3173933" y="0"/>
                  </a:lnTo>
                  <a:lnTo>
                    <a:pt x="3173933" y="33693"/>
                  </a:lnTo>
                  <a:lnTo>
                    <a:pt x="3173933" y="62141"/>
                  </a:lnTo>
                  <a:lnTo>
                    <a:pt x="3173933" y="76949"/>
                  </a:lnTo>
                  <a:lnTo>
                    <a:pt x="3173933" y="129667"/>
                  </a:lnTo>
                  <a:lnTo>
                    <a:pt x="3173933" y="144500"/>
                  </a:lnTo>
                  <a:lnTo>
                    <a:pt x="3173933" y="214985"/>
                  </a:lnTo>
                  <a:lnTo>
                    <a:pt x="3046704" y="214985"/>
                  </a:lnTo>
                  <a:lnTo>
                    <a:pt x="3046704" y="144500"/>
                  </a:lnTo>
                  <a:lnTo>
                    <a:pt x="3173933" y="144500"/>
                  </a:lnTo>
                  <a:lnTo>
                    <a:pt x="3173933" y="129667"/>
                  </a:lnTo>
                  <a:lnTo>
                    <a:pt x="3046704" y="129667"/>
                  </a:lnTo>
                  <a:lnTo>
                    <a:pt x="3046704" y="76949"/>
                  </a:lnTo>
                  <a:lnTo>
                    <a:pt x="3173933" y="76949"/>
                  </a:lnTo>
                  <a:lnTo>
                    <a:pt x="3173933" y="62141"/>
                  </a:lnTo>
                  <a:lnTo>
                    <a:pt x="3046704" y="62141"/>
                  </a:lnTo>
                  <a:lnTo>
                    <a:pt x="3046704" y="33693"/>
                  </a:lnTo>
                  <a:lnTo>
                    <a:pt x="3173933" y="33693"/>
                  </a:lnTo>
                  <a:lnTo>
                    <a:pt x="3173933" y="0"/>
                  </a:lnTo>
                  <a:lnTo>
                    <a:pt x="3026232" y="0"/>
                  </a:lnTo>
                  <a:lnTo>
                    <a:pt x="3026232" y="33693"/>
                  </a:lnTo>
                  <a:lnTo>
                    <a:pt x="3026232" y="62141"/>
                  </a:lnTo>
                  <a:lnTo>
                    <a:pt x="3026232" y="76949"/>
                  </a:lnTo>
                  <a:lnTo>
                    <a:pt x="3026232" y="129667"/>
                  </a:lnTo>
                  <a:lnTo>
                    <a:pt x="3026232" y="144500"/>
                  </a:lnTo>
                  <a:lnTo>
                    <a:pt x="3026232" y="214985"/>
                  </a:lnTo>
                  <a:lnTo>
                    <a:pt x="2891472" y="214985"/>
                  </a:lnTo>
                  <a:lnTo>
                    <a:pt x="2891472" y="144500"/>
                  </a:lnTo>
                  <a:lnTo>
                    <a:pt x="3026232" y="144500"/>
                  </a:lnTo>
                  <a:lnTo>
                    <a:pt x="3026232" y="129667"/>
                  </a:lnTo>
                  <a:lnTo>
                    <a:pt x="2891472" y="129667"/>
                  </a:lnTo>
                  <a:lnTo>
                    <a:pt x="2891472" y="76949"/>
                  </a:lnTo>
                  <a:lnTo>
                    <a:pt x="3026232" y="76949"/>
                  </a:lnTo>
                  <a:lnTo>
                    <a:pt x="3026232" y="62141"/>
                  </a:lnTo>
                  <a:lnTo>
                    <a:pt x="2891472" y="62141"/>
                  </a:lnTo>
                  <a:lnTo>
                    <a:pt x="2891472" y="33693"/>
                  </a:lnTo>
                  <a:lnTo>
                    <a:pt x="3026232" y="33693"/>
                  </a:lnTo>
                  <a:lnTo>
                    <a:pt x="3026232" y="0"/>
                  </a:lnTo>
                  <a:lnTo>
                    <a:pt x="2871127" y="0"/>
                  </a:lnTo>
                  <a:lnTo>
                    <a:pt x="2871127" y="33693"/>
                  </a:lnTo>
                  <a:lnTo>
                    <a:pt x="2871127" y="62141"/>
                  </a:lnTo>
                  <a:lnTo>
                    <a:pt x="2871127" y="76949"/>
                  </a:lnTo>
                  <a:lnTo>
                    <a:pt x="2871127" y="129667"/>
                  </a:lnTo>
                  <a:lnTo>
                    <a:pt x="2871127" y="144500"/>
                  </a:lnTo>
                  <a:lnTo>
                    <a:pt x="2871127" y="214985"/>
                  </a:lnTo>
                  <a:lnTo>
                    <a:pt x="2744698" y="214985"/>
                  </a:lnTo>
                  <a:lnTo>
                    <a:pt x="2744698" y="144500"/>
                  </a:lnTo>
                  <a:lnTo>
                    <a:pt x="2871127" y="144500"/>
                  </a:lnTo>
                  <a:lnTo>
                    <a:pt x="2871127" y="129667"/>
                  </a:lnTo>
                  <a:lnTo>
                    <a:pt x="2744698" y="129667"/>
                  </a:lnTo>
                  <a:lnTo>
                    <a:pt x="2744698" y="76949"/>
                  </a:lnTo>
                  <a:lnTo>
                    <a:pt x="2871127" y="76949"/>
                  </a:lnTo>
                  <a:lnTo>
                    <a:pt x="2871127" y="62141"/>
                  </a:lnTo>
                  <a:lnTo>
                    <a:pt x="2744698" y="62141"/>
                  </a:lnTo>
                  <a:lnTo>
                    <a:pt x="2744698" y="33693"/>
                  </a:lnTo>
                  <a:lnTo>
                    <a:pt x="2871127" y="33693"/>
                  </a:lnTo>
                  <a:lnTo>
                    <a:pt x="2871127" y="0"/>
                  </a:lnTo>
                  <a:lnTo>
                    <a:pt x="2724264" y="0"/>
                  </a:lnTo>
                  <a:lnTo>
                    <a:pt x="2724264" y="33693"/>
                  </a:lnTo>
                  <a:lnTo>
                    <a:pt x="2724264" y="62141"/>
                  </a:lnTo>
                  <a:lnTo>
                    <a:pt x="2724264" y="76949"/>
                  </a:lnTo>
                  <a:lnTo>
                    <a:pt x="2724264" y="129667"/>
                  </a:lnTo>
                  <a:lnTo>
                    <a:pt x="2724264" y="144500"/>
                  </a:lnTo>
                  <a:lnTo>
                    <a:pt x="2724264" y="214985"/>
                  </a:lnTo>
                  <a:lnTo>
                    <a:pt x="2622435" y="214985"/>
                  </a:lnTo>
                  <a:lnTo>
                    <a:pt x="2622435" y="144500"/>
                  </a:lnTo>
                  <a:lnTo>
                    <a:pt x="2724264" y="144500"/>
                  </a:lnTo>
                  <a:lnTo>
                    <a:pt x="2724264" y="129667"/>
                  </a:lnTo>
                  <a:lnTo>
                    <a:pt x="2622435" y="129667"/>
                  </a:lnTo>
                  <a:lnTo>
                    <a:pt x="2622435" y="76949"/>
                  </a:lnTo>
                  <a:lnTo>
                    <a:pt x="2724264" y="76949"/>
                  </a:lnTo>
                  <a:lnTo>
                    <a:pt x="2724264" y="62141"/>
                  </a:lnTo>
                  <a:lnTo>
                    <a:pt x="2622435" y="62141"/>
                  </a:lnTo>
                  <a:lnTo>
                    <a:pt x="2622435" y="33693"/>
                  </a:lnTo>
                  <a:lnTo>
                    <a:pt x="2724264" y="33693"/>
                  </a:lnTo>
                  <a:lnTo>
                    <a:pt x="2724264" y="0"/>
                  </a:lnTo>
                  <a:lnTo>
                    <a:pt x="2601963" y="0"/>
                  </a:lnTo>
                  <a:lnTo>
                    <a:pt x="2601963" y="33693"/>
                  </a:lnTo>
                  <a:lnTo>
                    <a:pt x="2601963" y="62141"/>
                  </a:lnTo>
                  <a:lnTo>
                    <a:pt x="2601963" y="76949"/>
                  </a:lnTo>
                  <a:lnTo>
                    <a:pt x="2601963" y="129667"/>
                  </a:lnTo>
                  <a:lnTo>
                    <a:pt x="2601963" y="144500"/>
                  </a:lnTo>
                  <a:lnTo>
                    <a:pt x="2601963" y="214985"/>
                  </a:lnTo>
                  <a:lnTo>
                    <a:pt x="2475560" y="214985"/>
                  </a:lnTo>
                  <a:lnTo>
                    <a:pt x="2475560" y="144500"/>
                  </a:lnTo>
                  <a:lnTo>
                    <a:pt x="2601963" y="144500"/>
                  </a:lnTo>
                  <a:lnTo>
                    <a:pt x="2601963" y="129667"/>
                  </a:lnTo>
                  <a:lnTo>
                    <a:pt x="2475560" y="129667"/>
                  </a:lnTo>
                  <a:lnTo>
                    <a:pt x="2475560" y="76949"/>
                  </a:lnTo>
                  <a:lnTo>
                    <a:pt x="2601963" y="76949"/>
                  </a:lnTo>
                  <a:lnTo>
                    <a:pt x="2601963" y="62141"/>
                  </a:lnTo>
                  <a:lnTo>
                    <a:pt x="2475560" y="62141"/>
                  </a:lnTo>
                  <a:lnTo>
                    <a:pt x="2475560" y="33693"/>
                  </a:lnTo>
                  <a:lnTo>
                    <a:pt x="2601963" y="33693"/>
                  </a:lnTo>
                  <a:lnTo>
                    <a:pt x="2601963" y="0"/>
                  </a:lnTo>
                  <a:lnTo>
                    <a:pt x="2455126" y="0"/>
                  </a:lnTo>
                  <a:lnTo>
                    <a:pt x="2455126" y="33693"/>
                  </a:lnTo>
                  <a:lnTo>
                    <a:pt x="2455126" y="62141"/>
                  </a:lnTo>
                  <a:lnTo>
                    <a:pt x="2455126" y="76949"/>
                  </a:lnTo>
                  <a:lnTo>
                    <a:pt x="2455126" y="129667"/>
                  </a:lnTo>
                  <a:lnTo>
                    <a:pt x="2455126" y="144500"/>
                  </a:lnTo>
                  <a:lnTo>
                    <a:pt x="2455126" y="214985"/>
                  </a:lnTo>
                  <a:lnTo>
                    <a:pt x="2328799" y="214985"/>
                  </a:lnTo>
                  <a:lnTo>
                    <a:pt x="2328799" y="144500"/>
                  </a:lnTo>
                  <a:lnTo>
                    <a:pt x="2455126" y="144500"/>
                  </a:lnTo>
                  <a:lnTo>
                    <a:pt x="2455126" y="129667"/>
                  </a:lnTo>
                  <a:lnTo>
                    <a:pt x="2328799" y="129667"/>
                  </a:lnTo>
                  <a:lnTo>
                    <a:pt x="2328799" y="76949"/>
                  </a:lnTo>
                  <a:lnTo>
                    <a:pt x="2455126" y="76949"/>
                  </a:lnTo>
                  <a:lnTo>
                    <a:pt x="2455126" y="62141"/>
                  </a:lnTo>
                  <a:lnTo>
                    <a:pt x="2328799" y="62141"/>
                  </a:lnTo>
                  <a:lnTo>
                    <a:pt x="2328799" y="33693"/>
                  </a:lnTo>
                  <a:lnTo>
                    <a:pt x="2455126" y="33693"/>
                  </a:lnTo>
                  <a:lnTo>
                    <a:pt x="2455126" y="0"/>
                  </a:lnTo>
                  <a:lnTo>
                    <a:pt x="2308352" y="0"/>
                  </a:lnTo>
                  <a:lnTo>
                    <a:pt x="2308352" y="33693"/>
                  </a:lnTo>
                  <a:lnTo>
                    <a:pt x="2308352" y="62141"/>
                  </a:lnTo>
                  <a:lnTo>
                    <a:pt x="2308352" y="76949"/>
                  </a:lnTo>
                  <a:lnTo>
                    <a:pt x="2308352" y="129667"/>
                  </a:lnTo>
                  <a:lnTo>
                    <a:pt x="2308352" y="144500"/>
                  </a:lnTo>
                  <a:lnTo>
                    <a:pt x="2308352" y="214985"/>
                  </a:lnTo>
                  <a:lnTo>
                    <a:pt x="2181961" y="214985"/>
                  </a:lnTo>
                  <a:lnTo>
                    <a:pt x="2181961" y="144500"/>
                  </a:lnTo>
                  <a:lnTo>
                    <a:pt x="2308352" y="144500"/>
                  </a:lnTo>
                  <a:lnTo>
                    <a:pt x="2308352" y="129667"/>
                  </a:lnTo>
                  <a:lnTo>
                    <a:pt x="2181961" y="129667"/>
                  </a:lnTo>
                  <a:lnTo>
                    <a:pt x="2181961" y="76949"/>
                  </a:lnTo>
                  <a:lnTo>
                    <a:pt x="2308352" y="76949"/>
                  </a:lnTo>
                  <a:lnTo>
                    <a:pt x="2308352" y="62141"/>
                  </a:lnTo>
                  <a:lnTo>
                    <a:pt x="2181961" y="62141"/>
                  </a:lnTo>
                  <a:lnTo>
                    <a:pt x="2181961" y="33693"/>
                  </a:lnTo>
                  <a:lnTo>
                    <a:pt x="2308352" y="33693"/>
                  </a:lnTo>
                  <a:lnTo>
                    <a:pt x="2308352" y="0"/>
                  </a:lnTo>
                  <a:lnTo>
                    <a:pt x="2161552" y="0"/>
                  </a:lnTo>
                  <a:lnTo>
                    <a:pt x="2161552" y="33693"/>
                  </a:lnTo>
                  <a:lnTo>
                    <a:pt x="2161552" y="62141"/>
                  </a:lnTo>
                  <a:lnTo>
                    <a:pt x="2161552" y="76949"/>
                  </a:lnTo>
                  <a:lnTo>
                    <a:pt x="2161552" y="129667"/>
                  </a:lnTo>
                  <a:lnTo>
                    <a:pt x="2161552" y="144500"/>
                  </a:lnTo>
                  <a:lnTo>
                    <a:pt x="2161552" y="214985"/>
                  </a:lnTo>
                  <a:lnTo>
                    <a:pt x="2059736" y="214985"/>
                  </a:lnTo>
                  <a:lnTo>
                    <a:pt x="2059736" y="144500"/>
                  </a:lnTo>
                  <a:lnTo>
                    <a:pt x="2161552" y="144500"/>
                  </a:lnTo>
                  <a:lnTo>
                    <a:pt x="2161552" y="129667"/>
                  </a:lnTo>
                  <a:lnTo>
                    <a:pt x="2059736" y="129667"/>
                  </a:lnTo>
                  <a:lnTo>
                    <a:pt x="2059736" y="76949"/>
                  </a:lnTo>
                  <a:lnTo>
                    <a:pt x="2161552" y="76949"/>
                  </a:lnTo>
                  <a:lnTo>
                    <a:pt x="2161552" y="62141"/>
                  </a:lnTo>
                  <a:lnTo>
                    <a:pt x="2059736" y="62141"/>
                  </a:lnTo>
                  <a:lnTo>
                    <a:pt x="2059736" y="33693"/>
                  </a:lnTo>
                  <a:lnTo>
                    <a:pt x="2161552" y="33693"/>
                  </a:lnTo>
                  <a:lnTo>
                    <a:pt x="2161552" y="0"/>
                  </a:lnTo>
                  <a:lnTo>
                    <a:pt x="2039366" y="0"/>
                  </a:lnTo>
                  <a:lnTo>
                    <a:pt x="2039366" y="33693"/>
                  </a:lnTo>
                  <a:lnTo>
                    <a:pt x="2039366" y="62141"/>
                  </a:lnTo>
                  <a:lnTo>
                    <a:pt x="2039366" y="76949"/>
                  </a:lnTo>
                  <a:lnTo>
                    <a:pt x="2039366" y="129667"/>
                  </a:lnTo>
                  <a:lnTo>
                    <a:pt x="2039366" y="144500"/>
                  </a:lnTo>
                  <a:lnTo>
                    <a:pt x="2039366" y="214985"/>
                  </a:lnTo>
                  <a:lnTo>
                    <a:pt x="1912937" y="214985"/>
                  </a:lnTo>
                  <a:lnTo>
                    <a:pt x="1912937" y="144500"/>
                  </a:lnTo>
                  <a:lnTo>
                    <a:pt x="2039366" y="144500"/>
                  </a:lnTo>
                  <a:lnTo>
                    <a:pt x="2039366" y="129667"/>
                  </a:lnTo>
                  <a:lnTo>
                    <a:pt x="1912937" y="129667"/>
                  </a:lnTo>
                  <a:lnTo>
                    <a:pt x="1912937" y="76949"/>
                  </a:lnTo>
                  <a:lnTo>
                    <a:pt x="2039366" y="76949"/>
                  </a:lnTo>
                  <a:lnTo>
                    <a:pt x="2039366" y="62141"/>
                  </a:lnTo>
                  <a:lnTo>
                    <a:pt x="1912937" y="62141"/>
                  </a:lnTo>
                  <a:lnTo>
                    <a:pt x="1912937" y="33693"/>
                  </a:lnTo>
                  <a:lnTo>
                    <a:pt x="2039366" y="33693"/>
                  </a:lnTo>
                  <a:lnTo>
                    <a:pt x="2039366" y="0"/>
                  </a:lnTo>
                  <a:lnTo>
                    <a:pt x="1892414" y="0"/>
                  </a:lnTo>
                  <a:lnTo>
                    <a:pt x="1892414" y="33693"/>
                  </a:lnTo>
                  <a:lnTo>
                    <a:pt x="1892414" y="62141"/>
                  </a:lnTo>
                  <a:lnTo>
                    <a:pt x="1766709" y="62141"/>
                  </a:lnTo>
                  <a:lnTo>
                    <a:pt x="1766709" y="76949"/>
                  </a:lnTo>
                  <a:lnTo>
                    <a:pt x="1892414" y="76949"/>
                  </a:lnTo>
                  <a:lnTo>
                    <a:pt x="1892414" y="129667"/>
                  </a:lnTo>
                  <a:lnTo>
                    <a:pt x="1766709" y="129667"/>
                  </a:lnTo>
                  <a:lnTo>
                    <a:pt x="1766709" y="144500"/>
                  </a:lnTo>
                  <a:lnTo>
                    <a:pt x="1892414" y="144500"/>
                  </a:lnTo>
                  <a:lnTo>
                    <a:pt x="1892414" y="214985"/>
                  </a:lnTo>
                  <a:lnTo>
                    <a:pt x="1766163" y="214985"/>
                  </a:lnTo>
                  <a:lnTo>
                    <a:pt x="1766163" y="33693"/>
                  </a:lnTo>
                  <a:lnTo>
                    <a:pt x="1892414" y="33693"/>
                  </a:lnTo>
                  <a:lnTo>
                    <a:pt x="1892414" y="0"/>
                  </a:lnTo>
                  <a:lnTo>
                    <a:pt x="1741525" y="0"/>
                  </a:lnTo>
                  <a:lnTo>
                    <a:pt x="1741525" y="33693"/>
                  </a:lnTo>
                  <a:lnTo>
                    <a:pt x="1745653" y="33693"/>
                  </a:lnTo>
                  <a:lnTo>
                    <a:pt x="1745653" y="309194"/>
                  </a:lnTo>
                  <a:lnTo>
                    <a:pt x="1747342" y="309194"/>
                  </a:lnTo>
                  <a:lnTo>
                    <a:pt x="1747342" y="323240"/>
                  </a:lnTo>
                  <a:lnTo>
                    <a:pt x="3764369" y="323240"/>
                  </a:lnTo>
                  <a:lnTo>
                    <a:pt x="3764369" y="214985"/>
                  </a:lnTo>
                  <a:lnTo>
                    <a:pt x="3760914" y="214985"/>
                  </a:lnTo>
                  <a:lnTo>
                    <a:pt x="3760914" y="33693"/>
                  </a:lnTo>
                  <a:lnTo>
                    <a:pt x="3767886" y="33693"/>
                  </a:lnTo>
                  <a:lnTo>
                    <a:pt x="3767886" y="0"/>
                  </a:lnTo>
                  <a:close/>
                </a:path>
                <a:path w="3789679" h="3615690">
                  <a:moveTo>
                    <a:pt x="3789591" y="2400249"/>
                  </a:moveTo>
                  <a:lnTo>
                    <a:pt x="0" y="2400249"/>
                  </a:lnTo>
                  <a:lnTo>
                    <a:pt x="0" y="3615093"/>
                  </a:lnTo>
                  <a:lnTo>
                    <a:pt x="3789591" y="3615093"/>
                  </a:lnTo>
                  <a:lnTo>
                    <a:pt x="3789591" y="2400249"/>
                  </a:lnTo>
                  <a:close/>
                </a:path>
              </a:pathLst>
            </a:custGeom>
            <a:solidFill>
              <a:srgbClr val="DA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9889060" y="7314447"/>
              <a:ext cx="637540" cy="1215390"/>
            </a:xfrm>
            <a:custGeom>
              <a:avLst/>
              <a:gdLst/>
              <a:ahLst/>
              <a:cxnLst/>
              <a:rect l="l" t="t" r="r" b="b"/>
              <a:pathLst>
                <a:path w="637540" h="1215390">
                  <a:moveTo>
                    <a:pt x="0" y="1214842"/>
                  </a:moveTo>
                  <a:lnTo>
                    <a:pt x="637195" y="1214842"/>
                  </a:lnTo>
                  <a:lnTo>
                    <a:pt x="637195" y="0"/>
                  </a:lnTo>
                  <a:lnTo>
                    <a:pt x="0" y="0"/>
                  </a:lnTo>
                  <a:lnTo>
                    <a:pt x="0" y="1214842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9891855" y="7182587"/>
              <a:ext cx="714375" cy="132080"/>
            </a:xfrm>
            <a:custGeom>
              <a:avLst/>
              <a:gdLst/>
              <a:ahLst/>
              <a:cxnLst/>
              <a:rect l="l" t="t" r="r" b="b"/>
              <a:pathLst>
                <a:path w="714375" h="132079">
                  <a:moveTo>
                    <a:pt x="0" y="131859"/>
                  </a:moveTo>
                  <a:lnTo>
                    <a:pt x="714103" y="131859"/>
                  </a:lnTo>
                  <a:lnTo>
                    <a:pt x="714103" y="0"/>
                  </a:lnTo>
                  <a:lnTo>
                    <a:pt x="0" y="0"/>
                  </a:lnTo>
                  <a:lnTo>
                    <a:pt x="0" y="131859"/>
                  </a:lnTo>
                  <a:close/>
                </a:path>
              </a:pathLst>
            </a:custGeom>
            <a:solidFill>
              <a:srgbClr val="BBD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6042496" y="7182587"/>
              <a:ext cx="3849370" cy="132080"/>
            </a:xfrm>
            <a:custGeom>
              <a:avLst/>
              <a:gdLst/>
              <a:ahLst/>
              <a:cxnLst/>
              <a:rect l="l" t="t" r="r" b="b"/>
              <a:pathLst>
                <a:path w="3849370" h="132079">
                  <a:moveTo>
                    <a:pt x="3849359" y="0"/>
                  </a:moveTo>
                  <a:lnTo>
                    <a:pt x="0" y="0"/>
                  </a:lnTo>
                  <a:lnTo>
                    <a:pt x="0" y="131859"/>
                  </a:lnTo>
                  <a:lnTo>
                    <a:pt x="3849359" y="131859"/>
                  </a:lnTo>
                  <a:lnTo>
                    <a:pt x="3849359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0322091" y="6096437"/>
              <a:ext cx="3360420" cy="2440940"/>
            </a:xfrm>
            <a:custGeom>
              <a:avLst/>
              <a:gdLst/>
              <a:ahLst/>
              <a:cxnLst/>
              <a:rect l="l" t="t" r="r" b="b"/>
              <a:pathLst>
                <a:path w="3360419" h="2440940">
                  <a:moveTo>
                    <a:pt x="3360138" y="0"/>
                  </a:moveTo>
                  <a:lnTo>
                    <a:pt x="1520917" y="0"/>
                  </a:lnTo>
                  <a:lnTo>
                    <a:pt x="0" y="1096490"/>
                  </a:lnTo>
                  <a:lnTo>
                    <a:pt x="0" y="2440543"/>
                  </a:lnTo>
                  <a:lnTo>
                    <a:pt x="3360138" y="2440543"/>
                  </a:lnTo>
                  <a:lnTo>
                    <a:pt x="3360138" y="0"/>
                  </a:lnTo>
                  <a:close/>
                </a:path>
              </a:pathLst>
            </a:custGeom>
            <a:solidFill>
              <a:srgbClr val="DADA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0322090" y="6096450"/>
              <a:ext cx="3360420" cy="1220470"/>
            </a:xfrm>
            <a:custGeom>
              <a:avLst/>
              <a:gdLst/>
              <a:ahLst/>
              <a:cxnLst/>
              <a:rect l="l" t="t" r="r" b="b"/>
              <a:pathLst>
                <a:path w="3360419" h="1220470">
                  <a:moveTo>
                    <a:pt x="3360140" y="0"/>
                  </a:moveTo>
                  <a:lnTo>
                    <a:pt x="1520913" y="0"/>
                  </a:lnTo>
                  <a:lnTo>
                    <a:pt x="0" y="1096492"/>
                  </a:lnTo>
                  <a:lnTo>
                    <a:pt x="0" y="1220266"/>
                  </a:lnTo>
                  <a:lnTo>
                    <a:pt x="1520913" y="141478"/>
                  </a:lnTo>
                  <a:lnTo>
                    <a:pt x="3360140" y="141478"/>
                  </a:lnTo>
                  <a:lnTo>
                    <a:pt x="3360140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0322091" y="6236490"/>
              <a:ext cx="4032250" cy="1239520"/>
            </a:xfrm>
            <a:custGeom>
              <a:avLst/>
              <a:gdLst/>
              <a:ahLst/>
              <a:cxnLst/>
              <a:rect l="l" t="t" r="r" b="b"/>
              <a:pathLst>
                <a:path w="4032250" h="1239520">
                  <a:moveTo>
                    <a:pt x="4032180" y="0"/>
                  </a:moveTo>
                  <a:lnTo>
                    <a:pt x="1520917" y="1434"/>
                  </a:lnTo>
                  <a:lnTo>
                    <a:pt x="0" y="1080218"/>
                  </a:lnTo>
                  <a:lnTo>
                    <a:pt x="0" y="1239375"/>
                  </a:lnTo>
                  <a:lnTo>
                    <a:pt x="1560716" y="138529"/>
                  </a:lnTo>
                  <a:lnTo>
                    <a:pt x="4027730" y="129660"/>
                  </a:lnTo>
                  <a:lnTo>
                    <a:pt x="4032180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3682232" y="6096442"/>
              <a:ext cx="672465" cy="140335"/>
            </a:xfrm>
            <a:custGeom>
              <a:avLst/>
              <a:gdLst/>
              <a:ahLst/>
              <a:cxnLst/>
              <a:rect l="l" t="t" r="r" b="b"/>
              <a:pathLst>
                <a:path w="672465" h="140335">
                  <a:moveTo>
                    <a:pt x="672042" y="0"/>
                  </a:moveTo>
                  <a:lnTo>
                    <a:pt x="0" y="0"/>
                  </a:lnTo>
                  <a:lnTo>
                    <a:pt x="0" y="140048"/>
                  </a:lnTo>
                  <a:lnTo>
                    <a:pt x="672042" y="140048"/>
                  </a:lnTo>
                  <a:lnTo>
                    <a:pt x="672042" y="0"/>
                  </a:lnTo>
                  <a:close/>
                </a:path>
              </a:pathLst>
            </a:custGeom>
            <a:solidFill>
              <a:srgbClr val="BBD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6101334" y="7310786"/>
              <a:ext cx="4220845" cy="1226820"/>
            </a:xfrm>
            <a:custGeom>
              <a:avLst/>
              <a:gdLst/>
              <a:ahLst/>
              <a:cxnLst/>
              <a:rect l="l" t="t" r="r" b="b"/>
              <a:pathLst>
                <a:path w="4220845" h="1226820">
                  <a:moveTo>
                    <a:pt x="3784587" y="0"/>
                  </a:moveTo>
                  <a:lnTo>
                    <a:pt x="0" y="0"/>
                  </a:lnTo>
                  <a:lnTo>
                    <a:pt x="0" y="165087"/>
                  </a:lnTo>
                  <a:lnTo>
                    <a:pt x="3784587" y="165087"/>
                  </a:lnTo>
                  <a:lnTo>
                    <a:pt x="3784587" y="0"/>
                  </a:lnTo>
                  <a:close/>
                </a:path>
                <a:path w="4220845" h="1226820">
                  <a:moveTo>
                    <a:pt x="4220756" y="3670"/>
                  </a:moveTo>
                  <a:lnTo>
                    <a:pt x="3790518" y="3670"/>
                  </a:lnTo>
                  <a:lnTo>
                    <a:pt x="3790518" y="165087"/>
                  </a:lnTo>
                  <a:lnTo>
                    <a:pt x="4163212" y="165087"/>
                  </a:lnTo>
                  <a:lnTo>
                    <a:pt x="3787711" y="1218514"/>
                  </a:lnTo>
                  <a:lnTo>
                    <a:pt x="4220756" y="1226210"/>
                  </a:lnTo>
                  <a:lnTo>
                    <a:pt x="4220756" y="165087"/>
                  </a:lnTo>
                  <a:lnTo>
                    <a:pt x="4220756" y="367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2656420" y="7419585"/>
              <a:ext cx="45720" cy="789940"/>
            </a:xfrm>
            <a:custGeom>
              <a:avLst/>
              <a:gdLst/>
              <a:ahLst/>
              <a:cxnLst/>
              <a:rect l="l" t="t" r="r" b="b"/>
              <a:pathLst>
                <a:path w="45720" h="789940">
                  <a:moveTo>
                    <a:pt x="0" y="789494"/>
                  </a:moveTo>
                  <a:lnTo>
                    <a:pt x="45297" y="789494"/>
                  </a:lnTo>
                  <a:lnTo>
                    <a:pt x="45297" y="0"/>
                  </a:lnTo>
                  <a:lnTo>
                    <a:pt x="0" y="0"/>
                  </a:lnTo>
                  <a:lnTo>
                    <a:pt x="0" y="789494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2701715" y="7400156"/>
              <a:ext cx="715645" cy="957580"/>
            </a:xfrm>
            <a:custGeom>
              <a:avLst/>
              <a:gdLst/>
              <a:ahLst/>
              <a:cxnLst/>
              <a:rect l="l" t="t" r="r" b="b"/>
              <a:pathLst>
                <a:path w="715644" h="957579">
                  <a:moveTo>
                    <a:pt x="715429" y="0"/>
                  </a:moveTo>
                  <a:lnTo>
                    <a:pt x="565658" y="0"/>
                  </a:lnTo>
                  <a:lnTo>
                    <a:pt x="565658" y="19431"/>
                  </a:lnTo>
                  <a:lnTo>
                    <a:pt x="0" y="19431"/>
                  </a:lnTo>
                  <a:lnTo>
                    <a:pt x="0" y="910691"/>
                  </a:lnTo>
                  <a:lnTo>
                    <a:pt x="340360" y="910691"/>
                  </a:lnTo>
                  <a:lnTo>
                    <a:pt x="340360" y="911580"/>
                  </a:lnTo>
                  <a:lnTo>
                    <a:pt x="340360" y="957516"/>
                  </a:lnTo>
                  <a:lnTo>
                    <a:pt x="715429" y="957516"/>
                  </a:lnTo>
                  <a:lnTo>
                    <a:pt x="715429" y="911580"/>
                  </a:lnTo>
                  <a:lnTo>
                    <a:pt x="715429" y="910691"/>
                  </a:lnTo>
                  <a:lnTo>
                    <a:pt x="715429" y="19431"/>
                  </a:lnTo>
                  <a:lnTo>
                    <a:pt x="715429" y="0"/>
                  </a:lnTo>
                  <a:close/>
                </a:path>
              </a:pathLst>
            </a:custGeom>
            <a:solidFill>
              <a:srgbClr val="02131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2702820" y="8199850"/>
              <a:ext cx="715645" cy="112395"/>
            </a:xfrm>
            <a:custGeom>
              <a:avLst/>
              <a:gdLst/>
              <a:ahLst/>
              <a:cxnLst/>
              <a:rect l="l" t="t" r="r" b="b"/>
              <a:pathLst>
                <a:path w="715644" h="112395">
                  <a:moveTo>
                    <a:pt x="715441" y="103809"/>
                  </a:moveTo>
                  <a:lnTo>
                    <a:pt x="473481" y="103809"/>
                  </a:lnTo>
                  <a:lnTo>
                    <a:pt x="473481" y="110998"/>
                  </a:lnTo>
                  <a:lnTo>
                    <a:pt x="473481" y="111848"/>
                  </a:lnTo>
                  <a:lnTo>
                    <a:pt x="715441" y="111848"/>
                  </a:lnTo>
                  <a:lnTo>
                    <a:pt x="715441" y="110998"/>
                  </a:lnTo>
                  <a:lnTo>
                    <a:pt x="715441" y="103809"/>
                  </a:lnTo>
                  <a:close/>
                </a:path>
                <a:path w="715644" h="112395">
                  <a:moveTo>
                    <a:pt x="715441" y="0"/>
                  </a:moveTo>
                  <a:lnTo>
                    <a:pt x="0" y="0"/>
                  </a:lnTo>
                  <a:lnTo>
                    <a:pt x="0" y="9220"/>
                  </a:lnTo>
                  <a:lnTo>
                    <a:pt x="473481" y="9220"/>
                  </a:lnTo>
                  <a:lnTo>
                    <a:pt x="473481" y="25971"/>
                  </a:lnTo>
                  <a:lnTo>
                    <a:pt x="715441" y="25971"/>
                  </a:lnTo>
                  <a:lnTo>
                    <a:pt x="715441" y="9220"/>
                  </a:lnTo>
                  <a:lnTo>
                    <a:pt x="71544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3041071" y="8209070"/>
              <a:ext cx="382270" cy="219710"/>
            </a:xfrm>
            <a:custGeom>
              <a:avLst/>
              <a:gdLst/>
              <a:ahLst/>
              <a:cxnLst/>
              <a:rect l="l" t="t" r="r" b="b"/>
              <a:pathLst>
                <a:path w="382269" h="219709">
                  <a:moveTo>
                    <a:pt x="382079" y="0"/>
                  </a:moveTo>
                  <a:lnTo>
                    <a:pt x="132791" y="0"/>
                  </a:lnTo>
                  <a:lnTo>
                    <a:pt x="132791" y="101777"/>
                  </a:lnTo>
                  <a:lnTo>
                    <a:pt x="0" y="101777"/>
                  </a:lnTo>
                  <a:lnTo>
                    <a:pt x="0" y="219113"/>
                  </a:lnTo>
                  <a:lnTo>
                    <a:pt x="381279" y="219113"/>
                  </a:lnTo>
                  <a:lnTo>
                    <a:pt x="381279" y="102628"/>
                  </a:lnTo>
                  <a:lnTo>
                    <a:pt x="382079" y="102628"/>
                  </a:lnTo>
                  <a:lnTo>
                    <a:pt x="382079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2360199" y="8209083"/>
              <a:ext cx="816610" cy="333375"/>
            </a:xfrm>
            <a:custGeom>
              <a:avLst/>
              <a:gdLst/>
              <a:ahLst/>
              <a:cxnLst/>
              <a:rect l="l" t="t" r="r" b="b"/>
              <a:pathLst>
                <a:path w="816609" h="333375">
                  <a:moveTo>
                    <a:pt x="816102" y="0"/>
                  </a:moveTo>
                  <a:lnTo>
                    <a:pt x="263715" y="0"/>
                  </a:lnTo>
                  <a:lnTo>
                    <a:pt x="263715" y="101587"/>
                  </a:lnTo>
                  <a:lnTo>
                    <a:pt x="131889" y="101587"/>
                  </a:lnTo>
                  <a:lnTo>
                    <a:pt x="131889" y="213360"/>
                  </a:lnTo>
                  <a:lnTo>
                    <a:pt x="131889" y="213893"/>
                  </a:lnTo>
                  <a:lnTo>
                    <a:pt x="0" y="213893"/>
                  </a:lnTo>
                  <a:lnTo>
                    <a:pt x="0" y="333324"/>
                  </a:lnTo>
                  <a:lnTo>
                    <a:pt x="552424" y="333324"/>
                  </a:lnTo>
                  <a:lnTo>
                    <a:pt x="552424" y="217779"/>
                  </a:lnTo>
                  <a:lnTo>
                    <a:pt x="681875" y="217779"/>
                  </a:lnTo>
                  <a:lnTo>
                    <a:pt x="681875" y="213360"/>
                  </a:lnTo>
                  <a:lnTo>
                    <a:pt x="681875" y="102654"/>
                  </a:lnTo>
                  <a:lnTo>
                    <a:pt x="816102" y="102654"/>
                  </a:lnTo>
                  <a:lnTo>
                    <a:pt x="816102" y="0"/>
                  </a:lnTo>
                  <a:close/>
                </a:path>
              </a:pathLst>
            </a:custGeom>
            <a:solidFill>
              <a:srgbClr val="4848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2492089" y="8265839"/>
              <a:ext cx="685165" cy="158115"/>
            </a:xfrm>
            <a:custGeom>
              <a:avLst/>
              <a:gdLst/>
              <a:ahLst/>
              <a:cxnLst/>
              <a:rect l="l" t="t" r="r" b="b"/>
              <a:pathLst>
                <a:path w="685165" h="158115">
                  <a:moveTo>
                    <a:pt x="550926" y="123990"/>
                  </a:moveTo>
                  <a:lnTo>
                    <a:pt x="0" y="123990"/>
                  </a:lnTo>
                  <a:lnTo>
                    <a:pt x="0" y="156603"/>
                  </a:lnTo>
                  <a:lnTo>
                    <a:pt x="0" y="157708"/>
                  </a:lnTo>
                  <a:lnTo>
                    <a:pt x="550926" y="157708"/>
                  </a:lnTo>
                  <a:lnTo>
                    <a:pt x="550926" y="156603"/>
                  </a:lnTo>
                  <a:lnTo>
                    <a:pt x="550926" y="123990"/>
                  </a:lnTo>
                  <a:close/>
                </a:path>
                <a:path w="685165" h="158115">
                  <a:moveTo>
                    <a:pt x="684682" y="0"/>
                  </a:moveTo>
                  <a:lnTo>
                    <a:pt x="131826" y="0"/>
                  </a:lnTo>
                  <a:lnTo>
                    <a:pt x="131826" y="45897"/>
                  </a:lnTo>
                  <a:lnTo>
                    <a:pt x="684682" y="45897"/>
                  </a:lnTo>
                  <a:lnTo>
                    <a:pt x="684682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2910874" y="8422434"/>
              <a:ext cx="513080" cy="120014"/>
            </a:xfrm>
            <a:custGeom>
              <a:avLst/>
              <a:gdLst/>
              <a:ahLst/>
              <a:cxnLst/>
              <a:rect l="l" t="t" r="r" b="b"/>
              <a:pathLst>
                <a:path w="513080" h="120015">
                  <a:moveTo>
                    <a:pt x="513062" y="0"/>
                  </a:moveTo>
                  <a:lnTo>
                    <a:pt x="0" y="0"/>
                  </a:lnTo>
                  <a:lnTo>
                    <a:pt x="0" y="119786"/>
                  </a:lnTo>
                  <a:lnTo>
                    <a:pt x="513062" y="119786"/>
                  </a:lnTo>
                  <a:lnTo>
                    <a:pt x="513062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2360848" y="8508966"/>
              <a:ext cx="551180" cy="34290"/>
            </a:xfrm>
            <a:custGeom>
              <a:avLst/>
              <a:gdLst/>
              <a:ahLst/>
              <a:cxnLst/>
              <a:rect l="l" t="t" r="r" b="b"/>
              <a:pathLst>
                <a:path w="551179" h="34290">
                  <a:moveTo>
                    <a:pt x="550852" y="0"/>
                  </a:moveTo>
                  <a:lnTo>
                    <a:pt x="0" y="0"/>
                  </a:lnTo>
                  <a:lnTo>
                    <a:pt x="0" y="33800"/>
                  </a:lnTo>
                  <a:lnTo>
                    <a:pt x="550852" y="33800"/>
                  </a:lnTo>
                  <a:lnTo>
                    <a:pt x="550852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3267376" y="7333054"/>
              <a:ext cx="193675" cy="86995"/>
            </a:xfrm>
            <a:custGeom>
              <a:avLst/>
              <a:gdLst/>
              <a:ahLst/>
              <a:cxnLst/>
              <a:rect l="l" t="t" r="r" b="b"/>
              <a:pathLst>
                <a:path w="193675" h="86995">
                  <a:moveTo>
                    <a:pt x="0" y="86531"/>
                  </a:moveTo>
                  <a:lnTo>
                    <a:pt x="193051" y="86531"/>
                  </a:lnTo>
                  <a:lnTo>
                    <a:pt x="193051" y="0"/>
                  </a:lnTo>
                  <a:lnTo>
                    <a:pt x="0" y="0"/>
                  </a:lnTo>
                  <a:lnTo>
                    <a:pt x="0" y="86531"/>
                  </a:lnTo>
                  <a:close/>
                </a:path>
              </a:pathLst>
            </a:custGeom>
            <a:solidFill>
              <a:srgbClr val="5822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2523419" y="7333054"/>
              <a:ext cx="744220" cy="86995"/>
            </a:xfrm>
            <a:custGeom>
              <a:avLst/>
              <a:gdLst/>
              <a:ahLst/>
              <a:cxnLst/>
              <a:rect l="l" t="t" r="r" b="b"/>
              <a:pathLst>
                <a:path w="744219" h="86995">
                  <a:moveTo>
                    <a:pt x="743956" y="0"/>
                  </a:moveTo>
                  <a:lnTo>
                    <a:pt x="0" y="0"/>
                  </a:lnTo>
                  <a:lnTo>
                    <a:pt x="0" y="86531"/>
                  </a:lnTo>
                  <a:lnTo>
                    <a:pt x="743956" y="86531"/>
                  </a:lnTo>
                  <a:lnTo>
                    <a:pt x="743956" y="0"/>
                  </a:lnTo>
                  <a:close/>
                </a:path>
              </a:pathLst>
            </a:custGeom>
            <a:solidFill>
              <a:srgbClr val="4018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1206161" y="7419585"/>
              <a:ext cx="45720" cy="789940"/>
            </a:xfrm>
            <a:custGeom>
              <a:avLst/>
              <a:gdLst/>
              <a:ahLst/>
              <a:cxnLst/>
              <a:rect l="l" t="t" r="r" b="b"/>
              <a:pathLst>
                <a:path w="45720" h="789940">
                  <a:moveTo>
                    <a:pt x="0" y="789494"/>
                  </a:moveTo>
                  <a:lnTo>
                    <a:pt x="45401" y="789494"/>
                  </a:lnTo>
                  <a:lnTo>
                    <a:pt x="45401" y="0"/>
                  </a:lnTo>
                  <a:lnTo>
                    <a:pt x="0" y="0"/>
                  </a:lnTo>
                  <a:lnTo>
                    <a:pt x="0" y="789494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1251553" y="7400156"/>
              <a:ext cx="715645" cy="957580"/>
            </a:xfrm>
            <a:custGeom>
              <a:avLst/>
              <a:gdLst/>
              <a:ahLst/>
              <a:cxnLst/>
              <a:rect l="l" t="t" r="r" b="b"/>
              <a:pathLst>
                <a:path w="715645" h="957579">
                  <a:moveTo>
                    <a:pt x="715467" y="0"/>
                  </a:moveTo>
                  <a:lnTo>
                    <a:pt x="565696" y="0"/>
                  </a:lnTo>
                  <a:lnTo>
                    <a:pt x="565696" y="19431"/>
                  </a:lnTo>
                  <a:lnTo>
                    <a:pt x="0" y="19431"/>
                  </a:lnTo>
                  <a:lnTo>
                    <a:pt x="0" y="910691"/>
                  </a:lnTo>
                  <a:lnTo>
                    <a:pt x="340258" y="910691"/>
                  </a:lnTo>
                  <a:lnTo>
                    <a:pt x="340258" y="911580"/>
                  </a:lnTo>
                  <a:lnTo>
                    <a:pt x="340258" y="957516"/>
                  </a:lnTo>
                  <a:lnTo>
                    <a:pt x="715467" y="957516"/>
                  </a:lnTo>
                  <a:lnTo>
                    <a:pt x="715467" y="911580"/>
                  </a:lnTo>
                  <a:lnTo>
                    <a:pt x="715467" y="910691"/>
                  </a:lnTo>
                  <a:lnTo>
                    <a:pt x="715467" y="19431"/>
                  </a:lnTo>
                  <a:lnTo>
                    <a:pt x="715467" y="0"/>
                  </a:lnTo>
                  <a:close/>
                </a:path>
              </a:pathLst>
            </a:custGeom>
            <a:solidFill>
              <a:srgbClr val="02131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1252607" y="8199850"/>
              <a:ext cx="715645" cy="112395"/>
            </a:xfrm>
            <a:custGeom>
              <a:avLst/>
              <a:gdLst/>
              <a:ahLst/>
              <a:cxnLst/>
              <a:rect l="l" t="t" r="r" b="b"/>
              <a:pathLst>
                <a:path w="715645" h="112395">
                  <a:moveTo>
                    <a:pt x="715429" y="103809"/>
                  </a:moveTo>
                  <a:lnTo>
                    <a:pt x="473506" y="103809"/>
                  </a:lnTo>
                  <a:lnTo>
                    <a:pt x="473506" y="110998"/>
                  </a:lnTo>
                  <a:lnTo>
                    <a:pt x="473506" y="111848"/>
                  </a:lnTo>
                  <a:lnTo>
                    <a:pt x="715429" y="111848"/>
                  </a:lnTo>
                  <a:lnTo>
                    <a:pt x="715429" y="110998"/>
                  </a:lnTo>
                  <a:lnTo>
                    <a:pt x="715429" y="103809"/>
                  </a:lnTo>
                  <a:close/>
                </a:path>
                <a:path w="715645" h="112395">
                  <a:moveTo>
                    <a:pt x="715429" y="0"/>
                  </a:moveTo>
                  <a:lnTo>
                    <a:pt x="0" y="0"/>
                  </a:lnTo>
                  <a:lnTo>
                    <a:pt x="0" y="9220"/>
                  </a:lnTo>
                  <a:lnTo>
                    <a:pt x="473506" y="9220"/>
                  </a:lnTo>
                  <a:lnTo>
                    <a:pt x="473506" y="25971"/>
                  </a:lnTo>
                  <a:lnTo>
                    <a:pt x="715429" y="25971"/>
                  </a:lnTo>
                  <a:lnTo>
                    <a:pt x="715429" y="9220"/>
                  </a:lnTo>
                  <a:lnTo>
                    <a:pt x="71542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1590884" y="8209070"/>
              <a:ext cx="382270" cy="219710"/>
            </a:xfrm>
            <a:custGeom>
              <a:avLst/>
              <a:gdLst/>
              <a:ahLst/>
              <a:cxnLst/>
              <a:rect l="l" t="t" r="r" b="b"/>
              <a:pathLst>
                <a:path w="382270" h="219709">
                  <a:moveTo>
                    <a:pt x="382066" y="0"/>
                  </a:moveTo>
                  <a:lnTo>
                    <a:pt x="132829" y="0"/>
                  </a:lnTo>
                  <a:lnTo>
                    <a:pt x="132829" y="101777"/>
                  </a:lnTo>
                  <a:lnTo>
                    <a:pt x="0" y="101777"/>
                  </a:lnTo>
                  <a:lnTo>
                    <a:pt x="0" y="219113"/>
                  </a:lnTo>
                  <a:lnTo>
                    <a:pt x="381355" y="219113"/>
                  </a:lnTo>
                  <a:lnTo>
                    <a:pt x="381355" y="102628"/>
                  </a:lnTo>
                  <a:lnTo>
                    <a:pt x="382066" y="102628"/>
                  </a:lnTo>
                  <a:lnTo>
                    <a:pt x="382066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0910037" y="8209083"/>
              <a:ext cx="816610" cy="333375"/>
            </a:xfrm>
            <a:custGeom>
              <a:avLst/>
              <a:gdLst/>
              <a:ahLst/>
              <a:cxnLst/>
              <a:rect l="l" t="t" r="r" b="b"/>
              <a:pathLst>
                <a:path w="816609" h="333375">
                  <a:moveTo>
                    <a:pt x="816076" y="0"/>
                  </a:moveTo>
                  <a:lnTo>
                    <a:pt x="263728" y="0"/>
                  </a:lnTo>
                  <a:lnTo>
                    <a:pt x="263728" y="101587"/>
                  </a:lnTo>
                  <a:lnTo>
                    <a:pt x="131889" y="101587"/>
                  </a:lnTo>
                  <a:lnTo>
                    <a:pt x="131889" y="213360"/>
                  </a:lnTo>
                  <a:lnTo>
                    <a:pt x="131889" y="213893"/>
                  </a:lnTo>
                  <a:lnTo>
                    <a:pt x="0" y="213893"/>
                  </a:lnTo>
                  <a:lnTo>
                    <a:pt x="0" y="333324"/>
                  </a:lnTo>
                  <a:lnTo>
                    <a:pt x="552399" y="333324"/>
                  </a:lnTo>
                  <a:lnTo>
                    <a:pt x="552399" y="217779"/>
                  </a:lnTo>
                  <a:lnTo>
                    <a:pt x="681774" y="217779"/>
                  </a:lnTo>
                  <a:lnTo>
                    <a:pt x="681774" y="213360"/>
                  </a:lnTo>
                  <a:lnTo>
                    <a:pt x="681774" y="102654"/>
                  </a:lnTo>
                  <a:lnTo>
                    <a:pt x="816076" y="102654"/>
                  </a:lnTo>
                  <a:lnTo>
                    <a:pt x="816076" y="0"/>
                  </a:lnTo>
                  <a:close/>
                </a:path>
              </a:pathLst>
            </a:custGeom>
            <a:solidFill>
              <a:srgbClr val="4848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1041926" y="8265839"/>
              <a:ext cx="685165" cy="158115"/>
            </a:xfrm>
            <a:custGeom>
              <a:avLst/>
              <a:gdLst/>
              <a:ahLst/>
              <a:cxnLst/>
              <a:rect l="l" t="t" r="r" b="b"/>
              <a:pathLst>
                <a:path w="685165" h="158115">
                  <a:moveTo>
                    <a:pt x="550900" y="123990"/>
                  </a:moveTo>
                  <a:lnTo>
                    <a:pt x="0" y="123990"/>
                  </a:lnTo>
                  <a:lnTo>
                    <a:pt x="0" y="156603"/>
                  </a:lnTo>
                  <a:lnTo>
                    <a:pt x="0" y="157708"/>
                  </a:lnTo>
                  <a:lnTo>
                    <a:pt x="550900" y="157708"/>
                  </a:lnTo>
                  <a:lnTo>
                    <a:pt x="550900" y="156603"/>
                  </a:lnTo>
                  <a:lnTo>
                    <a:pt x="550900" y="123990"/>
                  </a:lnTo>
                  <a:close/>
                </a:path>
                <a:path w="685165" h="158115">
                  <a:moveTo>
                    <a:pt x="684669" y="0"/>
                  </a:moveTo>
                  <a:lnTo>
                    <a:pt x="131838" y="0"/>
                  </a:lnTo>
                  <a:lnTo>
                    <a:pt x="131838" y="45897"/>
                  </a:lnTo>
                  <a:lnTo>
                    <a:pt x="684669" y="45897"/>
                  </a:lnTo>
                  <a:lnTo>
                    <a:pt x="68466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1460687" y="8422434"/>
              <a:ext cx="513715" cy="120014"/>
            </a:xfrm>
            <a:custGeom>
              <a:avLst/>
              <a:gdLst/>
              <a:ahLst/>
              <a:cxnLst/>
              <a:rect l="l" t="t" r="r" b="b"/>
              <a:pathLst>
                <a:path w="513715" h="120015">
                  <a:moveTo>
                    <a:pt x="513104" y="0"/>
                  </a:moveTo>
                  <a:lnTo>
                    <a:pt x="0" y="0"/>
                  </a:lnTo>
                  <a:lnTo>
                    <a:pt x="0" y="119786"/>
                  </a:lnTo>
                  <a:lnTo>
                    <a:pt x="513104" y="119786"/>
                  </a:lnTo>
                  <a:lnTo>
                    <a:pt x="513104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0910662" y="8508966"/>
              <a:ext cx="551180" cy="34290"/>
            </a:xfrm>
            <a:custGeom>
              <a:avLst/>
              <a:gdLst/>
              <a:ahLst/>
              <a:cxnLst/>
              <a:rect l="l" t="t" r="r" b="b"/>
              <a:pathLst>
                <a:path w="551179" h="34290">
                  <a:moveTo>
                    <a:pt x="550852" y="0"/>
                  </a:moveTo>
                  <a:lnTo>
                    <a:pt x="0" y="0"/>
                  </a:lnTo>
                  <a:lnTo>
                    <a:pt x="0" y="33800"/>
                  </a:lnTo>
                  <a:lnTo>
                    <a:pt x="550852" y="33800"/>
                  </a:lnTo>
                  <a:lnTo>
                    <a:pt x="550852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1817252" y="7333054"/>
              <a:ext cx="193675" cy="86995"/>
            </a:xfrm>
            <a:custGeom>
              <a:avLst/>
              <a:gdLst/>
              <a:ahLst/>
              <a:cxnLst/>
              <a:rect l="l" t="t" r="r" b="b"/>
              <a:pathLst>
                <a:path w="193675" h="86995">
                  <a:moveTo>
                    <a:pt x="0" y="86531"/>
                  </a:moveTo>
                  <a:lnTo>
                    <a:pt x="193072" y="86531"/>
                  </a:lnTo>
                  <a:lnTo>
                    <a:pt x="193072" y="0"/>
                  </a:lnTo>
                  <a:lnTo>
                    <a:pt x="0" y="0"/>
                  </a:lnTo>
                  <a:lnTo>
                    <a:pt x="0" y="86531"/>
                  </a:lnTo>
                  <a:close/>
                </a:path>
              </a:pathLst>
            </a:custGeom>
            <a:solidFill>
              <a:srgbClr val="5822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1073191" y="7333054"/>
              <a:ext cx="744220" cy="86995"/>
            </a:xfrm>
            <a:custGeom>
              <a:avLst/>
              <a:gdLst/>
              <a:ahLst/>
              <a:cxnLst/>
              <a:rect l="l" t="t" r="r" b="b"/>
              <a:pathLst>
                <a:path w="744220" h="86995">
                  <a:moveTo>
                    <a:pt x="744061" y="0"/>
                  </a:moveTo>
                  <a:lnTo>
                    <a:pt x="0" y="0"/>
                  </a:lnTo>
                  <a:lnTo>
                    <a:pt x="0" y="86531"/>
                  </a:lnTo>
                  <a:lnTo>
                    <a:pt x="744061" y="86531"/>
                  </a:lnTo>
                  <a:lnTo>
                    <a:pt x="744061" y="0"/>
                  </a:lnTo>
                  <a:close/>
                </a:path>
              </a:pathLst>
            </a:custGeom>
            <a:solidFill>
              <a:srgbClr val="4018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1333854" y="6906721"/>
              <a:ext cx="82550" cy="218440"/>
            </a:xfrm>
            <a:custGeom>
              <a:avLst/>
              <a:gdLst/>
              <a:ahLst/>
              <a:cxnLst/>
              <a:rect l="l" t="t" r="r" b="b"/>
              <a:pathLst>
                <a:path w="82550" h="218440">
                  <a:moveTo>
                    <a:pt x="0" y="218139"/>
                  </a:moveTo>
                  <a:lnTo>
                    <a:pt x="82468" y="218139"/>
                  </a:lnTo>
                  <a:lnTo>
                    <a:pt x="82468" y="0"/>
                  </a:lnTo>
                  <a:lnTo>
                    <a:pt x="0" y="0"/>
                  </a:lnTo>
                  <a:lnTo>
                    <a:pt x="0" y="218139"/>
                  </a:lnTo>
                  <a:close/>
                </a:path>
              </a:pathLst>
            </a:custGeom>
            <a:solidFill>
              <a:srgbClr val="9AD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1416322" y="6906721"/>
              <a:ext cx="737235" cy="218440"/>
            </a:xfrm>
            <a:custGeom>
              <a:avLst/>
              <a:gdLst/>
              <a:ahLst/>
              <a:cxnLst/>
              <a:rect l="l" t="t" r="r" b="b"/>
              <a:pathLst>
                <a:path w="737234" h="218440">
                  <a:moveTo>
                    <a:pt x="736909" y="0"/>
                  </a:moveTo>
                  <a:lnTo>
                    <a:pt x="0" y="0"/>
                  </a:lnTo>
                  <a:lnTo>
                    <a:pt x="0" y="218139"/>
                  </a:lnTo>
                  <a:lnTo>
                    <a:pt x="736909" y="218139"/>
                  </a:lnTo>
                  <a:lnTo>
                    <a:pt x="736909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2607218" y="6906721"/>
              <a:ext cx="82550" cy="218440"/>
            </a:xfrm>
            <a:custGeom>
              <a:avLst/>
              <a:gdLst/>
              <a:ahLst/>
              <a:cxnLst/>
              <a:rect l="l" t="t" r="r" b="b"/>
              <a:pathLst>
                <a:path w="82550" h="218440">
                  <a:moveTo>
                    <a:pt x="0" y="218139"/>
                  </a:moveTo>
                  <a:lnTo>
                    <a:pt x="82468" y="218139"/>
                  </a:lnTo>
                  <a:lnTo>
                    <a:pt x="82468" y="0"/>
                  </a:lnTo>
                  <a:lnTo>
                    <a:pt x="0" y="0"/>
                  </a:lnTo>
                  <a:lnTo>
                    <a:pt x="0" y="218139"/>
                  </a:lnTo>
                  <a:close/>
                </a:path>
              </a:pathLst>
            </a:custGeom>
            <a:solidFill>
              <a:srgbClr val="9AD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2689687" y="6906721"/>
              <a:ext cx="737235" cy="218440"/>
            </a:xfrm>
            <a:custGeom>
              <a:avLst/>
              <a:gdLst/>
              <a:ahLst/>
              <a:cxnLst/>
              <a:rect l="l" t="t" r="r" b="b"/>
              <a:pathLst>
                <a:path w="737234" h="218440">
                  <a:moveTo>
                    <a:pt x="736909" y="0"/>
                  </a:moveTo>
                  <a:lnTo>
                    <a:pt x="0" y="0"/>
                  </a:lnTo>
                  <a:lnTo>
                    <a:pt x="0" y="218139"/>
                  </a:lnTo>
                  <a:lnTo>
                    <a:pt x="736909" y="218139"/>
                  </a:lnTo>
                  <a:lnTo>
                    <a:pt x="736909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6435531" y="7701828"/>
              <a:ext cx="482600" cy="498475"/>
            </a:xfrm>
            <a:custGeom>
              <a:avLst/>
              <a:gdLst/>
              <a:ahLst/>
              <a:cxnLst/>
              <a:rect l="l" t="t" r="r" b="b"/>
              <a:pathLst>
                <a:path w="482600" h="498475">
                  <a:moveTo>
                    <a:pt x="482498" y="0"/>
                  </a:moveTo>
                  <a:lnTo>
                    <a:pt x="0" y="0"/>
                  </a:lnTo>
                  <a:lnTo>
                    <a:pt x="0" y="498414"/>
                  </a:lnTo>
                  <a:lnTo>
                    <a:pt x="482498" y="498414"/>
                  </a:lnTo>
                  <a:lnTo>
                    <a:pt x="482498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6435531" y="7760842"/>
              <a:ext cx="425450" cy="439420"/>
            </a:xfrm>
            <a:custGeom>
              <a:avLst/>
              <a:gdLst/>
              <a:ahLst/>
              <a:cxnLst/>
              <a:rect l="l" t="t" r="r" b="b"/>
              <a:pathLst>
                <a:path w="425450" h="439420">
                  <a:moveTo>
                    <a:pt x="425421" y="0"/>
                  </a:moveTo>
                  <a:lnTo>
                    <a:pt x="0" y="0"/>
                  </a:lnTo>
                  <a:lnTo>
                    <a:pt x="0" y="439400"/>
                  </a:lnTo>
                  <a:lnTo>
                    <a:pt x="425421" y="439400"/>
                  </a:lnTo>
                  <a:lnTo>
                    <a:pt x="425421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6652624" y="7701828"/>
              <a:ext cx="48895" cy="498475"/>
            </a:xfrm>
            <a:custGeom>
              <a:avLst/>
              <a:gdLst/>
              <a:ahLst/>
              <a:cxnLst/>
              <a:rect l="l" t="t" r="r" b="b"/>
              <a:pathLst>
                <a:path w="48895" h="498475">
                  <a:moveTo>
                    <a:pt x="48344" y="0"/>
                  </a:moveTo>
                  <a:lnTo>
                    <a:pt x="0" y="0"/>
                  </a:lnTo>
                  <a:lnTo>
                    <a:pt x="0" y="498414"/>
                  </a:lnTo>
                  <a:lnTo>
                    <a:pt x="48344" y="498414"/>
                  </a:lnTo>
                  <a:lnTo>
                    <a:pt x="48344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7318981" y="7701828"/>
              <a:ext cx="482600" cy="498475"/>
            </a:xfrm>
            <a:custGeom>
              <a:avLst/>
              <a:gdLst/>
              <a:ahLst/>
              <a:cxnLst/>
              <a:rect l="l" t="t" r="r" b="b"/>
              <a:pathLst>
                <a:path w="482600" h="498475">
                  <a:moveTo>
                    <a:pt x="482466" y="0"/>
                  </a:moveTo>
                  <a:lnTo>
                    <a:pt x="0" y="0"/>
                  </a:lnTo>
                  <a:lnTo>
                    <a:pt x="0" y="498414"/>
                  </a:lnTo>
                  <a:lnTo>
                    <a:pt x="482466" y="498414"/>
                  </a:lnTo>
                  <a:lnTo>
                    <a:pt x="482466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7318992" y="7760842"/>
              <a:ext cx="425450" cy="439420"/>
            </a:xfrm>
            <a:custGeom>
              <a:avLst/>
              <a:gdLst/>
              <a:ahLst/>
              <a:cxnLst/>
              <a:rect l="l" t="t" r="r" b="b"/>
              <a:pathLst>
                <a:path w="425450" h="439420">
                  <a:moveTo>
                    <a:pt x="425348" y="0"/>
                  </a:moveTo>
                  <a:lnTo>
                    <a:pt x="0" y="0"/>
                  </a:lnTo>
                  <a:lnTo>
                    <a:pt x="0" y="439400"/>
                  </a:lnTo>
                  <a:lnTo>
                    <a:pt x="425348" y="439400"/>
                  </a:lnTo>
                  <a:lnTo>
                    <a:pt x="425348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7536084" y="7701828"/>
              <a:ext cx="48260" cy="498475"/>
            </a:xfrm>
            <a:custGeom>
              <a:avLst/>
              <a:gdLst/>
              <a:ahLst/>
              <a:cxnLst/>
              <a:rect l="l" t="t" r="r" b="b"/>
              <a:pathLst>
                <a:path w="48259" h="498475">
                  <a:moveTo>
                    <a:pt x="48239" y="0"/>
                  </a:moveTo>
                  <a:lnTo>
                    <a:pt x="0" y="0"/>
                  </a:lnTo>
                  <a:lnTo>
                    <a:pt x="0" y="498414"/>
                  </a:lnTo>
                  <a:lnTo>
                    <a:pt x="48239" y="498414"/>
                  </a:lnTo>
                  <a:lnTo>
                    <a:pt x="48239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8202368" y="7701828"/>
              <a:ext cx="482600" cy="498475"/>
            </a:xfrm>
            <a:custGeom>
              <a:avLst/>
              <a:gdLst/>
              <a:ahLst/>
              <a:cxnLst/>
              <a:rect l="l" t="t" r="r" b="b"/>
              <a:pathLst>
                <a:path w="482600" h="498475">
                  <a:moveTo>
                    <a:pt x="482466" y="0"/>
                  </a:moveTo>
                  <a:lnTo>
                    <a:pt x="0" y="0"/>
                  </a:lnTo>
                  <a:lnTo>
                    <a:pt x="0" y="498414"/>
                  </a:lnTo>
                  <a:lnTo>
                    <a:pt x="482466" y="498414"/>
                  </a:lnTo>
                  <a:lnTo>
                    <a:pt x="482466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8202378" y="7760842"/>
              <a:ext cx="425450" cy="439420"/>
            </a:xfrm>
            <a:custGeom>
              <a:avLst/>
              <a:gdLst/>
              <a:ahLst/>
              <a:cxnLst/>
              <a:rect l="l" t="t" r="r" b="b"/>
              <a:pathLst>
                <a:path w="425450" h="439420">
                  <a:moveTo>
                    <a:pt x="425316" y="0"/>
                  </a:moveTo>
                  <a:lnTo>
                    <a:pt x="0" y="0"/>
                  </a:lnTo>
                  <a:lnTo>
                    <a:pt x="0" y="439400"/>
                  </a:lnTo>
                  <a:lnTo>
                    <a:pt x="425316" y="439400"/>
                  </a:lnTo>
                  <a:lnTo>
                    <a:pt x="425316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8419471" y="7701828"/>
              <a:ext cx="48895" cy="498475"/>
            </a:xfrm>
            <a:custGeom>
              <a:avLst/>
              <a:gdLst/>
              <a:ahLst/>
              <a:cxnLst/>
              <a:rect l="l" t="t" r="r" b="b"/>
              <a:pathLst>
                <a:path w="48895" h="498475">
                  <a:moveTo>
                    <a:pt x="48270" y="0"/>
                  </a:moveTo>
                  <a:lnTo>
                    <a:pt x="0" y="0"/>
                  </a:lnTo>
                  <a:lnTo>
                    <a:pt x="0" y="498414"/>
                  </a:lnTo>
                  <a:lnTo>
                    <a:pt x="48270" y="498414"/>
                  </a:lnTo>
                  <a:lnTo>
                    <a:pt x="48270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9085828" y="7701828"/>
              <a:ext cx="482600" cy="498475"/>
            </a:xfrm>
            <a:custGeom>
              <a:avLst/>
              <a:gdLst/>
              <a:ahLst/>
              <a:cxnLst/>
              <a:rect l="l" t="t" r="r" b="b"/>
              <a:pathLst>
                <a:path w="482600" h="498475">
                  <a:moveTo>
                    <a:pt x="482393" y="0"/>
                  </a:moveTo>
                  <a:lnTo>
                    <a:pt x="0" y="0"/>
                  </a:lnTo>
                  <a:lnTo>
                    <a:pt x="0" y="498414"/>
                  </a:lnTo>
                  <a:lnTo>
                    <a:pt x="482393" y="498414"/>
                  </a:lnTo>
                  <a:lnTo>
                    <a:pt x="482393" y="0"/>
                  </a:lnTo>
                  <a:close/>
                </a:path>
              </a:pathLst>
            </a:custGeom>
            <a:solidFill>
              <a:srgbClr val="84B6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9085838" y="7760842"/>
              <a:ext cx="425450" cy="439420"/>
            </a:xfrm>
            <a:custGeom>
              <a:avLst/>
              <a:gdLst/>
              <a:ahLst/>
              <a:cxnLst/>
              <a:rect l="l" t="t" r="r" b="b"/>
              <a:pathLst>
                <a:path w="425450" h="439420">
                  <a:moveTo>
                    <a:pt x="425275" y="0"/>
                  </a:moveTo>
                  <a:lnTo>
                    <a:pt x="0" y="0"/>
                  </a:lnTo>
                  <a:lnTo>
                    <a:pt x="0" y="439400"/>
                  </a:lnTo>
                  <a:lnTo>
                    <a:pt x="425275" y="439400"/>
                  </a:lnTo>
                  <a:lnTo>
                    <a:pt x="425275" y="0"/>
                  </a:lnTo>
                  <a:close/>
                </a:path>
              </a:pathLst>
            </a:custGeom>
            <a:solidFill>
              <a:srgbClr val="A4C9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9302941" y="7701828"/>
              <a:ext cx="48260" cy="498475"/>
            </a:xfrm>
            <a:custGeom>
              <a:avLst/>
              <a:gdLst/>
              <a:ahLst/>
              <a:cxnLst/>
              <a:rect l="l" t="t" r="r" b="b"/>
              <a:pathLst>
                <a:path w="48259" h="498475">
                  <a:moveTo>
                    <a:pt x="48197" y="0"/>
                  </a:moveTo>
                  <a:lnTo>
                    <a:pt x="0" y="0"/>
                  </a:lnTo>
                  <a:lnTo>
                    <a:pt x="0" y="498414"/>
                  </a:lnTo>
                  <a:lnTo>
                    <a:pt x="48197" y="498414"/>
                  </a:lnTo>
                  <a:lnTo>
                    <a:pt x="48197" y="0"/>
                  </a:lnTo>
                  <a:close/>
                </a:path>
              </a:pathLst>
            </a:custGeom>
            <a:solidFill>
              <a:srgbClr val="F8F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5796715" y="8300034"/>
              <a:ext cx="10825480" cy="1303020"/>
            </a:xfrm>
            <a:custGeom>
              <a:avLst/>
              <a:gdLst/>
              <a:ahLst/>
              <a:cxnLst/>
              <a:rect l="l" t="t" r="r" b="b"/>
              <a:pathLst>
                <a:path w="10825480" h="1303020">
                  <a:moveTo>
                    <a:pt x="1319672" y="0"/>
                  </a:moveTo>
                  <a:lnTo>
                    <a:pt x="1266869" y="14"/>
                  </a:lnTo>
                  <a:lnTo>
                    <a:pt x="1215199" y="431"/>
                  </a:lnTo>
                  <a:lnTo>
                    <a:pt x="1164653" y="1238"/>
                  </a:lnTo>
                  <a:lnTo>
                    <a:pt x="1115223" y="2420"/>
                  </a:lnTo>
                  <a:lnTo>
                    <a:pt x="1066900" y="3963"/>
                  </a:lnTo>
                  <a:lnTo>
                    <a:pt x="1019677" y="5854"/>
                  </a:lnTo>
                  <a:lnTo>
                    <a:pt x="973544" y="8079"/>
                  </a:lnTo>
                  <a:lnTo>
                    <a:pt x="928494" y="10625"/>
                  </a:lnTo>
                  <a:lnTo>
                    <a:pt x="884518" y="13476"/>
                  </a:lnTo>
                  <a:lnTo>
                    <a:pt x="841607" y="16621"/>
                  </a:lnTo>
                  <a:lnTo>
                    <a:pt x="799754" y="20044"/>
                  </a:lnTo>
                  <a:lnTo>
                    <a:pt x="758951" y="23731"/>
                  </a:lnTo>
                  <a:lnTo>
                    <a:pt x="719187" y="27670"/>
                  </a:lnTo>
                  <a:lnTo>
                    <a:pt x="680457" y="31847"/>
                  </a:lnTo>
                  <a:lnTo>
                    <a:pt x="606059" y="40856"/>
                  </a:lnTo>
                  <a:lnTo>
                    <a:pt x="535690" y="50649"/>
                  </a:lnTo>
                  <a:lnTo>
                    <a:pt x="469284" y="61116"/>
                  </a:lnTo>
                  <a:lnTo>
                    <a:pt x="406773" y="72145"/>
                  </a:lnTo>
                  <a:lnTo>
                    <a:pt x="348091" y="83626"/>
                  </a:lnTo>
                  <a:lnTo>
                    <a:pt x="293172" y="95449"/>
                  </a:lnTo>
                  <a:lnTo>
                    <a:pt x="241948" y="107503"/>
                  </a:lnTo>
                  <a:lnTo>
                    <a:pt x="194352" y="119679"/>
                  </a:lnTo>
                  <a:lnTo>
                    <a:pt x="150318" y="131865"/>
                  </a:lnTo>
                  <a:lnTo>
                    <a:pt x="87463" y="156312"/>
                  </a:lnTo>
                  <a:lnTo>
                    <a:pt x="53056" y="182915"/>
                  </a:lnTo>
                  <a:lnTo>
                    <a:pt x="26763" y="215976"/>
                  </a:lnTo>
                  <a:lnTo>
                    <a:pt x="8954" y="253735"/>
                  </a:lnTo>
                  <a:lnTo>
                    <a:pt x="0" y="294432"/>
                  </a:lnTo>
                  <a:lnTo>
                    <a:pt x="269" y="336306"/>
                  </a:lnTo>
                  <a:lnTo>
                    <a:pt x="10132" y="377598"/>
                  </a:lnTo>
                  <a:lnTo>
                    <a:pt x="29959" y="416548"/>
                  </a:lnTo>
                  <a:lnTo>
                    <a:pt x="60120" y="451394"/>
                  </a:lnTo>
                  <a:lnTo>
                    <a:pt x="93615" y="481013"/>
                  </a:lnTo>
                  <a:lnTo>
                    <a:pt x="128209" y="510020"/>
                  </a:lnTo>
                  <a:lnTo>
                    <a:pt x="163890" y="538419"/>
                  </a:lnTo>
                  <a:lnTo>
                    <a:pt x="200642" y="566214"/>
                  </a:lnTo>
                  <a:lnTo>
                    <a:pt x="238453" y="593410"/>
                  </a:lnTo>
                  <a:lnTo>
                    <a:pt x="277308" y="620012"/>
                  </a:lnTo>
                  <a:lnTo>
                    <a:pt x="317195" y="646025"/>
                  </a:lnTo>
                  <a:lnTo>
                    <a:pt x="358100" y="671452"/>
                  </a:lnTo>
                  <a:lnTo>
                    <a:pt x="400009" y="696299"/>
                  </a:lnTo>
                  <a:lnTo>
                    <a:pt x="442907" y="720570"/>
                  </a:lnTo>
                  <a:lnTo>
                    <a:pt x="486783" y="744269"/>
                  </a:lnTo>
                  <a:lnTo>
                    <a:pt x="531622" y="767402"/>
                  </a:lnTo>
                  <a:lnTo>
                    <a:pt x="577410" y="789973"/>
                  </a:lnTo>
                  <a:lnTo>
                    <a:pt x="624134" y="811985"/>
                  </a:lnTo>
                  <a:lnTo>
                    <a:pt x="671780" y="833445"/>
                  </a:lnTo>
                  <a:lnTo>
                    <a:pt x="720335" y="854356"/>
                  </a:lnTo>
                  <a:lnTo>
                    <a:pt x="769784" y="874723"/>
                  </a:lnTo>
                  <a:lnTo>
                    <a:pt x="820115" y="894551"/>
                  </a:lnTo>
                  <a:lnTo>
                    <a:pt x="871314" y="913844"/>
                  </a:lnTo>
                  <a:lnTo>
                    <a:pt x="923366" y="932607"/>
                  </a:lnTo>
                  <a:lnTo>
                    <a:pt x="976259" y="950844"/>
                  </a:lnTo>
                  <a:lnTo>
                    <a:pt x="1029979" y="968560"/>
                  </a:lnTo>
                  <a:lnTo>
                    <a:pt x="1084512" y="985760"/>
                  </a:lnTo>
                  <a:lnTo>
                    <a:pt x="1139844" y="1002447"/>
                  </a:lnTo>
                  <a:lnTo>
                    <a:pt x="1195962" y="1018628"/>
                  </a:lnTo>
                  <a:lnTo>
                    <a:pt x="1252852" y="1034305"/>
                  </a:lnTo>
                  <a:lnTo>
                    <a:pt x="1310501" y="1049484"/>
                  </a:lnTo>
                  <a:lnTo>
                    <a:pt x="1368895" y="1064170"/>
                  </a:lnTo>
                  <a:lnTo>
                    <a:pt x="1428020" y="1078367"/>
                  </a:lnTo>
                  <a:lnTo>
                    <a:pt x="1487863" y="1092079"/>
                  </a:lnTo>
                  <a:lnTo>
                    <a:pt x="1548410" y="1105311"/>
                  </a:lnTo>
                  <a:lnTo>
                    <a:pt x="1609647" y="1118068"/>
                  </a:lnTo>
                  <a:lnTo>
                    <a:pt x="1671561" y="1130354"/>
                  </a:lnTo>
                  <a:lnTo>
                    <a:pt x="1734138" y="1142174"/>
                  </a:lnTo>
                  <a:lnTo>
                    <a:pt x="1797365" y="1153532"/>
                  </a:lnTo>
                  <a:lnTo>
                    <a:pt x="1861228" y="1164433"/>
                  </a:lnTo>
                  <a:lnTo>
                    <a:pt x="1925712" y="1174882"/>
                  </a:lnTo>
                  <a:lnTo>
                    <a:pt x="1990806" y="1184883"/>
                  </a:lnTo>
                  <a:lnTo>
                    <a:pt x="2056494" y="1194441"/>
                  </a:lnTo>
                  <a:lnTo>
                    <a:pt x="2122764" y="1203559"/>
                  </a:lnTo>
                  <a:lnTo>
                    <a:pt x="2189602" y="1212244"/>
                  </a:lnTo>
                  <a:lnTo>
                    <a:pt x="2256993" y="1220499"/>
                  </a:lnTo>
                  <a:lnTo>
                    <a:pt x="2324925" y="1228329"/>
                  </a:lnTo>
                  <a:lnTo>
                    <a:pt x="2393384" y="1235738"/>
                  </a:lnTo>
                  <a:lnTo>
                    <a:pt x="2462356" y="1242732"/>
                  </a:lnTo>
                  <a:lnTo>
                    <a:pt x="2531827" y="1249314"/>
                  </a:lnTo>
                  <a:lnTo>
                    <a:pt x="2601785" y="1255490"/>
                  </a:lnTo>
                  <a:lnTo>
                    <a:pt x="2672215" y="1261263"/>
                  </a:lnTo>
                  <a:lnTo>
                    <a:pt x="2743103" y="1266639"/>
                  </a:lnTo>
                  <a:lnTo>
                    <a:pt x="2814436" y="1271622"/>
                  </a:lnTo>
                  <a:lnTo>
                    <a:pt x="2886201" y="1276217"/>
                  </a:lnTo>
                  <a:lnTo>
                    <a:pt x="2958383" y="1280427"/>
                  </a:lnTo>
                  <a:lnTo>
                    <a:pt x="3030970" y="1284258"/>
                  </a:lnTo>
                  <a:lnTo>
                    <a:pt x="3103947" y="1287715"/>
                  </a:lnTo>
                  <a:lnTo>
                    <a:pt x="3177301" y="1290801"/>
                  </a:lnTo>
                  <a:lnTo>
                    <a:pt x="3251018" y="1293522"/>
                  </a:lnTo>
                  <a:lnTo>
                    <a:pt x="3325085" y="1295882"/>
                  </a:lnTo>
                  <a:lnTo>
                    <a:pt x="3399488" y="1297885"/>
                  </a:lnTo>
                  <a:lnTo>
                    <a:pt x="3474212" y="1299537"/>
                  </a:lnTo>
                  <a:lnTo>
                    <a:pt x="3549246" y="1300841"/>
                  </a:lnTo>
                  <a:lnTo>
                    <a:pt x="3624575" y="1301803"/>
                  </a:lnTo>
                  <a:lnTo>
                    <a:pt x="3700185" y="1302426"/>
                  </a:lnTo>
                  <a:lnTo>
                    <a:pt x="3776063" y="1302716"/>
                  </a:lnTo>
                  <a:lnTo>
                    <a:pt x="3852195" y="1302677"/>
                  </a:lnTo>
                  <a:lnTo>
                    <a:pt x="3928567" y="1302314"/>
                  </a:lnTo>
                  <a:lnTo>
                    <a:pt x="4005167" y="1301630"/>
                  </a:lnTo>
                  <a:lnTo>
                    <a:pt x="4081979" y="1300632"/>
                  </a:lnTo>
                  <a:lnTo>
                    <a:pt x="4158991" y="1299323"/>
                  </a:lnTo>
                  <a:lnTo>
                    <a:pt x="4236190" y="1297707"/>
                  </a:lnTo>
                  <a:lnTo>
                    <a:pt x="4313560" y="1295790"/>
                  </a:lnTo>
                  <a:lnTo>
                    <a:pt x="4391089" y="1293576"/>
                  </a:lnTo>
                  <a:lnTo>
                    <a:pt x="4468764" y="1291070"/>
                  </a:lnTo>
                  <a:lnTo>
                    <a:pt x="4546569" y="1288276"/>
                  </a:lnTo>
                  <a:lnTo>
                    <a:pt x="4624493" y="1285199"/>
                  </a:lnTo>
                  <a:lnTo>
                    <a:pt x="4702521" y="1281843"/>
                  </a:lnTo>
                  <a:lnTo>
                    <a:pt x="4780639" y="1278213"/>
                  </a:lnTo>
                  <a:lnTo>
                    <a:pt x="4858834" y="1274313"/>
                  </a:lnTo>
                  <a:lnTo>
                    <a:pt x="4937093" y="1270149"/>
                  </a:lnTo>
                  <a:lnTo>
                    <a:pt x="5015401" y="1265724"/>
                  </a:lnTo>
                  <a:lnTo>
                    <a:pt x="5093745" y="1261043"/>
                  </a:lnTo>
                  <a:lnTo>
                    <a:pt x="5172111" y="1256111"/>
                  </a:lnTo>
                  <a:lnTo>
                    <a:pt x="5250487" y="1250932"/>
                  </a:lnTo>
                  <a:lnTo>
                    <a:pt x="5328857" y="1245512"/>
                  </a:lnTo>
                  <a:lnTo>
                    <a:pt x="5407209" y="1239854"/>
                  </a:lnTo>
                  <a:lnTo>
                    <a:pt x="5485528" y="1233962"/>
                  </a:lnTo>
                  <a:lnTo>
                    <a:pt x="5563802" y="1227843"/>
                  </a:lnTo>
                  <a:lnTo>
                    <a:pt x="5642017" y="1221500"/>
                  </a:lnTo>
                  <a:lnTo>
                    <a:pt x="5720158" y="1214937"/>
                  </a:lnTo>
                  <a:lnTo>
                    <a:pt x="5798213" y="1208160"/>
                  </a:lnTo>
                  <a:lnTo>
                    <a:pt x="5876167" y="1201173"/>
                  </a:lnTo>
                  <a:lnTo>
                    <a:pt x="5954007" y="1193981"/>
                  </a:lnTo>
                  <a:lnTo>
                    <a:pt x="6031720" y="1186587"/>
                  </a:lnTo>
                  <a:lnTo>
                    <a:pt x="6186708" y="1171215"/>
                  </a:lnTo>
                  <a:lnTo>
                    <a:pt x="6341023" y="1155095"/>
                  </a:lnTo>
                  <a:lnTo>
                    <a:pt x="6494554" y="1138263"/>
                  </a:lnTo>
                  <a:lnTo>
                    <a:pt x="6647193" y="1120755"/>
                  </a:lnTo>
                  <a:lnTo>
                    <a:pt x="6798831" y="1102607"/>
                  </a:lnTo>
                  <a:lnTo>
                    <a:pt x="6949359" y="1083858"/>
                  </a:lnTo>
                  <a:lnTo>
                    <a:pt x="7098667" y="1064543"/>
                  </a:lnTo>
                  <a:lnTo>
                    <a:pt x="7246647" y="1044698"/>
                  </a:lnTo>
                  <a:lnTo>
                    <a:pt x="7393190" y="1024361"/>
                  </a:lnTo>
                  <a:lnTo>
                    <a:pt x="7538186" y="1003568"/>
                  </a:lnTo>
                  <a:lnTo>
                    <a:pt x="7681526" y="982355"/>
                  </a:lnTo>
                  <a:lnTo>
                    <a:pt x="7823102" y="960760"/>
                  </a:lnTo>
                  <a:lnTo>
                    <a:pt x="7962804" y="938818"/>
                  </a:lnTo>
                  <a:lnTo>
                    <a:pt x="8100523" y="916566"/>
                  </a:lnTo>
                  <a:lnTo>
                    <a:pt x="8236151" y="894042"/>
                  </a:lnTo>
                  <a:lnTo>
                    <a:pt x="8369577" y="871281"/>
                  </a:lnTo>
                  <a:lnTo>
                    <a:pt x="8500694" y="848319"/>
                  </a:lnTo>
                  <a:lnTo>
                    <a:pt x="8629391" y="825195"/>
                  </a:lnTo>
                  <a:lnTo>
                    <a:pt x="8755560" y="801944"/>
                  </a:lnTo>
                  <a:lnTo>
                    <a:pt x="8879092" y="778603"/>
                  </a:lnTo>
                  <a:lnTo>
                    <a:pt x="8999878" y="755208"/>
                  </a:lnTo>
                  <a:lnTo>
                    <a:pt x="9117809" y="731796"/>
                  </a:lnTo>
                  <a:lnTo>
                    <a:pt x="9232775" y="708404"/>
                  </a:lnTo>
                  <a:lnTo>
                    <a:pt x="9344668" y="685068"/>
                  </a:lnTo>
                  <a:lnTo>
                    <a:pt x="9453378" y="661825"/>
                  </a:lnTo>
                  <a:lnTo>
                    <a:pt x="9558796" y="638711"/>
                  </a:lnTo>
                  <a:lnTo>
                    <a:pt x="9660814" y="615764"/>
                  </a:lnTo>
                  <a:lnTo>
                    <a:pt x="9759322" y="593018"/>
                  </a:lnTo>
                  <a:lnTo>
                    <a:pt x="9854212" y="570512"/>
                  </a:lnTo>
                  <a:lnTo>
                    <a:pt x="9945373" y="548282"/>
                  </a:lnTo>
                  <a:lnTo>
                    <a:pt x="10032698" y="526364"/>
                  </a:lnTo>
                  <a:lnTo>
                    <a:pt x="10116076" y="504795"/>
                  </a:lnTo>
                  <a:lnTo>
                    <a:pt x="10195400" y="483612"/>
                  </a:lnTo>
                  <a:lnTo>
                    <a:pt x="10270559" y="462850"/>
                  </a:lnTo>
                  <a:lnTo>
                    <a:pt x="10341445" y="442548"/>
                  </a:lnTo>
                  <a:lnTo>
                    <a:pt x="10407949" y="422740"/>
                  </a:lnTo>
                  <a:lnTo>
                    <a:pt x="10469962" y="403465"/>
                  </a:lnTo>
                  <a:lnTo>
                    <a:pt x="10527374" y="384758"/>
                  </a:lnTo>
                  <a:lnTo>
                    <a:pt x="10580076" y="366656"/>
                  </a:lnTo>
                  <a:lnTo>
                    <a:pt x="10627961" y="349196"/>
                  </a:lnTo>
                  <a:lnTo>
                    <a:pt x="10670917" y="332414"/>
                  </a:lnTo>
                  <a:lnTo>
                    <a:pt x="10708837" y="316347"/>
                  </a:lnTo>
                  <a:lnTo>
                    <a:pt x="10756034" y="293666"/>
                  </a:lnTo>
                  <a:lnTo>
                    <a:pt x="10791286" y="272800"/>
                  </a:lnTo>
                  <a:lnTo>
                    <a:pt x="10822491" y="242390"/>
                  </a:lnTo>
                  <a:lnTo>
                    <a:pt x="10825014" y="231861"/>
                  </a:lnTo>
                  <a:lnTo>
                    <a:pt x="10824087" y="226965"/>
                  </a:lnTo>
                  <a:lnTo>
                    <a:pt x="10787023" y="203041"/>
                  </a:lnTo>
                  <a:lnTo>
                    <a:pt x="10747627" y="194788"/>
                  </a:lnTo>
                  <a:lnTo>
                    <a:pt x="10695065" y="188544"/>
                  </a:lnTo>
                  <a:lnTo>
                    <a:pt x="10619478" y="181269"/>
                  </a:lnTo>
                  <a:lnTo>
                    <a:pt x="10580190" y="178054"/>
                  </a:lnTo>
                  <a:lnTo>
                    <a:pt x="10539940" y="175111"/>
                  </a:lnTo>
                  <a:lnTo>
                    <a:pt x="10498755" y="172435"/>
                  </a:lnTo>
                  <a:lnTo>
                    <a:pt x="10456661" y="170017"/>
                  </a:lnTo>
                  <a:lnTo>
                    <a:pt x="10413682" y="167852"/>
                  </a:lnTo>
                  <a:lnTo>
                    <a:pt x="10369846" y="165933"/>
                  </a:lnTo>
                  <a:lnTo>
                    <a:pt x="10325177" y="164252"/>
                  </a:lnTo>
                  <a:lnTo>
                    <a:pt x="10279702" y="162804"/>
                  </a:lnTo>
                  <a:lnTo>
                    <a:pt x="10233448" y="161582"/>
                  </a:lnTo>
                  <a:lnTo>
                    <a:pt x="10186439" y="160578"/>
                  </a:lnTo>
                  <a:lnTo>
                    <a:pt x="10138701" y="159786"/>
                  </a:lnTo>
                  <a:lnTo>
                    <a:pt x="10041145" y="158813"/>
                  </a:lnTo>
                  <a:lnTo>
                    <a:pt x="9940985" y="158607"/>
                  </a:lnTo>
                  <a:lnTo>
                    <a:pt x="9838430" y="159116"/>
                  </a:lnTo>
                  <a:lnTo>
                    <a:pt x="9733687" y="160285"/>
                  </a:lnTo>
                  <a:lnTo>
                    <a:pt x="9626963" y="162061"/>
                  </a:lnTo>
                  <a:lnTo>
                    <a:pt x="9518464" y="164390"/>
                  </a:lnTo>
                  <a:lnTo>
                    <a:pt x="9408399" y="167219"/>
                  </a:lnTo>
                  <a:lnTo>
                    <a:pt x="9240817" y="172281"/>
                  </a:lnTo>
                  <a:lnTo>
                    <a:pt x="9070875" y="178164"/>
                  </a:lnTo>
                  <a:lnTo>
                    <a:pt x="8841824" y="186973"/>
                  </a:lnTo>
                  <a:lnTo>
                    <a:pt x="8040833" y="220564"/>
                  </a:lnTo>
                  <a:lnTo>
                    <a:pt x="7764456" y="231156"/>
                  </a:lnTo>
                  <a:lnTo>
                    <a:pt x="7603358" y="236565"/>
                  </a:lnTo>
                  <a:lnTo>
                    <a:pt x="7446660" y="241044"/>
                  </a:lnTo>
                  <a:lnTo>
                    <a:pt x="7344985" y="243423"/>
                  </a:lnTo>
                  <a:lnTo>
                    <a:pt x="7245783" y="245254"/>
                  </a:lnTo>
                  <a:lnTo>
                    <a:pt x="7149263" y="246484"/>
                  </a:lnTo>
                  <a:lnTo>
                    <a:pt x="7055630" y="247058"/>
                  </a:lnTo>
                  <a:lnTo>
                    <a:pt x="6965093" y="246922"/>
                  </a:lnTo>
                  <a:lnTo>
                    <a:pt x="6877859" y="246024"/>
                  </a:lnTo>
                  <a:lnTo>
                    <a:pt x="6835545" y="245273"/>
                  </a:lnTo>
                  <a:lnTo>
                    <a:pt x="6794134" y="244310"/>
                  </a:lnTo>
                  <a:lnTo>
                    <a:pt x="6753653" y="243130"/>
                  </a:lnTo>
                  <a:lnTo>
                    <a:pt x="6524079" y="234695"/>
                  </a:lnTo>
                  <a:lnTo>
                    <a:pt x="6343129" y="228713"/>
                  </a:lnTo>
                  <a:lnTo>
                    <a:pt x="6170948" y="223718"/>
                  </a:lnTo>
                  <a:lnTo>
                    <a:pt x="6007209" y="219647"/>
                  </a:lnTo>
                  <a:lnTo>
                    <a:pt x="5851584" y="216439"/>
                  </a:lnTo>
                  <a:lnTo>
                    <a:pt x="5703745" y="214032"/>
                  </a:lnTo>
                  <a:lnTo>
                    <a:pt x="5563365" y="212363"/>
                  </a:lnTo>
                  <a:lnTo>
                    <a:pt x="5430115" y="211371"/>
                  </a:lnTo>
                  <a:lnTo>
                    <a:pt x="5303668" y="210994"/>
                  </a:lnTo>
                  <a:lnTo>
                    <a:pt x="5183697" y="211170"/>
                  </a:lnTo>
                  <a:lnTo>
                    <a:pt x="5069873" y="211837"/>
                  </a:lnTo>
                  <a:lnTo>
                    <a:pt x="4961868" y="212934"/>
                  </a:lnTo>
                  <a:lnTo>
                    <a:pt x="4859355" y="214397"/>
                  </a:lnTo>
                  <a:lnTo>
                    <a:pt x="4715166" y="217145"/>
                  </a:lnTo>
                  <a:lnTo>
                    <a:pt x="4539077" y="221517"/>
                  </a:lnTo>
                  <a:lnTo>
                    <a:pt x="4129790" y="233875"/>
                  </a:lnTo>
                  <a:lnTo>
                    <a:pt x="4000433" y="237020"/>
                  </a:lnTo>
                  <a:lnTo>
                    <a:pt x="3907649" y="238420"/>
                  </a:lnTo>
                  <a:lnTo>
                    <a:pt x="3847196" y="238780"/>
                  </a:lnTo>
                  <a:lnTo>
                    <a:pt x="3787481" y="238609"/>
                  </a:lnTo>
                  <a:lnTo>
                    <a:pt x="3728178" y="237845"/>
                  </a:lnTo>
                  <a:lnTo>
                    <a:pt x="3668958" y="236427"/>
                  </a:lnTo>
                  <a:lnTo>
                    <a:pt x="3609495" y="234293"/>
                  </a:lnTo>
                  <a:lnTo>
                    <a:pt x="3549459" y="231380"/>
                  </a:lnTo>
                  <a:lnTo>
                    <a:pt x="3497452" y="228187"/>
                  </a:lnTo>
                  <a:lnTo>
                    <a:pt x="3445491" y="224337"/>
                  </a:lnTo>
                  <a:lnTo>
                    <a:pt x="3393584" y="219839"/>
                  </a:lnTo>
                  <a:lnTo>
                    <a:pt x="3341736" y="214703"/>
                  </a:lnTo>
                  <a:lnTo>
                    <a:pt x="3289954" y="208938"/>
                  </a:lnTo>
                  <a:lnTo>
                    <a:pt x="3238243" y="202553"/>
                  </a:lnTo>
                  <a:lnTo>
                    <a:pt x="3186610" y="195557"/>
                  </a:lnTo>
                  <a:lnTo>
                    <a:pt x="3135061" y="187959"/>
                  </a:lnTo>
                  <a:lnTo>
                    <a:pt x="3083602" y="179768"/>
                  </a:lnTo>
                  <a:lnTo>
                    <a:pt x="2948409" y="156447"/>
                  </a:lnTo>
                  <a:lnTo>
                    <a:pt x="2865921" y="142648"/>
                  </a:lnTo>
                  <a:lnTo>
                    <a:pt x="2784765" y="129583"/>
                  </a:lnTo>
                  <a:lnTo>
                    <a:pt x="2704934" y="117239"/>
                  </a:lnTo>
                  <a:lnTo>
                    <a:pt x="2626419" y="105601"/>
                  </a:lnTo>
                  <a:lnTo>
                    <a:pt x="2549212" y="94657"/>
                  </a:lnTo>
                  <a:lnTo>
                    <a:pt x="2473304" y="84391"/>
                  </a:lnTo>
                  <a:lnTo>
                    <a:pt x="2398688" y="74791"/>
                  </a:lnTo>
                  <a:lnTo>
                    <a:pt x="2325355" y="65842"/>
                  </a:lnTo>
                  <a:lnTo>
                    <a:pt x="2253296" y="57531"/>
                  </a:lnTo>
                  <a:lnTo>
                    <a:pt x="2182503" y="49844"/>
                  </a:lnTo>
                  <a:lnTo>
                    <a:pt x="2112968" y="42767"/>
                  </a:lnTo>
                  <a:lnTo>
                    <a:pt x="2044682" y="36286"/>
                  </a:lnTo>
                  <a:lnTo>
                    <a:pt x="1977638" y="30388"/>
                  </a:lnTo>
                  <a:lnTo>
                    <a:pt x="1911826" y="25058"/>
                  </a:lnTo>
                  <a:lnTo>
                    <a:pt x="1847239" y="20283"/>
                  </a:lnTo>
                  <a:lnTo>
                    <a:pt x="1783867" y="16049"/>
                  </a:lnTo>
                  <a:lnTo>
                    <a:pt x="1721703" y="12343"/>
                  </a:lnTo>
                  <a:lnTo>
                    <a:pt x="1660739" y="9149"/>
                  </a:lnTo>
                  <a:lnTo>
                    <a:pt x="1600966" y="6456"/>
                  </a:lnTo>
                  <a:lnTo>
                    <a:pt x="1542375" y="4248"/>
                  </a:lnTo>
                  <a:lnTo>
                    <a:pt x="1484959" y="2513"/>
                  </a:lnTo>
                  <a:lnTo>
                    <a:pt x="1428708" y="1235"/>
                  </a:lnTo>
                  <a:lnTo>
                    <a:pt x="1373615" y="402"/>
                  </a:lnTo>
                  <a:lnTo>
                    <a:pt x="1319672" y="0"/>
                  </a:lnTo>
                  <a:close/>
                </a:path>
              </a:pathLst>
            </a:custGeom>
            <a:solidFill>
              <a:srgbClr val="A6CE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3975192" y="8133807"/>
              <a:ext cx="2621915" cy="936625"/>
            </a:xfrm>
            <a:custGeom>
              <a:avLst/>
              <a:gdLst/>
              <a:ahLst/>
              <a:cxnLst/>
              <a:rect l="l" t="t" r="r" b="b"/>
              <a:pathLst>
                <a:path w="2621915" h="936625">
                  <a:moveTo>
                    <a:pt x="1463273" y="0"/>
                  </a:moveTo>
                  <a:lnTo>
                    <a:pt x="1339466" y="7144"/>
                  </a:lnTo>
                  <a:lnTo>
                    <a:pt x="1122639" y="80381"/>
                  </a:lnTo>
                  <a:lnTo>
                    <a:pt x="1064913" y="109653"/>
                  </a:lnTo>
                  <a:lnTo>
                    <a:pt x="1006225" y="162687"/>
                  </a:lnTo>
                  <a:lnTo>
                    <a:pt x="980111" y="200017"/>
                  </a:lnTo>
                  <a:lnTo>
                    <a:pt x="958063" y="245571"/>
                  </a:lnTo>
                  <a:lnTo>
                    <a:pt x="941518" y="300109"/>
                  </a:lnTo>
                  <a:lnTo>
                    <a:pt x="931912" y="364393"/>
                  </a:lnTo>
                  <a:lnTo>
                    <a:pt x="813788" y="206591"/>
                  </a:lnTo>
                  <a:lnTo>
                    <a:pt x="734739" y="160980"/>
                  </a:lnTo>
                  <a:lnTo>
                    <a:pt x="659056" y="233850"/>
                  </a:lnTo>
                  <a:lnTo>
                    <a:pt x="551034" y="431490"/>
                  </a:lnTo>
                  <a:lnTo>
                    <a:pt x="307747" y="370467"/>
                  </a:lnTo>
                  <a:lnTo>
                    <a:pt x="179727" y="377978"/>
                  </a:lnTo>
                  <a:lnTo>
                    <a:pt x="124744" y="479088"/>
                  </a:lnTo>
                  <a:lnTo>
                    <a:pt x="100566" y="698864"/>
                  </a:lnTo>
                  <a:lnTo>
                    <a:pt x="25567" y="779531"/>
                  </a:lnTo>
                  <a:lnTo>
                    <a:pt x="0" y="831152"/>
                  </a:lnTo>
                  <a:lnTo>
                    <a:pt x="23351" y="875986"/>
                  </a:lnTo>
                  <a:lnTo>
                    <a:pt x="95110" y="936292"/>
                  </a:lnTo>
                  <a:lnTo>
                    <a:pt x="2621861" y="860681"/>
                  </a:lnTo>
                  <a:lnTo>
                    <a:pt x="2553010" y="582488"/>
                  </a:lnTo>
                  <a:lnTo>
                    <a:pt x="2489157" y="452162"/>
                  </a:lnTo>
                  <a:lnTo>
                    <a:pt x="2393488" y="435868"/>
                  </a:lnTo>
                  <a:lnTo>
                    <a:pt x="2229192" y="499771"/>
                  </a:lnTo>
                  <a:lnTo>
                    <a:pt x="2219027" y="497183"/>
                  </a:lnTo>
                  <a:lnTo>
                    <a:pt x="2207567" y="483177"/>
                  </a:lnTo>
                  <a:lnTo>
                    <a:pt x="2193816" y="461352"/>
                  </a:lnTo>
                  <a:lnTo>
                    <a:pt x="2176782" y="435304"/>
                  </a:lnTo>
                  <a:lnTo>
                    <a:pt x="2155471" y="408630"/>
                  </a:lnTo>
                  <a:lnTo>
                    <a:pt x="2128887" y="384927"/>
                  </a:lnTo>
                  <a:lnTo>
                    <a:pt x="2096039" y="367791"/>
                  </a:lnTo>
                  <a:lnTo>
                    <a:pt x="2055932" y="360821"/>
                  </a:lnTo>
                  <a:lnTo>
                    <a:pt x="2007572" y="367613"/>
                  </a:lnTo>
                  <a:lnTo>
                    <a:pt x="1949965" y="391764"/>
                  </a:lnTo>
                  <a:lnTo>
                    <a:pt x="1905812" y="227853"/>
                  </a:lnTo>
                  <a:lnTo>
                    <a:pt x="1856447" y="158047"/>
                  </a:lnTo>
                  <a:lnTo>
                    <a:pt x="1770686" y="168695"/>
                  </a:lnTo>
                  <a:lnTo>
                    <a:pt x="1617347" y="246145"/>
                  </a:lnTo>
                  <a:lnTo>
                    <a:pt x="1540440" y="74486"/>
                  </a:lnTo>
                  <a:lnTo>
                    <a:pt x="1463273" y="0"/>
                  </a:lnTo>
                  <a:close/>
                </a:path>
              </a:pathLst>
            </a:custGeom>
            <a:solidFill>
              <a:srgbClr val="CDE3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3974973" y="8205496"/>
              <a:ext cx="2622550" cy="864869"/>
            </a:xfrm>
            <a:custGeom>
              <a:avLst/>
              <a:gdLst/>
              <a:ahLst/>
              <a:cxnLst/>
              <a:rect l="l" t="t" r="r" b="b"/>
              <a:pathLst>
                <a:path w="2622550" h="864870">
                  <a:moveTo>
                    <a:pt x="1461861" y="0"/>
                  </a:moveTo>
                  <a:lnTo>
                    <a:pt x="1338045" y="6950"/>
                  </a:lnTo>
                  <a:lnTo>
                    <a:pt x="1121319" y="74930"/>
                  </a:lnTo>
                  <a:lnTo>
                    <a:pt x="1055055" y="107486"/>
                  </a:lnTo>
                  <a:lnTo>
                    <a:pt x="1021209" y="134355"/>
                  </a:lnTo>
                  <a:lnTo>
                    <a:pt x="989748" y="169661"/>
                  </a:lnTo>
                  <a:lnTo>
                    <a:pt x="962816" y="214436"/>
                  </a:lnTo>
                  <a:lnTo>
                    <a:pt x="942561" y="269713"/>
                  </a:lnTo>
                  <a:lnTo>
                    <a:pt x="931126" y="336525"/>
                  </a:lnTo>
                  <a:lnTo>
                    <a:pt x="812697" y="191849"/>
                  </a:lnTo>
                  <a:lnTo>
                    <a:pt x="733557" y="150164"/>
                  </a:lnTo>
                  <a:lnTo>
                    <a:pt x="658008" y="217355"/>
                  </a:lnTo>
                  <a:lnTo>
                    <a:pt x="550352" y="399308"/>
                  </a:lnTo>
                  <a:lnTo>
                    <a:pt x="306931" y="343953"/>
                  </a:lnTo>
                  <a:lnTo>
                    <a:pt x="178916" y="351243"/>
                  </a:lnTo>
                  <a:lnTo>
                    <a:pt x="124119" y="444346"/>
                  </a:lnTo>
                  <a:lnTo>
                    <a:pt x="100355" y="646431"/>
                  </a:lnTo>
                  <a:lnTo>
                    <a:pt x="25481" y="720778"/>
                  </a:lnTo>
                  <a:lnTo>
                    <a:pt x="0" y="768286"/>
                  </a:lnTo>
                  <a:lnTo>
                    <a:pt x="23439" y="809410"/>
                  </a:lnTo>
                  <a:lnTo>
                    <a:pt x="95329" y="864603"/>
                  </a:lnTo>
                  <a:lnTo>
                    <a:pt x="2622079" y="788992"/>
                  </a:lnTo>
                  <a:lnTo>
                    <a:pt x="2552735" y="532641"/>
                  </a:lnTo>
                  <a:lnTo>
                    <a:pt x="2488650" y="412597"/>
                  </a:lnTo>
                  <a:lnTo>
                    <a:pt x="2392950" y="397724"/>
                  </a:lnTo>
                  <a:lnTo>
                    <a:pt x="2228761" y="456887"/>
                  </a:lnTo>
                  <a:lnTo>
                    <a:pt x="2218603" y="454560"/>
                  </a:lnTo>
                  <a:lnTo>
                    <a:pt x="2207121" y="441740"/>
                  </a:lnTo>
                  <a:lnTo>
                    <a:pt x="2193331" y="421736"/>
                  </a:lnTo>
                  <a:lnTo>
                    <a:pt x="2176246" y="397858"/>
                  </a:lnTo>
                  <a:lnTo>
                    <a:pt x="2154879" y="373412"/>
                  </a:lnTo>
                  <a:lnTo>
                    <a:pt x="2128245" y="351708"/>
                  </a:lnTo>
                  <a:lnTo>
                    <a:pt x="2095358" y="336054"/>
                  </a:lnTo>
                  <a:lnTo>
                    <a:pt x="2055231" y="329757"/>
                  </a:lnTo>
                  <a:lnTo>
                    <a:pt x="2006879" y="336127"/>
                  </a:lnTo>
                  <a:lnTo>
                    <a:pt x="1949314" y="358472"/>
                  </a:lnTo>
                  <a:lnTo>
                    <a:pt x="1904839" y="207973"/>
                  </a:lnTo>
                  <a:lnTo>
                    <a:pt x="1855338" y="143981"/>
                  </a:lnTo>
                  <a:lnTo>
                    <a:pt x="1769603" y="154052"/>
                  </a:lnTo>
                  <a:lnTo>
                    <a:pt x="1616424" y="225743"/>
                  </a:lnTo>
                  <a:lnTo>
                    <a:pt x="1539182" y="68217"/>
                  </a:lnTo>
                  <a:lnTo>
                    <a:pt x="146186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3574265" y="8567949"/>
              <a:ext cx="3520440" cy="553720"/>
            </a:xfrm>
            <a:custGeom>
              <a:avLst/>
              <a:gdLst/>
              <a:ahLst/>
              <a:cxnLst/>
              <a:rect l="l" t="t" r="r" b="b"/>
              <a:pathLst>
                <a:path w="3520440" h="553720">
                  <a:moveTo>
                    <a:pt x="432156" y="0"/>
                  </a:moveTo>
                  <a:lnTo>
                    <a:pt x="225184" y="46304"/>
                  </a:lnTo>
                  <a:lnTo>
                    <a:pt x="0" y="205568"/>
                  </a:lnTo>
                  <a:lnTo>
                    <a:pt x="3547" y="226564"/>
                  </a:lnTo>
                  <a:lnTo>
                    <a:pt x="16858" y="266238"/>
                  </a:lnTo>
                  <a:lnTo>
                    <a:pt x="38161" y="302895"/>
                  </a:lnTo>
                  <a:lnTo>
                    <a:pt x="67100" y="336626"/>
                  </a:lnTo>
                  <a:lnTo>
                    <a:pt x="103322" y="367523"/>
                  </a:lnTo>
                  <a:lnTo>
                    <a:pt x="146470" y="395677"/>
                  </a:lnTo>
                  <a:lnTo>
                    <a:pt x="196190" y="421179"/>
                  </a:lnTo>
                  <a:lnTo>
                    <a:pt x="252128" y="444120"/>
                  </a:lnTo>
                  <a:lnTo>
                    <a:pt x="313929" y="464591"/>
                  </a:lnTo>
                  <a:lnTo>
                    <a:pt x="381237" y="482684"/>
                  </a:lnTo>
                  <a:lnTo>
                    <a:pt x="453699" y="498489"/>
                  </a:lnTo>
                  <a:lnTo>
                    <a:pt x="491751" y="505563"/>
                  </a:lnTo>
                  <a:lnTo>
                    <a:pt x="530958" y="512098"/>
                  </a:lnTo>
                  <a:lnTo>
                    <a:pt x="571276" y="518108"/>
                  </a:lnTo>
                  <a:lnTo>
                    <a:pt x="612661" y="523602"/>
                  </a:lnTo>
                  <a:lnTo>
                    <a:pt x="655068" y="528594"/>
                  </a:lnTo>
                  <a:lnTo>
                    <a:pt x="698452" y="533092"/>
                  </a:lnTo>
                  <a:lnTo>
                    <a:pt x="742770" y="537111"/>
                  </a:lnTo>
                  <a:lnTo>
                    <a:pt x="787977" y="540660"/>
                  </a:lnTo>
                  <a:lnTo>
                    <a:pt x="834029" y="543751"/>
                  </a:lnTo>
                  <a:lnTo>
                    <a:pt x="880881" y="546395"/>
                  </a:lnTo>
                  <a:lnTo>
                    <a:pt x="928489" y="548605"/>
                  </a:lnTo>
                  <a:lnTo>
                    <a:pt x="976809" y="550390"/>
                  </a:lnTo>
                  <a:lnTo>
                    <a:pt x="1025796" y="551763"/>
                  </a:lnTo>
                  <a:lnTo>
                    <a:pt x="1075406" y="552736"/>
                  </a:lnTo>
                  <a:lnTo>
                    <a:pt x="1125594" y="553319"/>
                  </a:lnTo>
                  <a:lnTo>
                    <a:pt x="1176317" y="553523"/>
                  </a:lnTo>
                  <a:lnTo>
                    <a:pt x="1227530" y="553361"/>
                  </a:lnTo>
                  <a:lnTo>
                    <a:pt x="1279188" y="552843"/>
                  </a:lnTo>
                  <a:lnTo>
                    <a:pt x="1331247" y="551982"/>
                  </a:lnTo>
                  <a:lnTo>
                    <a:pt x="1383664" y="550788"/>
                  </a:lnTo>
                  <a:lnTo>
                    <a:pt x="1436392" y="549272"/>
                  </a:lnTo>
                  <a:lnTo>
                    <a:pt x="1489389" y="547447"/>
                  </a:lnTo>
                  <a:lnTo>
                    <a:pt x="1542610" y="545324"/>
                  </a:lnTo>
                  <a:lnTo>
                    <a:pt x="1596010" y="542913"/>
                  </a:lnTo>
                  <a:lnTo>
                    <a:pt x="1649545" y="540227"/>
                  </a:lnTo>
                  <a:lnTo>
                    <a:pt x="1703171" y="537277"/>
                  </a:lnTo>
                  <a:lnTo>
                    <a:pt x="1756843" y="534074"/>
                  </a:lnTo>
                  <a:lnTo>
                    <a:pt x="1810517" y="530629"/>
                  </a:lnTo>
                  <a:lnTo>
                    <a:pt x="1864149" y="526954"/>
                  </a:lnTo>
                  <a:lnTo>
                    <a:pt x="1917694" y="523061"/>
                  </a:lnTo>
                  <a:lnTo>
                    <a:pt x="2024347" y="514664"/>
                  </a:lnTo>
                  <a:lnTo>
                    <a:pt x="2130121" y="505529"/>
                  </a:lnTo>
                  <a:lnTo>
                    <a:pt x="2234661" y="495747"/>
                  </a:lnTo>
                  <a:lnTo>
                    <a:pt x="2337612" y="485409"/>
                  </a:lnTo>
                  <a:lnTo>
                    <a:pt x="2438620" y="474608"/>
                  </a:lnTo>
                  <a:lnTo>
                    <a:pt x="2537329" y="463433"/>
                  </a:lnTo>
                  <a:lnTo>
                    <a:pt x="2633385" y="451975"/>
                  </a:lnTo>
                  <a:lnTo>
                    <a:pt x="2726434" y="440327"/>
                  </a:lnTo>
                  <a:lnTo>
                    <a:pt x="2816119" y="428579"/>
                  </a:lnTo>
                  <a:lnTo>
                    <a:pt x="2902087" y="416822"/>
                  </a:lnTo>
                  <a:lnTo>
                    <a:pt x="2983983" y="405148"/>
                  </a:lnTo>
                  <a:lnTo>
                    <a:pt x="3061451" y="393647"/>
                  </a:lnTo>
                  <a:lnTo>
                    <a:pt x="3134137" y="382411"/>
                  </a:lnTo>
                  <a:lnTo>
                    <a:pt x="3201686" y="371531"/>
                  </a:lnTo>
                  <a:lnTo>
                    <a:pt x="3263744" y="361097"/>
                  </a:lnTo>
                  <a:lnTo>
                    <a:pt x="3319955" y="351202"/>
                  </a:lnTo>
                  <a:lnTo>
                    <a:pt x="3369965" y="341937"/>
                  </a:lnTo>
                  <a:lnTo>
                    <a:pt x="3413418" y="333392"/>
                  </a:lnTo>
                  <a:lnTo>
                    <a:pt x="3479237" y="318827"/>
                  </a:lnTo>
                  <a:lnTo>
                    <a:pt x="3518312" y="306298"/>
                  </a:lnTo>
                  <a:lnTo>
                    <a:pt x="3519924" y="304663"/>
                  </a:lnTo>
                  <a:lnTo>
                    <a:pt x="3519364" y="303345"/>
                  </a:lnTo>
                  <a:lnTo>
                    <a:pt x="3467925" y="302727"/>
                  </a:lnTo>
                  <a:lnTo>
                    <a:pt x="3422406" y="304312"/>
                  </a:lnTo>
                  <a:lnTo>
                    <a:pt x="3376322" y="303411"/>
                  </a:lnTo>
                  <a:lnTo>
                    <a:pt x="3329712" y="300309"/>
                  </a:lnTo>
                  <a:lnTo>
                    <a:pt x="3282617" y="295296"/>
                  </a:lnTo>
                  <a:lnTo>
                    <a:pt x="3235077" y="288658"/>
                  </a:lnTo>
                  <a:lnTo>
                    <a:pt x="3187132" y="280682"/>
                  </a:lnTo>
                  <a:lnTo>
                    <a:pt x="3138823" y="271655"/>
                  </a:lnTo>
                  <a:lnTo>
                    <a:pt x="3090189" y="261866"/>
                  </a:lnTo>
                  <a:lnTo>
                    <a:pt x="2942741" y="230792"/>
                  </a:lnTo>
                  <a:lnTo>
                    <a:pt x="2893211" y="220823"/>
                  </a:lnTo>
                  <a:lnTo>
                    <a:pt x="2843556" y="211528"/>
                  </a:lnTo>
                  <a:lnTo>
                    <a:pt x="2793818" y="203193"/>
                  </a:lnTo>
                  <a:lnTo>
                    <a:pt x="2744037" y="196106"/>
                  </a:lnTo>
                  <a:lnTo>
                    <a:pt x="2694253" y="190554"/>
                  </a:lnTo>
                  <a:lnTo>
                    <a:pt x="2644505" y="186824"/>
                  </a:lnTo>
                  <a:lnTo>
                    <a:pt x="2594835" y="185204"/>
                  </a:lnTo>
                  <a:lnTo>
                    <a:pt x="2545282" y="185981"/>
                  </a:lnTo>
                  <a:lnTo>
                    <a:pt x="2495886" y="189443"/>
                  </a:lnTo>
                  <a:lnTo>
                    <a:pt x="2446688" y="195876"/>
                  </a:lnTo>
                  <a:lnTo>
                    <a:pt x="2397728" y="205568"/>
                  </a:lnTo>
                  <a:lnTo>
                    <a:pt x="2153778" y="259500"/>
                  </a:lnTo>
                  <a:lnTo>
                    <a:pt x="1954610" y="284260"/>
                  </a:lnTo>
                  <a:lnTo>
                    <a:pt x="1694156" y="285954"/>
                  </a:lnTo>
                  <a:lnTo>
                    <a:pt x="1266348" y="270686"/>
                  </a:lnTo>
                  <a:lnTo>
                    <a:pt x="739638" y="72759"/>
                  </a:lnTo>
                  <a:lnTo>
                    <a:pt x="432156" y="0"/>
                  </a:lnTo>
                  <a:close/>
                </a:path>
              </a:pathLst>
            </a:custGeom>
            <a:solidFill>
              <a:srgbClr val="A6CE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772" y="3183568"/>
            <a:ext cx="20087828" cy="4484396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1093932" y="1968913"/>
            <a:ext cx="1811020" cy="2571750"/>
            <a:chOff x="11093932" y="1968913"/>
            <a:chExt cx="1811020" cy="2571750"/>
          </a:xfrm>
        </p:grpSpPr>
        <p:sp>
          <p:nvSpPr>
            <p:cNvPr id="4" name="object 4" descr=""/>
            <p:cNvSpPr/>
            <p:nvPr/>
          </p:nvSpPr>
          <p:spPr>
            <a:xfrm>
              <a:off x="11827974" y="2319531"/>
              <a:ext cx="368300" cy="24765"/>
            </a:xfrm>
            <a:custGeom>
              <a:avLst/>
              <a:gdLst/>
              <a:ahLst/>
              <a:cxnLst/>
              <a:rect l="l" t="t" r="r" b="b"/>
              <a:pathLst>
                <a:path w="368300" h="24764">
                  <a:moveTo>
                    <a:pt x="368009" y="0"/>
                  </a:moveTo>
                  <a:lnTo>
                    <a:pt x="0" y="0"/>
                  </a:lnTo>
                  <a:lnTo>
                    <a:pt x="0" y="24166"/>
                  </a:lnTo>
                  <a:lnTo>
                    <a:pt x="368009" y="24166"/>
                  </a:lnTo>
                  <a:lnTo>
                    <a:pt x="368009" y="0"/>
                  </a:lnTo>
                  <a:close/>
                </a:path>
              </a:pathLst>
            </a:custGeom>
            <a:solidFill>
              <a:srgbClr val="88B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827974" y="2319531"/>
              <a:ext cx="368300" cy="24765"/>
            </a:xfrm>
            <a:custGeom>
              <a:avLst/>
              <a:gdLst/>
              <a:ahLst/>
              <a:cxnLst/>
              <a:rect l="l" t="t" r="r" b="b"/>
              <a:pathLst>
                <a:path w="368300" h="24764">
                  <a:moveTo>
                    <a:pt x="368009" y="24166"/>
                  </a:moveTo>
                  <a:lnTo>
                    <a:pt x="0" y="24166"/>
                  </a:lnTo>
                  <a:lnTo>
                    <a:pt x="0" y="0"/>
                  </a:lnTo>
                  <a:lnTo>
                    <a:pt x="368009" y="0"/>
                  </a:lnTo>
                  <a:lnTo>
                    <a:pt x="368009" y="2416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827974" y="2379655"/>
              <a:ext cx="368300" cy="24765"/>
            </a:xfrm>
            <a:custGeom>
              <a:avLst/>
              <a:gdLst/>
              <a:ahLst/>
              <a:cxnLst/>
              <a:rect l="l" t="t" r="r" b="b"/>
              <a:pathLst>
                <a:path w="368300" h="24764">
                  <a:moveTo>
                    <a:pt x="368009" y="0"/>
                  </a:moveTo>
                  <a:lnTo>
                    <a:pt x="0" y="0"/>
                  </a:lnTo>
                  <a:lnTo>
                    <a:pt x="0" y="24166"/>
                  </a:lnTo>
                  <a:lnTo>
                    <a:pt x="368009" y="24166"/>
                  </a:lnTo>
                  <a:lnTo>
                    <a:pt x="368009" y="0"/>
                  </a:lnTo>
                  <a:close/>
                </a:path>
              </a:pathLst>
            </a:custGeom>
            <a:solidFill>
              <a:srgbClr val="88B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827974" y="2379655"/>
              <a:ext cx="368300" cy="24765"/>
            </a:xfrm>
            <a:custGeom>
              <a:avLst/>
              <a:gdLst/>
              <a:ahLst/>
              <a:cxnLst/>
              <a:rect l="l" t="t" r="r" b="b"/>
              <a:pathLst>
                <a:path w="368300" h="24764">
                  <a:moveTo>
                    <a:pt x="368009" y="24166"/>
                  </a:moveTo>
                  <a:lnTo>
                    <a:pt x="0" y="24166"/>
                  </a:lnTo>
                  <a:lnTo>
                    <a:pt x="0" y="0"/>
                  </a:lnTo>
                  <a:lnTo>
                    <a:pt x="368009" y="0"/>
                  </a:lnTo>
                  <a:lnTo>
                    <a:pt x="368009" y="2416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999896" y="2323280"/>
              <a:ext cx="24765" cy="2207895"/>
            </a:xfrm>
            <a:custGeom>
              <a:avLst/>
              <a:gdLst/>
              <a:ahLst/>
              <a:cxnLst/>
              <a:rect l="l" t="t" r="r" b="b"/>
              <a:pathLst>
                <a:path w="24765" h="2207895">
                  <a:moveTo>
                    <a:pt x="24166" y="0"/>
                  </a:moveTo>
                  <a:lnTo>
                    <a:pt x="0" y="0"/>
                  </a:lnTo>
                  <a:lnTo>
                    <a:pt x="0" y="2207283"/>
                  </a:lnTo>
                  <a:lnTo>
                    <a:pt x="24166" y="2207283"/>
                  </a:lnTo>
                  <a:lnTo>
                    <a:pt x="24166" y="0"/>
                  </a:lnTo>
                  <a:close/>
                </a:path>
              </a:pathLst>
            </a:custGeom>
            <a:solidFill>
              <a:srgbClr val="88B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999896" y="2323280"/>
              <a:ext cx="24765" cy="2207895"/>
            </a:xfrm>
            <a:custGeom>
              <a:avLst/>
              <a:gdLst/>
              <a:ahLst/>
              <a:cxnLst/>
              <a:rect l="l" t="t" r="r" b="b"/>
              <a:pathLst>
                <a:path w="24765" h="2207895">
                  <a:moveTo>
                    <a:pt x="24166" y="2207283"/>
                  </a:moveTo>
                  <a:lnTo>
                    <a:pt x="0" y="2207283"/>
                  </a:lnTo>
                  <a:lnTo>
                    <a:pt x="0" y="0"/>
                  </a:lnTo>
                  <a:lnTo>
                    <a:pt x="24166" y="0"/>
                  </a:lnTo>
                  <a:lnTo>
                    <a:pt x="24166" y="220728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93932" y="1968913"/>
              <a:ext cx="1810671" cy="2571181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16238760" y="4291481"/>
            <a:ext cx="3498850" cy="3378200"/>
            <a:chOff x="16238760" y="4291481"/>
            <a:chExt cx="3498850" cy="3378200"/>
          </a:xfrm>
        </p:grpSpPr>
        <p:sp>
          <p:nvSpPr>
            <p:cNvPr id="12" name="object 12" descr=""/>
            <p:cNvSpPr/>
            <p:nvPr/>
          </p:nvSpPr>
          <p:spPr>
            <a:xfrm>
              <a:off x="17202491" y="4750933"/>
              <a:ext cx="484505" cy="32384"/>
            </a:xfrm>
            <a:custGeom>
              <a:avLst/>
              <a:gdLst/>
              <a:ahLst/>
              <a:cxnLst/>
              <a:rect l="l" t="t" r="r" b="b"/>
              <a:pathLst>
                <a:path w="484505" h="32385">
                  <a:moveTo>
                    <a:pt x="483985" y="31779"/>
                  </a:moveTo>
                  <a:lnTo>
                    <a:pt x="0" y="31779"/>
                  </a:lnTo>
                  <a:lnTo>
                    <a:pt x="0" y="0"/>
                  </a:lnTo>
                  <a:lnTo>
                    <a:pt x="483985" y="0"/>
                  </a:lnTo>
                  <a:lnTo>
                    <a:pt x="483985" y="3177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7202491" y="4830009"/>
              <a:ext cx="484505" cy="32384"/>
            </a:xfrm>
            <a:custGeom>
              <a:avLst/>
              <a:gdLst/>
              <a:ahLst/>
              <a:cxnLst/>
              <a:rect l="l" t="t" r="r" b="b"/>
              <a:pathLst>
                <a:path w="484505" h="32385">
                  <a:moveTo>
                    <a:pt x="483985" y="0"/>
                  </a:moveTo>
                  <a:lnTo>
                    <a:pt x="0" y="0"/>
                  </a:lnTo>
                  <a:lnTo>
                    <a:pt x="0" y="31779"/>
                  </a:lnTo>
                  <a:lnTo>
                    <a:pt x="483985" y="31779"/>
                  </a:lnTo>
                  <a:lnTo>
                    <a:pt x="483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7202491" y="4830009"/>
              <a:ext cx="484505" cy="32384"/>
            </a:xfrm>
            <a:custGeom>
              <a:avLst/>
              <a:gdLst/>
              <a:ahLst/>
              <a:cxnLst/>
              <a:rect l="l" t="t" r="r" b="b"/>
              <a:pathLst>
                <a:path w="484505" h="32385">
                  <a:moveTo>
                    <a:pt x="483985" y="31779"/>
                  </a:moveTo>
                  <a:lnTo>
                    <a:pt x="0" y="31779"/>
                  </a:lnTo>
                  <a:lnTo>
                    <a:pt x="0" y="0"/>
                  </a:lnTo>
                  <a:lnTo>
                    <a:pt x="483985" y="0"/>
                  </a:lnTo>
                  <a:lnTo>
                    <a:pt x="483985" y="3177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7428589" y="4755876"/>
              <a:ext cx="32384" cy="2903220"/>
            </a:xfrm>
            <a:custGeom>
              <a:avLst/>
              <a:gdLst/>
              <a:ahLst/>
              <a:cxnLst/>
              <a:rect l="l" t="t" r="r" b="b"/>
              <a:pathLst>
                <a:path w="32384" h="2903220">
                  <a:moveTo>
                    <a:pt x="31779" y="0"/>
                  </a:moveTo>
                  <a:lnTo>
                    <a:pt x="0" y="0"/>
                  </a:lnTo>
                  <a:lnTo>
                    <a:pt x="0" y="2902895"/>
                  </a:lnTo>
                  <a:lnTo>
                    <a:pt x="31779" y="2902895"/>
                  </a:lnTo>
                  <a:lnTo>
                    <a:pt x="317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7428589" y="4755876"/>
              <a:ext cx="32384" cy="2903220"/>
            </a:xfrm>
            <a:custGeom>
              <a:avLst/>
              <a:gdLst/>
              <a:ahLst/>
              <a:cxnLst/>
              <a:rect l="l" t="t" r="r" b="b"/>
              <a:pathLst>
                <a:path w="32384" h="2903220">
                  <a:moveTo>
                    <a:pt x="31779" y="2902895"/>
                  </a:moveTo>
                  <a:lnTo>
                    <a:pt x="0" y="2902895"/>
                  </a:lnTo>
                  <a:lnTo>
                    <a:pt x="0" y="0"/>
                  </a:lnTo>
                  <a:lnTo>
                    <a:pt x="31779" y="0"/>
                  </a:lnTo>
                  <a:lnTo>
                    <a:pt x="31779" y="2902895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6291911" y="5182240"/>
              <a:ext cx="2287905" cy="32384"/>
            </a:xfrm>
            <a:custGeom>
              <a:avLst/>
              <a:gdLst/>
              <a:ahLst/>
              <a:cxnLst/>
              <a:rect l="l" t="t" r="r" b="b"/>
              <a:pathLst>
                <a:path w="2287905" h="32385">
                  <a:moveTo>
                    <a:pt x="2287909" y="0"/>
                  </a:moveTo>
                  <a:lnTo>
                    <a:pt x="0" y="0"/>
                  </a:lnTo>
                  <a:lnTo>
                    <a:pt x="0" y="31779"/>
                  </a:lnTo>
                  <a:lnTo>
                    <a:pt x="2287909" y="31779"/>
                  </a:lnTo>
                  <a:lnTo>
                    <a:pt x="2287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6291911" y="5182240"/>
              <a:ext cx="2287905" cy="32384"/>
            </a:xfrm>
            <a:custGeom>
              <a:avLst/>
              <a:gdLst/>
              <a:ahLst/>
              <a:cxnLst/>
              <a:rect l="l" t="t" r="r" b="b"/>
              <a:pathLst>
                <a:path w="2287905" h="32385">
                  <a:moveTo>
                    <a:pt x="2287909" y="31779"/>
                  </a:moveTo>
                  <a:lnTo>
                    <a:pt x="0" y="31779"/>
                  </a:lnTo>
                  <a:lnTo>
                    <a:pt x="0" y="0"/>
                  </a:lnTo>
                  <a:lnTo>
                    <a:pt x="2287909" y="0"/>
                  </a:lnTo>
                  <a:lnTo>
                    <a:pt x="2287909" y="3177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49694" y="4291481"/>
              <a:ext cx="1804039" cy="3378173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6243996" y="4854624"/>
              <a:ext cx="2367915" cy="334010"/>
            </a:xfrm>
            <a:custGeom>
              <a:avLst/>
              <a:gdLst/>
              <a:ahLst/>
              <a:cxnLst/>
              <a:rect l="l" t="t" r="r" b="b"/>
              <a:pathLst>
                <a:path w="2367915" h="334010">
                  <a:moveTo>
                    <a:pt x="1384345" y="0"/>
                  </a:moveTo>
                  <a:lnTo>
                    <a:pt x="1380638" y="10931"/>
                  </a:lnTo>
                  <a:lnTo>
                    <a:pt x="2297490" y="321843"/>
                  </a:lnTo>
                  <a:lnTo>
                    <a:pt x="72751" y="321843"/>
                  </a:lnTo>
                  <a:lnTo>
                    <a:pt x="1023047" y="12659"/>
                  </a:lnTo>
                  <a:lnTo>
                    <a:pt x="1019466" y="1685"/>
                  </a:lnTo>
                  <a:lnTo>
                    <a:pt x="0" y="333382"/>
                  </a:lnTo>
                  <a:lnTo>
                    <a:pt x="2367435" y="333382"/>
                  </a:lnTo>
                  <a:lnTo>
                    <a:pt x="13843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6243996" y="4854624"/>
              <a:ext cx="2367915" cy="334010"/>
            </a:xfrm>
            <a:custGeom>
              <a:avLst/>
              <a:gdLst/>
              <a:ahLst/>
              <a:cxnLst/>
              <a:rect l="l" t="t" r="r" b="b"/>
              <a:pathLst>
                <a:path w="2367915" h="334010">
                  <a:moveTo>
                    <a:pt x="2367435" y="333382"/>
                  </a:moveTo>
                  <a:lnTo>
                    <a:pt x="0" y="333382"/>
                  </a:lnTo>
                  <a:lnTo>
                    <a:pt x="1019466" y="1685"/>
                  </a:lnTo>
                  <a:lnTo>
                    <a:pt x="1023047" y="12659"/>
                  </a:lnTo>
                  <a:lnTo>
                    <a:pt x="72751" y="321843"/>
                  </a:lnTo>
                  <a:lnTo>
                    <a:pt x="2297490" y="321843"/>
                  </a:lnTo>
                  <a:lnTo>
                    <a:pt x="1380638" y="10931"/>
                  </a:lnTo>
                  <a:lnTo>
                    <a:pt x="1384345" y="0"/>
                  </a:lnTo>
                  <a:lnTo>
                    <a:pt x="2367435" y="33338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6279500" y="5176540"/>
              <a:ext cx="971550" cy="159385"/>
            </a:xfrm>
            <a:custGeom>
              <a:avLst/>
              <a:gdLst/>
              <a:ahLst/>
              <a:cxnLst/>
              <a:rect l="l" t="t" r="r" b="b"/>
              <a:pathLst>
                <a:path w="971550" h="159385">
                  <a:moveTo>
                    <a:pt x="1738" y="0"/>
                  </a:moveTo>
                  <a:lnTo>
                    <a:pt x="0" y="11402"/>
                  </a:lnTo>
                  <a:lnTo>
                    <a:pt x="969593" y="159230"/>
                  </a:lnTo>
                  <a:lnTo>
                    <a:pt x="971331" y="147827"/>
                  </a:lnTo>
                  <a:lnTo>
                    <a:pt x="1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6279500" y="5176540"/>
              <a:ext cx="971550" cy="159385"/>
            </a:xfrm>
            <a:custGeom>
              <a:avLst/>
              <a:gdLst/>
              <a:ahLst/>
              <a:cxnLst/>
              <a:rect l="l" t="t" r="r" b="b"/>
              <a:pathLst>
                <a:path w="971550" h="159385">
                  <a:moveTo>
                    <a:pt x="969593" y="159230"/>
                  </a:moveTo>
                  <a:lnTo>
                    <a:pt x="0" y="11402"/>
                  </a:lnTo>
                  <a:lnTo>
                    <a:pt x="1738" y="0"/>
                  </a:lnTo>
                  <a:lnTo>
                    <a:pt x="971331" y="147827"/>
                  </a:lnTo>
                  <a:lnTo>
                    <a:pt x="969593" y="15923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7639110" y="5176541"/>
              <a:ext cx="938530" cy="159385"/>
            </a:xfrm>
            <a:custGeom>
              <a:avLst/>
              <a:gdLst/>
              <a:ahLst/>
              <a:cxnLst/>
              <a:rect l="l" t="t" r="r" b="b"/>
              <a:pathLst>
                <a:path w="938530" h="159385">
                  <a:moveTo>
                    <a:pt x="936442" y="0"/>
                  </a:moveTo>
                  <a:lnTo>
                    <a:pt x="0" y="147691"/>
                  </a:lnTo>
                  <a:lnTo>
                    <a:pt x="1800" y="159094"/>
                  </a:lnTo>
                  <a:lnTo>
                    <a:pt x="938243" y="11402"/>
                  </a:lnTo>
                  <a:lnTo>
                    <a:pt x="9364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7639110" y="5176541"/>
              <a:ext cx="938530" cy="159385"/>
            </a:xfrm>
            <a:custGeom>
              <a:avLst/>
              <a:gdLst/>
              <a:ahLst/>
              <a:cxnLst/>
              <a:rect l="l" t="t" r="r" b="b"/>
              <a:pathLst>
                <a:path w="938530" h="159385">
                  <a:moveTo>
                    <a:pt x="1800" y="159094"/>
                  </a:moveTo>
                  <a:lnTo>
                    <a:pt x="0" y="147691"/>
                  </a:lnTo>
                  <a:lnTo>
                    <a:pt x="936442" y="0"/>
                  </a:lnTo>
                  <a:lnTo>
                    <a:pt x="938243" y="11402"/>
                  </a:lnTo>
                  <a:lnTo>
                    <a:pt x="1800" y="15909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38862" y="5182780"/>
              <a:ext cx="73882" cy="173157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42880" y="5182900"/>
              <a:ext cx="73882" cy="173157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6554414" y="5561012"/>
              <a:ext cx="1794510" cy="333375"/>
            </a:xfrm>
            <a:custGeom>
              <a:avLst/>
              <a:gdLst/>
              <a:ahLst/>
              <a:cxnLst/>
              <a:rect l="l" t="t" r="r" b="b"/>
              <a:pathLst>
                <a:path w="1794509" h="333375">
                  <a:moveTo>
                    <a:pt x="1074490" y="0"/>
                  </a:moveTo>
                  <a:lnTo>
                    <a:pt x="1069642" y="10481"/>
                  </a:lnTo>
                  <a:lnTo>
                    <a:pt x="1741999" y="321613"/>
                  </a:lnTo>
                  <a:lnTo>
                    <a:pt x="51893" y="321613"/>
                  </a:lnTo>
                  <a:lnTo>
                    <a:pt x="713287" y="12167"/>
                  </a:lnTo>
                  <a:lnTo>
                    <a:pt x="708397" y="1717"/>
                  </a:lnTo>
                  <a:lnTo>
                    <a:pt x="0" y="333152"/>
                  </a:lnTo>
                  <a:lnTo>
                    <a:pt x="1794406" y="333152"/>
                  </a:lnTo>
                  <a:lnTo>
                    <a:pt x="1074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6554414" y="5561012"/>
              <a:ext cx="1794510" cy="333375"/>
            </a:xfrm>
            <a:custGeom>
              <a:avLst/>
              <a:gdLst/>
              <a:ahLst/>
              <a:cxnLst/>
              <a:rect l="l" t="t" r="r" b="b"/>
              <a:pathLst>
                <a:path w="1794509" h="333375">
                  <a:moveTo>
                    <a:pt x="1794406" y="333152"/>
                  </a:moveTo>
                  <a:lnTo>
                    <a:pt x="0" y="333152"/>
                  </a:lnTo>
                  <a:lnTo>
                    <a:pt x="708397" y="1717"/>
                  </a:lnTo>
                  <a:lnTo>
                    <a:pt x="713287" y="12167"/>
                  </a:lnTo>
                  <a:lnTo>
                    <a:pt x="51893" y="321613"/>
                  </a:lnTo>
                  <a:lnTo>
                    <a:pt x="1741999" y="321613"/>
                  </a:lnTo>
                  <a:lnTo>
                    <a:pt x="1069642" y="10481"/>
                  </a:lnTo>
                  <a:lnTo>
                    <a:pt x="1074490" y="0"/>
                  </a:lnTo>
                  <a:lnTo>
                    <a:pt x="1794406" y="33315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6579112" y="5882760"/>
              <a:ext cx="643255" cy="153035"/>
            </a:xfrm>
            <a:custGeom>
              <a:avLst/>
              <a:gdLst/>
              <a:ahLst/>
              <a:cxnLst/>
              <a:rect l="l" t="t" r="r" b="b"/>
              <a:pathLst>
                <a:path w="643255" h="153035">
                  <a:moveTo>
                    <a:pt x="2492" y="0"/>
                  </a:moveTo>
                  <a:lnTo>
                    <a:pt x="0" y="11266"/>
                  </a:lnTo>
                  <a:lnTo>
                    <a:pt x="640189" y="152937"/>
                  </a:lnTo>
                  <a:lnTo>
                    <a:pt x="642682" y="141671"/>
                  </a:lnTo>
                  <a:lnTo>
                    <a:pt x="2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6579112" y="5882760"/>
              <a:ext cx="643255" cy="153035"/>
            </a:xfrm>
            <a:custGeom>
              <a:avLst/>
              <a:gdLst/>
              <a:ahLst/>
              <a:cxnLst/>
              <a:rect l="l" t="t" r="r" b="b"/>
              <a:pathLst>
                <a:path w="643255" h="153035">
                  <a:moveTo>
                    <a:pt x="640189" y="152937"/>
                  </a:moveTo>
                  <a:lnTo>
                    <a:pt x="0" y="11266"/>
                  </a:lnTo>
                  <a:lnTo>
                    <a:pt x="2492" y="0"/>
                  </a:lnTo>
                  <a:lnTo>
                    <a:pt x="642682" y="141671"/>
                  </a:lnTo>
                  <a:lnTo>
                    <a:pt x="640189" y="15293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7665803" y="5882757"/>
              <a:ext cx="658495" cy="153670"/>
            </a:xfrm>
            <a:custGeom>
              <a:avLst/>
              <a:gdLst/>
              <a:ahLst/>
              <a:cxnLst/>
              <a:rect l="l" t="t" r="r" b="b"/>
              <a:pathLst>
                <a:path w="658494" h="153670">
                  <a:moveTo>
                    <a:pt x="655592" y="0"/>
                  </a:moveTo>
                  <a:lnTo>
                    <a:pt x="0" y="142079"/>
                  </a:lnTo>
                  <a:lnTo>
                    <a:pt x="2450" y="153346"/>
                  </a:lnTo>
                  <a:lnTo>
                    <a:pt x="658042" y="11277"/>
                  </a:lnTo>
                  <a:lnTo>
                    <a:pt x="6555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7665803" y="5882757"/>
              <a:ext cx="658495" cy="153670"/>
            </a:xfrm>
            <a:custGeom>
              <a:avLst/>
              <a:gdLst/>
              <a:ahLst/>
              <a:cxnLst/>
              <a:rect l="l" t="t" r="r" b="b"/>
              <a:pathLst>
                <a:path w="658494" h="153670">
                  <a:moveTo>
                    <a:pt x="2450" y="153346"/>
                  </a:moveTo>
                  <a:lnTo>
                    <a:pt x="0" y="142079"/>
                  </a:lnTo>
                  <a:lnTo>
                    <a:pt x="655592" y="0"/>
                  </a:lnTo>
                  <a:lnTo>
                    <a:pt x="658042" y="11277"/>
                  </a:lnTo>
                  <a:lnTo>
                    <a:pt x="2450" y="15334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6554930" y="5893928"/>
              <a:ext cx="52069" cy="133350"/>
            </a:xfrm>
            <a:custGeom>
              <a:avLst/>
              <a:gdLst/>
              <a:ahLst/>
              <a:cxnLst/>
              <a:rect l="l" t="t" r="r" b="b"/>
              <a:pathLst>
                <a:path w="52069" h="133350">
                  <a:moveTo>
                    <a:pt x="51768" y="0"/>
                  </a:moveTo>
                  <a:lnTo>
                    <a:pt x="0" y="0"/>
                  </a:lnTo>
                  <a:lnTo>
                    <a:pt x="0" y="106939"/>
                  </a:lnTo>
                  <a:lnTo>
                    <a:pt x="2034" y="117013"/>
                  </a:lnTo>
                  <a:lnTo>
                    <a:pt x="7582" y="125240"/>
                  </a:lnTo>
                  <a:lnTo>
                    <a:pt x="15809" y="130788"/>
                  </a:lnTo>
                  <a:lnTo>
                    <a:pt x="25884" y="132823"/>
                  </a:lnTo>
                  <a:lnTo>
                    <a:pt x="35958" y="130788"/>
                  </a:lnTo>
                  <a:lnTo>
                    <a:pt x="44185" y="125240"/>
                  </a:lnTo>
                  <a:lnTo>
                    <a:pt x="49733" y="117013"/>
                  </a:lnTo>
                  <a:lnTo>
                    <a:pt x="51768" y="106939"/>
                  </a:lnTo>
                  <a:lnTo>
                    <a:pt x="517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6554930" y="5893928"/>
              <a:ext cx="52069" cy="133350"/>
            </a:xfrm>
            <a:custGeom>
              <a:avLst/>
              <a:gdLst/>
              <a:ahLst/>
              <a:cxnLst/>
              <a:rect l="l" t="t" r="r" b="b"/>
              <a:pathLst>
                <a:path w="52069" h="133350">
                  <a:moveTo>
                    <a:pt x="25884" y="132823"/>
                  </a:moveTo>
                  <a:lnTo>
                    <a:pt x="15809" y="130788"/>
                  </a:lnTo>
                  <a:lnTo>
                    <a:pt x="7582" y="125240"/>
                  </a:lnTo>
                  <a:lnTo>
                    <a:pt x="2034" y="117013"/>
                  </a:lnTo>
                  <a:lnTo>
                    <a:pt x="0" y="106939"/>
                  </a:lnTo>
                  <a:lnTo>
                    <a:pt x="0" y="0"/>
                  </a:lnTo>
                  <a:lnTo>
                    <a:pt x="51768" y="0"/>
                  </a:lnTo>
                  <a:lnTo>
                    <a:pt x="51768" y="106939"/>
                  </a:lnTo>
                  <a:lnTo>
                    <a:pt x="49733" y="117013"/>
                  </a:lnTo>
                  <a:lnTo>
                    <a:pt x="44185" y="125240"/>
                  </a:lnTo>
                  <a:lnTo>
                    <a:pt x="35958" y="130788"/>
                  </a:lnTo>
                  <a:lnTo>
                    <a:pt x="25884" y="13282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8296733" y="5893928"/>
              <a:ext cx="52069" cy="133350"/>
            </a:xfrm>
            <a:custGeom>
              <a:avLst/>
              <a:gdLst/>
              <a:ahLst/>
              <a:cxnLst/>
              <a:rect l="l" t="t" r="r" b="b"/>
              <a:pathLst>
                <a:path w="52069" h="133350">
                  <a:moveTo>
                    <a:pt x="51768" y="0"/>
                  </a:moveTo>
                  <a:lnTo>
                    <a:pt x="0" y="0"/>
                  </a:lnTo>
                  <a:lnTo>
                    <a:pt x="0" y="106939"/>
                  </a:lnTo>
                  <a:lnTo>
                    <a:pt x="2034" y="117013"/>
                  </a:lnTo>
                  <a:lnTo>
                    <a:pt x="7582" y="125240"/>
                  </a:lnTo>
                  <a:lnTo>
                    <a:pt x="15809" y="130788"/>
                  </a:lnTo>
                  <a:lnTo>
                    <a:pt x="25884" y="132823"/>
                  </a:lnTo>
                  <a:lnTo>
                    <a:pt x="35958" y="130788"/>
                  </a:lnTo>
                  <a:lnTo>
                    <a:pt x="44185" y="125240"/>
                  </a:lnTo>
                  <a:lnTo>
                    <a:pt x="49733" y="117013"/>
                  </a:lnTo>
                  <a:lnTo>
                    <a:pt x="51768" y="106939"/>
                  </a:lnTo>
                  <a:lnTo>
                    <a:pt x="517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8296733" y="5893928"/>
              <a:ext cx="52069" cy="133350"/>
            </a:xfrm>
            <a:custGeom>
              <a:avLst/>
              <a:gdLst/>
              <a:ahLst/>
              <a:cxnLst/>
              <a:rect l="l" t="t" r="r" b="b"/>
              <a:pathLst>
                <a:path w="52069" h="133350">
                  <a:moveTo>
                    <a:pt x="25884" y="132823"/>
                  </a:moveTo>
                  <a:lnTo>
                    <a:pt x="15809" y="130788"/>
                  </a:lnTo>
                  <a:lnTo>
                    <a:pt x="7582" y="125240"/>
                  </a:lnTo>
                  <a:lnTo>
                    <a:pt x="2034" y="117013"/>
                  </a:lnTo>
                  <a:lnTo>
                    <a:pt x="0" y="106939"/>
                  </a:lnTo>
                  <a:lnTo>
                    <a:pt x="0" y="0"/>
                  </a:lnTo>
                  <a:lnTo>
                    <a:pt x="51768" y="0"/>
                  </a:lnTo>
                  <a:lnTo>
                    <a:pt x="51768" y="106939"/>
                  </a:lnTo>
                  <a:lnTo>
                    <a:pt x="49733" y="117013"/>
                  </a:lnTo>
                  <a:lnTo>
                    <a:pt x="44185" y="125240"/>
                  </a:lnTo>
                  <a:lnTo>
                    <a:pt x="35958" y="130788"/>
                  </a:lnTo>
                  <a:lnTo>
                    <a:pt x="25884" y="13282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429749" y="5814147"/>
              <a:ext cx="1307552" cy="1855505"/>
            </a:xfrm>
            <a:prstGeom prst="rect">
              <a:avLst/>
            </a:prstGeom>
          </p:spPr>
        </p:pic>
      </p:grpSp>
      <p:pic>
        <p:nvPicPr>
          <p:cNvPr id="39" name="object 3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14342" y="4101529"/>
            <a:ext cx="990218" cy="1404112"/>
          </a:xfrm>
          <a:prstGeom prst="rect">
            <a:avLst/>
          </a:prstGeom>
        </p:spPr>
      </p:pic>
      <p:grpSp>
        <p:nvGrpSpPr>
          <p:cNvPr id="40" name="object 40" descr=""/>
          <p:cNvGrpSpPr/>
          <p:nvPr/>
        </p:nvGrpSpPr>
        <p:grpSpPr>
          <a:xfrm>
            <a:off x="4929871" y="3577529"/>
            <a:ext cx="266065" cy="3797935"/>
            <a:chOff x="4929871" y="3577529"/>
            <a:chExt cx="266065" cy="3797935"/>
          </a:xfrm>
        </p:grpSpPr>
        <p:sp>
          <p:nvSpPr>
            <p:cNvPr id="41" name="object 41" descr=""/>
            <p:cNvSpPr/>
            <p:nvPr/>
          </p:nvSpPr>
          <p:spPr>
            <a:xfrm>
              <a:off x="4947697" y="3582765"/>
              <a:ext cx="230504" cy="3135630"/>
            </a:xfrm>
            <a:custGeom>
              <a:avLst/>
              <a:gdLst/>
              <a:ahLst/>
              <a:cxnLst/>
              <a:rect l="l" t="t" r="r" b="b"/>
              <a:pathLst>
                <a:path w="230504" h="3135629">
                  <a:moveTo>
                    <a:pt x="163010" y="0"/>
                  </a:moveTo>
                  <a:lnTo>
                    <a:pt x="67149" y="0"/>
                  </a:lnTo>
                  <a:lnTo>
                    <a:pt x="0" y="3135569"/>
                  </a:lnTo>
                  <a:lnTo>
                    <a:pt x="230160" y="3135569"/>
                  </a:lnTo>
                  <a:lnTo>
                    <a:pt x="163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947697" y="3582765"/>
              <a:ext cx="230504" cy="3135630"/>
            </a:xfrm>
            <a:custGeom>
              <a:avLst/>
              <a:gdLst/>
              <a:ahLst/>
              <a:cxnLst/>
              <a:rect l="l" t="t" r="r" b="b"/>
              <a:pathLst>
                <a:path w="230504" h="3135629">
                  <a:moveTo>
                    <a:pt x="163010" y="0"/>
                  </a:moveTo>
                  <a:lnTo>
                    <a:pt x="67149" y="0"/>
                  </a:lnTo>
                  <a:lnTo>
                    <a:pt x="0" y="3135569"/>
                  </a:lnTo>
                  <a:lnTo>
                    <a:pt x="230160" y="3135569"/>
                  </a:lnTo>
                  <a:lnTo>
                    <a:pt x="16301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935107" y="6718329"/>
              <a:ext cx="255904" cy="652145"/>
            </a:xfrm>
            <a:custGeom>
              <a:avLst/>
              <a:gdLst/>
              <a:ahLst/>
              <a:cxnLst/>
              <a:rect l="l" t="t" r="r" b="b"/>
              <a:pathLst>
                <a:path w="255904" h="652145">
                  <a:moveTo>
                    <a:pt x="242757" y="0"/>
                  </a:moveTo>
                  <a:lnTo>
                    <a:pt x="12586" y="0"/>
                  </a:lnTo>
                  <a:lnTo>
                    <a:pt x="0" y="587887"/>
                  </a:lnTo>
                  <a:lnTo>
                    <a:pt x="4493" y="612642"/>
                  </a:lnTo>
                  <a:lnTo>
                    <a:pt x="17732" y="632941"/>
                  </a:lnTo>
                  <a:lnTo>
                    <a:pt x="37653" y="646671"/>
                  </a:lnTo>
                  <a:lnTo>
                    <a:pt x="62197" y="651718"/>
                  </a:lnTo>
                  <a:lnTo>
                    <a:pt x="193135" y="651718"/>
                  </a:lnTo>
                  <a:lnTo>
                    <a:pt x="217680" y="646671"/>
                  </a:lnTo>
                  <a:lnTo>
                    <a:pt x="237605" y="632941"/>
                  </a:lnTo>
                  <a:lnTo>
                    <a:pt x="250847" y="612642"/>
                  </a:lnTo>
                  <a:lnTo>
                    <a:pt x="255343" y="587887"/>
                  </a:lnTo>
                  <a:lnTo>
                    <a:pt x="24275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935107" y="6718329"/>
              <a:ext cx="255904" cy="652145"/>
            </a:xfrm>
            <a:custGeom>
              <a:avLst/>
              <a:gdLst/>
              <a:ahLst/>
              <a:cxnLst/>
              <a:rect l="l" t="t" r="r" b="b"/>
              <a:pathLst>
                <a:path w="255904" h="652145">
                  <a:moveTo>
                    <a:pt x="12586" y="0"/>
                  </a:moveTo>
                  <a:lnTo>
                    <a:pt x="0" y="587887"/>
                  </a:lnTo>
                  <a:lnTo>
                    <a:pt x="4493" y="612642"/>
                  </a:lnTo>
                  <a:lnTo>
                    <a:pt x="17732" y="632941"/>
                  </a:lnTo>
                  <a:lnTo>
                    <a:pt x="37653" y="646671"/>
                  </a:lnTo>
                  <a:lnTo>
                    <a:pt x="62197" y="651718"/>
                  </a:lnTo>
                  <a:lnTo>
                    <a:pt x="193135" y="651718"/>
                  </a:lnTo>
                  <a:lnTo>
                    <a:pt x="217680" y="646671"/>
                  </a:lnTo>
                  <a:lnTo>
                    <a:pt x="237605" y="632941"/>
                  </a:lnTo>
                  <a:lnTo>
                    <a:pt x="250847" y="612642"/>
                  </a:lnTo>
                  <a:lnTo>
                    <a:pt x="255343" y="587887"/>
                  </a:lnTo>
                  <a:lnTo>
                    <a:pt x="242757" y="0"/>
                  </a:lnTo>
                  <a:lnTo>
                    <a:pt x="12586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4953941" y="2314286"/>
            <a:ext cx="222885" cy="1273175"/>
            <a:chOff x="4953941" y="2314286"/>
            <a:chExt cx="222885" cy="1273175"/>
          </a:xfrm>
        </p:grpSpPr>
        <p:sp>
          <p:nvSpPr>
            <p:cNvPr id="46" name="object 46" descr=""/>
            <p:cNvSpPr/>
            <p:nvPr/>
          </p:nvSpPr>
          <p:spPr>
            <a:xfrm>
              <a:off x="5016772" y="2319522"/>
              <a:ext cx="96520" cy="381635"/>
            </a:xfrm>
            <a:custGeom>
              <a:avLst/>
              <a:gdLst/>
              <a:ahLst/>
              <a:cxnLst/>
              <a:rect l="l" t="t" r="r" b="b"/>
              <a:pathLst>
                <a:path w="96520" h="381635">
                  <a:moveTo>
                    <a:pt x="48270" y="0"/>
                  </a:moveTo>
                  <a:lnTo>
                    <a:pt x="0" y="381087"/>
                  </a:lnTo>
                  <a:lnTo>
                    <a:pt x="96300" y="381087"/>
                  </a:lnTo>
                  <a:lnTo>
                    <a:pt x="64636" y="22973"/>
                  </a:lnTo>
                  <a:lnTo>
                    <a:pt x="4827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016772" y="2319522"/>
              <a:ext cx="96520" cy="381635"/>
            </a:xfrm>
            <a:custGeom>
              <a:avLst/>
              <a:gdLst/>
              <a:ahLst/>
              <a:cxnLst/>
              <a:rect l="l" t="t" r="r" b="b"/>
              <a:pathLst>
                <a:path w="96520" h="381635">
                  <a:moveTo>
                    <a:pt x="64636" y="22973"/>
                  </a:moveTo>
                  <a:lnTo>
                    <a:pt x="63213" y="13875"/>
                  </a:lnTo>
                  <a:lnTo>
                    <a:pt x="60388" y="6590"/>
                  </a:lnTo>
                  <a:lnTo>
                    <a:pt x="55595" y="1753"/>
                  </a:lnTo>
                  <a:lnTo>
                    <a:pt x="48270" y="0"/>
                  </a:lnTo>
                  <a:lnTo>
                    <a:pt x="40711" y="1755"/>
                  </a:lnTo>
                  <a:lnTo>
                    <a:pt x="35405" y="6596"/>
                  </a:lnTo>
                  <a:lnTo>
                    <a:pt x="32069" y="13888"/>
                  </a:lnTo>
                  <a:lnTo>
                    <a:pt x="30417" y="22994"/>
                  </a:lnTo>
                  <a:lnTo>
                    <a:pt x="0" y="381087"/>
                  </a:lnTo>
                  <a:lnTo>
                    <a:pt x="96300" y="381087"/>
                  </a:lnTo>
                  <a:lnTo>
                    <a:pt x="64636" y="2297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959176" y="2700613"/>
              <a:ext cx="212725" cy="882015"/>
            </a:xfrm>
            <a:custGeom>
              <a:avLst/>
              <a:gdLst/>
              <a:ahLst/>
              <a:cxnLst/>
              <a:rect l="l" t="t" r="r" b="b"/>
              <a:pathLst>
                <a:path w="212725" h="882014">
                  <a:moveTo>
                    <a:pt x="165302" y="128917"/>
                  </a:moveTo>
                  <a:lnTo>
                    <a:pt x="153899" y="0"/>
                  </a:lnTo>
                  <a:lnTo>
                    <a:pt x="57598" y="0"/>
                  </a:lnTo>
                  <a:lnTo>
                    <a:pt x="46645" y="128917"/>
                  </a:lnTo>
                  <a:lnTo>
                    <a:pt x="668" y="627781"/>
                  </a:lnTo>
                  <a:lnTo>
                    <a:pt x="4839" y="682864"/>
                  </a:lnTo>
                  <a:lnTo>
                    <a:pt x="78299" y="881617"/>
                  </a:lnTo>
                  <a:lnTo>
                    <a:pt x="134056" y="881617"/>
                  </a:lnTo>
                  <a:lnTo>
                    <a:pt x="201918" y="701957"/>
                  </a:lnTo>
                  <a:lnTo>
                    <a:pt x="207430" y="684332"/>
                  </a:lnTo>
                  <a:lnTo>
                    <a:pt x="210910" y="666140"/>
                  </a:lnTo>
                  <a:lnTo>
                    <a:pt x="212329" y="647601"/>
                  </a:lnTo>
                  <a:lnTo>
                    <a:pt x="211656" y="628933"/>
                  </a:lnTo>
                  <a:lnTo>
                    <a:pt x="165302" y="12891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 descr=""/>
          <p:cNvGrpSpPr/>
          <p:nvPr/>
        </p:nvGrpSpPr>
        <p:grpSpPr>
          <a:xfrm>
            <a:off x="5045668" y="3536800"/>
            <a:ext cx="1062355" cy="760730"/>
            <a:chOff x="5045668" y="3536800"/>
            <a:chExt cx="1062355" cy="760730"/>
          </a:xfrm>
        </p:grpSpPr>
        <p:sp>
          <p:nvSpPr>
            <p:cNvPr id="50" name="object 50" descr=""/>
            <p:cNvSpPr/>
            <p:nvPr/>
          </p:nvSpPr>
          <p:spPr>
            <a:xfrm>
              <a:off x="5760356" y="4028129"/>
              <a:ext cx="342265" cy="264160"/>
            </a:xfrm>
            <a:custGeom>
              <a:avLst/>
              <a:gdLst/>
              <a:ahLst/>
              <a:cxnLst/>
              <a:rect l="l" t="t" r="r" b="b"/>
              <a:pathLst>
                <a:path w="342264" h="264160">
                  <a:moveTo>
                    <a:pt x="54961" y="0"/>
                  </a:moveTo>
                  <a:lnTo>
                    <a:pt x="0" y="79432"/>
                  </a:lnTo>
                  <a:lnTo>
                    <a:pt x="310849" y="257698"/>
                  </a:lnTo>
                  <a:lnTo>
                    <a:pt x="319097" y="261717"/>
                  </a:lnTo>
                  <a:lnTo>
                    <a:pt x="326666" y="263544"/>
                  </a:lnTo>
                  <a:lnTo>
                    <a:pt x="333358" y="262351"/>
                  </a:lnTo>
                  <a:lnTo>
                    <a:pt x="338973" y="257311"/>
                  </a:lnTo>
                  <a:lnTo>
                    <a:pt x="341851" y="250076"/>
                  </a:lnTo>
                  <a:lnTo>
                    <a:pt x="340920" y="242938"/>
                  </a:lnTo>
                  <a:lnTo>
                    <a:pt x="336860" y="236027"/>
                  </a:lnTo>
                  <a:lnTo>
                    <a:pt x="330356" y="229469"/>
                  </a:lnTo>
                  <a:lnTo>
                    <a:pt x="54961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760356" y="4028129"/>
              <a:ext cx="342265" cy="264160"/>
            </a:xfrm>
            <a:custGeom>
              <a:avLst/>
              <a:gdLst/>
              <a:ahLst/>
              <a:cxnLst/>
              <a:rect l="l" t="t" r="r" b="b"/>
              <a:pathLst>
                <a:path w="342264" h="264160">
                  <a:moveTo>
                    <a:pt x="310849" y="257698"/>
                  </a:moveTo>
                  <a:lnTo>
                    <a:pt x="319097" y="261717"/>
                  </a:lnTo>
                  <a:lnTo>
                    <a:pt x="326666" y="263544"/>
                  </a:lnTo>
                  <a:lnTo>
                    <a:pt x="333358" y="262351"/>
                  </a:lnTo>
                  <a:lnTo>
                    <a:pt x="338973" y="257311"/>
                  </a:lnTo>
                  <a:lnTo>
                    <a:pt x="341851" y="250076"/>
                  </a:lnTo>
                  <a:lnTo>
                    <a:pt x="340920" y="242938"/>
                  </a:lnTo>
                  <a:lnTo>
                    <a:pt x="336860" y="236027"/>
                  </a:lnTo>
                  <a:lnTo>
                    <a:pt x="330356" y="229469"/>
                  </a:lnTo>
                  <a:lnTo>
                    <a:pt x="54961" y="0"/>
                  </a:lnTo>
                  <a:lnTo>
                    <a:pt x="0" y="79432"/>
                  </a:lnTo>
                  <a:lnTo>
                    <a:pt x="310849" y="25769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050903" y="3542035"/>
              <a:ext cx="764540" cy="565785"/>
            </a:xfrm>
            <a:custGeom>
              <a:avLst/>
              <a:gdLst/>
              <a:ahLst/>
              <a:cxnLst/>
              <a:rect l="l" t="t" r="r" b="b"/>
              <a:pathLst>
                <a:path w="764539" h="565785">
                  <a:moveTo>
                    <a:pt x="31821" y="0"/>
                  </a:moveTo>
                  <a:lnTo>
                    <a:pt x="0" y="45988"/>
                  </a:lnTo>
                  <a:lnTo>
                    <a:pt x="108153" y="204485"/>
                  </a:lnTo>
                  <a:lnTo>
                    <a:pt x="146648" y="244104"/>
                  </a:lnTo>
                  <a:lnTo>
                    <a:pt x="597542" y="501345"/>
                  </a:lnTo>
                  <a:lnTo>
                    <a:pt x="709454" y="565522"/>
                  </a:lnTo>
                  <a:lnTo>
                    <a:pt x="764416" y="486100"/>
                  </a:lnTo>
                  <a:lnTo>
                    <a:pt x="665267" y="403485"/>
                  </a:lnTo>
                  <a:lnTo>
                    <a:pt x="283656" y="80845"/>
                  </a:lnTo>
                  <a:lnTo>
                    <a:pt x="268863" y="69702"/>
                  </a:lnTo>
                  <a:lnTo>
                    <a:pt x="252993" y="60338"/>
                  </a:lnTo>
                  <a:lnTo>
                    <a:pt x="236238" y="52851"/>
                  </a:lnTo>
                  <a:lnTo>
                    <a:pt x="218789" y="47338"/>
                  </a:lnTo>
                  <a:lnTo>
                    <a:pt x="318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050903" y="3542035"/>
              <a:ext cx="764540" cy="565785"/>
            </a:xfrm>
            <a:custGeom>
              <a:avLst/>
              <a:gdLst/>
              <a:ahLst/>
              <a:cxnLst/>
              <a:rect l="l" t="t" r="r" b="b"/>
              <a:pathLst>
                <a:path w="764539" h="565785">
                  <a:moveTo>
                    <a:pt x="597542" y="501345"/>
                  </a:moveTo>
                  <a:lnTo>
                    <a:pt x="709454" y="565522"/>
                  </a:lnTo>
                  <a:lnTo>
                    <a:pt x="764416" y="486100"/>
                  </a:lnTo>
                  <a:lnTo>
                    <a:pt x="665267" y="403485"/>
                  </a:lnTo>
                  <a:lnTo>
                    <a:pt x="283656" y="80845"/>
                  </a:lnTo>
                  <a:lnTo>
                    <a:pt x="236238" y="52851"/>
                  </a:lnTo>
                  <a:lnTo>
                    <a:pt x="31821" y="0"/>
                  </a:lnTo>
                  <a:lnTo>
                    <a:pt x="0" y="45988"/>
                  </a:lnTo>
                  <a:lnTo>
                    <a:pt x="108153" y="204485"/>
                  </a:lnTo>
                  <a:lnTo>
                    <a:pt x="146648" y="244104"/>
                  </a:lnTo>
                  <a:lnTo>
                    <a:pt x="162288" y="254201"/>
                  </a:lnTo>
                  <a:lnTo>
                    <a:pt x="597542" y="501345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4010405" y="3536800"/>
            <a:ext cx="1062355" cy="760730"/>
            <a:chOff x="4010405" y="3536800"/>
            <a:chExt cx="1062355" cy="760730"/>
          </a:xfrm>
        </p:grpSpPr>
        <p:sp>
          <p:nvSpPr>
            <p:cNvPr id="55" name="object 55" descr=""/>
            <p:cNvSpPr/>
            <p:nvPr/>
          </p:nvSpPr>
          <p:spPr>
            <a:xfrm>
              <a:off x="4015641" y="4028129"/>
              <a:ext cx="342265" cy="264160"/>
            </a:xfrm>
            <a:custGeom>
              <a:avLst/>
              <a:gdLst/>
              <a:ahLst/>
              <a:cxnLst/>
              <a:rect l="l" t="t" r="r" b="b"/>
              <a:pathLst>
                <a:path w="342264" h="264160">
                  <a:moveTo>
                    <a:pt x="286890" y="0"/>
                  </a:moveTo>
                  <a:lnTo>
                    <a:pt x="11495" y="229469"/>
                  </a:lnTo>
                  <a:lnTo>
                    <a:pt x="4991" y="236027"/>
                  </a:lnTo>
                  <a:lnTo>
                    <a:pt x="931" y="242938"/>
                  </a:lnTo>
                  <a:lnTo>
                    <a:pt x="0" y="250076"/>
                  </a:lnTo>
                  <a:lnTo>
                    <a:pt x="2878" y="257311"/>
                  </a:lnTo>
                  <a:lnTo>
                    <a:pt x="8493" y="262351"/>
                  </a:lnTo>
                  <a:lnTo>
                    <a:pt x="15185" y="263544"/>
                  </a:lnTo>
                  <a:lnTo>
                    <a:pt x="22754" y="261717"/>
                  </a:lnTo>
                  <a:lnTo>
                    <a:pt x="31002" y="257698"/>
                  </a:lnTo>
                  <a:lnTo>
                    <a:pt x="341851" y="79432"/>
                  </a:lnTo>
                  <a:lnTo>
                    <a:pt x="28689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015641" y="4028129"/>
              <a:ext cx="342265" cy="264160"/>
            </a:xfrm>
            <a:custGeom>
              <a:avLst/>
              <a:gdLst/>
              <a:ahLst/>
              <a:cxnLst/>
              <a:rect l="l" t="t" r="r" b="b"/>
              <a:pathLst>
                <a:path w="342264" h="264160">
                  <a:moveTo>
                    <a:pt x="31002" y="257698"/>
                  </a:moveTo>
                  <a:lnTo>
                    <a:pt x="22754" y="261717"/>
                  </a:lnTo>
                  <a:lnTo>
                    <a:pt x="15185" y="263544"/>
                  </a:lnTo>
                  <a:lnTo>
                    <a:pt x="8493" y="262351"/>
                  </a:lnTo>
                  <a:lnTo>
                    <a:pt x="2878" y="257311"/>
                  </a:lnTo>
                  <a:lnTo>
                    <a:pt x="0" y="250076"/>
                  </a:lnTo>
                  <a:lnTo>
                    <a:pt x="931" y="242938"/>
                  </a:lnTo>
                  <a:lnTo>
                    <a:pt x="4991" y="236027"/>
                  </a:lnTo>
                  <a:lnTo>
                    <a:pt x="11495" y="229469"/>
                  </a:lnTo>
                  <a:lnTo>
                    <a:pt x="286890" y="0"/>
                  </a:lnTo>
                  <a:lnTo>
                    <a:pt x="341851" y="79432"/>
                  </a:lnTo>
                  <a:lnTo>
                    <a:pt x="31002" y="25769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302529" y="3542035"/>
              <a:ext cx="764540" cy="565785"/>
            </a:xfrm>
            <a:custGeom>
              <a:avLst/>
              <a:gdLst/>
              <a:ahLst/>
              <a:cxnLst/>
              <a:rect l="l" t="t" r="r" b="b"/>
              <a:pathLst>
                <a:path w="764539" h="565785">
                  <a:moveTo>
                    <a:pt x="732595" y="0"/>
                  </a:moveTo>
                  <a:lnTo>
                    <a:pt x="545627" y="47338"/>
                  </a:lnTo>
                  <a:lnTo>
                    <a:pt x="495553" y="69702"/>
                  </a:lnTo>
                  <a:lnTo>
                    <a:pt x="99159" y="403485"/>
                  </a:lnTo>
                  <a:lnTo>
                    <a:pt x="0" y="486100"/>
                  </a:lnTo>
                  <a:lnTo>
                    <a:pt x="54972" y="565522"/>
                  </a:lnTo>
                  <a:lnTo>
                    <a:pt x="166874" y="501345"/>
                  </a:lnTo>
                  <a:lnTo>
                    <a:pt x="602128" y="254201"/>
                  </a:lnTo>
                  <a:lnTo>
                    <a:pt x="644999" y="219095"/>
                  </a:lnTo>
                  <a:lnTo>
                    <a:pt x="764416" y="45988"/>
                  </a:lnTo>
                  <a:lnTo>
                    <a:pt x="7325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302529" y="3542035"/>
              <a:ext cx="764540" cy="565785"/>
            </a:xfrm>
            <a:custGeom>
              <a:avLst/>
              <a:gdLst/>
              <a:ahLst/>
              <a:cxnLst/>
              <a:rect l="l" t="t" r="r" b="b"/>
              <a:pathLst>
                <a:path w="764539" h="565785">
                  <a:moveTo>
                    <a:pt x="166874" y="501345"/>
                  </a:moveTo>
                  <a:lnTo>
                    <a:pt x="54972" y="565522"/>
                  </a:lnTo>
                  <a:lnTo>
                    <a:pt x="0" y="486100"/>
                  </a:lnTo>
                  <a:lnTo>
                    <a:pt x="99159" y="403485"/>
                  </a:lnTo>
                  <a:lnTo>
                    <a:pt x="480760" y="80845"/>
                  </a:lnTo>
                  <a:lnTo>
                    <a:pt x="528178" y="52851"/>
                  </a:lnTo>
                  <a:lnTo>
                    <a:pt x="732595" y="0"/>
                  </a:lnTo>
                  <a:lnTo>
                    <a:pt x="764416" y="45988"/>
                  </a:lnTo>
                  <a:lnTo>
                    <a:pt x="656262" y="204485"/>
                  </a:lnTo>
                  <a:lnTo>
                    <a:pt x="617768" y="244104"/>
                  </a:lnTo>
                  <a:lnTo>
                    <a:pt x="602128" y="254201"/>
                  </a:lnTo>
                  <a:lnTo>
                    <a:pt x="166874" y="501345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2333639" y="5626083"/>
            <a:ext cx="92075" cy="1215390"/>
            <a:chOff x="2333639" y="5626083"/>
            <a:chExt cx="92075" cy="1215390"/>
          </a:xfrm>
        </p:grpSpPr>
        <p:sp>
          <p:nvSpPr>
            <p:cNvPr id="60" name="object 60" descr=""/>
            <p:cNvSpPr/>
            <p:nvPr/>
          </p:nvSpPr>
          <p:spPr>
            <a:xfrm>
              <a:off x="2342879" y="5631318"/>
              <a:ext cx="73660" cy="997585"/>
            </a:xfrm>
            <a:custGeom>
              <a:avLst/>
              <a:gdLst/>
              <a:ahLst/>
              <a:cxnLst/>
              <a:rect l="l" t="t" r="r" b="b"/>
              <a:pathLst>
                <a:path w="73660" h="997584">
                  <a:moveTo>
                    <a:pt x="51851" y="0"/>
                  </a:moveTo>
                  <a:lnTo>
                    <a:pt x="21360" y="0"/>
                  </a:lnTo>
                  <a:lnTo>
                    <a:pt x="0" y="997435"/>
                  </a:lnTo>
                  <a:lnTo>
                    <a:pt x="73212" y="997435"/>
                  </a:lnTo>
                  <a:lnTo>
                    <a:pt x="518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342879" y="5631318"/>
              <a:ext cx="73660" cy="997585"/>
            </a:xfrm>
            <a:custGeom>
              <a:avLst/>
              <a:gdLst/>
              <a:ahLst/>
              <a:cxnLst/>
              <a:rect l="l" t="t" r="r" b="b"/>
              <a:pathLst>
                <a:path w="73660" h="997584">
                  <a:moveTo>
                    <a:pt x="51851" y="0"/>
                  </a:moveTo>
                  <a:lnTo>
                    <a:pt x="21360" y="0"/>
                  </a:lnTo>
                  <a:lnTo>
                    <a:pt x="0" y="997435"/>
                  </a:lnTo>
                  <a:lnTo>
                    <a:pt x="73212" y="997435"/>
                  </a:lnTo>
                  <a:lnTo>
                    <a:pt x="51851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33639" y="6623520"/>
              <a:ext cx="91693" cy="217783"/>
            </a:xfrm>
            <a:prstGeom prst="rect">
              <a:avLst/>
            </a:prstGeom>
          </p:spPr>
        </p:pic>
      </p:grpSp>
      <p:grpSp>
        <p:nvGrpSpPr>
          <p:cNvPr id="63" name="object 63" descr=""/>
          <p:cNvGrpSpPr/>
          <p:nvPr/>
        </p:nvGrpSpPr>
        <p:grpSpPr>
          <a:xfrm>
            <a:off x="2340777" y="5224237"/>
            <a:ext cx="79375" cy="412750"/>
            <a:chOff x="2340777" y="5224237"/>
            <a:chExt cx="79375" cy="412750"/>
          </a:xfrm>
        </p:grpSpPr>
        <p:sp>
          <p:nvSpPr>
            <p:cNvPr id="64" name="object 64" descr=""/>
            <p:cNvSpPr/>
            <p:nvPr/>
          </p:nvSpPr>
          <p:spPr>
            <a:xfrm>
              <a:off x="2364846" y="5229473"/>
              <a:ext cx="31115" cy="121285"/>
            </a:xfrm>
            <a:custGeom>
              <a:avLst/>
              <a:gdLst/>
              <a:ahLst/>
              <a:cxnLst/>
              <a:rect l="l" t="t" r="r" b="b"/>
              <a:pathLst>
                <a:path w="31114" h="121285">
                  <a:moveTo>
                    <a:pt x="19077" y="0"/>
                  </a:moveTo>
                  <a:lnTo>
                    <a:pt x="11633" y="0"/>
                  </a:lnTo>
                  <a:lnTo>
                    <a:pt x="10062" y="3162"/>
                  </a:lnTo>
                  <a:lnTo>
                    <a:pt x="0" y="121221"/>
                  </a:lnTo>
                  <a:lnTo>
                    <a:pt x="30637" y="121221"/>
                  </a:lnTo>
                  <a:lnTo>
                    <a:pt x="20564" y="7308"/>
                  </a:lnTo>
                  <a:lnTo>
                    <a:pt x="20177" y="3151"/>
                  </a:lnTo>
                  <a:lnTo>
                    <a:pt x="19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364846" y="5229473"/>
              <a:ext cx="31115" cy="121285"/>
            </a:xfrm>
            <a:custGeom>
              <a:avLst/>
              <a:gdLst/>
              <a:ahLst/>
              <a:cxnLst/>
              <a:rect l="l" t="t" r="r" b="b"/>
              <a:pathLst>
                <a:path w="31114" h="121285">
                  <a:moveTo>
                    <a:pt x="20564" y="7308"/>
                  </a:moveTo>
                  <a:lnTo>
                    <a:pt x="20177" y="3151"/>
                  </a:lnTo>
                  <a:lnTo>
                    <a:pt x="19077" y="0"/>
                  </a:lnTo>
                  <a:lnTo>
                    <a:pt x="15360" y="0"/>
                  </a:lnTo>
                  <a:lnTo>
                    <a:pt x="11633" y="0"/>
                  </a:lnTo>
                  <a:lnTo>
                    <a:pt x="10062" y="3162"/>
                  </a:lnTo>
                  <a:lnTo>
                    <a:pt x="9675" y="7319"/>
                  </a:lnTo>
                  <a:lnTo>
                    <a:pt x="0" y="121221"/>
                  </a:lnTo>
                  <a:lnTo>
                    <a:pt x="30637" y="121221"/>
                  </a:lnTo>
                  <a:lnTo>
                    <a:pt x="20564" y="730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346013" y="5350695"/>
              <a:ext cx="68580" cy="280670"/>
            </a:xfrm>
            <a:custGeom>
              <a:avLst/>
              <a:gdLst/>
              <a:ahLst/>
              <a:cxnLst/>
              <a:rect l="l" t="t" r="r" b="b"/>
              <a:pathLst>
                <a:path w="68580" h="280670">
                  <a:moveTo>
                    <a:pt x="49474" y="0"/>
                  </a:moveTo>
                  <a:lnTo>
                    <a:pt x="18837" y="0"/>
                  </a:lnTo>
                  <a:lnTo>
                    <a:pt x="15350" y="41014"/>
                  </a:lnTo>
                  <a:lnTo>
                    <a:pt x="0" y="207574"/>
                  </a:lnTo>
                  <a:lnTo>
                    <a:pt x="1057" y="215522"/>
                  </a:lnTo>
                  <a:lnTo>
                    <a:pt x="25423" y="280452"/>
                  </a:lnTo>
                  <a:lnTo>
                    <a:pt x="43160" y="280452"/>
                  </a:lnTo>
                  <a:lnTo>
                    <a:pt x="67505" y="215972"/>
                  </a:lnTo>
                  <a:lnTo>
                    <a:pt x="68573" y="207983"/>
                  </a:lnTo>
                  <a:lnTo>
                    <a:pt x="53097" y="41014"/>
                  </a:lnTo>
                  <a:lnTo>
                    <a:pt x="49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346013" y="5350695"/>
              <a:ext cx="68580" cy="280670"/>
            </a:xfrm>
            <a:custGeom>
              <a:avLst/>
              <a:gdLst/>
              <a:ahLst/>
              <a:cxnLst/>
              <a:rect l="l" t="t" r="r" b="b"/>
              <a:pathLst>
                <a:path w="68580" h="280670">
                  <a:moveTo>
                    <a:pt x="53097" y="41014"/>
                  </a:moveTo>
                  <a:lnTo>
                    <a:pt x="49474" y="0"/>
                  </a:lnTo>
                  <a:lnTo>
                    <a:pt x="18837" y="0"/>
                  </a:lnTo>
                  <a:lnTo>
                    <a:pt x="15350" y="41014"/>
                  </a:lnTo>
                  <a:lnTo>
                    <a:pt x="722" y="199711"/>
                  </a:lnTo>
                  <a:lnTo>
                    <a:pt x="0" y="207574"/>
                  </a:lnTo>
                  <a:lnTo>
                    <a:pt x="1057" y="215522"/>
                  </a:lnTo>
                  <a:lnTo>
                    <a:pt x="3790" y="222809"/>
                  </a:lnTo>
                  <a:lnTo>
                    <a:pt x="25423" y="280452"/>
                  </a:lnTo>
                  <a:lnTo>
                    <a:pt x="43160" y="280452"/>
                  </a:lnTo>
                  <a:lnTo>
                    <a:pt x="64741" y="223302"/>
                  </a:lnTo>
                  <a:lnTo>
                    <a:pt x="67505" y="215972"/>
                  </a:lnTo>
                  <a:lnTo>
                    <a:pt x="68573" y="207983"/>
                  </a:lnTo>
                  <a:lnTo>
                    <a:pt x="67840" y="200077"/>
                  </a:lnTo>
                  <a:lnTo>
                    <a:pt x="53097" y="4101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 descr=""/>
          <p:cNvGrpSpPr/>
          <p:nvPr/>
        </p:nvGrpSpPr>
        <p:grpSpPr>
          <a:xfrm>
            <a:off x="2370474" y="5613125"/>
            <a:ext cx="346710" cy="250190"/>
            <a:chOff x="2370474" y="5613125"/>
            <a:chExt cx="346710" cy="250190"/>
          </a:xfrm>
        </p:grpSpPr>
        <p:sp>
          <p:nvSpPr>
            <p:cNvPr id="69" name="object 69" descr=""/>
            <p:cNvSpPr/>
            <p:nvPr/>
          </p:nvSpPr>
          <p:spPr>
            <a:xfrm>
              <a:off x="2601382" y="5772989"/>
              <a:ext cx="110489" cy="85090"/>
            </a:xfrm>
            <a:custGeom>
              <a:avLst/>
              <a:gdLst/>
              <a:ahLst/>
              <a:cxnLst/>
              <a:rect l="l" t="t" r="r" b="b"/>
              <a:pathLst>
                <a:path w="110489" h="85089">
                  <a:moveTo>
                    <a:pt x="17486" y="0"/>
                  </a:moveTo>
                  <a:lnTo>
                    <a:pt x="0" y="25266"/>
                  </a:lnTo>
                  <a:lnTo>
                    <a:pt x="98887" y="81976"/>
                  </a:lnTo>
                  <a:lnTo>
                    <a:pt x="102499" y="84028"/>
                  </a:lnTo>
                  <a:lnTo>
                    <a:pt x="105703" y="84918"/>
                  </a:lnTo>
                  <a:lnTo>
                    <a:pt x="109954" y="78782"/>
                  </a:lnTo>
                  <a:lnTo>
                    <a:pt x="108268" y="75683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601382" y="5772989"/>
              <a:ext cx="110489" cy="85090"/>
            </a:xfrm>
            <a:custGeom>
              <a:avLst/>
              <a:gdLst/>
              <a:ahLst/>
              <a:cxnLst/>
              <a:rect l="l" t="t" r="r" b="b"/>
              <a:pathLst>
                <a:path w="110489" h="85089">
                  <a:moveTo>
                    <a:pt x="98887" y="81976"/>
                  </a:moveTo>
                  <a:lnTo>
                    <a:pt x="102499" y="84028"/>
                  </a:lnTo>
                  <a:lnTo>
                    <a:pt x="105703" y="84918"/>
                  </a:lnTo>
                  <a:lnTo>
                    <a:pt x="107829" y="81850"/>
                  </a:lnTo>
                  <a:lnTo>
                    <a:pt x="109954" y="78782"/>
                  </a:lnTo>
                  <a:lnTo>
                    <a:pt x="108268" y="75683"/>
                  </a:lnTo>
                  <a:lnTo>
                    <a:pt x="105096" y="72992"/>
                  </a:lnTo>
                  <a:lnTo>
                    <a:pt x="17486" y="0"/>
                  </a:lnTo>
                  <a:lnTo>
                    <a:pt x="0" y="25266"/>
                  </a:lnTo>
                  <a:lnTo>
                    <a:pt x="98887" y="8197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375709" y="5618361"/>
              <a:ext cx="243204" cy="180340"/>
            </a:xfrm>
            <a:custGeom>
              <a:avLst/>
              <a:gdLst/>
              <a:ahLst/>
              <a:cxnLst/>
              <a:rect l="l" t="t" r="r" b="b"/>
              <a:pathLst>
                <a:path w="243205" h="180339">
                  <a:moveTo>
                    <a:pt x="10114" y="0"/>
                  </a:moveTo>
                  <a:lnTo>
                    <a:pt x="0" y="14627"/>
                  </a:lnTo>
                  <a:lnTo>
                    <a:pt x="38815" y="71516"/>
                  </a:lnTo>
                  <a:lnTo>
                    <a:pt x="44731" y="76950"/>
                  </a:lnTo>
                  <a:lnTo>
                    <a:pt x="190077" y="159482"/>
                  </a:lnTo>
                  <a:lnTo>
                    <a:pt x="225678" y="179900"/>
                  </a:lnTo>
                  <a:lnTo>
                    <a:pt x="243165" y="154634"/>
                  </a:lnTo>
                  <a:lnTo>
                    <a:pt x="211616" y="128352"/>
                  </a:lnTo>
                  <a:lnTo>
                    <a:pt x="84206" y="20627"/>
                  </a:lnTo>
                  <a:lnTo>
                    <a:pt x="77118" y="16962"/>
                  </a:lnTo>
                  <a:lnTo>
                    <a:pt x="101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375709" y="5618361"/>
              <a:ext cx="243204" cy="180340"/>
            </a:xfrm>
            <a:custGeom>
              <a:avLst/>
              <a:gdLst/>
              <a:ahLst/>
              <a:cxnLst/>
              <a:rect l="l" t="t" r="r" b="b"/>
              <a:pathLst>
                <a:path w="243205" h="180339">
                  <a:moveTo>
                    <a:pt x="190077" y="159482"/>
                  </a:moveTo>
                  <a:lnTo>
                    <a:pt x="225678" y="179900"/>
                  </a:lnTo>
                  <a:lnTo>
                    <a:pt x="243165" y="154634"/>
                  </a:lnTo>
                  <a:lnTo>
                    <a:pt x="211616" y="128352"/>
                  </a:lnTo>
                  <a:lnTo>
                    <a:pt x="90227" y="25716"/>
                  </a:lnTo>
                  <a:lnTo>
                    <a:pt x="84206" y="20627"/>
                  </a:lnTo>
                  <a:lnTo>
                    <a:pt x="77118" y="16962"/>
                  </a:lnTo>
                  <a:lnTo>
                    <a:pt x="69589" y="15057"/>
                  </a:lnTo>
                  <a:lnTo>
                    <a:pt x="10114" y="0"/>
                  </a:lnTo>
                  <a:lnTo>
                    <a:pt x="34396" y="65055"/>
                  </a:lnTo>
                  <a:lnTo>
                    <a:pt x="51621" y="80866"/>
                  </a:lnTo>
                  <a:lnTo>
                    <a:pt x="190077" y="15948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" name="object 73" descr=""/>
          <p:cNvGrpSpPr/>
          <p:nvPr/>
        </p:nvGrpSpPr>
        <p:grpSpPr>
          <a:xfrm>
            <a:off x="2039944" y="5613125"/>
            <a:ext cx="346710" cy="250190"/>
            <a:chOff x="2039944" y="5613125"/>
            <a:chExt cx="346710" cy="250190"/>
          </a:xfrm>
        </p:grpSpPr>
        <p:sp>
          <p:nvSpPr>
            <p:cNvPr id="74" name="object 74" descr=""/>
            <p:cNvSpPr/>
            <p:nvPr/>
          </p:nvSpPr>
          <p:spPr>
            <a:xfrm>
              <a:off x="2045179" y="5772989"/>
              <a:ext cx="110489" cy="85090"/>
            </a:xfrm>
            <a:custGeom>
              <a:avLst/>
              <a:gdLst/>
              <a:ahLst/>
              <a:cxnLst/>
              <a:rect l="l" t="t" r="r" b="b"/>
              <a:pathLst>
                <a:path w="110489" h="85089">
                  <a:moveTo>
                    <a:pt x="92468" y="0"/>
                  </a:moveTo>
                  <a:lnTo>
                    <a:pt x="1685" y="75683"/>
                  </a:lnTo>
                  <a:lnTo>
                    <a:pt x="0" y="78782"/>
                  </a:lnTo>
                  <a:lnTo>
                    <a:pt x="4251" y="84918"/>
                  </a:lnTo>
                  <a:lnTo>
                    <a:pt x="7455" y="84028"/>
                  </a:lnTo>
                  <a:lnTo>
                    <a:pt x="11067" y="81976"/>
                  </a:lnTo>
                  <a:lnTo>
                    <a:pt x="109954" y="25266"/>
                  </a:lnTo>
                  <a:lnTo>
                    <a:pt x="92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045179" y="5772989"/>
              <a:ext cx="110489" cy="85090"/>
            </a:xfrm>
            <a:custGeom>
              <a:avLst/>
              <a:gdLst/>
              <a:ahLst/>
              <a:cxnLst/>
              <a:rect l="l" t="t" r="r" b="b"/>
              <a:pathLst>
                <a:path w="110489" h="85089">
                  <a:moveTo>
                    <a:pt x="11067" y="81976"/>
                  </a:moveTo>
                  <a:lnTo>
                    <a:pt x="7455" y="84028"/>
                  </a:lnTo>
                  <a:lnTo>
                    <a:pt x="4251" y="84918"/>
                  </a:lnTo>
                  <a:lnTo>
                    <a:pt x="2125" y="81850"/>
                  </a:lnTo>
                  <a:lnTo>
                    <a:pt x="0" y="78782"/>
                  </a:lnTo>
                  <a:lnTo>
                    <a:pt x="1685" y="75683"/>
                  </a:lnTo>
                  <a:lnTo>
                    <a:pt x="4858" y="72992"/>
                  </a:lnTo>
                  <a:lnTo>
                    <a:pt x="92468" y="0"/>
                  </a:lnTo>
                  <a:lnTo>
                    <a:pt x="109954" y="25266"/>
                  </a:lnTo>
                  <a:lnTo>
                    <a:pt x="11067" y="8197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137641" y="5618361"/>
              <a:ext cx="243204" cy="180340"/>
            </a:xfrm>
            <a:custGeom>
              <a:avLst/>
              <a:gdLst/>
              <a:ahLst/>
              <a:cxnLst/>
              <a:rect l="l" t="t" r="r" b="b"/>
              <a:pathLst>
                <a:path w="243205" h="180339">
                  <a:moveTo>
                    <a:pt x="233040" y="0"/>
                  </a:moveTo>
                  <a:lnTo>
                    <a:pt x="166047" y="16962"/>
                  </a:lnTo>
                  <a:lnTo>
                    <a:pt x="158958" y="20627"/>
                  </a:lnTo>
                  <a:lnTo>
                    <a:pt x="31548" y="128352"/>
                  </a:lnTo>
                  <a:lnTo>
                    <a:pt x="0" y="154634"/>
                  </a:lnTo>
                  <a:lnTo>
                    <a:pt x="17486" y="179900"/>
                  </a:lnTo>
                  <a:lnTo>
                    <a:pt x="53087" y="159482"/>
                  </a:lnTo>
                  <a:lnTo>
                    <a:pt x="198433" y="76950"/>
                  </a:lnTo>
                  <a:lnTo>
                    <a:pt x="204349" y="71516"/>
                  </a:lnTo>
                  <a:lnTo>
                    <a:pt x="243165" y="14627"/>
                  </a:lnTo>
                  <a:lnTo>
                    <a:pt x="2330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137641" y="5618361"/>
              <a:ext cx="243204" cy="180340"/>
            </a:xfrm>
            <a:custGeom>
              <a:avLst/>
              <a:gdLst/>
              <a:ahLst/>
              <a:cxnLst/>
              <a:rect l="l" t="t" r="r" b="b"/>
              <a:pathLst>
                <a:path w="243205" h="180339">
                  <a:moveTo>
                    <a:pt x="53087" y="159482"/>
                  </a:moveTo>
                  <a:lnTo>
                    <a:pt x="17486" y="179900"/>
                  </a:lnTo>
                  <a:lnTo>
                    <a:pt x="0" y="154634"/>
                  </a:lnTo>
                  <a:lnTo>
                    <a:pt x="31548" y="128352"/>
                  </a:lnTo>
                  <a:lnTo>
                    <a:pt x="152937" y="25716"/>
                  </a:lnTo>
                  <a:lnTo>
                    <a:pt x="158958" y="20627"/>
                  </a:lnTo>
                  <a:lnTo>
                    <a:pt x="166047" y="16962"/>
                  </a:lnTo>
                  <a:lnTo>
                    <a:pt x="173575" y="15057"/>
                  </a:lnTo>
                  <a:lnTo>
                    <a:pt x="233040" y="0"/>
                  </a:lnTo>
                  <a:lnTo>
                    <a:pt x="208768" y="65055"/>
                  </a:lnTo>
                  <a:lnTo>
                    <a:pt x="191543" y="80866"/>
                  </a:lnTo>
                  <a:lnTo>
                    <a:pt x="53087" y="15948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8" name="object 78" descr=""/>
          <p:cNvGrpSpPr/>
          <p:nvPr/>
        </p:nvGrpSpPr>
        <p:grpSpPr>
          <a:xfrm>
            <a:off x="267409" y="3633496"/>
            <a:ext cx="5652770" cy="4011295"/>
            <a:chOff x="267409" y="3633496"/>
            <a:chExt cx="5652770" cy="4011295"/>
          </a:xfrm>
        </p:grpSpPr>
        <p:sp>
          <p:nvSpPr>
            <p:cNvPr id="79" name="object 79" descr=""/>
            <p:cNvSpPr/>
            <p:nvPr/>
          </p:nvSpPr>
          <p:spPr>
            <a:xfrm>
              <a:off x="3032799" y="4594699"/>
              <a:ext cx="186055" cy="2516505"/>
            </a:xfrm>
            <a:custGeom>
              <a:avLst/>
              <a:gdLst/>
              <a:ahLst/>
              <a:cxnLst/>
              <a:rect l="l" t="t" r="r" b="b"/>
              <a:pathLst>
                <a:path w="186055" h="2516504">
                  <a:moveTo>
                    <a:pt x="131399" y="0"/>
                  </a:moveTo>
                  <a:lnTo>
                    <a:pt x="54134" y="0"/>
                  </a:lnTo>
                  <a:lnTo>
                    <a:pt x="0" y="2516394"/>
                  </a:lnTo>
                  <a:lnTo>
                    <a:pt x="185523" y="2516394"/>
                  </a:lnTo>
                  <a:lnTo>
                    <a:pt x="1313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032799" y="4594699"/>
              <a:ext cx="186055" cy="2516505"/>
            </a:xfrm>
            <a:custGeom>
              <a:avLst/>
              <a:gdLst/>
              <a:ahLst/>
              <a:cxnLst/>
              <a:rect l="l" t="t" r="r" b="b"/>
              <a:pathLst>
                <a:path w="186055" h="2516504">
                  <a:moveTo>
                    <a:pt x="131399" y="0"/>
                  </a:moveTo>
                  <a:lnTo>
                    <a:pt x="54134" y="0"/>
                  </a:lnTo>
                  <a:lnTo>
                    <a:pt x="0" y="2516394"/>
                  </a:lnTo>
                  <a:lnTo>
                    <a:pt x="185523" y="2516394"/>
                  </a:lnTo>
                  <a:lnTo>
                    <a:pt x="131399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7409" y="3633496"/>
              <a:ext cx="5652723" cy="4011113"/>
            </a:xfrm>
            <a:prstGeom prst="rect">
              <a:avLst/>
            </a:prstGeom>
          </p:spPr>
        </p:pic>
      </p:grpSp>
      <p:grpSp>
        <p:nvGrpSpPr>
          <p:cNvPr id="82" name="object 82" descr=""/>
          <p:cNvGrpSpPr/>
          <p:nvPr/>
        </p:nvGrpSpPr>
        <p:grpSpPr>
          <a:xfrm>
            <a:off x="9345770" y="3642873"/>
            <a:ext cx="4163060" cy="3077210"/>
            <a:chOff x="9345770" y="3642873"/>
            <a:chExt cx="4163060" cy="3077210"/>
          </a:xfrm>
        </p:grpSpPr>
        <p:sp>
          <p:nvSpPr>
            <p:cNvPr id="83" name="object 83" descr=""/>
            <p:cNvSpPr/>
            <p:nvPr/>
          </p:nvSpPr>
          <p:spPr>
            <a:xfrm>
              <a:off x="10645647" y="3671638"/>
              <a:ext cx="2857500" cy="3043555"/>
            </a:xfrm>
            <a:custGeom>
              <a:avLst/>
              <a:gdLst/>
              <a:ahLst/>
              <a:cxnLst/>
              <a:rect l="l" t="t" r="r" b="b"/>
              <a:pathLst>
                <a:path w="2857500" h="3043554">
                  <a:moveTo>
                    <a:pt x="2283951" y="0"/>
                  </a:moveTo>
                  <a:lnTo>
                    <a:pt x="572568" y="0"/>
                  </a:lnTo>
                  <a:lnTo>
                    <a:pt x="588188" y="98594"/>
                  </a:lnTo>
                  <a:lnTo>
                    <a:pt x="595597" y="147438"/>
                  </a:lnTo>
                  <a:lnTo>
                    <a:pt x="602723" y="195994"/>
                  </a:lnTo>
                  <a:lnTo>
                    <a:pt x="609551" y="244274"/>
                  </a:lnTo>
                  <a:lnTo>
                    <a:pt x="616071" y="292287"/>
                  </a:lnTo>
                  <a:lnTo>
                    <a:pt x="622269" y="340045"/>
                  </a:lnTo>
                  <a:lnTo>
                    <a:pt x="628132" y="387558"/>
                  </a:lnTo>
                  <a:lnTo>
                    <a:pt x="633649" y="434838"/>
                  </a:lnTo>
                  <a:lnTo>
                    <a:pt x="638806" y="481895"/>
                  </a:lnTo>
                  <a:lnTo>
                    <a:pt x="643591" y="528740"/>
                  </a:lnTo>
                  <a:lnTo>
                    <a:pt x="647991" y="575383"/>
                  </a:lnTo>
                  <a:lnTo>
                    <a:pt x="651994" y="621836"/>
                  </a:lnTo>
                  <a:lnTo>
                    <a:pt x="655587" y="668109"/>
                  </a:lnTo>
                  <a:lnTo>
                    <a:pt x="658757" y="714213"/>
                  </a:lnTo>
                  <a:lnTo>
                    <a:pt x="661492" y="760160"/>
                  </a:lnTo>
                  <a:lnTo>
                    <a:pt x="663780" y="805959"/>
                  </a:lnTo>
                  <a:lnTo>
                    <a:pt x="665607" y="851621"/>
                  </a:lnTo>
                  <a:lnTo>
                    <a:pt x="666961" y="897158"/>
                  </a:lnTo>
                  <a:lnTo>
                    <a:pt x="667829" y="942580"/>
                  </a:lnTo>
                  <a:lnTo>
                    <a:pt x="668200" y="987899"/>
                  </a:lnTo>
                  <a:lnTo>
                    <a:pt x="668059" y="1033123"/>
                  </a:lnTo>
                  <a:lnTo>
                    <a:pt x="667396" y="1078266"/>
                  </a:lnTo>
                  <a:lnTo>
                    <a:pt x="666196" y="1123337"/>
                  </a:lnTo>
                  <a:lnTo>
                    <a:pt x="664448" y="1168347"/>
                  </a:lnTo>
                  <a:lnTo>
                    <a:pt x="662138" y="1213307"/>
                  </a:lnTo>
                  <a:lnTo>
                    <a:pt x="659255" y="1258227"/>
                  </a:lnTo>
                  <a:lnTo>
                    <a:pt x="655785" y="1303120"/>
                  </a:lnTo>
                  <a:lnTo>
                    <a:pt x="651716" y="1347995"/>
                  </a:lnTo>
                  <a:lnTo>
                    <a:pt x="647036" y="1392863"/>
                  </a:lnTo>
                  <a:lnTo>
                    <a:pt x="641732" y="1437735"/>
                  </a:lnTo>
                  <a:lnTo>
                    <a:pt x="635790" y="1482622"/>
                  </a:lnTo>
                  <a:lnTo>
                    <a:pt x="629200" y="1527534"/>
                  </a:lnTo>
                  <a:lnTo>
                    <a:pt x="621947" y="1572483"/>
                  </a:lnTo>
                  <a:lnTo>
                    <a:pt x="614020" y="1617480"/>
                  </a:lnTo>
                  <a:lnTo>
                    <a:pt x="605405" y="1662534"/>
                  </a:lnTo>
                  <a:lnTo>
                    <a:pt x="596091" y="1707657"/>
                  </a:lnTo>
                  <a:lnTo>
                    <a:pt x="586064" y="1752860"/>
                  </a:lnTo>
                  <a:lnTo>
                    <a:pt x="575313" y="1798153"/>
                  </a:lnTo>
                  <a:lnTo>
                    <a:pt x="563823" y="1843548"/>
                  </a:lnTo>
                  <a:lnTo>
                    <a:pt x="551584" y="1889055"/>
                  </a:lnTo>
                  <a:lnTo>
                    <a:pt x="538581" y="1934685"/>
                  </a:lnTo>
                  <a:lnTo>
                    <a:pt x="524804" y="1980448"/>
                  </a:lnTo>
                  <a:lnTo>
                    <a:pt x="510238" y="2026356"/>
                  </a:lnTo>
                  <a:lnTo>
                    <a:pt x="494871" y="2072419"/>
                  </a:lnTo>
                  <a:lnTo>
                    <a:pt x="478691" y="2118648"/>
                  </a:lnTo>
                  <a:lnTo>
                    <a:pt x="461686" y="2165055"/>
                  </a:lnTo>
                  <a:lnTo>
                    <a:pt x="443842" y="2211649"/>
                  </a:lnTo>
                  <a:lnTo>
                    <a:pt x="425147" y="2258441"/>
                  </a:lnTo>
                  <a:lnTo>
                    <a:pt x="405588" y="2305443"/>
                  </a:lnTo>
                  <a:lnTo>
                    <a:pt x="385153" y="2352665"/>
                  </a:lnTo>
                  <a:lnTo>
                    <a:pt x="363829" y="2400118"/>
                  </a:lnTo>
                  <a:lnTo>
                    <a:pt x="341604" y="2447813"/>
                  </a:lnTo>
                  <a:lnTo>
                    <a:pt x="318465" y="2495761"/>
                  </a:lnTo>
                  <a:lnTo>
                    <a:pt x="294399" y="2543972"/>
                  </a:lnTo>
                  <a:lnTo>
                    <a:pt x="269393" y="2592457"/>
                  </a:lnTo>
                  <a:lnTo>
                    <a:pt x="243436" y="2641227"/>
                  </a:lnTo>
                  <a:lnTo>
                    <a:pt x="216515" y="2690292"/>
                  </a:lnTo>
                  <a:lnTo>
                    <a:pt x="188616" y="2739665"/>
                  </a:lnTo>
                  <a:lnTo>
                    <a:pt x="159728" y="2789355"/>
                  </a:lnTo>
                  <a:lnTo>
                    <a:pt x="129837" y="2839373"/>
                  </a:lnTo>
                  <a:lnTo>
                    <a:pt x="98931" y="2889730"/>
                  </a:lnTo>
                  <a:lnTo>
                    <a:pt x="66998" y="2940437"/>
                  </a:lnTo>
                  <a:lnTo>
                    <a:pt x="34025" y="2991504"/>
                  </a:lnTo>
                  <a:lnTo>
                    <a:pt x="0" y="3042943"/>
                  </a:lnTo>
                  <a:lnTo>
                    <a:pt x="2857389" y="3042860"/>
                  </a:lnTo>
                  <a:lnTo>
                    <a:pt x="2823862" y="2992151"/>
                  </a:lnTo>
                  <a:lnTo>
                    <a:pt x="2791360" y="2941724"/>
                  </a:lnTo>
                  <a:lnTo>
                    <a:pt x="2759870" y="2891572"/>
                  </a:lnTo>
                  <a:lnTo>
                    <a:pt x="2729381" y="2841686"/>
                  </a:lnTo>
                  <a:lnTo>
                    <a:pt x="2699880" y="2792060"/>
                  </a:lnTo>
                  <a:lnTo>
                    <a:pt x="2671355" y="2742686"/>
                  </a:lnTo>
                  <a:lnTo>
                    <a:pt x="2643794" y="2693556"/>
                  </a:lnTo>
                  <a:lnTo>
                    <a:pt x="2617185" y="2644662"/>
                  </a:lnTo>
                  <a:lnTo>
                    <a:pt x="2591517" y="2595996"/>
                  </a:lnTo>
                  <a:lnTo>
                    <a:pt x="2566777" y="2547552"/>
                  </a:lnTo>
                  <a:lnTo>
                    <a:pt x="2542953" y="2499322"/>
                  </a:lnTo>
                  <a:lnTo>
                    <a:pt x="2520033" y="2451297"/>
                  </a:lnTo>
                  <a:lnTo>
                    <a:pt x="2498005" y="2403470"/>
                  </a:lnTo>
                  <a:lnTo>
                    <a:pt x="2476858" y="2355834"/>
                  </a:lnTo>
                  <a:lnTo>
                    <a:pt x="2456578" y="2308381"/>
                  </a:lnTo>
                  <a:lnTo>
                    <a:pt x="2437155" y="2261103"/>
                  </a:lnTo>
                  <a:lnTo>
                    <a:pt x="2418576" y="2213992"/>
                  </a:lnTo>
                  <a:lnTo>
                    <a:pt x="2400829" y="2167042"/>
                  </a:lnTo>
                  <a:lnTo>
                    <a:pt x="2383902" y="2120244"/>
                  </a:lnTo>
                  <a:lnTo>
                    <a:pt x="2367783" y="2073590"/>
                  </a:lnTo>
                  <a:lnTo>
                    <a:pt x="2352460" y="2027074"/>
                  </a:lnTo>
                  <a:lnTo>
                    <a:pt x="2337921" y="1980687"/>
                  </a:lnTo>
                  <a:lnTo>
                    <a:pt x="2324154" y="1934421"/>
                  </a:lnTo>
                  <a:lnTo>
                    <a:pt x="2311147" y="1888270"/>
                  </a:lnTo>
                  <a:lnTo>
                    <a:pt x="2298888" y="1842225"/>
                  </a:lnTo>
                  <a:lnTo>
                    <a:pt x="2287365" y="1796279"/>
                  </a:lnTo>
                  <a:lnTo>
                    <a:pt x="2276566" y="1750424"/>
                  </a:lnTo>
                  <a:lnTo>
                    <a:pt x="2266479" y="1704653"/>
                  </a:lnTo>
                  <a:lnTo>
                    <a:pt x="2257092" y="1658958"/>
                  </a:lnTo>
                  <a:lnTo>
                    <a:pt x="2248393" y="1613331"/>
                  </a:lnTo>
                  <a:lnTo>
                    <a:pt x="2240370" y="1567764"/>
                  </a:lnTo>
                  <a:lnTo>
                    <a:pt x="2233010" y="1522251"/>
                  </a:lnTo>
                  <a:lnTo>
                    <a:pt x="2226303" y="1476783"/>
                  </a:lnTo>
                  <a:lnTo>
                    <a:pt x="2220235" y="1431352"/>
                  </a:lnTo>
                  <a:lnTo>
                    <a:pt x="2214795" y="1385952"/>
                  </a:lnTo>
                  <a:lnTo>
                    <a:pt x="2209971" y="1340573"/>
                  </a:lnTo>
                  <a:lnTo>
                    <a:pt x="2205751" y="1295210"/>
                  </a:lnTo>
                  <a:lnTo>
                    <a:pt x="2202122" y="1249854"/>
                  </a:lnTo>
                  <a:lnTo>
                    <a:pt x="2199073" y="1204497"/>
                  </a:lnTo>
                  <a:lnTo>
                    <a:pt x="2196592" y="1159132"/>
                  </a:lnTo>
                  <a:lnTo>
                    <a:pt x="2194667" y="1113751"/>
                  </a:lnTo>
                  <a:lnTo>
                    <a:pt x="2193286" y="1068347"/>
                  </a:lnTo>
                  <a:lnTo>
                    <a:pt x="2192436" y="1022912"/>
                  </a:lnTo>
                  <a:lnTo>
                    <a:pt x="2192106" y="977438"/>
                  </a:lnTo>
                  <a:lnTo>
                    <a:pt x="2192284" y="931917"/>
                  </a:lnTo>
                  <a:lnTo>
                    <a:pt x="2192957" y="886343"/>
                  </a:lnTo>
                  <a:lnTo>
                    <a:pt x="2194114" y="840707"/>
                  </a:lnTo>
                  <a:lnTo>
                    <a:pt x="2195743" y="795001"/>
                  </a:lnTo>
                  <a:lnTo>
                    <a:pt x="2197831" y="749219"/>
                  </a:lnTo>
                  <a:lnTo>
                    <a:pt x="2200367" y="703352"/>
                  </a:lnTo>
                  <a:lnTo>
                    <a:pt x="2203339" y="657393"/>
                  </a:lnTo>
                  <a:lnTo>
                    <a:pt x="2206734" y="611334"/>
                  </a:lnTo>
                  <a:lnTo>
                    <a:pt x="2210541" y="565167"/>
                  </a:lnTo>
                  <a:lnTo>
                    <a:pt x="2214747" y="518885"/>
                  </a:lnTo>
                  <a:lnTo>
                    <a:pt x="2219341" y="472481"/>
                  </a:lnTo>
                  <a:lnTo>
                    <a:pt x="2224310" y="425946"/>
                  </a:lnTo>
                  <a:lnTo>
                    <a:pt x="2229643" y="379273"/>
                  </a:lnTo>
                  <a:lnTo>
                    <a:pt x="2235327" y="332454"/>
                  </a:lnTo>
                  <a:lnTo>
                    <a:pt x="2241351" y="285482"/>
                  </a:lnTo>
                  <a:lnTo>
                    <a:pt x="2247702" y="238348"/>
                  </a:lnTo>
                  <a:lnTo>
                    <a:pt x="2254369" y="191047"/>
                  </a:lnTo>
                  <a:lnTo>
                    <a:pt x="2261340" y="143568"/>
                  </a:lnTo>
                  <a:lnTo>
                    <a:pt x="2268601" y="95906"/>
                  </a:lnTo>
                  <a:lnTo>
                    <a:pt x="2276142" y="48052"/>
                  </a:lnTo>
                  <a:lnTo>
                    <a:pt x="2283951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0645647" y="3671638"/>
              <a:ext cx="2857500" cy="3043555"/>
            </a:xfrm>
            <a:custGeom>
              <a:avLst/>
              <a:gdLst/>
              <a:ahLst/>
              <a:cxnLst/>
              <a:rect l="l" t="t" r="r" b="b"/>
              <a:pathLst>
                <a:path w="2857500" h="3043554">
                  <a:moveTo>
                    <a:pt x="2857389" y="3042860"/>
                  </a:moveTo>
                  <a:lnTo>
                    <a:pt x="2823862" y="2992151"/>
                  </a:lnTo>
                  <a:lnTo>
                    <a:pt x="2791360" y="2941724"/>
                  </a:lnTo>
                  <a:lnTo>
                    <a:pt x="2759870" y="2891572"/>
                  </a:lnTo>
                  <a:lnTo>
                    <a:pt x="2729381" y="2841686"/>
                  </a:lnTo>
                  <a:lnTo>
                    <a:pt x="2699880" y="2792060"/>
                  </a:lnTo>
                  <a:lnTo>
                    <a:pt x="2671355" y="2742686"/>
                  </a:lnTo>
                  <a:lnTo>
                    <a:pt x="2643794" y="2693556"/>
                  </a:lnTo>
                  <a:lnTo>
                    <a:pt x="2617185" y="2644662"/>
                  </a:lnTo>
                  <a:lnTo>
                    <a:pt x="2591517" y="2595996"/>
                  </a:lnTo>
                  <a:lnTo>
                    <a:pt x="2566777" y="2547552"/>
                  </a:lnTo>
                  <a:lnTo>
                    <a:pt x="2542953" y="2499322"/>
                  </a:lnTo>
                  <a:lnTo>
                    <a:pt x="2520033" y="2451297"/>
                  </a:lnTo>
                  <a:lnTo>
                    <a:pt x="2498005" y="2403470"/>
                  </a:lnTo>
                  <a:lnTo>
                    <a:pt x="2476858" y="2355834"/>
                  </a:lnTo>
                  <a:lnTo>
                    <a:pt x="2456578" y="2308381"/>
                  </a:lnTo>
                  <a:lnTo>
                    <a:pt x="2437155" y="2261103"/>
                  </a:lnTo>
                  <a:lnTo>
                    <a:pt x="2418576" y="2213992"/>
                  </a:lnTo>
                  <a:lnTo>
                    <a:pt x="2400829" y="2167042"/>
                  </a:lnTo>
                  <a:lnTo>
                    <a:pt x="2383902" y="2120244"/>
                  </a:lnTo>
                  <a:lnTo>
                    <a:pt x="2367783" y="2073590"/>
                  </a:lnTo>
                  <a:lnTo>
                    <a:pt x="2352460" y="2027074"/>
                  </a:lnTo>
                  <a:lnTo>
                    <a:pt x="2337921" y="1980687"/>
                  </a:lnTo>
                  <a:lnTo>
                    <a:pt x="2324154" y="1934421"/>
                  </a:lnTo>
                  <a:lnTo>
                    <a:pt x="2311147" y="1888270"/>
                  </a:lnTo>
                  <a:lnTo>
                    <a:pt x="2298888" y="1842225"/>
                  </a:lnTo>
                  <a:lnTo>
                    <a:pt x="2287365" y="1796279"/>
                  </a:lnTo>
                  <a:lnTo>
                    <a:pt x="2276566" y="1750424"/>
                  </a:lnTo>
                  <a:lnTo>
                    <a:pt x="2266479" y="1704653"/>
                  </a:lnTo>
                  <a:lnTo>
                    <a:pt x="2257092" y="1658958"/>
                  </a:lnTo>
                  <a:lnTo>
                    <a:pt x="2248393" y="1613331"/>
                  </a:lnTo>
                  <a:lnTo>
                    <a:pt x="2240370" y="1567764"/>
                  </a:lnTo>
                  <a:lnTo>
                    <a:pt x="2233010" y="1522251"/>
                  </a:lnTo>
                  <a:lnTo>
                    <a:pt x="2226303" y="1476783"/>
                  </a:lnTo>
                  <a:lnTo>
                    <a:pt x="2220235" y="1431352"/>
                  </a:lnTo>
                  <a:lnTo>
                    <a:pt x="2214795" y="1385952"/>
                  </a:lnTo>
                  <a:lnTo>
                    <a:pt x="2209971" y="1340573"/>
                  </a:lnTo>
                  <a:lnTo>
                    <a:pt x="2205751" y="1295210"/>
                  </a:lnTo>
                  <a:lnTo>
                    <a:pt x="2202122" y="1249854"/>
                  </a:lnTo>
                  <a:lnTo>
                    <a:pt x="2199073" y="1204497"/>
                  </a:lnTo>
                  <a:lnTo>
                    <a:pt x="2196592" y="1159132"/>
                  </a:lnTo>
                  <a:lnTo>
                    <a:pt x="2194667" y="1113751"/>
                  </a:lnTo>
                  <a:lnTo>
                    <a:pt x="2193286" y="1068347"/>
                  </a:lnTo>
                  <a:lnTo>
                    <a:pt x="2192436" y="1022912"/>
                  </a:lnTo>
                  <a:lnTo>
                    <a:pt x="2192106" y="977438"/>
                  </a:lnTo>
                  <a:lnTo>
                    <a:pt x="2192284" y="931917"/>
                  </a:lnTo>
                  <a:lnTo>
                    <a:pt x="2192957" y="886343"/>
                  </a:lnTo>
                  <a:lnTo>
                    <a:pt x="2194114" y="840707"/>
                  </a:lnTo>
                  <a:lnTo>
                    <a:pt x="2195743" y="795001"/>
                  </a:lnTo>
                  <a:lnTo>
                    <a:pt x="2197831" y="749219"/>
                  </a:lnTo>
                  <a:lnTo>
                    <a:pt x="2200367" y="703352"/>
                  </a:lnTo>
                  <a:lnTo>
                    <a:pt x="2203339" y="657393"/>
                  </a:lnTo>
                  <a:lnTo>
                    <a:pt x="2206734" y="611334"/>
                  </a:lnTo>
                  <a:lnTo>
                    <a:pt x="2210541" y="565167"/>
                  </a:lnTo>
                  <a:lnTo>
                    <a:pt x="2214747" y="518885"/>
                  </a:lnTo>
                  <a:lnTo>
                    <a:pt x="2219341" y="472481"/>
                  </a:lnTo>
                  <a:lnTo>
                    <a:pt x="2224310" y="425946"/>
                  </a:lnTo>
                  <a:lnTo>
                    <a:pt x="2229643" y="379273"/>
                  </a:lnTo>
                  <a:lnTo>
                    <a:pt x="2235327" y="332454"/>
                  </a:lnTo>
                  <a:lnTo>
                    <a:pt x="2241351" y="285482"/>
                  </a:lnTo>
                  <a:lnTo>
                    <a:pt x="2247702" y="238348"/>
                  </a:lnTo>
                  <a:lnTo>
                    <a:pt x="2254369" y="191047"/>
                  </a:lnTo>
                  <a:lnTo>
                    <a:pt x="2261340" y="143568"/>
                  </a:lnTo>
                  <a:lnTo>
                    <a:pt x="2268601" y="95906"/>
                  </a:lnTo>
                  <a:lnTo>
                    <a:pt x="2276142" y="48052"/>
                  </a:lnTo>
                  <a:lnTo>
                    <a:pt x="2283951" y="0"/>
                  </a:lnTo>
                  <a:lnTo>
                    <a:pt x="572568" y="0"/>
                  </a:lnTo>
                  <a:lnTo>
                    <a:pt x="580508" y="49451"/>
                  </a:lnTo>
                  <a:lnTo>
                    <a:pt x="588188" y="98594"/>
                  </a:lnTo>
                  <a:lnTo>
                    <a:pt x="595597" y="147438"/>
                  </a:lnTo>
                  <a:lnTo>
                    <a:pt x="602723" y="195994"/>
                  </a:lnTo>
                  <a:lnTo>
                    <a:pt x="609551" y="244274"/>
                  </a:lnTo>
                  <a:lnTo>
                    <a:pt x="616071" y="292287"/>
                  </a:lnTo>
                  <a:lnTo>
                    <a:pt x="622269" y="340045"/>
                  </a:lnTo>
                  <a:lnTo>
                    <a:pt x="628132" y="387558"/>
                  </a:lnTo>
                  <a:lnTo>
                    <a:pt x="633649" y="434838"/>
                  </a:lnTo>
                  <a:lnTo>
                    <a:pt x="638806" y="481895"/>
                  </a:lnTo>
                  <a:lnTo>
                    <a:pt x="643591" y="528740"/>
                  </a:lnTo>
                  <a:lnTo>
                    <a:pt x="647991" y="575383"/>
                  </a:lnTo>
                  <a:lnTo>
                    <a:pt x="651994" y="621836"/>
                  </a:lnTo>
                  <a:lnTo>
                    <a:pt x="655587" y="668109"/>
                  </a:lnTo>
                  <a:lnTo>
                    <a:pt x="658757" y="714213"/>
                  </a:lnTo>
                  <a:lnTo>
                    <a:pt x="661492" y="760160"/>
                  </a:lnTo>
                  <a:lnTo>
                    <a:pt x="663780" y="805959"/>
                  </a:lnTo>
                  <a:lnTo>
                    <a:pt x="665607" y="851621"/>
                  </a:lnTo>
                  <a:lnTo>
                    <a:pt x="666961" y="897158"/>
                  </a:lnTo>
                  <a:lnTo>
                    <a:pt x="667829" y="942580"/>
                  </a:lnTo>
                  <a:lnTo>
                    <a:pt x="668200" y="987899"/>
                  </a:lnTo>
                  <a:lnTo>
                    <a:pt x="668059" y="1033123"/>
                  </a:lnTo>
                  <a:lnTo>
                    <a:pt x="667396" y="1078266"/>
                  </a:lnTo>
                  <a:lnTo>
                    <a:pt x="666196" y="1123337"/>
                  </a:lnTo>
                  <a:lnTo>
                    <a:pt x="664448" y="1168347"/>
                  </a:lnTo>
                  <a:lnTo>
                    <a:pt x="662138" y="1213307"/>
                  </a:lnTo>
                  <a:lnTo>
                    <a:pt x="659255" y="1258227"/>
                  </a:lnTo>
                  <a:lnTo>
                    <a:pt x="655785" y="1303120"/>
                  </a:lnTo>
                  <a:lnTo>
                    <a:pt x="651716" y="1347995"/>
                  </a:lnTo>
                  <a:lnTo>
                    <a:pt x="647036" y="1392863"/>
                  </a:lnTo>
                  <a:lnTo>
                    <a:pt x="641732" y="1437735"/>
                  </a:lnTo>
                  <a:lnTo>
                    <a:pt x="635790" y="1482622"/>
                  </a:lnTo>
                  <a:lnTo>
                    <a:pt x="629200" y="1527534"/>
                  </a:lnTo>
                  <a:lnTo>
                    <a:pt x="621947" y="1572483"/>
                  </a:lnTo>
                  <a:lnTo>
                    <a:pt x="614020" y="1617480"/>
                  </a:lnTo>
                  <a:lnTo>
                    <a:pt x="605405" y="1662534"/>
                  </a:lnTo>
                  <a:lnTo>
                    <a:pt x="596091" y="1707657"/>
                  </a:lnTo>
                  <a:lnTo>
                    <a:pt x="586064" y="1752860"/>
                  </a:lnTo>
                  <a:lnTo>
                    <a:pt x="575313" y="1798153"/>
                  </a:lnTo>
                  <a:lnTo>
                    <a:pt x="563823" y="1843548"/>
                  </a:lnTo>
                  <a:lnTo>
                    <a:pt x="551584" y="1889055"/>
                  </a:lnTo>
                  <a:lnTo>
                    <a:pt x="538581" y="1934685"/>
                  </a:lnTo>
                  <a:lnTo>
                    <a:pt x="524804" y="1980448"/>
                  </a:lnTo>
                  <a:lnTo>
                    <a:pt x="510238" y="2026356"/>
                  </a:lnTo>
                  <a:lnTo>
                    <a:pt x="494871" y="2072419"/>
                  </a:lnTo>
                  <a:lnTo>
                    <a:pt x="478691" y="2118648"/>
                  </a:lnTo>
                  <a:lnTo>
                    <a:pt x="461686" y="2165055"/>
                  </a:lnTo>
                  <a:lnTo>
                    <a:pt x="443842" y="2211649"/>
                  </a:lnTo>
                  <a:lnTo>
                    <a:pt x="425147" y="2258441"/>
                  </a:lnTo>
                  <a:lnTo>
                    <a:pt x="405588" y="2305443"/>
                  </a:lnTo>
                  <a:lnTo>
                    <a:pt x="385153" y="2352665"/>
                  </a:lnTo>
                  <a:lnTo>
                    <a:pt x="363829" y="2400118"/>
                  </a:lnTo>
                  <a:lnTo>
                    <a:pt x="341604" y="2447813"/>
                  </a:lnTo>
                  <a:lnTo>
                    <a:pt x="318465" y="2495761"/>
                  </a:lnTo>
                  <a:lnTo>
                    <a:pt x="294399" y="2543972"/>
                  </a:lnTo>
                  <a:lnTo>
                    <a:pt x="269393" y="2592457"/>
                  </a:lnTo>
                  <a:lnTo>
                    <a:pt x="243436" y="2641227"/>
                  </a:lnTo>
                  <a:lnTo>
                    <a:pt x="216515" y="2690292"/>
                  </a:lnTo>
                  <a:lnTo>
                    <a:pt x="188616" y="2739665"/>
                  </a:lnTo>
                  <a:lnTo>
                    <a:pt x="159728" y="2789355"/>
                  </a:lnTo>
                  <a:lnTo>
                    <a:pt x="129837" y="2839373"/>
                  </a:lnTo>
                  <a:lnTo>
                    <a:pt x="98931" y="2889730"/>
                  </a:lnTo>
                  <a:lnTo>
                    <a:pt x="66998" y="2940437"/>
                  </a:lnTo>
                  <a:lnTo>
                    <a:pt x="34025" y="2991504"/>
                  </a:lnTo>
                  <a:lnTo>
                    <a:pt x="0" y="3042943"/>
                  </a:lnTo>
                  <a:lnTo>
                    <a:pt x="2857389" y="304286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1991026" y="3732838"/>
              <a:ext cx="1249045" cy="2873375"/>
            </a:xfrm>
            <a:custGeom>
              <a:avLst/>
              <a:gdLst/>
              <a:ahLst/>
              <a:cxnLst/>
              <a:rect l="l" t="t" r="r" b="b"/>
              <a:pathLst>
                <a:path w="1249044" h="2873375">
                  <a:moveTo>
                    <a:pt x="353744" y="0"/>
                  </a:moveTo>
                  <a:lnTo>
                    <a:pt x="302880" y="4882"/>
                  </a:lnTo>
                  <a:lnTo>
                    <a:pt x="253063" y="15958"/>
                  </a:lnTo>
                  <a:lnTo>
                    <a:pt x="206404" y="34843"/>
                  </a:lnTo>
                  <a:lnTo>
                    <a:pt x="165017" y="63149"/>
                  </a:lnTo>
                  <a:lnTo>
                    <a:pt x="133881" y="97125"/>
                  </a:lnTo>
                  <a:lnTo>
                    <a:pt x="109977" y="136304"/>
                  </a:lnTo>
                  <a:lnTo>
                    <a:pt x="92311" y="179395"/>
                  </a:lnTo>
                  <a:lnTo>
                    <a:pt x="79890" y="225101"/>
                  </a:lnTo>
                  <a:lnTo>
                    <a:pt x="71721" y="272128"/>
                  </a:lnTo>
                  <a:lnTo>
                    <a:pt x="66810" y="319183"/>
                  </a:lnTo>
                  <a:lnTo>
                    <a:pt x="53910" y="491674"/>
                  </a:lnTo>
                  <a:lnTo>
                    <a:pt x="46086" y="603378"/>
                  </a:lnTo>
                  <a:lnTo>
                    <a:pt x="38882" y="712668"/>
                  </a:lnTo>
                  <a:lnTo>
                    <a:pt x="32295" y="819727"/>
                  </a:lnTo>
                  <a:lnTo>
                    <a:pt x="26325" y="924740"/>
                  </a:lnTo>
                  <a:lnTo>
                    <a:pt x="20968" y="1027893"/>
                  </a:lnTo>
                  <a:lnTo>
                    <a:pt x="16224" y="1129371"/>
                  </a:lnTo>
                  <a:lnTo>
                    <a:pt x="12089" y="1229358"/>
                  </a:lnTo>
                  <a:lnTo>
                    <a:pt x="8564" y="1328039"/>
                  </a:lnTo>
                  <a:lnTo>
                    <a:pt x="5645" y="1425600"/>
                  </a:lnTo>
                  <a:lnTo>
                    <a:pt x="3331" y="1522225"/>
                  </a:lnTo>
                  <a:lnTo>
                    <a:pt x="1620" y="1618100"/>
                  </a:lnTo>
                  <a:lnTo>
                    <a:pt x="510" y="1713408"/>
                  </a:lnTo>
                  <a:lnTo>
                    <a:pt x="0" y="1808336"/>
                  </a:lnTo>
                  <a:lnTo>
                    <a:pt x="87" y="1903068"/>
                  </a:lnTo>
                  <a:lnTo>
                    <a:pt x="770" y="1997789"/>
                  </a:lnTo>
                  <a:lnTo>
                    <a:pt x="2047" y="2092684"/>
                  </a:lnTo>
                  <a:lnTo>
                    <a:pt x="3916" y="2187938"/>
                  </a:lnTo>
                  <a:lnTo>
                    <a:pt x="6376" y="2283736"/>
                  </a:lnTo>
                  <a:lnTo>
                    <a:pt x="9424" y="2380263"/>
                  </a:lnTo>
                  <a:lnTo>
                    <a:pt x="11168" y="2428857"/>
                  </a:lnTo>
                  <a:lnTo>
                    <a:pt x="15503" y="2474742"/>
                  </a:lnTo>
                  <a:lnTo>
                    <a:pt x="24773" y="2517444"/>
                  </a:lnTo>
                  <a:lnTo>
                    <a:pt x="38694" y="2557072"/>
                  </a:lnTo>
                  <a:lnTo>
                    <a:pt x="56983" y="2593735"/>
                  </a:lnTo>
                  <a:lnTo>
                    <a:pt x="79355" y="2627544"/>
                  </a:lnTo>
                  <a:lnTo>
                    <a:pt x="105526" y="2658608"/>
                  </a:lnTo>
                  <a:lnTo>
                    <a:pt x="135213" y="2687035"/>
                  </a:lnTo>
                  <a:lnTo>
                    <a:pt x="168132" y="2712936"/>
                  </a:lnTo>
                  <a:lnTo>
                    <a:pt x="203998" y="2736420"/>
                  </a:lnTo>
                  <a:lnTo>
                    <a:pt x="242528" y="2757597"/>
                  </a:lnTo>
                  <a:lnTo>
                    <a:pt x="283438" y="2776575"/>
                  </a:lnTo>
                  <a:lnTo>
                    <a:pt x="326443" y="2793466"/>
                  </a:lnTo>
                  <a:lnTo>
                    <a:pt x="371261" y="2808377"/>
                  </a:lnTo>
                  <a:lnTo>
                    <a:pt x="417606" y="2821418"/>
                  </a:lnTo>
                  <a:lnTo>
                    <a:pt x="465196" y="2832699"/>
                  </a:lnTo>
                  <a:lnTo>
                    <a:pt x="513746" y="2842330"/>
                  </a:lnTo>
                  <a:lnTo>
                    <a:pt x="562972" y="2850419"/>
                  </a:lnTo>
                  <a:lnTo>
                    <a:pt x="612590" y="2857077"/>
                  </a:lnTo>
                  <a:lnTo>
                    <a:pt x="662317" y="2862413"/>
                  </a:lnTo>
                  <a:lnTo>
                    <a:pt x="711868" y="2866535"/>
                  </a:lnTo>
                  <a:lnTo>
                    <a:pt x="760960" y="2869555"/>
                  </a:lnTo>
                  <a:lnTo>
                    <a:pt x="809308" y="2871581"/>
                  </a:lnTo>
                  <a:lnTo>
                    <a:pt x="856629" y="2872722"/>
                  </a:lnTo>
                  <a:lnTo>
                    <a:pt x="902639" y="2873088"/>
                  </a:lnTo>
                  <a:lnTo>
                    <a:pt x="947053" y="2872789"/>
                  </a:lnTo>
                  <a:lnTo>
                    <a:pt x="989588" y="2871934"/>
                  </a:lnTo>
                  <a:lnTo>
                    <a:pt x="1029960" y="2870633"/>
                  </a:lnTo>
                  <a:lnTo>
                    <a:pt x="1103080" y="2867128"/>
                  </a:lnTo>
                  <a:lnTo>
                    <a:pt x="1240994" y="2857284"/>
                  </a:lnTo>
                  <a:lnTo>
                    <a:pt x="1248900" y="2839968"/>
                  </a:lnTo>
                  <a:lnTo>
                    <a:pt x="1225680" y="2801068"/>
                  </a:lnTo>
                  <a:lnTo>
                    <a:pt x="1187661" y="2754538"/>
                  </a:lnTo>
                  <a:lnTo>
                    <a:pt x="1151174" y="2714334"/>
                  </a:lnTo>
                  <a:lnTo>
                    <a:pt x="1132548" y="2694410"/>
                  </a:lnTo>
                  <a:lnTo>
                    <a:pt x="1113629" y="2671078"/>
                  </a:lnTo>
                  <a:lnTo>
                    <a:pt x="1081023" y="2628078"/>
                  </a:lnTo>
                  <a:lnTo>
                    <a:pt x="1056927" y="2593722"/>
                  </a:lnTo>
                  <a:lnTo>
                    <a:pt x="1031314" y="2554532"/>
                  </a:lnTo>
                  <a:lnTo>
                    <a:pt x="1004498" y="2510264"/>
                  </a:lnTo>
                  <a:lnTo>
                    <a:pt x="976795" y="2460676"/>
                  </a:lnTo>
                  <a:lnTo>
                    <a:pt x="948523" y="2405525"/>
                  </a:lnTo>
                  <a:lnTo>
                    <a:pt x="919996" y="2344568"/>
                  </a:lnTo>
                  <a:lnTo>
                    <a:pt x="891531" y="2277563"/>
                  </a:lnTo>
                  <a:lnTo>
                    <a:pt x="877420" y="2241716"/>
                  </a:lnTo>
                  <a:lnTo>
                    <a:pt x="863443" y="2204266"/>
                  </a:lnTo>
                  <a:lnTo>
                    <a:pt x="849640" y="2165182"/>
                  </a:lnTo>
                  <a:lnTo>
                    <a:pt x="836049" y="2124434"/>
                  </a:lnTo>
                  <a:lnTo>
                    <a:pt x="822711" y="2081992"/>
                  </a:lnTo>
                  <a:lnTo>
                    <a:pt x="809665" y="2037826"/>
                  </a:lnTo>
                  <a:lnTo>
                    <a:pt x="796949" y="1991904"/>
                  </a:lnTo>
                  <a:lnTo>
                    <a:pt x="784605" y="1944197"/>
                  </a:lnTo>
                  <a:lnTo>
                    <a:pt x="772671" y="1894674"/>
                  </a:lnTo>
                  <a:lnTo>
                    <a:pt x="761187" y="1843305"/>
                  </a:lnTo>
                  <a:lnTo>
                    <a:pt x="750192" y="1790060"/>
                  </a:lnTo>
                  <a:lnTo>
                    <a:pt x="739726" y="1734908"/>
                  </a:lnTo>
                  <a:lnTo>
                    <a:pt x="729828" y="1677819"/>
                  </a:lnTo>
                  <a:lnTo>
                    <a:pt x="720538" y="1618762"/>
                  </a:lnTo>
                  <a:lnTo>
                    <a:pt x="711895" y="1557708"/>
                  </a:lnTo>
                  <a:lnTo>
                    <a:pt x="703939" y="1494625"/>
                  </a:lnTo>
                  <a:lnTo>
                    <a:pt x="696710" y="1429484"/>
                  </a:lnTo>
                  <a:lnTo>
                    <a:pt x="690246" y="1362253"/>
                  </a:lnTo>
                  <a:lnTo>
                    <a:pt x="684587" y="1292904"/>
                  </a:lnTo>
                  <a:lnTo>
                    <a:pt x="679773" y="1221405"/>
                  </a:lnTo>
                  <a:lnTo>
                    <a:pt x="675843" y="1147726"/>
                  </a:lnTo>
                  <a:lnTo>
                    <a:pt x="672837" y="1071836"/>
                  </a:lnTo>
                  <a:lnTo>
                    <a:pt x="670794" y="993706"/>
                  </a:lnTo>
                  <a:lnTo>
                    <a:pt x="669754" y="913305"/>
                  </a:lnTo>
                  <a:lnTo>
                    <a:pt x="669756" y="830602"/>
                  </a:lnTo>
                  <a:lnTo>
                    <a:pt x="670840" y="745568"/>
                  </a:lnTo>
                  <a:lnTo>
                    <a:pt x="673044" y="658172"/>
                  </a:lnTo>
                  <a:lnTo>
                    <a:pt x="676410" y="568383"/>
                  </a:lnTo>
                  <a:lnTo>
                    <a:pt x="680976" y="476171"/>
                  </a:lnTo>
                  <a:lnTo>
                    <a:pt x="686781" y="381506"/>
                  </a:lnTo>
                  <a:lnTo>
                    <a:pt x="688906" y="331969"/>
                  </a:lnTo>
                  <a:lnTo>
                    <a:pt x="687886" y="281976"/>
                  </a:lnTo>
                  <a:lnTo>
                    <a:pt x="682496" y="232618"/>
                  </a:lnTo>
                  <a:lnTo>
                    <a:pt x="671509" y="184986"/>
                  </a:lnTo>
                  <a:lnTo>
                    <a:pt x="653699" y="140171"/>
                  </a:lnTo>
                  <a:lnTo>
                    <a:pt x="627840" y="99263"/>
                  </a:lnTo>
                  <a:lnTo>
                    <a:pt x="592889" y="64006"/>
                  </a:lnTo>
                  <a:lnTo>
                    <a:pt x="551482" y="37194"/>
                  </a:lnTo>
                  <a:lnTo>
                    <a:pt x="505242" y="18109"/>
                  </a:lnTo>
                  <a:lnTo>
                    <a:pt x="455791" y="6028"/>
                  </a:lnTo>
                  <a:lnTo>
                    <a:pt x="404750" y="232"/>
                  </a:lnTo>
                  <a:lnTo>
                    <a:pt x="353744" y="0"/>
                  </a:lnTo>
                  <a:close/>
                </a:path>
              </a:pathLst>
            </a:custGeom>
            <a:solidFill>
              <a:srgbClr val="FFFFF7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1990995" y="3732838"/>
              <a:ext cx="1249045" cy="2873375"/>
            </a:xfrm>
            <a:custGeom>
              <a:avLst/>
              <a:gdLst/>
              <a:ahLst/>
              <a:cxnLst/>
              <a:rect l="l" t="t" r="r" b="b"/>
              <a:pathLst>
                <a:path w="1249044" h="2873375">
                  <a:moveTo>
                    <a:pt x="686812" y="381506"/>
                  </a:moveTo>
                  <a:lnTo>
                    <a:pt x="688936" y="331969"/>
                  </a:lnTo>
                  <a:lnTo>
                    <a:pt x="687917" y="281976"/>
                  </a:lnTo>
                  <a:lnTo>
                    <a:pt x="682527" y="232618"/>
                  </a:lnTo>
                  <a:lnTo>
                    <a:pt x="671540" y="184986"/>
                  </a:lnTo>
                  <a:lnTo>
                    <a:pt x="653730" y="140171"/>
                  </a:lnTo>
                  <a:lnTo>
                    <a:pt x="627871" y="99263"/>
                  </a:lnTo>
                  <a:lnTo>
                    <a:pt x="592920" y="64006"/>
                  </a:lnTo>
                  <a:lnTo>
                    <a:pt x="551513" y="37194"/>
                  </a:lnTo>
                  <a:lnTo>
                    <a:pt x="505273" y="18109"/>
                  </a:lnTo>
                  <a:lnTo>
                    <a:pt x="455822" y="6028"/>
                  </a:lnTo>
                  <a:lnTo>
                    <a:pt x="404781" y="232"/>
                  </a:lnTo>
                  <a:lnTo>
                    <a:pt x="353775" y="0"/>
                  </a:lnTo>
                  <a:lnTo>
                    <a:pt x="302911" y="4882"/>
                  </a:lnTo>
                  <a:lnTo>
                    <a:pt x="253093" y="15958"/>
                  </a:lnTo>
                  <a:lnTo>
                    <a:pt x="206435" y="34843"/>
                  </a:lnTo>
                  <a:lnTo>
                    <a:pt x="165048" y="63149"/>
                  </a:lnTo>
                  <a:lnTo>
                    <a:pt x="133912" y="97125"/>
                  </a:lnTo>
                  <a:lnTo>
                    <a:pt x="110008" y="136304"/>
                  </a:lnTo>
                  <a:lnTo>
                    <a:pt x="92342" y="179395"/>
                  </a:lnTo>
                  <a:lnTo>
                    <a:pt x="79921" y="225101"/>
                  </a:lnTo>
                  <a:lnTo>
                    <a:pt x="71752" y="272128"/>
                  </a:lnTo>
                  <a:lnTo>
                    <a:pt x="66841" y="319183"/>
                  </a:lnTo>
                  <a:lnTo>
                    <a:pt x="62385" y="377369"/>
                  </a:lnTo>
                  <a:lnTo>
                    <a:pt x="58085" y="434858"/>
                  </a:lnTo>
                  <a:lnTo>
                    <a:pt x="53941" y="491674"/>
                  </a:lnTo>
                  <a:lnTo>
                    <a:pt x="49951" y="547840"/>
                  </a:lnTo>
                  <a:lnTo>
                    <a:pt x="46117" y="603378"/>
                  </a:lnTo>
                  <a:lnTo>
                    <a:pt x="42438" y="658313"/>
                  </a:lnTo>
                  <a:lnTo>
                    <a:pt x="38913" y="712668"/>
                  </a:lnTo>
                  <a:lnTo>
                    <a:pt x="35543" y="766464"/>
                  </a:lnTo>
                  <a:lnTo>
                    <a:pt x="32326" y="819727"/>
                  </a:lnTo>
                  <a:lnTo>
                    <a:pt x="29264" y="872478"/>
                  </a:lnTo>
                  <a:lnTo>
                    <a:pt x="26356" y="924740"/>
                  </a:lnTo>
                  <a:lnTo>
                    <a:pt x="23601" y="976538"/>
                  </a:lnTo>
                  <a:lnTo>
                    <a:pt x="20999" y="1027893"/>
                  </a:lnTo>
                  <a:lnTo>
                    <a:pt x="18550" y="1078830"/>
                  </a:lnTo>
                  <a:lnTo>
                    <a:pt x="16254" y="1129371"/>
                  </a:lnTo>
                  <a:lnTo>
                    <a:pt x="14111" y="1179539"/>
                  </a:lnTo>
                  <a:lnTo>
                    <a:pt x="12120" y="1229358"/>
                  </a:lnTo>
                  <a:lnTo>
                    <a:pt x="10281" y="1278850"/>
                  </a:lnTo>
                  <a:lnTo>
                    <a:pt x="8595" y="1328039"/>
                  </a:lnTo>
                  <a:lnTo>
                    <a:pt x="7059" y="1376948"/>
                  </a:lnTo>
                  <a:lnTo>
                    <a:pt x="5676" y="1425600"/>
                  </a:lnTo>
                  <a:lnTo>
                    <a:pt x="4443" y="1474018"/>
                  </a:lnTo>
                  <a:lnTo>
                    <a:pt x="3362" y="1522225"/>
                  </a:lnTo>
                  <a:lnTo>
                    <a:pt x="2431" y="1570245"/>
                  </a:lnTo>
                  <a:lnTo>
                    <a:pt x="1651" y="1618100"/>
                  </a:lnTo>
                  <a:lnTo>
                    <a:pt x="1021" y="1665813"/>
                  </a:lnTo>
                  <a:lnTo>
                    <a:pt x="541" y="1713408"/>
                  </a:lnTo>
                  <a:lnTo>
                    <a:pt x="211" y="1760908"/>
                  </a:lnTo>
                  <a:lnTo>
                    <a:pt x="30" y="1808336"/>
                  </a:lnTo>
                  <a:lnTo>
                    <a:pt x="0" y="1855715"/>
                  </a:lnTo>
                  <a:lnTo>
                    <a:pt x="118" y="1903068"/>
                  </a:lnTo>
                  <a:lnTo>
                    <a:pt x="385" y="1950418"/>
                  </a:lnTo>
                  <a:lnTo>
                    <a:pt x="801" y="1997789"/>
                  </a:lnTo>
                  <a:lnTo>
                    <a:pt x="1365" y="2045203"/>
                  </a:lnTo>
                  <a:lnTo>
                    <a:pt x="2078" y="2092684"/>
                  </a:lnTo>
                  <a:lnTo>
                    <a:pt x="2939" y="2140254"/>
                  </a:lnTo>
                  <a:lnTo>
                    <a:pt x="3947" y="2187938"/>
                  </a:lnTo>
                  <a:lnTo>
                    <a:pt x="5103" y="2235757"/>
                  </a:lnTo>
                  <a:lnTo>
                    <a:pt x="6407" y="2283736"/>
                  </a:lnTo>
                  <a:lnTo>
                    <a:pt x="7857" y="2331897"/>
                  </a:lnTo>
                  <a:lnTo>
                    <a:pt x="9455" y="2380263"/>
                  </a:lnTo>
                  <a:lnTo>
                    <a:pt x="11199" y="2428857"/>
                  </a:lnTo>
                  <a:lnTo>
                    <a:pt x="15534" y="2474742"/>
                  </a:lnTo>
                  <a:lnTo>
                    <a:pt x="24804" y="2517444"/>
                  </a:lnTo>
                  <a:lnTo>
                    <a:pt x="38725" y="2557072"/>
                  </a:lnTo>
                  <a:lnTo>
                    <a:pt x="57014" y="2593735"/>
                  </a:lnTo>
                  <a:lnTo>
                    <a:pt x="79386" y="2627544"/>
                  </a:lnTo>
                  <a:lnTo>
                    <a:pt x="105557" y="2658608"/>
                  </a:lnTo>
                  <a:lnTo>
                    <a:pt x="135244" y="2687035"/>
                  </a:lnTo>
                  <a:lnTo>
                    <a:pt x="168163" y="2712936"/>
                  </a:lnTo>
                  <a:lnTo>
                    <a:pt x="204029" y="2736420"/>
                  </a:lnTo>
                  <a:lnTo>
                    <a:pt x="242559" y="2757597"/>
                  </a:lnTo>
                  <a:lnTo>
                    <a:pt x="283469" y="2776575"/>
                  </a:lnTo>
                  <a:lnTo>
                    <a:pt x="326474" y="2793466"/>
                  </a:lnTo>
                  <a:lnTo>
                    <a:pt x="371292" y="2808377"/>
                  </a:lnTo>
                  <a:lnTo>
                    <a:pt x="417637" y="2821418"/>
                  </a:lnTo>
                  <a:lnTo>
                    <a:pt x="465227" y="2832699"/>
                  </a:lnTo>
                  <a:lnTo>
                    <a:pt x="513777" y="2842330"/>
                  </a:lnTo>
                  <a:lnTo>
                    <a:pt x="563003" y="2850419"/>
                  </a:lnTo>
                  <a:lnTo>
                    <a:pt x="612621" y="2857077"/>
                  </a:lnTo>
                  <a:lnTo>
                    <a:pt x="662348" y="2862413"/>
                  </a:lnTo>
                  <a:lnTo>
                    <a:pt x="711899" y="2866535"/>
                  </a:lnTo>
                  <a:lnTo>
                    <a:pt x="760991" y="2869555"/>
                  </a:lnTo>
                  <a:lnTo>
                    <a:pt x="809339" y="2871581"/>
                  </a:lnTo>
                  <a:lnTo>
                    <a:pt x="856660" y="2872722"/>
                  </a:lnTo>
                  <a:lnTo>
                    <a:pt x="902670" y="2873088"/>
                  </a:lnTo>
                  <a:lnTo>
                    <a:pt x="947084" y="2872789"/>
                  </a:lnTo>
                  <a:lnTo>
                    <a:pt x="989619" y="2871934"/>
                  </a:lnTo>
                  <a:lnTo>
                    <a:pt x="1029991" y="2870633"/>
                  </a:lnTo>
                  <a:lnTo>
                    <a:pt x="1103111" y="2867128"/>
                  </a:lnTo>
                  <a:lnTo>
                    <a:pt x="1164170" y="2863151"/>
                  </a:lnTo>
                  <a:lnTo>
                    <a:pt x="1210899" y="2859578"/>
                  </a:lnTo>
                  <a:lnTo>
                    <a:pt x="1228180" y="2858217"/>
                  </a:lnTo>
                  <a:lnTo>
                    <a:pt x="1241025" y="2857284"/>
                  </a:lnTo>
                  <a:lnTo>
                    <a:pt x="1225710" y="2801068"/>
                  </a:lnTo>
                  <a:lnTo>
                    <a:pt x="1187692" y="2754538"/>
                  </a:lnTo>
                  <a:lnTo>
                    <a:pt x="1151205" y="2714334"/>
                  </a:lnTo>
                  <a:lnTo>
                    <a:pt x="1132578" y="2694410"/>
                  </a:lnTo>
                  <a:lnTo>
                    <a:pt x="1123428" y="2683257"/>
                  </a:lnTo>
                  <a:lnTo>
                    <a:pt x="1092434" y="2643518"/>
                  </a:lnTo>
                  <a:lnTo>
                    <a:pt x="1069216" y="2611489"/>
                  </a:lnTo>
                  <a:lnTo>
                    <a:pt x="1044321" y="2574746"/>
                  </a:lnTo>
                  <a:lnTo>
                    <a:pt x="1018067" y="2533048"/>
                  </a:lnTo>
                  <a:lnTo>
                    <a:pt x="990769" y="2486150"/>
                  </a:lnTo>
                  <a:lnTo>
                    <a:pt x="962742" y="2433811"/>
                  </a:lnTo>
                  <a:lnTo>
                    <a:pt x="934303" y="2375788"/>
                  </a:lnTo>
                  <a:lnTo>
                    <a:pt x="905767" y="2311837"/>
                  </a:lnTo>
                  <a:lnTo>
                    <a:pt x="877451" y="2241716"/>
                  </a:lnTo>
                  <a:lnTo>
                    <a:pt x="863474" y="2204266"/>
                  </a:lnTo>
                  <a:lnTo>
                    <a:pt x="849671" y="2165182"/>
                  </a:lnTo>
                  <a:lnTo>
                    <a:pt x="836080" y="2124434"/>
                  </a:lnTo>
                  <a:lnTo>
                    <a:pt x="822742" y="2081992"/>
                  </a:lnTo>
                  <a:lnTo>
                    <a:pt x="809695" y="2037826"/>
                  </a:lnTo>
                  <a:lnTo>
                    <a:pt x="796980" y="1991904"/>
                  </a:lnTo>
                  <a:lnTo>
                    <a:pt x="784636" y="1944197"/>
                  </a:lnTo>
                  <a:lnTo>
                    <a:pt x="772702" y="1894674"/>
                  </a:lnTo>
                  <a:lnTo>
                    <a:pt x="761218" y="1843305"/>
                  </a:lnTo>
                  <a:lnTo>
                    <a:pt x="750223" y="1790060"/>
                  </a:lnTo>
                  <a:lnTo>
                    <a:pt x="739757" y="1734908"/>
                  </a:lnTo>
                  <a:lnTo>
                    <a:pt x="729859" y="1677819"/>
                  </a:lnTo>
                  <a:lnTo>
                    <a:pt x="720569" y="1618762"/>
                  </a:lnTo>
                  <a:lnTo>
                    <a:pt x="711926" y="1557708"/>
                  </a:lnTo>
                  <a:lnTo>
                    <a:pt x="703970" y="1494625"/>
                  </a:lnTo>
                  <a:lnTo>
                    <a:pt x="696741" y="1429484"/>
                  </a:lnTo>
                  <a:lnTo>
                    <a:pt x="690277" y="1362253"/>
                  </a:lnTo>
                  <a:lnTo>
                    <a:pt x="684618" y="1292904"/>
                  </a:lnTo>
                  <a:lnTo>
                    <a:pt x="679804" y="1221405"/>
                  </a:lnTo>
                  <a:lnTo>
                    <a:pt x="675874" y="1147726"/>
                  </a:lnTo>
                  <a:lnTo>
                    <a:pt x="672868" y="1071836"/>
                  </a:lnTo>
                  <a:lnTo>
                    <a:pt x="670825" y="993706"/>
                  </a:lnTo>
                  <a:lnTo>
                    <a:pt x="669785" y="913305"/>
                  </a:lnTo>
                  <a:lnTo>
                    <a:pt x="669787" y="830602"/>
                  </a:lnTo>
                  <a:lnTo>
                    <a:pt x="670871" y="745568"/>
                  </a:lnTo>
                  <a:lnTo>
                    <a:pt x="673075" y="658172"/>
                  </a:lnTo>
                  <a:lnTo>
                    <a:pt x="676441" y="568383"/>
                  </a:lnTo>
                  <a:lnTo>
                    <a:pt x="681007" y="476171"/>
                  </a:lnTo>
                  <a:lnTo>
                    <a:pt x="686812" y="38150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1169157" y="3666317"/>
              <a:ext cx="1802764" cy="5715"/>
            </a:xfrm>
            <a:custGeom>
              <a:avLst/>
              <a:gdLst/>
              <a:ahLst/>
              <a:cxnLst/>
              <a:rect l="l" t="t" r="r" b="b"/>
              <a:pathLst>
                <a:path w="1802765" h="5714">
                  <a:moveTo>
                    <a:pt x="1802458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1802458" y="5319"/>
                  </a:lnTo>
                  <a:lnTo>
                    <a:pt x="180245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1169157" y="3666317"/>
              <a:ext cx="1802764" cy="5715"/>
            </a:xfrm>
            <a:custGeom>
              <a:avLst/>
              <a:gdLst/>
              <a:ahLst/>
              <a:cxnLst/>
              <a:rect l="l" t="t" r="r" b="b"/>
              <a:pathLst>
                <a:path w="1802765" h="5714">
                  <a:moveTo>
                    <a:pt x="1802458" y="5319"/>
                  </a:moveTo>
                  <a:lnTo>
                    <a:pt x="0" y="5319"/>
                  </a:lnTo>
                  <a:lnTo>
                    <a:pt x="0" y="0"/>
                  </a:lnTo>
                  <a:lnTo>
                    <a:pt x="1802458" y="0"/>
                  </a:lnTo>
                  <a:lnTo>
                    <a:pt x="1802458" y="531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2965762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2965762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2927532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2927532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2889314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2889314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2851084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2851084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2812855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2812855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2774636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2774636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2736407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2736407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2698188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2698188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2659959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2659959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2621730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2621730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2583511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2583511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2545282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2545282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2507053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2507053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2468834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2468834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2430605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2430605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2392376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2392376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2354157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2354157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2315928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2315928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2277699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2277699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2239480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2239480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2201251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2201251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2163021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2163021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2124803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2124803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2086574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2086574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2048355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2048355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2010126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2010126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1971896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1971896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1933678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1933678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1895448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1895448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1857219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1857219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1819001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1819001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1780771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1780771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1742542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1742542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1704323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1704323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1666094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1666094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1627865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1627865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1589646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1589646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1551417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1551417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1513188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1513188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1474969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1474969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1436740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1436740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1398521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1398521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1360292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1360292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1322063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1322063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1283844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1283844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1245615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1245615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1207386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1207386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1169167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1169167" y="3648108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1270064" y="4708097"/>
              <a:ext cx="1611630" cy="4445"/>
            </a:xfrm>
            <a:custGeom>
              <a:avLst/>
              <a:gdLst/>
              <a:ahLst/>
              <a:cxnLst/>
              <a:rect l="l" t="t" r="r" b="b"/>
              <a:pathLst>
                <a:path w="1611629" h="4445">
                  <a:moveTo>
                    <a:pt x="1611322" y="0"/>
                  </a:moveTo>
                  <a:lnTo>
                    <a:pt x="0" y="0"/>
                  </a:lnTo>
                  <a:lnTo>
                    <a:pt x="0" y="4031"/>
                  </a:lnTo>
                  <a:lnTo>
                    <a:pt x="1611322" y="4031"/>
                  </a:lnTo>
                  <a:lnTo>
                    <a:pt x="161132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1270064" y="4708097"/>
              <a:ext cx="1611630" cy="4445"/>
            </a:xfrm>
            <a:custGeom>
              <a:avLst/>
              <a:gdLst/>
              <a:ahLst/>
              <a:cxnLst/>
              <a:rect l="l" t="t" r="r" b="b"/>
              <a:pathLst>
                <a:path w="1611629" h="4445">
                  <a:moveTo>
                    <a:pt x="1611322" y="4031"/>
                  </a:moveTo>
                  <a:lnTo>
                    <a:pt x="0" y="4031"/>
                  </a:lnTo>
                  <a:lnTo>
                    <a:pt x="0" y="0"/>
                  </a:lnTo>
                  <a:lnTo>
                    <a:pt x="1611322" y="0"/>
                  </a:lnTo>
                  <a:lnTo>
                    <a:pt x="1611322" y="403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2875523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2875523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2837305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2837305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2799075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2799075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12760846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12760846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12722628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2722628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2684398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2684398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2646180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2646180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12607950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12607950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2569721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2569721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12531502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2531502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2493273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2493273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2455044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2455044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2416825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2416825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2378596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2378596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2340367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2340367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2302148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12302148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12263919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2263919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2225690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2225690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2187471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2187471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2149242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2149242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2111013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2111013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2072794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2072794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2034565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2034565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1996346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1996346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1958117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1958117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1919887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1919887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11881669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1881669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1843440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1843440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1805210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1805210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1766992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1766992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1728762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1728762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1690533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1690533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1652314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1652314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1614085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1614085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1575856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1575856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1537637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1537637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11499408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11499408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1461189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1461189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1422960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1422960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1384731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1384731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1346512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1346512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1308283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1308283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1270054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5853" y="0"/>
                  </a:moveTo>
                  <a:lnTo>
                    <a:pt x="0" y="0"/>
                  </a:lnTo>
                  <a:lnTo>
                    <a:pt x="0" y="15790"/>
                  </a:lnTo>
                  <a:lnTo>
                    <a:pt x="5853" y="15790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1270054" y="4694317"/>
              <a:ext cx="6350" cy="15875"/>
            </a:xfrm>
            <a:custGeom>
              <a:avLst/>
              <a:gdLst/>
              <a:ahLst/>
              <a:cxnLst/>
              <a:rect l="l" t="t" r="r" b="b"/>
              <a:pathLst>
                <a:path w="6350" h="15875">
                  <a:moveTo>
                    <a:pt x="0" y="0"/>
                  </a:moveTo>
                  <a:lnTo>
                    <a:pt x="5853" y="0"/>
                  </a:lnTo>
                  <a:lnTo>
                    <a:pt x="5853" y="15790"/>
                  </a:lnTo>
                  <a:lnTo>
                    <a:pt x="0" y="1579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1100457" y="5733301"/>
              <a:ext cx="1955800" cy="5715"/>
            </a:xfrm>
            <a:custGeom>
              <a:avLst/>
              <a:gdLst/>
              <a:ahLst/>
              <a:cxnLst/>
              <a:rect l="l" t="t" r="r" b="b"/>
              <a:pathLst>
                <a:path w="1955800" h="5714">
                  <a:moveTo>
                    <a:pt x="1955354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1955354" y="5319"/>
                  </a:lnTo>
                  <a:lnTo>
                    <a:pt x="19553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1100457" y="5733301"/>
              <a:ext cx="1955800" cy="5715"/>
            </a:xfrm>
            <a:custGeom>
              <a:avLst/>
              <a:gdLst/>
              <a:ahLst/>
              <a:cxnLst/>
              <a:rect l="l" t="t" r="r" b="b"/>
              <a:pathLst>
                <a:path w="1955800" h="5714">
                  <a:moveTo>
                    <a:pt x="1955354" y="5319"/>
                  </a:moveTo>
                  <a:lnTo>
                    <a:pt x="0" y="5319"/>
                  </a:lnTo>
                  <a:lnTo>
                    <a:pt x="0" y="0"/>
                  </a:lnTo>
                  <a:lnTo>
                    <a:pt x="1955354" y="0"/>
                  </a:lnTo>
                  <a:lnTo>
                    <a:pt x="1955354" y="531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2897051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2897051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2858833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12858833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2935280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2935280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1297349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1297349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1301172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1301172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13049958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13049958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12820603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12820603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12782374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12782374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2744156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2744156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12705926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12705926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12667697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2667697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1262947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262947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1259124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1259124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12553020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2553020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2514801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12514801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12476572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2476572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2438343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12438343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2400124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12400124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12361895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2361895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2323676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2323676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2285447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2285447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2247218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2247218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220899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220899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2170770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2170770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2132541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2132541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2094322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2094322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2056093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2056093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2017864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12017864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11979645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1979645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1941416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1941416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1903187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1903187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1864968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1864968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1826738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11826738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1178850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178850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1750291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1750291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1712061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1712061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1673832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1673832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11635613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1635613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11597384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11597384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11559165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1559165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11520936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1520936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1482707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1482707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1444488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11444488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1140625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11406259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11368030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11368030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11329811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11329811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11291582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11291582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11253353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11253353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1215134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11215134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11176905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11176905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11138676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1138676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11100457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853" y="0"/>
                  </a:moveTo>
                  <a:lnTo>
                    <a:pt x="0" y="0"/>
                  </a:lnTo>
                  <a:lnTo>
                    <a:pt x="0" y="20868"/>
                  </a:lnTo>
                  <a:lnTo>
                    <a:pt x="5853" y="208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11100457" y="571509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0" y="0"/>
                  </a:moveTo>
                  <a:lnTo>
                    <a:pt x="5853" y="0"/>
                  </a:lnTo>
                  <a:lnTo>
                    <a:pt x="5853" y="20868"/>
                  </a:lnTo>
                  <a:lnTo>
                    <a:pt x="0" y="20868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9351006" y="4386059"/>
              <a:ext cx="1831339" cy="1950085"/>
            </a:xfrm>
            <a:custGeom>
              <a:avLst/>
              <a:gdLst/>
              <a:ahLst/>
              <a:cxnLst/>
              <a:rect l="l" t="t" r="r" b="b"/>
              <a:pathLst>
                <a:path w="1831340" h="1950085">
                  <a:moveTo>
                    <a:pt x="1463693" y="0"/>
                  </a:moveTo>
                  <a:lnTo>
                    <a:pt x="366931" y="0"/>
                  </a:lnTo>
                  <a:lnTo>
                    <a:pt x="374921" y="50150"/>
                  </a:lnTo>
                  <a:lnTo>
                    <a:pt x="382483" y="99812"/>
                  </a:lnTo>
                  <a:lnTo>
                    <a:pt x="389584" y="149014"/>
                  </a:lnTo>
                  <a:lnTo>
                    <a:pt x="396192" y="197782"/>
                  </a:lnTo>
                  <a:lnTo>
                    <a:pt x="402275" y="246146"/>
                  </a:lnTo>
                  <a:lnTo>
                    <a:pt x="407801" y="294132"/>
                  </a:lnTo>
                  <a:lnTo>
                    <a:pt x="412736" y="341767"/>
                  </a:lnTo>
                  <a:lnTo>
                    <a:pt x="417051" y="389081"/>
                  </a:lnTo>
                  <a:lnTo>
                    <a:pt x="420711" y="436099"/>
                  </a:lnTo>
                  <a:lnTo>
                    <a:pt x="423685" y="482850"/>
                  </a:lnTo>
                  <a:lnTo>
                    <a:pt x="425941" y="529361"/>
                  </a:lnTo>
                  <a:lnTo>
                    <a:pt x="427447" y="575660"/>
                  </a:lnTo>
                  <a:lnTo>
                    <a:pt x="428169" y="621774"/>
                  </a:lnTo>
                  <a:lnTo>
                    <a:pt x="428077" y="667732"/>
                  </a:lnTo>
                  <a:lnTo>
                    <a:pt x="427138" y="713560"/>
                  </a:lnTo>
                  <a:lnTo>
                    <a:pt x="425320" y="759286"/>
                  </a:lnTo>
                  <a:lnTo>
                    <a:pt x="422591" y="804939"/>
                  </a:lnTo>
                  <a:lnTo>
                    <a:pt x="418917" y="850544"/>
                  </a:lnTo>
                  <a:lnTo>
                    <a:pt x="414269" y="896131"/>
                  </a:lnTo>
                  <a:lnTo>
                    <a:pt x="408612" y="941726"/>
                  </a:lnTo>
                  <a:lnTo>
                    <a:pt x="401915" y="987358"/>
                  </a:lnTo>
                  <a:lnTo>
                    <a:pt x="394146" y="1033053"/>
                  </a:lnTo>
                  <a:lnTo>
                    <a:pt x="385272" y="1078840"/>
                  </a:lnTo>
                  <a:lnTo>
                    <a:pt x="375262" y="1124745"/>
                  </a:lnTo>
                  <a:lnTo>
                    <a:pt x="364083" y="1170797"/>
                  </a:lnTo>
                  <a:lnTo>
                    <a:pt x="351703" y="1217024"/>
                  </a:lnTo>
                  <a:lnTo>
                    <a:pt x="338090" y="1263452"/>
                  </a:lnTo>
                  <a:lnTo>
                    <a:pt x="323211" y="1310110"/>
                  </a:lnTo>
                  <a:lnTo>
                    <a:pt x="307035" y="1357024"/>
                  </a:lnTo>
                  <a:lnTo>
                    <a:pt x="289529" y="1404223"/>
                  </a:lnTo>
                  <a:lnTo>
                    <a:pt x="270662" y="1451735"/>
                  </a:lnTo>
                  <a:lnTo>
                    <a:pt x="250400" y="1499586"/>
                  </a:lnTo>
                  <a:lnTo>
                    <a:pt x="228712" y="1547804"/>
                  </a:lnTo>
                  <a:lnTo>
                    <a:pt x="205565" y="1596417"/>
                  </a:lnTo>
                  <a:lnTo>
                    <a:pt x="180928" y="1645453"/>
                  </a:lnTo>
                  <a:lnTo>
                    <a:pt x="154768" y="1694939"/>
                  </a:lnTo>
                  <a:lnTo>
                    <a:pt x="127053" y="1744903"/>
                  </a:lnTo>
                  <a:lnTo>
                    <a:pt x="97751" y="1795372"/>
                  </a:lnTo>
                  <a:lnTo>
                    <a:pt x="66829" y="1846374"/>
                  </a:lnTo>
                  <a:lnTo>
                    <a:pt x="34256" y="1897936"/>
                  </a:lnTo>
                  <a:lnTo>
                    <a:pt x="0" y="1950087"/>
                  </a:lnTo>
                  <a:lnTo>
                    <a:pt x="1831179" y="1950034"/>
                  </a:lnTo>
                  <a:lnTo>
                    <a:pt x="1797422" y="1898598"/>
                  </a:lnTo>
                  <a:lnTo>
                    <a:pt x="1765303" y="1847610"/>
                  </a:lnTo>
                  <a:lnTo>
                    <a:pt x="1734792" y="1797049"/>
                  </a:lnTo>
                  <a:lnTo>
                    <a:pt x="1705858" y="1746897"/>
                  </a:lnTo>
                  <a:lnTo>
                    <a:pt x="1678471" y="1697133"/>
                  </a:lnTo>
                  <a:lnTo>
                    <a:pt x="1652600" y="1647739"/>
                  </a:lnTo>
                  <a:lnTo>
                    <a:pt x="1628213" y="1598695"/>
                  </a:lnTo>
                  <a:lnTo>
                    <a:pt x="1605282" y="1549981"/>
                  </a:lnTo>
                  <a:lnTo>
                    <a:pt x="1583774" y="1501578"/>
                  </a:lnTo>
                  <a:lnTo>
                    <a:pt x="1563659" y="1453466"/>
                  </a:lnTo>
                  <a:lnTo>
                    <a:pt x="1544906" y="1405626"/>
                  </a:lnTo>
                  <a:lnTo>
                    <a:pt x="1527485" y="1358038"/>
                  </a:lnTo>
                  <a:lnTo>
                    <a:pt x="1511366" y="1310683"/>
                  </a:lnTo>
                  <a:lnTo>
                    <a:pt x="1496517" y="1263541"/>
                  </a:lnTo>
                  <a:lnTo>
                    <a:pt x="1482907" y="1216592"/>
                  </a:lnTo>
                  <a:lnTo>
                    <a:pt x="1470507" y="1169818"/>
                  </a:lnTo>
                  <a:lnTo>
                    <a:pt x="1459284" y="1123199"/>
                  </a:lnTo>
                  <a:lnTo>
                    <a:pt x="1449210" y="1076715"/>
                  </a:lnTo>
                  <a:lnTo>
                    <a:pt x="1440252" y="1030346"/>
                  </a:lnTo>
                  <a:lnTo>
                    <a:pt x="1432381" y="984074"/>
                  </a:lnTo>
                  <a:lnTo>
                    <a:pt x="1425566" y="937878"/>
                  </a:lnTo>
                  <a:lnTo>
                    <a:pt x="1419775" y="891739"/>
                  </a:lnTo>
                  <a:lnTo>
                    <a:pt x="1414979" y="845638"/>
                  </a:lnTo>
                  <a:lnTo>
                    <a:pt x="1411146" y="799555"/>
                  </a:lnTo>
                  <a:lnTo>
                    <a:pt x="1408246" y="753471"/>
                  </a:lnTo>
                  <a:lnTo>
                    <a:pt x="1406249" y="707365"/>
                  </a:lnTo>
                  <a:lnTo>
                    <a:pt x="1405123" y="661219"/>
                  </a:lnTo>
                  <a:lnTo>
                    <a:pt x="1404838" y="615014"/>
                  </a:lnTo>
                  <a:lnTo>
                    <a:pt x="1405363" y="568728"/>
                  </a:lnTo>
                  <a:lnTo>
                    <a:pt x="1406668" y="522344"/>
                  </a:lnTo>
                  <a:lnTo>
                    <a:pt x="1408721" y="475841"/>
                  </a:lnTo>
                  <a:lnTo>
                    <a:pt x="1411493" y="429200"/>
                  </a:lnTo>
                  <a:lnTo>
                    <a:pt x="1414952" y="382401"/>
                  </a:lnTo>
                  <a:lnTo>
                    <a:pt x="1419068" y="335426"/>
                  </a:lnTo>
                  <a:lnTo>
                    <a:pt x="1423810" y="288254"/>
                  </a:lnTo>
                  <a:lnTo>
                    <a:pt x="1429148" y="240865"/>
                  </a:lnTo>
                  <a:lnTo>
                    <a:pt x="1435050" y="193241"/>
                  </a:lnTo>
                  <a:lnTo>
                    <a:pt x="1441486" y="145362"/>
                  </a:lnTo>
                  <a:lnTo>
                    <a:pt x="1448426" y="97209"/>
                  </a:lnTo>
                  <a:lnTo>
                    <a:pt x="1455839" y="48761"/>
                  </a:lnTo>
                  <a:lnTo>
                    <a:pt x="1463693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9351006" y="4386059"/>
              <a:ext cx="1831339" cy="1950085"/>
            </a:xfrm>
            <a:custGeom>
              <a:avLst/>
              <a:gdLst/>
              <a:ahLst/>
              <a:cxnLst/>
              <a:rect l="l" t="t" r="r" b="b"/>
              <a:pathLst>
                <a:path w="1831340" h="1950085">
                  <a:moveTo>
                    <a:pt x="1831179" y="1950034"/>
                  </a:moveTo>
                  <a:lnTo>
                    <a:pt x="1797422" y="1898598"/>
                  </a:lnTo>
                  <a:lnTo>
                    <a:pt x="1765303" y="1847610"/>
                  </a:lnTo>
                  <a:lnTo>
                    <a:pt x="1734792" y="1797049"/>
                  </a:lnTo>
                  <a:lnTo>
                    <a:pt x="1705858" y="1746897"/>
                  </a:lnTo>
                  <a:lnTo>
                    <a:pt x="1678471" y="1697133"/>
                  </a:lnTo>
                  <a:lnTo>
                    <a:pt x="1652600" y="1647739"/>
                  </a:lnTo>
                  <a:lnTo>
                    <a:pt x="1628213" y="1598695"/>
                  </a:lnTo>
                  <a:lnTo>
                    <a:pt x="1605282" y="1549981"/>
                  </a:lnTo>
                  <a:lnTo>
                    <a:pt x="1583774" y="1501578"/>
                  </a:lnTo>
                  <a:lnTo>
                    <a:pt x="1563659" y="1453466"/>
                  </a:lnTo>
                  <a:lnTo>
                    <a:pt x="1544906" y="1405626"/>
                  </a:lnTo>
                  <a:lnTo>
                    <a:pt x="1527485" y="1358038"/>
                  </a:lnTo>
                  <a:lnTo>
                    <a:pt x="1511366" y="1310683"/>
                  </a:lnTo>
                  <a:lnTo>
                    <a:pt x="1496517" y="1263541"/>
                  </a:lnTo>
                  <a:lnTo>
                    <a:pt x="1482907" y="1216592"/>
                  </a:lnTo>
                  <a:lnTo>
                    <a:pt x="1470507" y="1169818"/>
                  </a:lnTo>
                  <a:lnTo>
                    <a:pt x="1459284" y="1123199"/>
                  </a:lnTo>
                  <a:lnTo>
                    <a:pt x="1449210" y="1076715"/>
                  </a:lnTo>
                  <a:lnTo>
                    <a:pt x="1440252" y="1030346"/>
                  </a:lnTo>
                  <a:lnTo>
                    <a:pt x="1432381" y="984074"/>
                  </a:lnTo>
                  <a:lnTo>
                    <a:pt x="1425566" y="937878"/>
                  </a:lnTo>
                  <a:lnTo>
                    <a:pt x="1419775" y="891739"/>
                  </a:lnTo>
                  <a:lnTo>
                    <a:pt x="1414979" y="845638"/>
                  </a:lnTo>
                  <a:lnTo>
                    <a:pt x="1411146" y="799555"/>
                  </a:lnTo>
                  <a:lnTo>
                    <a:pt x="1408246" y="753471"/>
                  </a:lnTo>
                  <a:lnTo>
                    <a:pt x="1406249" y="707365"/>
                  </a:lnTo>
                  <a:lnTo>
                    <a:pt x="1405123" y="661219"/>
                  </a:lnTo>
                  <a:lnTo>
                    <a:pt x="1404838" y="615014"/>
                  </a:lnTo>
                  <a:lnTo>
                    <a:pt x="1405363" y="568728"/>
                  </a:lnTo>
                  <a:lnTo>
                    <a:pt x="1406668" y="522344"/>
                  </a:lnTo>
                  <a:lnTo>
                    <a:pt x="1408721" y="475841"/>
                  </a:lnTo>
                  <a:lnTo>
                    <a:pt x="1411493" y="429200"/>
                  </a:lnTo>
                  <a:lnTo>
                    <a:pt x="1414952" y="382401"/>
                  </a:lnTo>
                  <a:lnTo>
                    <a:pt x="1419068" y="335426"/>
                  </a:lnTo>
                  <a:lnTo>
                    <a:pt x="1423810" y="288254"/>
                  </a:lnTo>
                  <a:lnTo>
                    <a:pt x="1429148" y="240865"/>
                  </a:lnTo>
                  <a:lnTo>
                    <a:pt x="1435050" y="193241"/>
                  </a:lnTo>
                  <a:lnTo>
                    <a:pt x="1441486" y="145362"/>
                  </a:lnTo>
                  <a:lnTo>
                    <a:pt x="1448426" y="97209"/>
                  </a:lnTo>
                  <a:lnTo>
                    <a:pt x="1455839" y="48761"/>
                  </a:lnTo>
                  <a:lnTo>
                    <a:pt x="1463693" y="0"/>
                  </a:lnTo>
                  <a:lnTo>
                    <a:pt x="366931" y="0"/>
                  </a:lnTo>
                  <a:lnTo>
                    <a:pt x="374921" y="50150"/>
                  </a:lnTo>
                  <a:lnTo>
                    <a:pt x="382483" y="99812"/>
                  </a:lnTo>
                  <a:lnTo>
                    <a:pt x="389584" y="149014"/>
                  </a:lnTo>
                  <a:lnTo>
                    <a:pt x="396192" y="197782"/>
                  </a:lnTo>
                  <a:lnTo>
                    <a:pt x="402275" y="246146"/>
                  </a:lnTo>
                  <a:lnTo>
                    <a:pt x="407801" y="294132"/>
                  </a:lnTo>
                  <a:lnTo>
                    <a:pt x="412736" y="341767"/>
                  </a:lnTo>
                  <a:lnTo>
                    <a:pt x="417051" y="389081"/>
                  </a:lnTo>
                  <a:lnTo>
                    <a:pt x="420711" y="436099"/>
                  </a:lnTo>
                  <a:lnTo>
                    <a:pt x="423685" y="482850"/>
                  </a:lnTo>
                  <a:lnTo>
                    <a:pt x="425941" y="529361"/>
                  </a:lnTo>
                  <a:lnTo>
                    <a:pt x="427447" y="575660"/>
                  </a:lnTo>
                  <a:lnTo>
                    <a:pt x="428169" y="621774"/>
                  </a:lnTo>
                  <a:lnTo>
                    <a:pt x="428077" y="667732"/>
                  </a:lnTo>
                  <a:lnTo>
                    <a:pt x="427138" y="713560"/>
                  </a:lnTo>
                  <a:lnTo>
                    <a:pt x="425320" y="759286"/>
                  </a:lnTo>
                  <a:lnTo>
                    <a:pt x="422591" y="804939"/>
                  </a:lnTo>
                  <a:lnTo>
                    <a:pt x="418917" y="850544"/>
                  </a:lnTo>
                  <a:lnTo>
                    <a:pt x="414269" y="896131"/>
                  </a:lnTo>
                  <a:lnTo>
                    <a:pt x="408612" y="941726"/>
                  </a:lnTo>
                  <a:lnTo>
                    <a:pt x="401915" y="987358"/>
                  </a:lnTo>
                  <a:lnTo>
                    <a:pt x="394146" y="1033053"/>
                  </a:lnTo>
                  <a:lnTo>
                    <a:pt x="385272" y="1078840"/>
                  </a:lnTo>
                  <a:lnTo>
                    <a:pt x="375262" y="1124745"/>
                  </a:lnTo>
                  <a:lnTo>
                    <a:pt x="364083" y="1170797"/>
                  </a:lnTo>
                  <a:lnTo>
                    <a:pt x="351703" y="1217024"/>
                  </a:lnTo>
                  <a:lnTo>
                    <a:pt x="338090" y="1263452"/>
                  </a:lnTo>
                  <a:lnTo>
                    <a:pt x="323211" y="1310110"/>
                  </a:lnTo>
                  <a:lnTo>
                    <a:pt x="307035" y="1357024"/>
                  </a:lnTo>
                  <a:lnTo>
                    <a:pt x="289529" y="1404223"/>
                  </a:lnTo>
                  <a:lnTo>
                    <a:pt x="270662" y="1451735"/>
                  </a:lnTo>
                  <a:lnTo>
                    <a:pt x="250400" y="1499586"/>
                  </a:lnTo>
                  <a:lnTo>
                    <a:pt x="228712" y="1547804"/>
                  </a:lnTo>
                  <a:lnTo>
                    <a:pt x="205565" y="1596417"/>
                  </a:lnTo>
                  <a:lnTo>
                    <a:pt x="180928" y="1645453"/>
                  </a:lnTo>
                  <a:lnTo>
                    <a:pt x="154768" y="1694939"/>
                  </a:lnTo>
                  <a:lnTo>
                    <a:pt x="127053" y="1744903"/>
                  </a:lnTo>
                  <a:lnTo>
                    <a:pt x="97751" y="1795372"/>
                  </a:lnTo>
                  <a:lnTo>
                    <a:pt x="66829" y="1846374"/>
                  </a:lnTo>
                  <a:lnTo>
                    <a:pt x="34256" y="1897936"/>
                  </a:lnTo>
                  <a:lnTo>
                    <a:pt x="0" y="1950087"/>
                  </a:lnTo>
                  <a:lnTo>
                    <a:pt x="1831179" y="195003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9686510" y="4382641"/>
              <a:ext cx="1155700" cy="3810"/>
            </a:xfrm>
            <a:custGeom>
              <a:avLst/>
              <a:gdLst/>
              <a:ahLst/>
              <a:cxnLst/>
              <a:rect l="l" t="t" r="r" b="b"/>
              <a:pathLst>
                <a:path w="1155700" h="3810">
                  <a:moveTo>
                    <a:pt x="1155116" y="0"/>
                  </a:moveTo>
                  <a:lnTo>
                    <a:pt x="0" y="0"/>
                  </a:lnTo>
                  <a:lnTo>
                    <a:pt x="0" y="3413"/>
                  </a:lnTo>
                  <a:lnTo>
                    <a:pt x="1155116" y="3413"/>
                  </a:lnTo>
                  <a:lnTo>
                    <a:pt x="11551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9686510" y="4382641"/>
              <a:ext cx="1155700" cy="3810"/>
            </a:xfrm>
            <a:custGeom>
              <a:avLst/>
              <a:gdLst/>
              <a:ahLst/>
              <a:cxnLst/>
              <a:rect l="l" t="t" r="r" b="b"/>
              <a:pathLst>
                <a:path w="1155700" h="3810">
                  <a:moveTo>
                    <a:pt x="1155116" y="3413"/>
                  </a:moveTo>
                  <a:lnTo>
                    <a:pt x="0" y="3413"/>
                  </a:lnTo>
                  <a:lnTo>
                    <a:pt x="0" y="0"/>
                  </a:lnTo>
                  <a:lnTo>
                    <a:pt x="1155116" y="0"/>
                  </a:lnTo>
                  <a:lnTo>
                    <a:pt x="1155116" y="341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10837868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59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59" y="13371"/>
                  </a:lnTo>
                  <a:lnTo>
                    <a:pt x="375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10837868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59" y="0"/>
                  </a:lnTo>
                  <a:lnTo>
                    <a:pt x="3759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1081337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1081337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1078887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59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59" y="13371"/>
                  </a:lnTo>
                  <a:lnTo>
                    <a:pt x="375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1078887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59" y="0"/>
                  </a:lnTo>
                  <a:lnTo>
                    <a:pt x="3759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10764383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10764383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1073988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59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59" y="13371"/>
                  </a:lnTo>
                  <a:lnTo>
                    <a:pt x="375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1073988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59" y="0"/>
                  </a:lnTo>
                  <a:lnTo>
                    <a:pt x="3759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1071538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1071538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0690888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10690888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10666386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10666386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064189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064189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0617393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10617393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059290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1059290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1056840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1056840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10543908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10543908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1051940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1051940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1049491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1049491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10470413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10470413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10445911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10445911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1042142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1042142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10396918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10396918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1037242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1037242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1034792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034792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10323434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10323434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1029893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1029893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1027444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1027444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10249938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10249938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1022544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1022544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1020094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1020094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10176454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10176454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1015195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 descr=""/>
            <p:cNvSpPr/>
            <p:nvPr/>
          </p:nvSpPr>
          <p:spPr>
            <a:xfrm>
              <a:off x="1015195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1012745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1012745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10102959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10102959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1007845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1007845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1005396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1005396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10029463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10029463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1000497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1000497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998047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998047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9955979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9955979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993147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993147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990698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990698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9882484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9882484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985799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985799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983349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983349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 descr=""/>
            <p:cNvSpPr/>
            <p:nvPr/>
          </p:nvSpPr>
          <p:spPr>
            <a:xfrm>
              <a:off x="9808988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9808988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978449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9784497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975999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9759995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 descr=""/>
            <p:cNvSpPr/>
            <p:nvPr/>
          </p:nvSpPr>
          <p:spPr>
            <a:xfrm>
              <a:off x="9735504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9735504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971100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9711002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968651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9686510" y="4370976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9751168" y="5050275"/>
              <a:ext cx="1033144" cy="3175"/>
            </a:xfrm>
            <a:custGeom>
              <a:avLst/>
              <a:gdLst/>
              <a:ahLst/>
              <a:cxnLst/>
              <a:rect l="l" t="t" r="r" b="b"/>
              <a:pathLst>
                <a:path w="1033145" h="3175">
                  <a:moveTo>
                    <a:pt x="1032628" y="0"/>
                  </a:moveTo>
                  <a:lnTo>
                    <a:pt x="0" y="0"/>
                  </a:lnTo>
                  <a:lnTo>
                    <a:pt x="0" y="2586"/>
                  </a:lnTo>
                  <a:lnTo>
                    <a:pt x="1032628" y="2586"/>
                  </a:lnTo>
                  <a:lnTo>
                    <a:pt x="103262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9751168" y="5050275"/>
              <a:ext cx="1033144" cy="3175"/>
            </a:xfrm>
            <a:custGeom>
              <a:avLst/>
              <a:gdLst/>
              <a:ahLst/>
              <a:cxnLst/>
              <a:rect l="l" t="t" r="r" b="b"/>
              <a:pathLst>
                <a:path w="1033145" h="3175">
                  <a:moveTo>
                    <a:pt x="1032628" y="2586"/>
                  </a:moveTo>
                  <a:lnTo>
                    <a:pt x="0" y="2586"/>
                  </a:lnTo>
                  <a:lnTo>
                    <a:pt x="0" y="0"/>
                  </a:lnTo>
                  <a:lnTo>
                    <a:pt x="1032628" y="0"/>
                  </a:lnTo>
                  <a:lnTo>
                    <a:pt x="1032628" y="258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 descr=""/>
            <p:cNvSpPr/>
            <p:nvPr/>
          </p:nvSpPr>
          <p:spPr>
            <a:xfrm>
              <a:off x="1078004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1078004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10755546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10755546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10731044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10731044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1070655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1070655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1068205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1068205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10657559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 descr=""/>
            <p:cNvSpPr/>
            <p:nvPr/>
          </p:nvSpPr>
          <p:spPr>
            <a:xfrm>
              <a:off x="10657559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 descr=""/>
            <p:cNvSpPr/>
            <p:nvPr/>
          </p:nvSpPr>
          <p:spPr>
            <a:xfrm>
              <a:off x="1063305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1063305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10608566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10608566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10584064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10584064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1055957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 descr=""/>
            <p:cNvSpPr/>
            <p:nvPr/>
          </p:nvSpPr>
          <p:spPr>
            <a:xfrm>
              <a:off x="1055957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 descr=""/>
            <p:cNvSpPr/>
            <p:nvPr/>
          </p:nvSpPr>
          <p:spPr>
            <a:xfrm>
              <a:off x="1053507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 descr=""/>
            <p:cNvSpPr/>
            <p:nvPr/>
          </p:nvSpPr>
          <p:spPr>
            <a:xfrm>
              <a:off x="1053507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 descr=""/>
            <p:cNvSpPr/>
            <p:nvPr/>
          </p:nvSpPr>
          <p:spPr>
            <a:xfrm>
              <a:off x="10510580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10510580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 descr=""/>
            <p:cNvSpPr/>
            <p:nvPr/>
          </p:nvSpPr>
          <p:spPr>
            <a:xfrm>
              <a:off x="1048607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 descr=""/>
            <p:cNvSpPr/>
            <p:nvPr/>
          </p:nvSpPr>
          <p:spPr>
            <a:xfrm>
              <a:off x="1048607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10461576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 descr=""/>
            <p:cNvSpPr/>
            <p:nvPr/>
          </p:nvSpPr>
          <p:spPr>
            <a:xfrm>
              <a:off x="10461576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10437085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10437085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1041258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1041258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1038809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1038809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10363589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10363589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 descr=""/>
            <p:cNvSpPr/>
            <p:nvPr/>
          </p:nvSpPr>
          <p:spPr>
            <a:xfrm>
              <a:off x="1033909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 descr=""/>
            <p:cNvSpPr/>
            <p:nvPr/>
          </p:nvSpPr>
          <p:spPr>
            <a:xfrm>
              <a:off x="1033909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 descr=""/>
            <p:cNvSpPr/>
            <p:nvPr/>
          </p:nvSpPr>
          <p:spPr>
            <a:xfrm>
              <a:off x="10314596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 descr=""/>
            <p:cNvSpPr/>
            <p:nvPr/>
          </p:nvSpPr>
          <p:spPr>
            <a:xfrm>
              <a:off x="10314596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 descr=""/>
            <p:cNvSpPr/>
            <p:nvPr/>
          </p:nvSpPr>
          <p:spPr>
            <a:xfrm>
              <a:off x="10290105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 descr=""/>
            <p:cNvSpPr/>
            <p:nvPr/>
          </p:nvSpPr>
          <p:spPr>
            <a:xfrm>
              <a:off x="10290105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 descr=""/>
            <p:cNvSpPr/>
            <p:nvPr/>
          </p:nvSpPr>
          <p:spPr>
            <a:xfrm>
              <a:off x="1026560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1026560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1024111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1024111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 descr=""/>
            <p:cNvSpPr/>
            <p:nvPr/>
          </p:nvSpPr>
          <p:spPr>
            <a:xfrm>
              <a:off x="10216610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 descr=""/>
            <p:cNvSpPr/>
            <p:nvPr/>
          </p:nvSpPr>
          <p:spPr>
            <a:xfrm>
              <a:off x="10216610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 descr=""/>
            <p:cNvSpPr/>
            <p:nvPr/>
          </p:nvSpPr>
          <p:spPr>
            <a:xfrm>
              <a:off x="1019211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 descr=""/>
            <p:cNvSpPr/>
            <p:nvPr/>
          </p:nvSpPr>
          <p:spPr>
            <a:xfrm>
              <a:off x="1019211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10167616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 descr=""/>
            <p:cNvSpPr/>
            <p:nvPr/>
          </p:nvSpPr>
          <p:spPr>
            <a:xfrm>
              <a:off x="10167616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 descr=""/>
            <p:cNvSpPr/>
            <p:nvPr/>
          </p:nvSpPr>
          <p:spPr>
            <a:xfrm>
              <a:off x="10143114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 descr=""/>
            <p:cNvSpPr/>
            <p:nvPr/>
          </p:nvSpPr>
          <p:spPr>
            <a:xfrm>
              <a:off x="10143114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 descr=""/>
            <p:cNvSpPr/>
            <p:nvPr/>
          </p:nvSpPr>
          <p:spPr>
            <a:xfrm>
              <a:off x="1011862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 descr=""/>
            <p:cNvSpPr/>
            <p:nvPr/>
          </p:nvSpPr>
          <p:spPr>
            <a:xfrm>
              <a:off x="1011862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 descr=""/>
            <p:cNvSpPr/>
            <p:nvPr/>
          </p:nvSpPr>
          <p:spPr>
            <a:xfrm>
              <a:off x="1009412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 descr=""/>
            <p:cNvSpPr/>
            <p:nvPr/>
          </p:nvSpPr>
          <p:spPr>
            <a:xfrm>
              <a:off x="1009412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10069630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 descr=""/>
            <p:cNvSpPr/>
            <p:nvPr/>
          </p:nvSpPr>
          <p:spPr>
            <a:xfrm>
              <a:off x="10069630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 descr=""/>
            <p:cNvSpPr/>
            <p:nvPr/>
          </p:nvSpPr>
          <p:spPr>
            <a:xfrm>
              <a:off x="1004512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 descr=""/>
            <p:cNvSpPr/>
            <p:nvPr/>
          </p:nvSpPr>
          <p:spPr>
            <a:xfrm>
              <a:off x="1004512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 descr=""/>
            <p:cNvSpPr/>
            <p:nvPr/>
          </p:nvSpPr>
          <p:spPr>
            <a:xfrm>
              <a:off x="10020636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 descr=""/>
            <p:cNvSpPr/>
            <p:nvPr/>
          </p:nvSpPr>
          <p:spPr>
            <a:xfrm>
              <a:off x="10020636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9996135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 descr=""/>
            <p:cNvSpPr/>
            <p:nvPr/>
          </p:nvSpPr>
          <p:spPr>
            <a:xfrm>
              <a:off x="9996135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 descr=""/>
            <p:cNvSpPr/>
            <p:nvPr/>
          </p:nvSpPr>
          <p:spPr>
            <a:xfrm>
              <a:off x="997164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 descr=""/>
            <p:cNvSpPr/>
            <p:nvPr/>
          </p:nvSpPr>
          <p:spPr>
            <a:xfrm>
              <a:off x="997164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 descr=""/>
            <p:cNvSpPr/>
            <p:nvPr/>
          </p:nvSpPr>
          <p:spPr>
            <a:xfrm>
              <a:off x="994714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 descr=""/>
            <p:cNvSpPr/>
            <p:nvPr/>
          </p:nvSpPr>
          <p:spPr>
            <a:xfrm>
              <a:off x="994714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 descr=""/>
            <p:cNvSpPr/>
            <p:nvPr/>
          </p:nvSpPr>
          <p:spPr>
            <a:xfrm>
              <a:off x="9922650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 descr=""/>
            <p:cNvSpPr/>
            <p:nvPr/>
          </p:nvSpPr>
          <p:spPr>
            <a:xfrm>
              <a:off x="9922650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 descr=""/>
            <p:cNvSpPr/>
            <p:nvPr/>
          </p:nvSpPr>
          <p:spPr>
            <a:xfrm>
              <a:off x="989814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 descr=""/>
            <p:cNvSpPr/>
            <p:nvPr/>
          </p:nvSpPr>
          <p:spPr>
            <a:xfrm>
              <a:off x="989814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 descr=""/>
            <p:cNvSpPr/>
            <p:nvPr/>
          </p:nvSpPr>
          <p:spPr>
            <a:xfrm>
              <a:off x="9873657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 descr=""/>
            <p:cNvSpPr/>
            <p:nvPr/>
          </p:nvSpPr>
          <p:spPr>
            <a:xfrm>
              <a:off x="9873657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 descr=""/>
            <p:cNvSpPr/>
            <p:nvPr/>
          </p:nvSpPr>
          <p:spPr>
            <a:xfrm>
              <a:off x="9849155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 descr=""/>
            <p:cNvSpPr/>
            <p:nvPr/>
          </p:nvSpPr>
          <p:spPr>
            <a:xfrm>
              <a:off x="9849155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 descr=""/>
            <p:cNvSpPr/>
            <p:nvPr/>
          </p:nvSpPr>
          <p:spPr>
            <a:xfrm>
              <a:off x="982465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 descr=""/>
            <p:cNvSpPr/>
            <p:nvPr/>
          </p:nvSpPr>
          <p:spPr>
            <a:xfrm>
              <a:off x="9824653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 descr=""/>
            <p:cNvSpPr/>
            <p:nvPr/>
          </p:nvSpPr>
          <p:spPr>
            <a:xfrm>
              <a:off x="980016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 descr=""/>
            <p:cNvSpPr/>
            <p:nvPr/>
          </p:nvSpPr>
          <p:spPr>
            <a:xfrm>
              <a:off x="9800161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 descr=""/>
            <p:cNvSpPr/>
            <p:nvPr/>
          </p:nvSpPr>
          <p:spPr>
            <a:xfrm>
              <a:off x="9775660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 descr=""/>
            <p:cNvSpPr/>
            <p:nvPr/>
          </p:nvSpPr>
          <p:spPr>
            <a:xfrm>
              <a:off x="9775660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 descr=""/>
            <p:cNvSpPr/>
            <p:nvPr/>
          </p:nvSpPr>
          <p:spPr>
            <a:xfrm>
              <a:off x="975116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3748" y="0"/>
                  </a:moveTo>
                  <a:lnTo>
                    <a:pt x="0" y="0"/>
                  </a:lnTo>
                  <a:lnTo>
                    <a:pt x="0" y="10125"/>
                  </a:lnTo>
                  <a:lnTo>
                    <a:pt x="3748" y="10125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 descr=""/>
            <p:cNvSpPr/>
            <p:nvPr/>
          </p:nvSpPr>
          <p:spPr>
            <a:xfrm>
              <a:off x="9751168" y="504144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0"/>
                  </a:moveTo>
                  <a:lnTo>
                    <a:pt x="3748" y="0"/>
                  </a:lnTo>
                  <a:lnTo>
                    <a:pt x="3748" y="10125"/>
                  </a:lnTo>
                  <a:lnTo>
                    <a:pt x="0" y="1012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 descr=""/>
            <p:cNvSpPr/>
            <p:nvPr/>
          </p:nvSpPr>
          <p:spPr>
            <a:xfrm>
              <a:off x="9642470" y="5707281"/>
              <a:ext cx="1253490" cy="3810"/>
            </a:xfrm>
            <a:custGeom>
              <a:avLst/>
              <a:gdLst/>
              <a:ahLst/>
              <a:cxnLst/>
              <a:rect l="l" t="t" r="r" b="b"/>
              <a:pathLst>
                <a:path w="1253490" h="3810">
                  <a:moveTo>
                    <a:pt x="1253103" y="0"/>
                  </a:moveTo>
                  <a:lnTo>
                    <a:pt x="0" y="0"/>
                  </a:lnTo>
                  <a:lnTo>
                    <a:pt x="0" y="3413"/>
                  </a:lnTo>
                  <a:lnTo>
                    <a:pt x="1253103" y="3413"/>
                  </a:lnTo>
                  <a:lnTo>
                    <a:pt x="125310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 descr=""/>
            <p:cNvSpPr/>
            <p:nvPr/>
          </p:nvSpPr>
          <p:spPr>
            <a:xfrm>
              <a:off x="9642470" y="5707281"/>
              <a:ext cx="1253490" cy="3810"/>
            </a:xfrm>
            <a:custGeom>
              <a:avLst/>
              <a:gdLst/>
              <a:ahLst/>
              <a:cxnLst/>
              <a:rect l="l" t="t" r="r" b="b"/>
              <a:pathLst>
                <a:path w="1253490" h="3810">
                  <a:moveTo>
                    <a:pt x="1253103" y="3413"/>
                  </a:moveTo>
                  <a:lnTo>
                    <a:pt x="0" y="3413"/>
                  </a:lnTo>
                  <a:lnTo>
                    <a:pt x="0" y="0"/>
                  </a:lnTo>
                  <a:lnTo>
                    <a:pt x="1253103" y="0"/>
                  </a:lnTo>
                  <a:lnTo>
                    <a:pt x="1253103" y="341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 descr=""/>
            <p:cNvSpPr/>
            <p:nvPr/>
          </p:nvSpPr>
          <p:spPr>
            <a:xfrm>
              <a:off x="1079383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 descr=""/>
            <p:cNvSpPr/>
            <p:nvPr/>
          </p:nvSpPr>
          <p:spPr>
            <a:xfrm>
              <a:off x="1079383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 descr=""/>
            <p:cNvSpPr/>
            <p:nvPr/>
          </p:nvSpPr>
          <p:spPr>
            <a:xfrm>
              <a:off x="10769336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 descr=""/>
            <p:cNvSpPr/>
            <p:nvPr/>
          </p:nvSpPr>
          <p:spPr>
            <a:xfrm>
              <a:off x="10769336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 descr=""/>
            <p:cNvSpPr/>
            <p:nvPr/>
          </p:nvSpPr>
          <p:spPr>
            <a:xfrm>
              <a:off x="10818329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 descr=""/>
            <p:cNvSpPr/>
            <p:nvPr/>
          </p:nvSpPr>
          <p:spPr>
            <a:xfrm>
              <a:off x="10818329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 descr=""/>
            <p:cNvSpPr/>
            <p:nvPr/>
          </p:nvSpPr>
          <p:spPr>
            <a:xfrm>
              <a:off x="10842831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 descr=""/>
            <p:cNvSpPr/>
            <p:nvPr/>
          </p:nvSpPr>
          <p:spPr>
            <a:xfrm>
              <a:off x="10842831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 descr=""/>
            <p:cNvSpPr/>
            <p:nvPr/>
          </p:nvSpPr>
          <p:spPr>
            <a:xfrm>
              <a:off x="1086733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 descr=""/>
            <p:cNvSpPr/>
            <p:nvPr/>
          </p:nvSpPr>
          <p:spPr>
            <a:xfrm>
              <a:off x="1086733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 descr=""/>
            <p:cNvSpPr/>
            <p:nvPr/>
          </p:nvSpPr>
          <p:spPr>
            <a:xfrm>
              <a:off x="1089182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 descr=""/>
            <p:cNvSpPr/>
            <p:nvPr/>
          </p:nvSpPr>
          <p:spPr>
            <a:xfrm>
              <a:off x="1089182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 descr=""/>
            <p:cNvSpPr/>
            <p:nvPr/>
          </p:nvSpPr>
          <p:spPr>
            <a:xfrm>
              <a:off x="1074484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 descr=""/>
            <p:cNvSpPr/>
            <p:nvPr/>
          </p:nvSpPr>
          <p:spPr>
            <a:xfrm>
              <a:off x="1074484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 descr=""/>
            <p:cNvSpPr/>
            <p:nvPr/>
          </p:nvSpPr>
          <p:spPr>
            <a:xfrm>
              <a:off x="1072034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 descr=""/>
            <p:cNvSpPr/>
            <p:nvPr/>
          </p:nvSpPr>
          <p:spPr>
            <a:xfrm>
              <a:off x="1072034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 descr=""/>
            <p:cNvSpPr/>
            <p:nvPr/>
          </p:nvSpPr>
          <p:spPr>
            <a:xfrm>
              <a:off x="10695851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 descr=""/>
            <p:cNvSpPr/>
            <p:nvPr/>
          </p:nvSpPr>
          <p:spPr>
            <a:xfrm>
              <a:off x="10695851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 descr=""/>
            <p:cNvSpPr/>
            <p:nvPr/>
          </p:nvSpPr>
          <p:spPr>
            <a:xfrm>
              <a:off x="1067135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 descr=""/>
            <p:cNvSpPr/>
            <p:nvPr/>
          </p:nvSpPr>
          <p:spPr>
            <a:xfrm>
              <a:off x="1067135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 descr=""/>
            <p:cNvSpPr/>
            <p:nvPr/>
          </p:nvSpPr>
          <p:spPr>
            <a:xfrm>
              <a:off x="1064685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 descr=""/>
            <p:cNvSpPr/>
            <p:nvPr/>
          </p:nvSpPr>
          <p:spPr>
            <a:xfrm>
              <a:off x="1064685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 descr=""/>
            <p:cNvSpPr/>
            <p:nvPr/>
          </p:nvSpPr>
          <p:spPr>
            <a:xfrm>
              <a:off x="10622356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 descr=""/>
            <p:cNvSpPr/>
            <p:nvPr/>
          </p:nvSpPr>
          <p:spPr>
            <a:xfrm>
              <a:off x="10622356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 descr=""/>
            <p:cNvSpPr/>
            <p:nvPr/>
          </p:nvSpPr>
          <p:spPr>
            <a:xfrm>
              <a:off x="1059786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 descr=""/>
            <p:cNvSpPr/>
            <p:nvPr/>
          </p:nvSpPr>
          <p:spPr>
            <a:xfrm>
              <a:off x="1059786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 descr=""/>
            <p:cNvSpPr/>
            <p:nvPr/>
          </p:nvSpPr>
          <p:spPr>
            <a:xfrm>
              <a:off x="1057336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 descr=""/>
            <p:cNvSpPr/>
            <p:nvPr/>
          </p:nvSpPr>
          <p:spPr>
            <a:xfrm>
              <a:off x="1057336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 descr=""/>
            <p:cNvSpPr/>
            <p:nvPr/>
          </p:nvSpPr>
          <p:spPr>
            <a:xfrm>
              <a:off x="10548872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 descr=""/>
            <p:cNvSpPr/>
            <p:nvPr/>
          </p:nvSpPr>
          <p:spPr>
            <a:xfrm>
              <a:off x="10548872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 descr=""/>
            <p:cNvSpPr/>
            <p:nvPr/>
          </p:nvSpPr>
          <p:spPr>
            <a:xfrm>
              <a:off x="1052437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 descr=""/>
            <p:cNvSpPr/>
            <p:nvPr/>
          </p:nvSpPr>
          <p:spPr>
            <a:xfrm>
              <a:off x="1052437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 descr=""/>
            <p:cNvSpPr/>
            <p:nvPr/>
          </p:nvSpPr>
          <p:spPr>
            <a:xfrm>
              <a:off x="1049986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 descr=""/>
            <p:cNvSpPr/>
            <p:nvPr/>
          </p:nvSpPr>
          <p:spPr>
            <a:xfrm>
              <a:off x="1049986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 descr=""/>
            <p:cNvSpPr/>
            <p:nvPr/>
          </p:nvSpPr>
          <p:spPr>
            <a:xfrm>
              <a:off x="10475376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 descr=""/>
            <p:cNvSpPr/>
            <p:nvPr/>
          </p:nvSpPr>
          <p:spPr>
            <a:xfrm>
              <a:off x="10475376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 descr=""/>
            <p:cNvSpPr/>
            <p:nvPr/>
          </p:nvSpPr>
          <p:spPr>
            <a:xfrm>
              <a:off x="1045087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 descr=""/>
            <p:cNvSpPr/>
            <p:nvPr/>
          </p:nvSpPr>
          <p:spPr>
            <a:xfrm>
              <a:off x="1045087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 descr=""/>
            <p:cNvSpPr/>
            <p:nvPr/>
          </p:nvSpPr>
          <p:spPr>
            <a:xfrm>
              <a:off x="1042638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 descr=""/>
            <p:cNvSpPr/>
            <p:nvPr/>
          </p:nvSpPr>
          <p:spPr>
            <a:xfrm>
              <a:off x="1042638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 descr=""/>
            <p:cNvSpPr/>
            <p:nvPr/>
          </p:nvSpPr>
          <p:spPr>
            <a:xfrm>
              <a:off x="10401881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 descr=""/>
            <p:cNvSpPr/>
            <p:nvPr/>
          </p:nvSpPr>
          <p:spPr>
            <a:xfrm>
              <a:off x="10401881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 descr=""/>
            <p:cNvSpPr/>
            <p:nvPr/>
          </p:nvSpPr>
          <p:spPr>
            <a:xfrm>
              <a:off x="1037739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 descr=""/>
            <p:cNvSpPr/>
            <p:nvPr/>
          </p:nvSpPr>
          <p:spPr>
            <a:xfrm>
              <a:off x="1037739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 descr=""/>
            <p:cNvSpPr/>
            <p:nvPr/>
          </p:nvSpPr>
          <p:spPr>
            <a:xfrm>
              <a:off x="1035288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 descr=""/>
            <p:cNvSpPr/>
            <p:nvPr/>
          </p:nvSpPr>
          <p:spPr>
            <a:xfrm>
              <a:off x="1035288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 descr=""/>
            <p:cNvSpPr/>
            <p:nvPr/>
          </p:nvSpPr>
          <p:spPr>
            <a:xfrm>
              <a:off x="10328397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 descr=""/>
            <p:cNvSpPr/>
            <p:nvPr/>
          </p:nvSpPr>
          <p:spPr>
            <a:xfrm>
              <a:off x="10328397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 descr=""/>
            <p:cNvSpPr/>
            <p:nvPr/>
          </p:nvSpPr>
          <p:spPr>
            <a:xfrm>
              <a:off x="1030389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 descr=""/>
            <p:cNvSpPr/>
            <p:nvPr/>
          </p:nvSpPr>
          <p:spPr>
            <a:xfrm>
              <a:off x="1030389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 descr=""/>
            <p:cNvSpPr/>
            <p:nvPr/>
          </p:nvSpPr>
          <p:spPr>
            <a:xfrm>
              <a:off x="1027940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 descr=""/>
            <p:cNvSpPr/>
            <p:nvPr/>
          </p:nvSpPr>
          <p:spPr>
            <a:xfrm>
              <a:off x="1027940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 descr=""/>
            <p:cNvSpPr/>
            <p:nvPr/>
          </p:nvSpPr>
          <p:spPr>
            <a:xfrm>
              <a:off x="10254902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 descr=""/>
            <p:cNvSpPr/>
            <p:nvPr/>
          </p:nvSpPr>
          <p:spPr>
            <a:xfrm>
              <a:off x="10254902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 descr=""/>
            <p:cNvSpPr/>
            <p:nvPr/>
          </p:nvSpPr>
          <p:spPr>
            <a:xfrm>
              <a:off x="1023041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 descr=""/>
            <p:cNvSpPr/>
            <p:nvPr/>
          </p:nvSpPr>
          <p:spPr>
            <a:xfrm>
              <a:off x="1023041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 descr=""/>
            <p:cNvSpPr/>
            <p:nvPr/>
          </p:nvSpPr>
          <p:spPr>
            <a:xfrm>
              <a:off x="1020590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 descr=""/>
            <p:cNvSpPr/>
            <p:nvPr/>
          </p:nvSpPr>
          <p:spPr>
            <a:xfrm>
              <a:off x="1020590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 descr=""/>
            <p:cNvSpPr/>
            <p:nvPr/>
          </p:nvSpPr>
          <p:spPr>
            <a:xfrm>
              <a:off x="10181406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 descr=""/>
            <p:cNvSpPr/>
            <p:nvPr/>
          </p:nvSpPr>
          <p:spPr>
            <a:xfrm>
              <a:off x="10181406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 descr=""/>
            <p:cNvSpPr/>
            <p:nvPr/>
          </p:nvSpPr>
          <p:spPr>
            <a:xfrm>
              <a:off x="1015691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 descr=""/>
            <p:cNvSpPr/>
            <p:nvPr/>
          </p:nvSpPr>
          <p:spPr>
            <a:xfrm>
              <a:off x="1015691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 descr=""/>
            <p:cNvSpPr/>
            <p:nvPr/>
          </p:nvSpPr>
          <p:spPr>
            <a:xfrm>
              <a:off x="1013241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 descr=""/>
            <p:cNvSpPr/>
            <p:nvPr/>
          </p:nvSpPr>
          <p:spPr>
            <a:xfrm>
              <a:off x="1013241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 descr=""/>
            <p:cNvSpPr/>
            <p:nvPr/>
          </p:nvSpPr>
          <p:spPr>
            <a:xfrm>
              <a:off x="10107922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 descr=""/>
            <p:cNvSpPr/>
            <p:nvPr/>
          </p:nvSpPr>
          <p:spPr>
            <a:xfrm>
              <a:off x="10107922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 descr=""/>
            <p:cNvSpPr/>
            <p:nvPr/>
          </p:nvSpPr>
          <p:spPr>
            <a:xfrm>
              <a:off x="1008342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 descr=""/>
            <p:cNvSpPr/>
            <p:nvPr/>
          </p:nvSpPr>
          <p:spPr>
            <a:xfrm>
              <a:off x="1008342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 descr=""/>
            <p:cNvSpPr/>
            <p:nvPr/>
          </p:nvSpPr>
          <p:spPr>
            <a:xfrm>
              <a:off x="1005892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 descr=""/>
            <p:cNvSpPr/>
            <p:nvPr/>
          </p:nvSpPr>
          <p:spPr>
            <a:xfrm>
              <a:off x="1005892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 descr=""/>
            <p:cNvSpPr/>
            <p:nvPr/>
          </p:nvSpPr>
          <p:spPr>
            <a:xfrm>
              <a:off x="10034427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 descr=""/>
            <p:cNvSpPr/>
            <p:nvPr/>
          </p:nvSpPr>
          <p:spPr>
            <a:xfrm>
              <a:off x="10034427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 descr=""/>
            <p:cNvSpPr/>
            <p:nvPr/>
          </p:nvSpPr>
          <p:spPr>
            <a:xfrm>
              <a:off x="1000993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 descr=""/>
            <p:cNvSpPr/>
            <p:nvPr/>
          </p:nvSpPr>
          <p:spPr>
            <a:xfrm>
              <a:off x="1000993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 descr=""/>
            <p:cNvSpPr/>
            <p:nvPr/>
          </p:nvSpPr>
          <p:spPr>
            <a:xfrm>
              <a:off x="998543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 descr=""/>
            <p:cNvSpPr/>
            <p:nvPr/>
          </p:nvSpPr>
          <p:spPr>
            <a:xfrm>
              <a:off x="9985433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 descr=""/>
            <p:cNvSpPr/>
            <p:nvPr/>
          </p:nvSpPr>
          <p:spPr>
            <a:xfrm>
              <a:off x="9960942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 descr=""/>
            <p:cNvSpPr/>
            <p:nvPr/>
          </p:nvSpPr>
          <p:spPr>
            <a:xfrm>
              <a:off x="9960942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 descr=""/>
            <p:cNvSpPr/>
            <p:nvPr/>
          </p:nvSpPr>
          <p:spPr>
            <a:xfrm>
              <a:off x="993644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 descr=""/>
            <p:cNvSpPr/>
            <p:nvPr/>
          </p:nvSpPr>
          <p:spPr>
            <a:xfrm>
              <a:off x="993644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 descr=""/>
            <p:cNvSpPr/>
            <p:nvPr/>
          </p:nvSpPr>
          <p:spPr>
            <a:xfrm>
              <a:off x="9911949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 descr=""/>
            <p:cNvSpPr/>
            <p:nvPr/>
          </p:nvSpPr>
          <p:spPr>
            <a:xfrm>
              <a:off x="9911949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 descr=""/>
            <p:cNvSpPr/>
            <p:nvPr/>
          </p:nvSpPr>
          <p:spPr>
            <a:xfrm>
              <a:off x="9887447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 descr=""/>
            <p:cNvSpPr/>
            <p:nvPr/>
          </p:nvSpPr>
          <p:spPr>
            <a:xfrm>
              <a:off x="9887447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 descr=""/>
            <p:cNvSpPr/>
            <p:nvPr/>
          </p:nvSpPr>
          <p:spPr>
            <a:xfrm>
              <a:off x="986294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 descr=""/>
            <p:cNvSpPr/>
            <p:nvPr/>
          </p:nvSpPr>
          <p:spPr>
            <a:xfrm>
              <a:off x="986294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 descr=""/>
            <p:cNvSpPr/>
            <p:nvPr/>
          </p:nvSpPr>
          <p:spPr>
            <a:xfrm>
              <a:off x="9838454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 descr=""/>
            <p:cNvSpPr/>
            <p:nvPr/>
          </p:nvSpPr>
          <p:spPr>
            <a:xfrm>
              <a:off x="9838454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 descr=""/>
            <p:cNvSpPr/>
            <p:nvPr/>
          </p:nvSpPr>
          <p:spPr>
            <a:xfrm>
              <a:off x="9813952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 descr=""/>
            <p:cNvSpPr/>
            <p:nvPr/>
          </p:nvSpPr>
          <p:spPr>
            <a:xfrm>
              <a:off x="9813952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 descr=""/>
            <p:cNvSpPr/>
            <p:nvPr/>
          </p:nvSpPr>
          <p:spPr>
            <a:xfrm>
              <a:off x="978946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 descr=""/>
            <p:cNvSpPr/>
            <p:nvPr/>
          </p:nvSpPr>
          <p:spPr>
            <a:xfrm>
              <a:off x="978946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 descr=""/>
            <p:cNvSpPr/>
            <p:nvPr/>
          </p:nvSpPr>
          <p:spPr>
            <a:xfrm>
              <a:off x="976495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 descr=""/>
            <p:cNvSpPr/>
            <p:nvPr/>
          </p:nvSpPr>
          <p:spPr>
            <a:xfrm>
              <a:off x="9764958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 descr=""/>
            <p:cNvSpPr/>
            <p:nvPr/>
          </p:nvSpPr>
          <p:spPr>
            <a:xfrm>
              <a:off x="9740467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 descr=""/>
            <p:cNvSpPr/>
            <p:nvPr/>
          </p:nvSpPr>
          <p:spPr>
            <a:xfrm>
              <a:off x="9740467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 descr=""/>
            <p:cNvSpPr/>
            <p:nvPr/>
          </p:nvSpPr>
          <p:spPr>
            <a:xfrm>
              <a:off x="971596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 descr=""/>
            <p:cNvSpPr/>
            <p:nvPr/>
          </p:nvSpPr>
          <p:spPr>
            <a:xfrm>
              <a:off x="9715965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 descr=""/>
            <p:cNvSpPr/>
            <p:nvPr/>
          </p:nvSpPr>
          <p:spPr>
            <a:xfrm>
              <a:off x="9691474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 descr=""/>
            <p:cNvSpPr/>
            <p:nvPr/>
          </p:nvSpPr>
          <p:spPr>
            <a:xfrm>
              <a:off x="9691474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 descr=""/>
            <p:cNvSpPr/>
            <p:nvPr/>
          </p:nvSpPr>
          <p:spPr>
            <a:xfrm>
              <a:off x="9666972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 descr=""/>
            <p:cNvSpPr/>
            <p:nvPr/>
          </p:nvSpPr>
          <p:spPr>
            <a:xfrm>
              <a:off x="9666972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 descr=""/>
            <p:cNvSpPr/>
            <p:nvPr/>
          </p:nvSpPr>
          <p:spPr>
            <a:xfrm>
              <a:off x="964248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3748" y="0"/>
                  </a:moveTo>
                  <a:lnTo>
                    <a:pt x="0" y="0"/>
                  </a:lnTo>
                  <a:lnTo>
                    <a:pt x="0" y="13371"/>
                  </a:lnTo>
                  <a:lnTo>
                    <a:pt x="3748" y="13371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 descr=""/>
            <p:cNvSpPr/>
            <p:nvPr/>
          </p:nvSpPr>
          <p:spPr>
            <a:xfrm>
              <a:off x="9642480" y="5695617"/>
              <a:ext cx="3810" cy="13970"/>
            </a:xfrm>
            <a:custGeom>
              <a:avLst/>
              <a:gdLst/>
              <a:ahLst/>
              <a:cxnLst/>
              <a:rect l="l" t="t" r="r" b="b"/>
              <a:pathLst>
                <a:path w="3809" h="13970">
                  <a:moveTo>
                    <a:pt x="0" y="0"/>
                  </a:moveTo>
                  <a:lnTo>
                    <a:pt x="3748" y="0"/>
                  </a:lnTo>
                  <a:lnTo>
                    <a:pt x="3748" y="13371"/>
                  </a:lnTo>
                  <a:lnTo>
                    <a:pt x="0" y="133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 descr=""/>
            <p:cNvSpPr/>
            <p:nvPr/>
          </p:nvSpPr>
          <p:spPr>
            <a:xfrm>
              <a:off x="10213181" y="4425283"/>
              <a:ext cx="798195" cy="1841500"/>
            </a:xfrm>
            <a:custGeom>
              <a:avLst/>
              <a:gdLst/>
              <a:ahLst/>
              <a:cxnLst/>
              <a:rect l="l" t="t" r="r" b="b"/>
              <a:pathLst>
                <a:path w="798195" h="1841500">
                  <a:moveTo>
                    <a:pt x="226723" y="0"/>
                  </a:moveTo>
                  <a:lnTo>
                    <a:pt x="162200" y="10220"/>
                  </a:lnTo>
                  <a:lnTo>
                    <a:pt x="105773" y="40459"/>
                  </a:lnTo>
                  <a:lnTo>
                    <a:pt x="77623" y="74425"/>
                  </a:lnTo>
                  <a:lnTo>
                    <a:pt x="59183" y="114961"/>
                  </a:lnTo>
                  <a:lnTo>
                    <a:pt x="48306" y="159268"/>
                  </a:lnTo>
                  <a:lnTo>
                    <a:pt x="42843" y="204548"/>
                  </a:lnTo>
                  <a:lnTo>
                    <a:pt x="34285" y="319109"/>
                  </a:lnTo>
                  <a:lnTo>
                    <a:pt x="26690" y="429654"/>
                  </a:lnTo>
                  <a:lnTo>
                    <a:pt x="20054" y="536628"/>
                  </a:lnTo>
                  <a:lnTo>
                    <a:pt x="14374" y="640479"/>
                  </a:lnTo>
                  <a:lnTo>
                    <a:pt x="9643" y="741651"/>
                  </a:lnTo>
                  <a:lnTo>
                    <a:pt x="7633" y="791373"/>
                  </a:lnTo>
                  <a:lnTo>
                    <a:pt x="5859" y="840592"/>
                  </a:lnTo>
                  <a:lnTo>
                    <a:pt x="4320" y="889365"/>
                  </a:lnTo>
                  <a:lnTo>
                    <a:pt x="3016" y="937747"/>
                  </a:lnTo>
                  <a:lnTo>
                    <a:pt x="1947" y="985794"/>
                  </a:lnTo>
                  <a:lnTo>
                    <a:pt x="1111" y="1033562"/>
                  </a:lnTo>
                  <a:lnTo>
                    <a:pt x="508" y="1081107"/>
                  </a:lnTo>
                  <a:lnTo>
                    <a:pt x="138" y="1128484"/>
                  </a:lnTo>
                  <a:lnTo>
                    <a:pt x="0" y="1175750"/>
                  </a:lnTo>
                  <a:lnTo>
                    <a:pt x="93" y="1222959"/>
                  </a:lnTo>
                  <a:lnTo>
                    <a:pt x="417" y="1270168"/>
                  </a:lnTo>
                  <a:lnTo>
                    <a:pt x="971" y="1317433"/>
                  </a:lnTo>
                  <a:lnTo>
                    <a:pt x="1756" y="1364808"/>
                  </a:lnTo>
                  <a:lnTo>
                    <a:pt x="2769" y="1412351"/>
                  </a:lnTo>
                  <a:lnTo>
                    <a:pt x="4011" y="1460116"/>
                  </a:lnTo>
                  <a:lnTo>
                    <a:pt x="5482" y="1508160"/>
                  </a:lnTo>
                  <a:lnTo>
                    <a:pt x="7180" y="1556538"/>
                  </a:lnTo>
                  <a:lnTo>
                    <a:pt x="13098" y="1602356"/>
                  </a:lnTo>
                  <a:lnTo>
                    <a:pt x="26749" y="1643116"/>
                  </a:lnTo>
                  <a:lnTo>
                    <a:pt x="47400" y="1679100"/>
                  </a:lnTo>
                  <a:lnTo>
                    <a:pt x="74318" y="1710591"/>
                  </a:lnTo>
                  <a:lnTo>
                    <a:pt x="106771" y="1737871"/>
                  </a:lnTo>
                  <a:lnTo>
                    <a:pt x="144025" y="1761222"/>
                  </a:lnTo>
                  <a:lnTo>
                    <a:pt x="185350" y="1780928"/>
                  </a:lnTo>
                  <a:lnTo>
                    <a:pt x="230011" y="1797271"/>
                  </a:lnTo>
                  <a:lnTo>
                    <a:pt x="277275" y="1810532"/>
                  </a:lnTo>
                  <a:lnTo>
                    <a:pt x="326412" y="1820995"/>
                  </a:lnTo>
                  <a:lnTo>
                    <a:pt x="376687" y="1828943"/>
                  </a:lnTo>
                  <a:lnTo>
                    <a:pt x="427368" y="1834656"/>
                  </a:lnTo>
                  <a:lnTo>
                    <a:pt x="477722" y="1838419"/>
                  </a:lnTo>
                  <a:lnTo>
                    <a:pt x="527017" y="1840513"/>
                  </a:lnTo>
                  <a:lnTo>
                    <a:pt x="574520" y="1841221"/>
                  </a:lnTo>
                  <a:lnTo>
                    <a:pt x="619499" y="1840826"/>
                  </a:lnTo>
                  <a:lnTo>
                    <a:pt x="661220" y="1839609"/>
                  </a:lnTo>
                  <a:lnTo>
                    <a:pt x="731960" y="1835842"/>
                  </a:lnTo>
                  <a:lnTo>
                    <a:pt x="795323" y="1831096"/>
                  </a:lnTo>
                  <a:lnTo>
                    <a:pt x="798130" y="1814719"/>
                  </a:lnTo>
                  <a:lnTo>
                    <a:pt x="773859" y="1780220"/>
                  </a:lnTo>
                  <a:lnTo>
                    <a:pt x="742946" y="1745065"/>
                  </a:lnTo>
                  <a:lnTo>
                    <a:pt x="725828" y="1726722"/>
                  </a:lnTo>
                  <a:lnTo>
                    <a:pt x="716685" y="1715511"/>
                  </a:lnTo>
                  <a:lnTo>
                    <a:pt x="684252" y="1672200"/>
                  </a:lnTo>
                  <a:lnTo>
                    <a:pt x="659368" y="1634561"/>
                  </a:lnTo>
                  <a:lnTo>
                    <a:pt x="632722" y="1589259"/>
                  </a:lnTo>
                  <a:lnTo>
                    <a:pt x="605041" y="1535734"/>
                  </a:lnTo>
                  <a:lnTo>
                    <a:pt x="577052" y="1473428"/>
                  </a:lnTo>
                  <a:lnTo>
                    <a:pt x="549482" y="1401782"/>
                  </a:lnTo>
                  <a:lnTo>
                    <a:pt x="536081" y="1362282"/>
                  </a:lnTo>
                  <a:lnTo>
                    <a:pt x="523058" y="1320238"/>
                  </a:lnTo>
                  <a:lnTo>
                    <a:pt x="510503" y="1275579"/>
                  </a:lnTo>
                  <a:lnTo>
                    <a:pt x="498507" y="1228237"/>
                  </a:lnTo>
                  <a:lnTo>
                    <a:pt x="487161" y="1178140"/>
                  </a:lnTo>
                  <a:lnTo>
                    <a:pt x="476555" y="1125219"/>
                  </a:lnTo>
                  <a:lnTo>
                    <a:pt x="466782" y="1069404"/>
                  </a:lnTo>
                  <a:lnTo>
                    <a:pt x="457931" y="1010626"/>
                  </a:lnTo>
                  <a:lnTo>
                    <a:pt x="450093" y="948815"/>
                  </a:lnTo>
                  <a:lnTo>
                    <a:pt x="443360" y="883900"/>
                  </a:lnTo>
                  <a:lnTo>
                    <a:pt x="437822" y="815812"/>
                  </a:lnTo>
                  <a:lnTo>
                    <a:pt x="433569" y="744482"/>
                  </a:lnTo>
                  <a:lnTo>
                    <a:pt x="430694" y="669838"/>
                  </a:lnTo>
                  <a:lnTo>
                    <a:pt x="429286" y="591812"/>
                  </a:lnTo>
                  <a:lnTo>
                    <a:pt x="429437" y="510333"/>
                  </a:lnTo>
                  <a:lnTo>
                    <a:pt x="431238" y="425332"/>
                  </a:lnTo>
                  <a:lnTo>
                    <a:pt x="434779" y="336739"/>
                  </a:lnTo>
                  <a:lnTo>
                    <a:pt x="440151" y="244484"/>
                  </a:lnTo>
                  <a:lnTo>
                    <a:pt x="441485" y="196708"/>
                  </a:lnTo>
                  <a:lnTo>
                    <a:pt x="437405" y="149064"/>
                  </a:lnTo>
                  <a:lnTo>
                    <a:pt x="425255" y="103912"/>
                  </a:lnTo>
                  <a:lnTo>
                    <a:pt x="402382" y="63610"/>
                  </a:lnTo>
                  <a:lnTo>
                    <a:pt x="367167" y="31771"/>
                  </a:lnTo>
                  <a:lnTo>
                    <a:pt x="323811" y="11595"/>
                  </a:lnTo>
                  <a:lnTo>
                    <a:pt x="275827" y="1524"/>
                  </a:lnTo>
                  <a:lnTo>
                    <a:pt x="226723" y="0"/>
                  </a:lnTo>
                  <a:close/>
                </a:path>
              </a:pathLst>
            </a:custGeom>
            <a:solidFill>
              <a:srgbClr val="FFFFF7">
                <a:alpha val="7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 descr=""/>
            <p:cNvSpPr/>
            <p:nvPr/>
          </p:nvSpPr>
          <p:spPr>
            <a:xfrm>
              <a:off x="10213181" y="4425283"/>
              <a:ext cx="798195" cy="1841500"/>
            </a:xfrm>
            <a:custGeom>
              <a:avLst/>
              <a:gdLst/>
              <a:ahLst/>
              <a:cxnLst/>
              <a:rect l="l" t="t" r="r" b="b"/>
              <a:pathLst>
                <a:path w="798195" h="1841500">
                  <a:moveTo>
                    <a:pt x="440151" y="244484"/>
                  </a:moveTo>
                  <a:lnTo>
                    <a:pt x="441485" y="196708"/>
                  </a:lnTo>
                  <a:lnTo>
                    <a:pt x="437405" y="149064"/>
                  </a:lnTo>
                  <a:lnTo>
                    <a:pt x="425255" y="103912"/>
                  </a:lnTo>
                  <a:lnTo>
                    <a:pt x="402382" y="63610"/>
                  </a:lnTo>
                  <a:lnTo>
                    <a:pt x="367167" y="31771"/>
                  </a:lnTo>
                  <a:lnTo>
                    <a:pt x="323811" y="11595"/>
                  </a:lnTo>
                  <a:lnTo>
                    <a:pt x="275827" y="1524"/>
                  </a:lnTo>
                  <a:lnTo>
                    <a:pt x="226723" y="0"/>
                  </a:lnTo>
                  <a:lnTo>
                    <a:pt x="194126" y="3125"/>
                  </a:lnTo>
                  <a:lnTo>
                    <a:pt x="132298" y="22321"/>
                  </a:lnTo>
                  <a:lnTo>
                    <a:pt x="77623" y="74425"/>
                  </a:lnTo>
                  <a:lnTo>
                    <a:pt x="59183" y="114961"/>
                  </a:lnTo>
                  <a:lnTo>
                    <a:pt x="48306" y="159268"/>
                  </a:lnTo>
                  <a:lnTo>
                    <a:pt x="42843" y="204548"/>
                  </a:lnTo>
                  <a:lnTo>
                    <a:pt x="38443" y="262359"/>
                  </a:lnTo>
                  <a:lnTo>
                    <a:pt x="34285" y="319109"/>
                  </a:lnTo>
                  <a:lnTo>
                    <a:pt x="30367" y="374856"/>
                  </a:lnTo>
                  <a:lnTo>
                    <a:pt x="26690" y="429654"/>
                  </a:lnTo>
                  <a:lnTo>
                    <a:pt x="23252" y="483559"/>
                  </a:lnTo>
                  <a:lnTo>
                    <a:pt x="20054" y="536628"/>
                  </a:lnTo>
                  <a:lnTo>
                    <a:pt x="17095" y="588916"/>
                  </a:lnTo>
                  <a:lnTo>
                    <a:pt x="14374" y="640479"/>
                  </a:lnTo>
                  <a:lnTo>
                    <a:pt x="11890" y="691372"/>
                  </a:lnTo>
                  <a:lnTo>
                    <a:pt x="9643" y="741651"/>
                  </a:lnTo>
                  <a:lnTo>
                    <a:pt x="7633" y="791373"/>
                  </a:lnTo>
                  <a:lnTo>
                    <a:pt x="5859" y="840592"/>
                  </a:lnTo>
                  <a:lnTo>
                    <a:pt x="4320" y="889365"/>
                  </a:lnTo>
                  <a:lnTo>
                    <a:pt x="3016" y="937747"/>
                  </a:lnTo>
                  <a:lnTo>
                    <a:pt x="1947" y="985794"/>
                  </a:lnTo>
                  <a:lnTo>
                    <a:pt x="1111" y="1033562"/>
                  </a:lnTo>
                  <a:lnTo>
                    <a:pt x="508" y="1081107"/>
                  </a:lnTo>
                  <a:lnTo>
                    <a:pt x="138" y="1128484"/>
                  </a:lnTo>
                  <a:lnTo>
                    <a:pt x="0" y="1175750"/>
                  </a:lnTo>
                  <a:lnTo>
                    <a:pt x="93" y="1222959"/>
                  </a:lnTo>
                  <a:lnTo>
                    <a:pt x="417" y="1270168"/>
                  </a:lnTo>
                  <a:lnTo>
                    <a:pt x="971" y="1317433"/>
                  </a:lnTo>
                  <a:lnTo>
                    <a:pt x="1756" y="1364808"/>
                  </a:lnTo>
                  <a:lnTo>
                    <a:pt x="2769" y="1412351"/>
                  </a:lnTo>
                  <a:lnTo>
                    <a:pt x="4011" y="1460116"/>
                  </a:lnTo>
                  <a:lnTo>
                    <a:pt x="5482" y="1508160"/>
                  </a:lnTo>
                  <a:lnTo>
                    <a:pt x="7180" y="1556538"/>
                  </a:lnTo>
                  <a:lnTo>
                    <a:pt x="13098" y="1602356"/>
                  </a:lnTo>
                  <a:lnTo>
                    <a:pt x="26749" y="1643116"/>
                  </a:lnTo>
                  <a:lnTo>
                    <a:pt x="47400" y="1679100"/>
                  </a:lnTo>
                  <a:lnTo>
                    <a:pt x="74318" y="1710591"/>
                  </a:lnTo>
                  <a:lnTo>
                    <a:pt x="106771" y="1737871"/>
                  </a:lnTo>
                  <a:lnTo>
                    <a:pt x="144025" y="1761222"/>
                  </a:lnTo>
                  <a:lnTo>
                    <a:pt x="185350" y="1780928"/>
                  </a:lnTo>
                  <a:lnTo>
                    <a:pt x="230011" y="1797271"/>
                  </a:lnTo>
                  <a:lnTo>
                    <a:pt x="277275" y="1810532"/>
                  </a:lnTo>
                  <a:lnTo>
                    <a:pt x="326412" y="1820995"/>
                  </a:lnTo>
                  <a:lnTo>
                    <a:pt x="376687" y="1828943"/>
                  </a:lnTo>
                  <a:lnTo>
                    <a:pt x="427368" y="1834656"/>
                  </a:lnTo>
                  <a:lnTo>
                    <a:pt x="477722" y="1838419"/>
                  </a:lnTo>
                  <a:lnTo>
                    <a:pt x="527017" y="1840513"/>
                  </a:lnTo>
                  <a:lnTo>
                    <a:pt x="574520" y="1841221"/>
                  </a:lnTo>
                  <a:lnTo>
                    <a:pt x="619499" y="1840826"/>
                  </a:lnTo>
                  <a:lnTo>
                    <a:pt x="661220" y="1839609"/>
                  </a:lnTo>
                  <a:lnTo>
                    <a:pt x="731960" y="1835842"/>
                  </a:lnTo>
                  <a:lnTo>
                    <a:pt x="780878" y="1832181"/>
                  </a:lnTo>
                  <a:lnTo>
                    <a:pt x="795323" y="1831096"/>
                  </a:lnTo>
                  <a:lnTo>
                    <a:pt x="798130" y="1814719"/>
                  </a:lnTo>
                  <a:lnTo>
                    <a:pt x="773859" y="1780220"/>
                  </a:lnTo>
                  <a:lnTo>
                    <a:pt x="742946" y="1745065"/>
                  </a:lnTo>
                  <a:lnTo>
                    <a:pt x="725828" y="1726722"/>
                  </a:lnTo>
                  <a:lnTo>
                    <a:pt x="716685" y="1715511"/>
                  </a:lnTo>
                  <a:lnTo>
                    <a:pt x="684252" y="1672200"/>
                  </a:lnTo>
                  <a:lnTo>
                    <a:pt x="659368" y="1634561"/>
                  </a:lnTo>
                  <a:lnTo>
                    <a:pt x="632722" y="1589259"/>
                  </a:lnTo>
                  <a:lnTo>
                    <a:pt x="605041" y="1535734"/>
                  </a:lnTo>
                  <a:lnTo>
                    <a:pt x="577052" y="1473428"/>
                  </a:lnTo>
                  <a:lnTo>
                    <a:pt x="549482" y="1401782"/>
                  </a:lnTo>
                  <a:lnTo>
                    <a:pt x="536081" y="1362282"/>
                  </a:lnTo>
                  <a:lnTo>
                    <a:pt x="523058" y="1320238"/>
                  </a:lnTo>
                  <a:lnTo>
                    <a:pt x="510503" y="1275579"/>
                  </a:lnTo>
                  <a:lnTo>
                    <a:pt x="498507" y="1228237"/>
                  </a:lnTo>
                  <a:lnTo>
                    <a:pt x="487161" y="1178140"/>
                  </a:lnTo>
                  <a:lnTo>
                    <a:pt x="476555" y="1125219"/>
                  </a:lnTo>
                  <a:lnTo>
                    <a:pt x="466782" y="1069404"/>
                  </a:lnTo>
                  <a:lnTo>
                    <a:pt x="457931" y="1010626"/>
                  </a:lnTo>
                  <a:lnTo>
                    <a:pt x="450093" y="948815"/>
                  </a:lnTo>
                  <a:lnTo>
                    <a:pt x="443360" y="883900"/>
                  </a:lnTo>
                  <a:lnTo>
                    <a:pt x="437822" y="815812"/>
                  </a:lnTo>
                  <a:lnTo>
                    <a:pt x="433569" y="744482"/>
                  </a:lnTo>
                  <a:lnTo>
                    <a:pt x="430694" y="669838"/>
                  </a:lnTo>
                  <a:lnTo>
                    <a:pt x="429286" y="591812"/>
                  </a:lnTo>
                  <a:lnTo>
                    <a:pt x="429437" y="510333"/>
                  </a:lnTo>
                  <a:lnTo>
                    <a:pt x="431238" y="425332"/>
                  </a:lnTo>
                  <a:lnTo>
                    <a:pt x="434779" y="336739"/>
                  </a:lnTo>
                  <a:lnTo>
                    <a:pt x="440151" y="24448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5" name="object 675" descr=""/>
          <p:cNvGrpSpPr/>
          <p:nvPr/>
        </p:nvGrpSpPr>
        <p:grpSpPr>
          <a:xfrm>
            <a:off x="13650452" y="3800529"/>
            <a:ext cx="538480" cy="2892425"/>
            <a:chOff x="13650452" y="3800529"/>
            <a:chExt cx="538480" cy="2892425"/>
          </a:xfrm>
        </p:grpSpPr>
        <p:sp>
          <p:nvSpPr>
            <p:cNvPr id="676" name="object 676" descr=""/>
            <p:cNvSpPr/>
            <p:nvPr/>
          </p:nvSpPr>
          <p:spPr>
            <a:xfrm>
              <a:off x="13678323" y="5543405"/>
              <a:ext cx="484505" cy="579755"/>
            </a:xfrm>
            <a:custGeom>
              <a:avLst/>
              <a:gdLst/>
              <a:ahLst/>
              <a:cxnLst/>
              <a:rect l="l" t="t" r="r" b="b"/>
              <a:pathLst>
                <a:path w="484505" h="579754">
                  <a:moveTo>
                    <a:pt x="463546" y="0"/>
                  </a:moveTo>
                  <a:lnTo>
                    <a:pt x="23224" y="0"/>
                  </a:lnTo>
                  <a:lnTo>
                    <a:pt x="0" y="579217"/>
                  </a:lnTo>
                  <a:lnTo>
                    <a:pt x="484445" y="579217"/>
                  </a:lnTo>
                  <a:lnTo>
                    <a:pt x="463546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 descr=""/>
            <p:cNvSpPr/>
            <p:nvPr/>
          </p:nvSpPr>
          <p:spPr>
            <a:xfrm>
              <a:off x="13678323" y="5543405"/>
              <a:ext cx="484505" cy="579755"/>
            </a:xfrm>
            <a:custGeom>
              <a:avLst/>
              <a:gdLst/>
              <a:ahLst/>
              <a:cxnLst/>
              <a:rect l="l" t="t" r="r" b="b"/>
              <a:pathLst>
                <a:path w="484505" h="579754">
                  <a:moveTo>
                    <a:pt x="0" y="579217"/>
                  </a:moveTo>
                  <a:lnTo>
                    <a:pt x="484445" y="579217"/>
                  </a:lnTo>
                  <a:lnTo>
                    <a:pt x="463546" y="0"/>
                  </a:lnTo>
                  <a:lnTo>
                    <a:pt x="23224" y="0"/>
                  </a:lnTo>
                  <a:lnTo>
                    <a:pt x="0" y="57921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 descr=""/>
            <p:cNvSpPr/>
            <p:nvPr/>
          </p:nvSpPr>
          <p:spPr>
            <a:xfrm>
              <a:off x="13701546" y="4964191"/>
              <a:ext cx="440690" cy="579755"/>
            </a:xfrm>
            <a:custGeom>
              <a:avLst/>
              <a:gdLst/>
              <a:ahLst/>
              <a:cxnLst/>
              <a:rect l="l" t="t" r="r" b="b"/>
              <a:pathLst>
                <a:path w="440690" h="579754">
                  <a:moveTo>
                    <a:pt x="419421" y="0"/>
                  </a:moveTo>
                  <a:lnTo>
                    <a:pt x="23224" y="0"/>
                  </a:lnTo>
                  <a:lnTo>
                    <a:pt x="0" y="579217"/>
                  </a:lnTo>
                  <a:lnTo>
                    <a:pt x="440321" y="579217"/>
                  </a:lnTo>
                  <a:lnTo>
                    <a:pt x="419421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 descr=""/>
            <p:cNvSpPr/>
            <p:nvPr/>
          </p:nvSpPr>
          <p:spPr>
            <a:xfrm>
              <a:off x="13701546" y="4964191"/>
              <a:ext cx="440690" cy="579755"/>
            </a:xfrm>
            <a:custGeom>
              <a:avLst/>
              <a:gdLst/>
              <a:ahLst/>
              <a:cxnLst/>
              <a:rect l="l" t="t" r="r" b="b"/>
              <a:pathLst>
                <a:path w="440690" h="579754">
                  <a:moveTo>
                    <a:pt x="0" y="579217"/>
                  </a:moveTo>
                  <a:lnTo>
                    <a:pt x="440321" y="579217"/>
                  </a:lnTo>
                  <a:lnTo>
                    <a:pt x="419421" y="0"/>
                  </a:lnTo>
                  <a:lnTo>
                    <a:pt x="23224" y="0"/>
                  </a:lnTo>
                  <a:lnTo>
                    <a:pt x="0" y="57921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 descr=""/>
            <p:cNvSpPr/>
            <p:nvPr/>
          </p:nvSpPr>
          <p:spPr>
            <a:xfrm>
              <a:off x="13655687" y="6122621"/>
              <a:ext cx="527685" cy="565150"/>
            </a:xfrm>
            <a:custGeom>
              <a:avLst/>
              <a:gdLst/>
              <a:ahLst/>
              <a:cxnLst/>
              <a:rect l="l" t="t" r="r" b="b"/>
              <a:pathLst>
                <a:path w="527684" h="565150">
                  <a:moveTo>
                    <a:pt x="507084" y="0"/>
                  </a:moveTo>
                  <a:lnTo>
                    <a:pt x="22638" y="0"/>
                  </a:lnTo>
                  <a:lnTo>
                    <a:pt x="0" y="564537"/>
                  </a:lnTo>
                  <a:lnTo>
                    <a:pt x="527449" y="564506"/>
                  </a:lnTo>
                  <a:lnTo>
                    <a:pt x="507084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 descr=""/>
            <p:cNvSpPr/>
            <p:nvPr/>
          </p:nvSpPr>
          <p:spPr>
            <a:xfrm>
              <a:off x="13655687" y="6122621"/>
              <a:ext cx="527685" cy="565150"/>
            </a:xfrm>
            <a:custGeom>
              <a:avLst/>
              <a:gdLst/>
              <a:ahLst/>
              <a:cxnLst/>
              <a:rect l="l" t="t" r="r" b="b"/>
              <a:pathLst>
                <a:path w="527684" h="565150">
                  <a:moveTo>
                    <a:pt x="0" y="564537"/>
                  </a:moveTo>
                  <a:lnTo>
                    <a:pt x="527449" y="564506"/>
                  </a:lnTo>
                  <a:lnTo>
                    <a:pt x="507084" y="0"/>
                  </a:lnTo>
                  <a:lnTo>
                    <a:pt x="22638" y="0"/>
                  </a:lnTo>
                  <a:lnTo>
                    <a:pt x="0" y="56453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 descr=""/>
            <p:cNvSpPr/>
            <p:nvPr/>
          </p:nvSpPr>
          <p:spPr>
            <a:xfrm>
              <a:off x="13724770" y="4384977"/>
              <a:ext cx="396240" cy="579755"/>
            </a:xfrm>
            <a:custGeom>
              <a:avLst/>
              <a:gdLst/>
              <a:ahLst/>
              <a:cxnLst/>
              <a:rect l="l" t="t" r="r" b="b"/>
              <a:pathLst>
                <a:path w="396240" h="579754">
                  <a:moveTo>
                    <a:pt x="375297" y="0"/>
                  </a:moveTo>
                  <a:lnTo>
                    <a:pt x="23224" y="0"/>
                  </a:lnTo>
                  <a:lnTo>
                    <a:pt x="0" y="579217"/>
                  </a:lnTo>
                  <a:lnTo>
                    <a:pt x="396197" y="579217"/>
                  </a:lnTo>
                  <a:lnTo>
                    <a:pt x="375297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 descr=""/>
            <p:cNvSpPr/>
            <p:nvPr/>
          </p:nvSpPr>
          <p:spPr>
            <a:xfrm>
              <a:off x="13724770" y="4384977"/>
              <a:ext cx="396240" cy="579755"/>
            </a:xfrm>
            <a:custGeom>
              <a:avLst/>
              <a:gdLst/>
              <a:ahLst/>
              <a:cxnLst/>
              <a:rect l="l" t="t" r="r" b="b"/>
              <a:pathLst>
                <a:path w="396240" h="579754">
                  <a:moveTo>
                    <a:pt x="0" y="579217"/>
                  </a:moveTo>
                  <a:lnTo>
                    <a:pt x="396197" y="579217"/>
                  </a:lnTo>
                  <a:lnTo>
                    <a:pt x="375297" y="0"/>
                  </a:lnTo>
                  <a:lnTo>
                    <a:pt x="23224" y="0"/>
                  </a:lnTo>
                  <a:lnTo>
                    <a:pt x="0" y="57921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 descr=""/>
            <p:cNvSpPr/>
            <p:nvPr/>
          </p:nvSpPr>
          <p:spPr>
            <a:xfrm>
              <a:off x="13747992" y="3805764"/>
              <a:ext cx="352425" cy="579755"/>
            </a:xfrm>
            <a:custGeom>
              <a:avLst/>
              <a:gdLst/>
              <a:ahLst/>
              <a:cxnLst/>
              <a:rect l="l" t="t" r="r" b="b"/>
              <a:pathLst>
                <a:path w="352425" h="579754">
                  <a:moveTo>
                    <a:pt x="331173" y="0"/>
                  </a:moveTo>
                  <a:lnTo>
                    <a:pt x="23224" y="0"/>
                  </a:lnTo>
                  <a:lnTo>
                    <a:pt x="0" y="579217"/>
                  </a:lnTo>
                  <a:lnTo>
                    <a:pt x="352073" y="579217"/>
                  </a:lnTo>
                  <a:lnTo>
                    <a:pt x="331173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 descr=""/>
            <p:cNvSpPr/>
            <p:nvPr/>
          </p:nvSpPr>
          <p:spPr>
            <a:xfrm>
              <a:off x="13747992" y="3805764"/>
              <a:ext cx="352425" cy="579755"/>
            </a:xfrm>
            <a:custGeom>
              <a:avLst/>
              <a:gdLst/>
              <a:ahLst/>
              <a:cxnLst/>
              <a:rect l="l" t="t" r="r" b="b"/>
              <a:pathLst>
                <a:path w="352425" h="579754">
                  <a:moveTo>
                    <a:pt x="23224" y="0"/>
                  </a:moveTo>
                  <a:lnTo>
                    <a:pt x="0" y="579217"/>
                  </a:lnTo>
                  <a:lnTo>
                    <a:pt x="352073" y="579217"/>
                  </a:lnTo>
                  <a:lnTo>
                    <a:pt x="331173" y="0"/>
                  </a:lnTo>
                  <a:lnTo>
                    <a:pt x="2322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6" name="object 686" descr=""/>
          <p:cNvGrpSpPr/>
          <p:nvPr/>
        </p:nvGrpSpPr>
        <p:grpSpPr>
          <a:xfrm>
            <a:off x="13577534" y="2634889"/>
            <a:ext cx="691515" cy="4057650"/>
            <a:chOff x="13577534" y="2634889"/>
            <a:chExt cx="691515" cy="4057650"/>
          </a:xfrm>
        </p:grpSpPr>
        <p:sp>
          <p:nvSpPr>
            <p:cNvPr id="687" name="object 687" descr=""/>
            <p:cNvSpPr/>
            <p:nvPr/>
          </p:nvSpPr>
          <p:spPr>
            <a:xfrm>
              <a:off x="13797386" y="3063952"/>
              <a:ext cx="258445" cy="89535"/>
            </a:xfrm>
            <a:custGeom>
              <a:avLst/>
              <a:gdLst/>
              <a:ahLst/>
              <a:cxnLst/>
              <a:rect l="l" t="t" r="r" b="b"/>
              <a:pathLst>
                <a:path w="258444" h="89535">
                  <a:moveTo>
                    <a:pt x="255007" y="0"/>
                  </a:moveTo>
                  <a:lnTo>
                    <a:pt x="3570" y="0"/>
                  </a:lnTo>
                  <a:lnTo>
                    <a:pt x="0" y="89054"/>
                  </a:lnTo>
                  <a:lnTo>
                    <a:pt x="258222" y="89054"/>
                  </a:lnTo>
                  <a:lnTo>
                    <a:pt x="255007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 descr=""/>
            <p:cNvSpPr/>
            <p:nvPr/>
          </p:nvSpPr>
          <p:spPr>
            <a:xfrm>
              <a:off x="13797386" y="3063952"/>
              <a:ext cx="258445" cy="89535"/>
            </a:xfrm>
            <a:custGeom>
              <a:avLst/>
              <a:gdLst/>
              <a:ahLst/>
              <a:cxnLst/>
              <a:rect l="l" t="t" r="r" b="b"/>
              <a:pathLst>
                <a:path w="258444" h="89535">
                  <a:moveTo>
                    <a:pt x="3570" y="0"/>
                  </a:moveTo>
                  <a:lnTo>
                    <a:pt x="0" y="89054"/>
                  </a:lnTo>
                  <a:lnTo>
                    <a:pt x="258222" y="89054"/>
                  </a:lnTo>
                  <a:lnTo>
                    <a:pt x="255007" y="0"/>
                  </a:lnTo>
                  <a:lnTo>
                    <a:pt x="357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 descr=""/>
            <p:cNvSpPr/>
            <p:nvPr/>
          </p:nvSpPr>
          <p:spPr>
            <a:xfrm>
              <a:off x="13800960" y="2644736"/>
              <a:ext cx="251460" cy="419734"/>
            </a:xfrm>
            <a:custGeom>
              <a:avLst/>
              <a:gdLst/>
              <a:ahLst/>
              <a:cxnLst/>
              <a:rect l="l" t="t" r="r" b="b"/>
              <a:pathLst>
                <a:path w="251459" h="419735">
                  <a:moveTo>
                    <a:pt x="236306" y="0"/>
                  </a:moveTo>
                  <a:lnTo>
                    <a:pt x="16805" y="0"/>
                  </a:lnTo>
                  <a:lnTo>
                    <a:pt x="0" y="419212"/>
                  </a:lnTo>
                  <a:lnTo>
                    <a:pt x="251437" y="419212"/>
                  </a:lnTo>
                  <a:lnTo>
                    <a:pt x="23630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 descr=""/>
            <p:cNvSpPr/>
            <p:nvPr/>
          </p:nvSpPr>
          <p:spPr>
            <a:xfrm>
              <a:off x="13800960" y="2644736"/>
              <a:ext cx="251460" cy="419734"/>
            </a:xfrm>
            <a:custGeom>
              <a:avLst/>
              <a:gdLst/>
              <a:ahLst/>
              <a:cxnLst/>
              <a:rect l="l" t="t" r="r" b="b"/>
              <a:pathLst>
                <a:path w="251459" h="419735">
                  <a:moveTo>
                    <a:pt x="236306" y="0"/>
                  </a:moveTo>
                  <a:lnTo>
                    <a:pt x="16805" y="0"/>
                  </a:lnTo>
                  <a:lnTo>
                    <a:pt x="0" y="419212"/>
                  </a:lnTo>
                  <a:lnTo>
                    <a:pt x="251437" y="419212"/>
                  </a:lnTo>
                  <a:lnTo>
                    <a:pt x="236306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 descr=""/>
            <p:cNvSpPr/>
            <p:nvPr/>
          </p:nvSpPr>
          <p:spPr>
            <a:xfrm>
              <a:off x="13794444" y="3153005"/>
              <a:ext cx="264160" cy="73660"/>
            </a:xfrm>
            <a:custGeom>
              <a:avLst/>
              <a:gdLst/>
              <a:ahLst/>
              <a:cxnLst/>
              <a:rect l="l" t="t" r="r" b="b"/>
              <a:pathLst>
                <a:path w="264159" h="73660">
                  <a:moveTo>
                    <a:pt x="261164" y="0"/>
                  </a:moveTo>
                  <a:lnTo>
                    <a:pt x="2942" y="0"/>
                  </a:lnTo>
                  <a:lnTo>
                    <a:pt x="0" y="73547"/>
                  </a:lnTo>
                  <a:lnTo>
                    <a:pt x="263824" y="73547"/>
                  </a:lnTo>
                  <a:lnTo>
                    <a:pt x="261164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 descr=""/>
            <p:cNvSpPr/>
            <p:nvPr/>
          </p:nvSpPr>
          <p:spPr>
            <a:xfrm>
              <a:off x="13794444" y="3153005"/>
              <a:ext cx="264160" cy="73660"/>
            </a:xfrm>
            <a:custGeom>
              <a:avLst/>
              <a:gdLst/>
              <a:ahLst/>
              <a:cxnLst/>
              <a:rect l="l" t="t" r="r" b="b"/>
              <a:pathLst>
                <a:path w="264159" h="73660">
                  <a:moveTo>
                    <a:pt x="2942" y="0"/>
                  </a:moveTo>
                  <a:lnTo>
                    <a:pt x="0" y="73547"/>
                  </a:lnTo>
                  <a:lnTo>
                    <a:pt x="263824" y="73547"/>
                  </a:lnTo>
                  <a:lnTo>
                    <a:pt x="261164" y="0"/>
                  </a:lnTo>
                  <a:lnTo>
                    <a:pt x="2942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 descr=""/>
            <p:cNvSpPr/>
            <p:nvPr/>
          </p:nvSpPr>
          <p:spPr>
            <a:xfrm>
              <a:off x="13771214" y="3226550"/>
              <a:ext cx="307975" cy="579755"/>
            </a:xfrm>
            <a:custGeom>
              <a:avLst/>
              <a:gdLst/>
              <a:ahLst/>
              <a:cxnLst/>
              <a:rect l="l" t="t" r="r" b="b"/>
              <a:pathLst>
                <a:path w="307975" h="579754">
                  <a:moveTo>
                    <a:pt x="287048" y="0"/>
                  </a:moveTo>
                  <a:lnTo>
                    <a:pt x="23224" y="0"/>
                  </a:lnTo>
                  <a:lnTo>
                    <a:pt x="0" y="579217"/>
                  </a:lnTo>
                  <a:lnTo>
                    <a:pt x="307948" y="579217"/>
                  </a:lnTo>
                  <a:lnTo>
                    <a:pt x="287048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 descr=""/>
            <p:cNvSpPr/>
            <p:nvPr/>
          </p:nvSpPr>
          <p:spPr>
            <a:xfrm>
              <a:off x="13771214" y="3226550"/>
              <a:ext cx="307975" cy="579755"/>
            </a:xfrm>
            <a:custGeom>
              <a:avLst/>
              <a:gdLst/>
              <a:ahLst/>
              <a:cxnLst/>
              <a:rect l="l" t="t" r="r" b="b"/>
              <a:pathLst>
                <a:path w="307975" h="579754">
                  <a:moveTo>
                    <a:pt x="287048" y="0"/>
                  </a:moveTo>
                  <a:lnTo>
                    <a:pt x="23224" y="0"/>
                  </a:lnTo>
                  <a:lnTo>
                    <a:pt x="0" y="579217"/>
                  </a:lnTo>
                  <a:lnTo>
                    <a:pt x="307948" y="579217"/>
                  </a:lnTo>
                  <a:lnTo>
                    <a:pt x="287048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 descr=""/>
            <p:cNvSpPr/>
            <p:nvPr/>
          </p:nvSpPr>
          <p:spPr>
            <a:xfrm>
              <a:off x="13817124" y="2644739"/>
              <a:ext cx="210820" cy="4043045"/>
            </a:xfrm>
            <a:custGeom>
              <a:avLst/>
              <a:gdLst/>
              <a:ahLst/>
              <a:cxnLst/>
              <a:rect l="l" t="t" r="r" b="b"/>
              <a:pathLst>
                <a:path w="210819" h="4043045">
                  <a:moveTo>
                    <a:pt x="152037" y="0"/>
                  </a:moveTo>
                  <a:lnTo>
                    <a:pt x="64699" y="0"/>
                  </a:lnTo>
                  <a:lnTo>
                    <a:pt x="9214" y="3477883"/>
                  </a:lnTo>
                  <a:lnTo>
                    <a:pt x="0" y="4042421"/>
                  </a:lnTo>
                  <a:lnTo>
                    <a:pt x="210265" y="4042421"/>
                  </a:lnTo>
                  <a:lnTo>
                    <a:pt x="201972" y="3477883"/>
                  </a:lnTo>
                  <a:lnTo>
                    <a:pt x="152037" y="0"/>
                  </a:lnTo>
                  <a:close/>
                </a:path>
              </a:pathLst>
            </a:custGeom>
            <a:solidFill>
              <a:srgbClr val="FFFFF7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 descr=""/>
            <p:cNvSpPr/>
            <p:nvPr/>
          </p:nvSpPr>
          <p:spPr>
            <a:xfrm>
              <a:off x="13817124" y="2644739"/>
              <a:ext cx="210820" cy="4043045"/>
            </a:xfrm>
            <a:custGeom>
              <a:avLst/>
              <a:gdLst/>
              <a:ahLst/>
              <a:cxnLst/>
              <a:rect l="l" t="t" r="r" b="b"/>
              <a:pathLst>
                <a:path w="210819" h="4043045">
                  <a:moveTo>
                    <a:pt x="201972" y="3477883"/>
                  </a:moveTo>
                  <a:lnTo>
                    <a:pt x="193659" y="2898665"/>
                  </a:lnTo>
                  <a:lnTo>
                    <a:pt x="185345" y="2319458"/>
                  </a:lnTo>
                  <a:lnTo>
                    <a:pt x="177020" y="1740240"/>
                  </a:lnTo>
                  <a:lnTo>
                    <a:pt x="168706" y="1161022"/>
                  </a:lnTo>
                  <a:lnTo>
                    <a:pt x="160393" y="581814"/>
                  </a:lnTo>
                  <a:lnTo>
                    <a:pt x="152037" y="0"/>
                  </a:lnTo>
                  <a:lnTo>
                    <a:pt x="64699" y="0"/>
                  </a:lnTo>
                  <a:lnTo>
                    <a:pt x="55422" y="581814"/>
                  </a:lnTo>
                  <a:lnTo>
                    <a:pt x="46176" y="1161022"/>
                  </a:lnTo>
                  <a:lnTo>
                    <a:pt x="36941" y="1740240"/>
                  </a:lnTo>
                  <a:lnTo>
                    <a:pt x="27695" y="2319458"/>
                  </a:lnTo>
                  <a:lnTo>
                    <a:pt x="18460" y="2898665"/>
                  </a:lnTo>
                  <a:lnTo>
                    <a:pt x="9214" y="3477883"/>
                  </a:lnTo>
                  <a:lnTo>
                    <a:pt x="0" y="4042421"/>
                  </a:lnTo>
                  <a:lnTo>
                    <a:pt x="210265" y="4042421"/>
                  </a:lnTo>
                  <a:lnTo>
                    <a:pt x="201972" y="347788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 descr=""/>
            <p:cNvSpPr/>
            <p:nvPr/>
          </p:nvSpPr>
          <p:spPr>
            <a:xfrm>
              <a:off x="13668379" y="3805758"/>
              <a:ext cx="503555" cy="33655"/>
            </a:xfrm>
            <a:custGeom>
              <a:avLst/>
              <a:gdLst/>
              <a:ahLst/>
              <a:cxnLst/>
              <a:rect l="l" t="t" r="r" b="b"/>
              <a:pathLst>
                <a:path w="503555" h="33654">
                  <a:moveTo>
                    <a:pt x="503209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503209" y="33653"/>
                  </a:lnTo>
                  <a:lnTo>
                    <a:pt x="50320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 descr=""/>
            <p:cNvSpPr/>
            <p:nvPr/>
          </p:nvSpPr>
          <p:spPr>
            <a:xfrm>
              <a:off x="13668379" y="3805758"/>
              <a:ext cx="503555" cy="33655"/>
            </a:xfrm>
            <a:custGeom>
              <a:avLst/>
              <a:gdLst/>
              <a:ahLst/>
              <a:cxnLst/>
              <a:rect l="l" t="t" r="r" b="b"/>
              <a:pathLst>
                <a:path w="503555" h="33654">
                  <a:moveTo>
                    <a:pt x="503209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503209" y="0"/>
                  </a:lnTo>
                  <a:lnTo>
                    <a:pt x="503209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 descr=""/>
            <p:cNvSpPr/>
            <p:nvPr/>
          </p:nvSpPr>
          <p:spPr>
            <a:xfrm>
              <a:off x="13668379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 descr=""/>
            <p:cNvSpPr/>
            <p:nvPr/>
          </p:nvSpPr>
          <p:spPr>
            <a:xfrm>
              <a:off x="13668379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 descr=""/>
            <p:cNvSpPr/>
            <p:nvPr/>
          </p:nvSpPr>
          <p:spPr>
            <a:xfrm>
              <a:off x="13717990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 descr=""/>
            <p:cNvSpPr/>
            <p:nvPr/>
          </p:nvSpPr>
          <p:spPr>
            <a:xfrm>
              <a:off x="13717990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 descr=""/>
            <p:cNvSpPr/>
            <p:nvPr/>
          </p:nvSpPr>
          <p:spPr>
            <a:xfrm>
              <a:off x="13767612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 descr=""/>
            <p:cNvSpPr/>
            <p:nvPr/>
          </p:nvSpPr>
          <p:spPr>
            <a:xfrm>
              <a:off x="13767612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 descr=""/>
            <p:cNvSpPr/>
            <p:nvPr/>
          </p:nvSpPr>
          <p:spPr>
            <a:xfrm>
              <a:off x="13817223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 descr=""/>
            <p:cNvSpPr/>
            <p:nvPr/>
          </p:nvSpPr>
          <p:spPr>
            <a:xfrm>
              <a:off x="13817223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 descr=""/>
            <p:cNvSpPr/>
            <p:nvPr/>
          </p:nvSpPr>
          <p:spPr>
            <a:xfrm>
              <a:off x="13866834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 descr=""/>
            <p:cNvSpPr/>
            <p:nvPr/>
          </p:nvSpPr>
          <p:spPr>
            <a:xfrm>
              <a:off x="13866834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 descr=""/>
            <p:cNvSpPr/>
            <p:nvPr/>
          </p:nvSpPr>
          <p:spPr>
            <a:xfrm>
              <a:off x="13916445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 descr=""/>
            <p:cNvSpPr/>
            <p:nvPr/>
          </p:nvSpPr>
          <p:spPr>
            <a:xfrm>
              <a:off x="13916445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 descr=""/>
            <p:cNvSpPr/>
            <p:nvPr/>
          </p:nvSpPr>
          <p:spPr>
            <a:xfrm>
              <a:off x="13966056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 descr=""/>
            <p:cNvSpPr/>
            <p:nvPr/>
          </p:nvSpPr>
          <p:spPr>
            <a:xfrm>
              <a:off x="13966056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 descr=""/>
            <p:cNvSpPr/>
            <p:nvPr/>
          </p:nvSpPr>
          <p:spPr>
            <a:xfrm>
              <a:off x="14015677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 descr=""/>
            <p:cNvSpPr/>
            <p:nvPr/>
          </p:nvSpPr>
          <p:spPr>
            <a:xfrm>
              <a:off x="14015677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 descr=""/>
            <p:cNvSpPr/>
            <p:nvPr/>
          </p:nvSpPr>
          <p:spPr>
            <a:xfrm>
              <a:off x="14065288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 descr=""/>
            <p:cNvSpPr/>
            <p:nvPr/>
          </p:nvSpPr>
          <p:spPr>
            <a:xfrm>
              <a:off x="14065288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 descr=""/>
            <p:cNvSpPr/>
            <p:nvPr/>
          </p:nvSpPr>
          <p:spPr>
            <a:xfrm>
              <a:off x="14114899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 descr=""/>
            <p:cNvSpPr/>
            <p:nvPr/>
          </p:nvSpPr>
          <p:spPr>
            <a:xfrm>
              <a:off x="14114899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 descr=""/>
            <p:cNvSpPr/>
            <p:nvPr/>
          </p:nvSpPr>
          <p:spPr>
            <a:xfrm>
              <a:off x="14164510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 descr=""/>
            <p:cNvSpPr/>
            <p:nvPr/>
          </p:nvSpPr>
          <p:spPr>
            <a:xfrm>
              <a:off x="14164510" y="3776764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 descr=""/>
            <p:cNvSpPr/>
            <p:nvPr/>
          </p:nvSpPr>
          <p:spPr>
            <a:xfrm>
              <a:off x="13582769" y="5541077"/>
              <a:ext cx="681355" cy="33655"/>
            </a:xfrm>
            <a:custGeom>
              <a:avLst/>
              <a:gdLst/>
              <a:ahLst/>
              <a:cxnLst/>
              <a:rect l="l" t="t" r="r" b="b"/>
              <a:pathLst>
                <a:path w="681355" h="33654">
                  <a:moveTo>
                    <a:pt x="680953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680953" y="33653"/>
                  </a:lnTo>
                  <a:lnTo>
                    <a:pt x="6809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 descr=""/>
            <p:cNvSpPr/>
            <p:nvPr/>
          </p:nvSpPr>
          <p:spPr>
            <a:xfrm>
              <a:off x="13582769" y="5541077"/>
              <a:ext cx="681355" cy="33655"/>
            </a:xfrm>
            <a:custGeom>
              <a:avLst/>
              <a:gdLst/>
              <a:ahLst/>
              <a:cxnLst/>
              <a:rect l="l" t="t" r="r" b="b"/>
              <a:pathLst>
                <a:path w="681355" h="33654">
                  <a:moveTo>
                    <a:pt x="680953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680953" y="0"/>
                  </a:lnTo>
                  <a:lnTo>
                    <a:pt x="680953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 descr=""/>
            <p:cNvSpPr/>
            <p:nvPr/>
          </p:nvSpPr>
          <p:spPr>
            <a:xfrm>
              <a:off x="13582769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 descr=""/>
            <p:cNvSpPr/>
            <p:nvPr/>
          </p:nvSpPr>
          <p:spPr>
            <a:xfrm>
              <a:off x="13582769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 descr=""/>
            <p:cNvSpPr/>
            <p:nvPr/>
          </p:nvSpPr>
          <p:spPr>
            <a:xfrm>
              <a:off x="13649908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 descr=""/>
            <p:cNvSpPr/>
            <p:nvPr/>
          </p:nvSpPr>
          <p:spPr>
            <a:xfrm>
              <a:off x="13649908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 descr=""/>
            <p:cNvSpPr/>
            <p:nvPr/>
          </p:nvSpPr>
          <p:spPr>
            <a:xfrm>
              <a:off x="13717048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 descr=""/>
            <p:cNvSpPr/>
            <p:nvPr/>
          </p:nvSpPr>
          <p:spPr>
            <a:xfrm>
              <a:off x="13717048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 descr=""/>
            <p:cNvSpPr/>
            <p:nvPr/>
          </p:nvSpPr>
          <p:spPr>
            <a:xfrm>
              <a:off x="13784187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 descr=""/>
            <p:cNvSpPr/>
            <p:nvPr/>
          </p:nvSpPr>
          <p:spPr>
            <a:xfrm>
              <a:off x="13784187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 descr=""/>
            <p:cNvSpPr/>
            <p:nvPr/>
          </p:nvSpPr>
          <p:spPr>
            <a:xfrm>
              <a:off x="13851316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 descr=""/>
            <p:cNvSpPr/>
            <p:nvPr/>
          </p:nvSpPr>
          <p:spPr>
            <a:xfrm>
              <a:off x="13851316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 descr=""/>
            <p:cNvSpPr/>
            <p:nvPr/>
          </p:nvSpPr>
          <p:spPr>
            <a:xfrm>
              <a:off x="13918455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 descr=""/>
            <p:cNvSpPr/>
            <p:nvPr/>
          </p:nvSpPr>
          <p:spPr>
            <a:xfrm>
              <a:off x="13918455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 descr=""/>
            <p:cNvSpPr/>
            <p:nvPr/>
          </p:nvSpPr>
          <p:spPr>
            <a:xfrm>
              <a:off x="13985594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 descr=""/>
            <p:cNvSpPr/>
            <p:nvPr/>
          </p:nvSpPr>
          <p:spPr>
            <a:xfrm>
              <a:off x="13985594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 descr=""/>
            <p:cNvSpPr/>
            <p:nvPr/>
          </p:nvSpPr>
          <p:spPr>
            <a:xfrm>
              <a:off x="14052734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 descr=""/>
            <p:cNvSpPr/>
            <p:nvPr/>
          </p:nvSpPr>
          <p:spPr>
            <a:xfrm>
              <a:off x="14052734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 descr=""/>
            <p:cNvSpPr/>
            <p:nvPr/>
          </p:nvSpPr>
          <p:spPr>
            <a:xfrm>
              <a:off x="14119873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 descr=""/>
            <p:cNvSpPr/>
            <p:nvPr/>
          </p:nvSpPr>
          <p:spPr>
            <a:xfrm>
              <a:off x="14119873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 descr=""/>
            <p:cNvSpPr/>
            <p:nvPr/>
          </p:nvSpPr>
          <p:spPr>
            <a:xfrm>
              <a:off x="14187012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 descr=""/>
            <p:cNvSpPr/>
            <p:nvPr/>
          </p:nvSpPr>
          <p:spPr>
            <a:xfrm>
              <a:off x="14187012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 descr=""/>
            <p:cNvSpPr/>
            <p:nvPr/>
          </p:nvSpPr>
          <p:spPr>
            <a:xfrm>
              <a:off x="14254152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 descr=""/>
            <p:cNvSpPr/>
            <p:nvPr/>
          </p:nvSpPr>
          <p:spPr>
            <a:xfrm>
              <a:off x="14254152" y="5512083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 descr=""/>
            <p:cNvSpPr/>
            <p:nvPr/>
          </p:nvSpPr>
          <p:spPr>
            <a:xfrm>
              <a:off x="14069921" y="2640124"/>
              <a:ext cx="169545" cy="4047490"/>
            </a:xfrm>
            <a:custGeom>
              <a:avLst/>
              <a:gdLst/>
              <a:ahLst/>
              <a:cxnLst/>
              <a:rect l="l" t="t" r="r" b="b"/>
              <a:pathLst>
                <a:path w="169544" h="4047490">
                  <a:moveTo>
                    <a:pt x="12010" y="0"/>
                  </a:moveTo>
                  <a:lnTo>
                    <a:pt x="0" y="471"/>
                  </a:lnTo>
                  <a:lnTo>
                    <a:pt x="156937" y="4047007"/>
                  </a:lnTo>
                  <a:lnTo>
                    <a:pt x="168968" y="4047039"/>
                  </a:lnTo>
                  <a:lnTo>
                    <a:pt x="1201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 descr=""/>
            <p:cNvSpPr/>
            <p:nvPr/>
          </p:nvSpPr>
          <p:spPr>
            <a:xfrm>
              <a:off x="14069921" y="2640124"/>
              <a:ext cx="169545" cy="4047490"/>
            </a:xfrm>
            <a:custGeom>
              <a:avLst/>
              <a:gdLst/>
              <a:ahLst/>
              <a:cxnLst/>
              <a:rect l="l" t="t" r="r" b="b"/>
              <a:pathLst>
                <a:path w="169544" h="4047490">
                  <a:moveTo>
                    <a:pt x="156937" y="4047007"/>
                  </a:moveTo>
                  <a:lnTo>
                    <a:pt x="0" y="471"/>
                  </a:lnTo>
                  <a:lnTo>
                    <a:pt x="12010" y="0"/>
                  </a:lnTo>
                  <a:lnTo>
                    <a:pt x="168968" y="4047039"/>
                  </a:lnTo>
                  <a:lnTo>
                    <a:pt x="156937" y="404700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7" name="object 747" descr=""/>
          <p:cNvGrpSpPr/>
          <p:nvPr/>
        </p:nvGrpSpPr>
        <p:grpSpPr>
          <a:xfrm>
            <a:off x="6957135" y="4200688"/>
            <a:ext cx="538480" cy="2892425"/>
            <a:chOff x="6957135" y="4200688"/>
            <a:chExt cx="538480" cy="2892425"/>
          </a:xfrm>
        </p:grpSpPr>
        <p:sp>
          <p:nvSpPr>
            <p:cNvPr id="748" name="object 748" descr=""/>
            <p:cNvSpPr/>
            <p:nvPr/>
          </p:nvSpPr>
          <p:spPr>
            <a:xfrm>
              <a:off x="6985006" y="5943563"/>
              <a:ext cx="484505" cy="579755"/>
            </a:xfrm>
            <a:custGeom>
              <a:avLst/>
              <a:gdLst/>
              <a:ahLst/>
              <a:cxnLst/>
              <a:rect l="l" t="t" r="r" b="b"/>
              <a:pathLst>
                <a:path w="484504" h="579754">
                  <a:moveTo>
                    <a:pt x="463546" y="0"/>
                  </a:moveTo>
                  <a:lnTo>
                    <a:pt x="23224" y="0"/>
                  </a:lnTo>
                  <a:lnTo>
                    <a:pt x="0" y="579217"/>
                  </a:lnTo>
                  <a:lnTo>
                    <a:pt x="484445" y="579217"/>
                  </a:lnTo>
                  <a:lnTo>
                    <a:pt x="463546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 descr=""/>
            <p:cNvSpPr/>
            <p:nvPr/>
          </p:nvSpPr>
          <p:spPr>
            <a:xfrm>
              <a:off x="6985006" y="5943563"/>
              <a:ext cx="484505" cy="579755"/>
            </a:xfrm>
            <a:custGeom>
              <a:avLst/>
              <a:gdLst/>
              <a:ahLst/>
              <a:cxnLst/>
              <a:rect l="l" t="t" r="r" b="b"/>
              <a:pathLst>
                <a:path w="484504" h="579754">
                  <a:moveTo>
                    <a:pt x="0" y="579217"/>
                  </a:moveTo>
                  <a:lnTo>
                    <a:pt x="484445" y="579217"/>
                  </a:lnTo>
                  <a:lnTo>
                    <a:pt x="463546" y="0"/>
                  </a:lnTo>
                  <a:lnTo>
                    <a:pt x="23224" y="0"/>
                  </a:lnTo>
                  <a:lnTo>
                    <a:pt x="0" y="57921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 descr=""/>
            <p:cNvSpPr/>
            <p:nvPr/>
          </p:nvSpPr>
          <p:spPr>
            <a:xfrm>
              <a:off x="7008229" y="5364350"/>
              <a:ext cx="440690" cy="579755"/>
            </a:xfrm>
            <a:custGeom>
              <a:avLst/>
              <a:gdLst/>
              <a:ahLst/>
              <a:cxnLst/>
              <a:rect l="l" t="t" r="r" b="b"/>
              <a:pathLst>
                <a:path w="440690" h="579754">
                  <a:moveTo>
                    <a:pt x="419421" y="0"/>
                  </a:moveTo>
                  <a:lnTo>
                    <a:pt x="23224" y="0"/>
                  </a:lnTo>
                  <a:lnTo>
                    <a:pt x="0" y="579217"/>
                  </a:lnTo>
                  <a:lnTo>
                    <a:pt x="440321" y="579217"/>
                  </a:lnTo>
                  <a:lnTo>
                    <a:pt x="419421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 descr=""/>
            <p:cNvSpPr/>
            <p:nvPr/>
          </p:nvSpPr>
          <p:spPr>
            <a:xfrm>
              <a:off x="7008229" y="5364350"/>
              <a:ext cx="440690" cy="579755"/>
            </a:xfrm>
            <a:custGeom>
              <a:avLst/>
              <a:gdLst/>
              <a:ahLst/>
              <a:cxnLst/>
              <a:rect l="l" t="t" r="r" b="b"/>
              <a:pathLst>
                <a:path w="440690" h="579754">
                  <a:moveTo>
                    <a:pt x="0" y="579217"/>
                  </a:moveTo>
                  <a:lnTo>
                    <a:pt x="440321" y="579217"/>
                  </a:lnTo>
                  <a:lnTo>
                    <a:pt x="419421" y="0"/>
                  </a:lnTo>
                  <a:lnTo>
                    <a:pt x="23224" y="0"/>
                  </a:lnTo>
                  <a:lnTo>
                    <a:pt x="0" y="57921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 descr=""/>
            <p:cNvSpPr/>
            <p:nvPr/>
          </p:nvSpPr>
          <p:spPr>
            <a:xfrm>
              <a:off x="6962371" y="6522781"/>
              <a:ext cx="527685" cy="565150"/>
            </a:xfrm>
            <a:custGeom>
              <a:avLst/>
              <a:gdLst/>
              <a:ahLst/>
              <a:cxnLst/>
              <a:rect l="l" t="t" r="r" b="b"/>
              <a:pathLst>
                <a:path w="527684" h="565150">
                  <a:moveTo>
                    <a:pt x="507084" y="0"/>
                  </a:moveTo>
                  <a:lnTo>
                    <a:pt x="22638" y="0"/>
                  </a:lnTo>
                  <a:lnTo>
                    <a:pt x="0" y="564537"/>
                  </a:lnTo>
                  <a:lnTo>
                    <a:pt x="527449" y="564506"/>
                  </a:lnTo>
                  <a:lnTo>
                    <a:pt x="507084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 descr=""/>
            <p:cNvSpPr/>
            <p:nvPr/>
          </p:nvSpPr>
          <p:spPr>
            <a:xfrm>
              <a:off x="6962371" y="6522781"/>
              <a:ext cx="527685" cy="565150"/>
            </a:xfrm>
            <a:custGeom>
              <a:avLst/>
              <a:gdLst/>
              <a:ahLst/>
              <a:cxnLst/>
              <a:rect l="l" t="t" r="r" b="b"/>
              <a:pathLst>
                <a:path w="527684" h="565150">
                  <a:moveTo>
                    <a:pt x="0" y="564537"/>
                  </a:moveTo>
                  <a:lnTo>
                    <a:pt x="527449" y="564506"/>
                  </a:lnTo>
                  <a:lnTo>
                    <a:pt x="507084" y="0"/>
                  </a:lnTo>
                  <a:lnTo>
                    <a:pt x="22638" y="0"/>
                  </a:lnTo>
                  <a:lnTo>
                    <a:pt x="0" y="56453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 descr=""/>
            <p:cNvSpPr/>
            <p:nvPr/>
          </p:nvSpPr>
          <p:spPr>
            <a:xfrm>
              <a:off x="7031452" y="4785137"/>
              <a:ext cx="396240" cy="579755"/>
            </a:xfrm>
            <a:custGeom>
              <a:avLst/>
              <a:gdLst/>
              <a:ahLst/>
              <a:cxnLst/>
              <a:rect l="l" t="t" r="r" b="b"/>
              <a:pathLst>
                <a:path w="396240" h="579754">
                  <a:moveTo>
                    <a:pt x="375297" y="0"/>
                  </a:moveTo>
                  <a:lnTo>
                    <a:pt x="23224" y="0"/>
                  </a:lnTo>
                  <a:lnTo>
                    <a:pt x="0" y="579217"/>
                  </a:lnTo>
                  <a:lnTo>
                    <a:pt x="396197" y="579217"/>
                  </a:lnTo>
                  <a:lnTo>
                    <a:pt x="375297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 descr=""/>
            <p:cNvSpPr/>
            <p:nvPr/>
          </p:nvSpPr>
          <p:spPr>
            <a:xfrm>
              <a:off x="7031452" y="4785137"/>
              <a:ext cx="396240" cy="579755"/>
            </a:xfrm>
            <a:custGeom>
              <a:avLst/>
              <a:gdLst/>
              <a:ahLst/>
              <a:cxnLst/>
              <a:rect l="l" t="t" r="r" b="b"/>
              <a:pathLst>
                <a:path w="396240" h="579754">
                  <a:moveTo>
                    <a:pt x="0" y="579217"/>
                  </a:moveTo>
                  <a:lnTo>
                    <a:pt x="396197" y="579217"/>
                  </a:lnTo>
                  <a:lnTo>
                    <a:pt x="375297" y="0"/>
                  </a:lnTo>
                  <a:lnTo>
                    <a:pt x="23224" y="0"/>
                  </a:lnTo>
                  <a:lnTo>
                    <a:pt x="0" y="57921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 descr=""/>
            <p:cNvSpPr/>
            <p:nvPr/>
          </p:nvSpPr>
          <p:spPr>
            <a:xfrm>
              <a:off x="7054675" y="4205924"/>
              <a:ext cx="352425" cy="579755"/>
            </a:xfrm>
            <a:custGeom>
              <a:avLst/>
              <a:gdLst/>
              <a:ahLst/>
              <a:cxnLst/>
              <a:rect l="l" t="t" r="r" b="b"/>
              <a:pathLst>
                <a:path w="352425" h="579754">
                  <a:moveTo>
                    <a:pt x="331173" y="0"/>
                  </a:moveTo>
                  <a:lnTo>
                    <a:pt x="23224" y="0"/>
                  </a:lnTo>
                  <a:lnTo>
                    <a:pt x="0" y="579217"/>
                  </a:lnTo>
                  <a:lnTo>
                    <a:pt x="352073" y="579217"/>
                  </a:lnTo>
                  <a:lnTo>
                    <a:pt x="331173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 descr=""/>
            <p:cNvSpPr/>
            <p:nvPr/>
          </p:nvSpPr>
          <p:spPr>
            <a:xfrm>
              <a:off x="7054675" y="4205924"/>
              <a:ext cx="352425" cy="579755"/>
            </a:xfrm>
            <a:custGeom>
              <a:avLst/>
              <a:gdLst/>
              <a:ahLst/>
              <a:cxnLst/>
              <a:rect l="l" t="t" r="r" b="b"/>
              <a:pathLst>
                <a:path w="352425" h="579754">
                  <a:moveTo>
                    <a:pt x="23224" y="0"/>
                  </a:moveTo>
                  <a:lnTo>
                    <a:pt x="0" y="579217"/>
                  </a:lnTo>
                  <a:lnTo>
                    <a:pt x="352073" y="579217"/>
                  </a:lnTo>
                  <a:lnTo>
                    <a:pt x="331173" y="0"/>
                  </a:lnTo>
                  <a:lnTo>
                    <a:pt x="2322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8" name="object 758" descr=""/>
          <p:cNvGrpSpPr/>
          <p:nvPr/>
        </p:nvGrpSpPr>
        <p:grpSpPr>
          <a:xfrm>
            <a:off x="6884219" y="3035047"/>
            <a:ext cx="691515" cy="4057650"/>
            <a:chOff x="6884219" y="3035047"/>
            <a:chExt cx="691515" cy="4057650"/>
          </a:xfrm>
        </p:grpSpPr>
        <p:sp>
          <p:nvSpPr>
            <p:cNvPr id="759" name="object 759" descr=""/>
            <p:cNvSpPr/>
            <p:nvPr/>
          </p:nvSpPr>
          <p:spPr>
            <a:xfrm>
              <a:off x="7104070" y="3464112"/>
              <a:ext cx="258445" cy="89535"/>
            </a:xfrm>
            <a:custGeom>
              <a:avLst/>
              <a:gdLst/>
              <a:ahLst/>
              <a:cxnLst/>
              <a:rect l="l" t="t" r="r" b="b"/>
              <a:pathLst>
                <a:path w="258445" h="89535">
                  <a:moveTo>
                    <a:pt x="255007" y="0"/>
                  </a:moveTo>
                  <a:lnTo>
                    <a:pt x="3570" y="0"/>
                  </a:lnTo>
                  <a:lnTo>
                    <a:pt x="0" y="89054"/>
                  </a:lnTo>
                  <a:lnTo>
                    <a:pt x="258222" y="89054"/>
                  </a:lnTo>
                  <a:lnTo>
                    <a:pt x="255007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 descr=""/>
            <p:cNvSpPr/>
            <p:nvPr/>
          </p:nvSpPr>
          <p:spPr>
            <a:xfrm>
              <a:off x="7104070" y="3464112"/>
              <a:ext cx="258445" cy="89535"/>
            </a:xfrm>
            <a:custGeom>
              <a:avLst/>
              <a:gdLst/>
              <a:ahLst/>
              <a:cxnLst/>
              <a:rect l="l" t="t" r="r" b="b"/>
              <a:pathLst>
                <a:path w="258445" h="89535">
                  <a:moveTo>
                    <a:pt x="3570" y="0"/>
                  </a:moveTo>
                  <a:lnTo>
                    <a:pt x="0" y="89054"/>
                  </a:lnTo>
                  <a:lnTo>
                    <a:pt x="258222" y="89054"/>
                  </a:lnTo>
                  <a:lnTo>
                    <a:pt x="255007" y="0"/>
                  </a:lnTo>
                  <a:lnTo>
                    <a:pt x="357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 descr=""/>
            <p:cNvSpPr/>
            <p:nvPr/>
          </p:nvSpPr>
          <p:spPr>
            <a:xfrm>
              <a:off x="7107643" y="3044895"/>
              <a:ext cx="251460" cy="419734"/>
            </a:xfrm>
            <a:custGeom>
              <a:avLst/>
              <a:gdLst/>
              <a:ahLst/>
              <a:cxnLst/>
              <a:rect l="l" t="t" r="r" b="b"/>
              <a:pathLst>
                <a:path w="251459" h="419735">
                  <a:moveTo>
                    <a:pt x="236306" y="0"/>
                  </a:moveTo>
                  <a:lnTo>
                    <a:pt x="16805" y="0"/>
                  </a:lnTo>
                  <a:lnTo>
                    <a:pt x="0" y="419212"/>
                  </a:lnTo>
                  <a:lnTo>
                    <a:pt x="251437" y="419212"/>
                  </a:lnTo>
                  <a:lnTo>
                    <a:pt x="236306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 descr=""/>
            <p:cNvSpPr/>
            <p:nvPr/>
          </p:nvSpPr>
          <p:spPr>
            <a:xfrm>
              <a:off x="7107643" y="3044895"/>
              <a:ext cx="251460" cy="419734"/>
            </a:xfrm>
            <a:custGeom>
              <a:avLst/>
              <a:gdLst/>
              <a:ahLst/>
              <a:cxnLst/>
              <a:rect l="l" t="t" r="r" b="b"/>
              <a:pathLst>
                <a:path w="251459" h="419735">
                  <a:moveTo>
                    <a:pt x="236306" y="0"/>
                  </a:moveTo>
                  <a:lnTo>
                    <a:pt x="16805" y="0"/>
                  </a:lnTo>
                  <a:lnTo>
                    <a:pt x="0" y="419212"/>
                  </a:lnTo>
                  <a:lnTo>
                    <a:pt x="251437" y="419212"/>
                  </a:lnTo>
                  <a:lnTo>
                    <a:pt x="236306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 descr=""/>
            <p:cNvSpPr/>
            <p:nvPr/>
          </p:nvSpPr>
          <p:spPr>
            <a:xfrm>
              <a:off x="7101118" y="3553165"/>
              <a:ext cx="264160" cy="73660"/>
            </a:xfrm>
            <a:custGeom>
              <a:avLst/>
              <a:gdLst/>
              <a:ahLst/>
              <a:cxnLst/>
              <a:rect l="l" t="t" r="r" b="b"/>
              <a:pathLst>
                <a:path w="264159" h="73660">
                  <a:moveTo>
                    <a:pt x="261175" y="0"/>
                  </a:moveTo>
                  <a:lnTo>
                    <a:pt x="2952" y="0"/>
                  </a:lnTo>
                  <a:lnTo>
                    <a:pt x="0" y="73547"/>
                  </a:lnTo>
                  <a:lnTo>
                    <a:pt x="263824" y="73547"/>
                  </a:lnTo>
                  <a:lnTo>
                    <a:pt x="26117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 descr=""/>
            <p:cNvSpPr/>
            <p:nvPr/>
          </p:nvSpPr>
          <p:spPr>
            <a:xfrm>
              <a:off x="7101118" y="3553165"/>
              <a:ext cx="264160" cy="73660"/>
            </a:xfrm>
            <a:custGeom>
              <a:avLst/>
              <a:gdLst/>
              <a:ahLst/>
              <a:cxnLst/>
              <a:rect l="l" t="t" r="r" b="b"/>
              <a:pathLst>
                <a:path w="264159" h="73660">
                  <a:moveTo>
                    <a:pt x="2952" y="0"/>
                  </a:moveTo>
                  <a:lnTo>
                    <a:pt x="0" y="73547"/>
                  </a:lnTo>
                  <a:lnTo>
                    <a:pt x="263824" y="73547"/>
                  </a:lnTo>
                  <a:lnTo>
                    <a:pt x="261175" y="0"/>
                  </a:lnTo>
                  <a:lnTo>
                    <a:pt x="2952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 descr=""/>
            <p:cNvSpPr/>
            <p:nvPr/>
          </p:nvSpPr>
          <p:spPr>
            <a:xfrm>
              <a:off x="7077898" y="3626710"/>
              <a:ext cx="307975" cy="579755"/>
            </a:xfrm>
            <a:custGeom>
              <a:avLst/>
              <a:gdLst/>
              <a:ahLst/>
              <a:cxnLst/>
              <a:rect l="l" t="t" r="r" b="b"/>
              <a:pathLst>
                <a:path w="307975" h="579754">
                  <a:moveTo>
                    <a:pt x="287048" y="0"/>
                  </a:moveTo>
                  <a:lnTo>
                    <a:pt x="23224" y="0"/>
                  </a:lnTo>
                  <a:lnTo>
                    <a:pt x="0" y="579217"/>
                  </a:lnTo>
                  <a:lnTo>
                    <a:pt x="307948" y="579217"/>
                  </a:lnTo>
                  <a:lnTo>
                    <a:pt x="287048" y="0"/>
                  </a:lnTo>
                  <a:close/>
                </a:path>
              </a:pathLst>
            </a:custGeom>
            <a:solidFill>
              <a:srgbClr val="EAE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 descr=""/>
            <p:cNvSpPr/>
            <p:nvPr/>
          </p:nvSpPr>
          <p:spPr>
            <a:xfrm>
              <a:off x="7077898" y="3626710"/>
              <a:ext cx="307975" cy="579755"/>
            </a:xfrm>
            <a:custGeom>
              <a:avLst/>
              <a:gdLst/>
              <a:ahLst/>
              <a:cxnLst/>
              <a:rect l="l" t="t" r="r" b="b"/>
              <a:pathLst>
                <a:path w="307975" h="579754">
                  <a:moveTo>
                    <a:pt x="287048" y="0"/>
                  </a:moveTo>
                  <a:lnTo>
                    <a:pt x="23224" y="0"/>
                  </a:lnTo>
                  <a:lnTo>
                    <a:pt x="0" y="579217"/>
                  </a:lnTo>
                  <a:lnTo>
                    <a:pt x="307948" y="579217"/>
                  </a:lnTo>
                  <a:lnTo>
                    <a:pt x="287048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 descr=""/>
            <p:cNvSpPr/>
            <p:nvPr/>
          </p:nvSpPr>
          <p:spPr>
            <a:xfrm>
              <a:off x="7123807" y="3044897"/>
              <a:ext cx="210820" cy="4043045"/>
            </a:xfrm>
            <a:custGeom>
              <a:avLst/>
              <a:gdLst/>
              <a:ahLst/>
              <a:cxnLst/>
              <a:rect l="l" t="t" r="r" b="b"/>
              <a:pathLst>
                <a:path w="210820" h="4043045">
                  <a:moveTo>
                    <a:pt x="152037" y="0"/>
                  </a:moveTo>
                  <a:lnTo>
                    <a:pt x="64699" y="0"/>
                  </a:lnTo>
                  <a:lnTo>
                    <a:pt x="9224" y="3477883"/>
                  </a:lnTo>
                  <a:lnTo>
                    <a:pt x="0" y="4042421"/>
                  </a:lnTo>
                  <a:lnTo>
                    <a:pt x="210265" y="4042421"/>
                  </a:lnTo>
                  <a:lnTo>
                    <a:pt x="201972" y="3477883"/>
                  </a:lnTo>
                  <a:lnTo>
                    <a:pt x="152037" y="0"/>
                  </a:lnTo>
                  <a:close/>
                </a:path>
              </a:pathLst>
            </a:custGeom>
            <a:solidFill>
              <a:srgbClr val="FFFFF7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8" name="object 768" descr=""/>
            <p:cNvSpPr/>
            <p:nvPr/>
          </p:nvSpPr>
          <p:spPr>
            <a:xfrm>
              <a:off x="7123807" y="3044897"/>
              <a:ext cx="210820" cy="4043045"/>
            </a:xfrm>
            <a:custGeom>
              <a:avLst/>
              <a:gdLst/>
              <a:ahLst/>
              <a:cxnLst/>
              <a:rect l="l" t="t" r="r" b="b"/>
              <a:pathLst>
                <a:path w="210820" h="4043045">
                  <a:moveTo>
                    <a:pt x="201972" y="3477883"/>
                  </a:moveTo>
                  <a:lnTo>
                    <a:pt x="193659" y="2898665"/>
                  </a:lnTo>
                  <a:lnTo>
                    <a:pt x="185345" y="2319458"/>
                  </a:lnTo>
                  <a:lnTo>
                    <a:pt x="177020" y="1740240"/>
                  </a:lnTo>
                  <a:lnTo>
                    <a:pt x="168706" y="1161022"/>
                  </a:lnTo>
                  <a:lnTo>
                    <a:pt x="160393" y="581814"/>
                  </a:lnTo>
                  <a:lnTo>
                    <a:pt x="152037" y="0"/>
                  </a:lnTo>
                  <a:lnTo>
                    <a:pt x="64699" y="0"/>
                  </a:lnTo>
                  <a:lnTo>
                    <a:pt x="55422" y="581814"/>
                  </a:lnTo>
                  <a:lnTo>
                    <a:pt x="46176" y="1161022"/>
                  </a:lnTo>
                  <a:lnTo>
                    <a:pt x="36941" y="1740240"/>
                  </a:lnTo>
                  <a:lnTo>
                    <a:pt x="27705" y="2319458"/>
                  </a:lnTo>
                  <a:lnTo>
                    <a:pt x="18460" y="2898665"/>
                  </a:lnTo>
                  <a:lnTo>
                    <a:pt x="9224" y="3477883"/>
                  </a:lnTo>
                  <a:lnTo>
                    <a:pt x="0" y="4042421"/>
                  </a:lnTo>
                  <a:lnTo>
                    <a:pt x="210265" y="4042421"/>
                  </a:lnTo>
                  <a:lnTo>
                    <a:pt x="201972" y="347788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9" name="object 769" descr=""/>
            <p:cNvSpPr/>
            <p:nvPr/>
          </p:nvSpPr>
          <p:spPr>
            <a:xfrm>
              <a:off x="6975064" y="4205924"/>
              <a:ext cx="503555" cy="33655"/>
            </a:xfrm>
            <a:custGeom>
              <a:avLst/>
              <a:gdLst/>
              <a:ahLst/>
              <a:cxnLst/>
              <a:rect l="l" t="t" r="r" b="b"/>
              <a:pathLst>
                <a:path w="503554" h="33654">
                  <a:moveTo>
                    <a:pt x="503209" y="0"/>
                  </a:moveTo>
                  <a:lnTo>
                    <a:pt x="0" y="0"/>
                  </a:lnTo>
                  <a:lnTo>
                    <a:pt x="0" y="33642"/>
                  </a:lnTo>
                  <a:lnTo>
                    <a:pt x="503209" y="33642"/>
                  </a:lnTo>
                  <a:lnTo>
                    <a:pt x="50320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0" name="object 770" descr=""/>
            <p:cNvSpPr/>
            <p:nvPr/>
          </p:nvSpPr>
          <p:spPr>
            <a:xfrm>
              <a:off x="6975064" y="4205924"/>
              <a:ext cx="503555" cy="33655"/>
            </a:xfrm>
            <a:custGeom>
              <a:avLst/>
              <a:gdLst/>
              <a:ahLst/>
              <a:cxnLst/>
              <a:rect l="l" t="t" r="r" b="b"/>
              <a:pathLst>
                <a:path w="503554" h="33654">
                  <a:moveTo>
                    <a:pt x="503209" y="33642"/>
                  </a:moveTo>
                  <a:lnTo>
                    <a:pt x="0" y="33642"/>
                  </a:lnTo>
                  <a:lnTo>
                    <a:pt x="0" y="0"/>
                  </a:lnTo>
                  <a:lnTo>
                    <a:pt x="503209" y="0"/>
                  </a:lnTo>
                  <a:lnTo>
                    <a:pt x="503209" y="3364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1" name="object 771" descr=""/>
            <p:cNvSpPr/>
            <p:nvPr/>
          </p:nvSpPr>
          <p:spPr>
            <a:xfrm>
              <a:off x="6975064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2" name="object 772" descr=""/>
            <p:cNvSpPr/>
            <p:nvPr/>
          </p:nvSpPr>
          <p:spPr>
            <a:xfrm>
              <a:off x="6975064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3" name="object 773" descr=""/>
            <p:cNvSpPr/>
            <p:nvPr/>
          </p:nvSpPr>
          <p:spPr>
            <a:xfrm>
              <a:off x="7024675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4" name="object 774" descr=""/>
            <p:cNvSpPr/>
            <p:nvPr/>
          </p:nvSpPr>
          <p:spPr>
            <a:xfrm>
              <a:off x="7024675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 descr=""/>
            <p:cNvSpPr/>
            <p:nvPr/>
          </p:nvSpPr>
          <p:spPr>
            <a:xfrm>
              <a:off x="7074297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 descr=""/>
            <p:cNvSpPr/>
            <p:nvPr/>
          </p:nvSpPr>
          <p:spPr>
            <a:xfrm>
              <a:off x="7074297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 descr=""/>
            <p:cNvSpPr/>
            <p:nvPr/>
          </p:nvSpPr>
          <p:spPr>
            <a:xfrm>
              <a:off x="7123908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 descr=""/>
            <p:cNvSpPr/>
            <p:nvPr/>
          </p:nvSpPr>
          <p:spPr>
            <a:xfrm>
              <a:off x="7123908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9" name="object 779" descr=""/>
            <p:cNvSpPr/>
            <p:nvPr/>
          </p:nvSpPr>
          <p:spPr>
            <a:xfrm>
              <a:off x="7173519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0" name="object 780" descr=""/>
            <p:cNvSpPr/>
            <p:nvPr/>
          </p:nvSpPr>
          <p:spPr>
            <a:xfrm>
              <a:off x="7173519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1" name="object 781" descr=""/>
            <p:cNvSpPr/>
            <p:nvPr/>
          </p:nvSpPr>
          <p:spPr>
            <a:xfrm>
              <a:off x="7223130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2" name="object 782" descr=""/>
            <p:cNvSpPr/>
            <p:nvPr/>
          </p:nvSpPr>
          <p:spPr>
            <a:xfrm>
              <a:off x="7223130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 descr=""/>
            <p:cNvSpPr/>
            <p:nvPr/>
          </p:nvSpPr>
          <p:spPr>
            <a:xfrm>
              <a:off x="7272741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 descr=""/>
            <p:cNvSpPr/>
            <p:nvPr/>
          </p:nvSpPr>
          <p:spPr>
            <a:xfrm>
              <a:off x="7272741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5" name="object 785" descr=""/>
            <p:cNvSpPr/>
            <p:nvPr/>
          </p:nvSpPr>
          <p:spPr>
            <a:xfrm>
              <a:off x="7322363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 descr=""/>
            <p:cNvSpPr/>
            <p:nvPr/>
          </p:nvSpPr>
          <p:spPr>
            <a:xfrm>
              <a:off x="7322363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7" name="object 787" descr=""/>
            <p:cNvSpPr/>
            <p:nvPr/>
          </p:nvSpPr>
          <p:spPr>
            <a:xfrm>
              <a:off x="7371974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8" name="object 788" descr=""/>
            <p:cNvSpPr/>
            <p:nvPr/>
          </p:nvSpPr>
          <p:spPr>
            <a:xfrm>
              <a:off x="7371974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9" name="object 789" descr=""/>
            <p:cNvSpPr/>
            <p:nvPr/>
          </p:nvSpPr>
          <p:spPr>
            <a:xfrm>
              <a:off x="7421585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 descr=""/>
            <p:cNvSpPr/>
            <p:nvPr/>
          </p:nvSpPr>
          <p:spPr>
            <a:xfrm>
              <a:off x="7421585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1" name="object 791" descr=""/>
            <p:cNvSpPr/>
            <p:nvPr/>
          </p:nvSpPr>
          <p:spPr>
            <a:xfrm>
              <a:off x="7471196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7078" y="33653"/>
                  </a:lnTo>
                  <a:lnTo>
                    <a:pt x="707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2" name="object 792" descr=""/>
            <p:cNvSpPr/>
            <p:nvPr/>
          </p:nvSpPr>
          <p:spPr>
            <a:xfrm>
              <a:off x="7471196" y="4176930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20" h="33654">
                  <a:moveTo>
                    <a:pt x="7078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7078" y="0"/>
                  </a:lnTo>
                  <a:lnTo>
                    <a:pt x="7078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3" name="object 793" descr=""/>
            <p:cNvSpPr/>
            <p:nvPr/>
          </p:nvSpPr>
          <p:spPr>
            <a:xfrm>
              <a:off x="6889454" y="5941243"/>
              <a:ext cx="681355" cy="33655"/>
            </a:xfrm>
            <a:custGeom>
              <a:avLst/>
              <a:gdLst/>
              <a:ahLst/>
              <a:cxnLst/>
              <a:rect l="l" t="t" r="r" b="b"/>
              <a:pathLst>
                <a:path w="681354" h="33654">
                  <a:moveTo>
                    <a:pt x="680953" y="0"/>
                  </a:moveTo>
                  <a:lnTo>
                    <a:pt x="0" y="0"/>
                  </a:lnTo>
                  <a:lnTo>
                    <a:pt x="0" y="33642"/>
                  </a:lnTo>
                  <a:lnTo>
                    <a:pt x="680953" y="33642"/>
                  </a:lnTo>
                  <a:lnTo>
                    <a:pt x="6809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4" name="object 794" descr=""/>
            <p:cNvSpPr/>
            <p:nvPr/>
          </p:nvSpPr>
          <p:spPr>
            <a:xfrm>
              <a:off x="6889454" y="5941243"/>
              <a:ext cx="681355" cy="33655"/>
            </a:xfrm>
            <a:custGeom>
              <a:avLst/>
              <a:gdLst/>
              <a:ahLst/>
              <a:cxnLst/>
              <a:rect l="l" t="t" r="r" b="b"/>
              <a:pathLst>
                <a:path w="681354" h="33654">
                  <a:moveTo>
                    <a:pt x="680953" y="33642"/>
                  </a:moveTo>
                  <a:lnTo>
                    <a:pt x="0" y="33642"/>
                  </a:lnTo>
                  <a:lnTo>
                    <a:pt x="0" y="0"/>
                  </a:lnTo>
                  <a:lnTo>
                    <a:pt x="680953" y="0"/>
                  </a:lnTo>
                  <a:lnTo>
                    <a:pt x="680953" y="3364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5" name="object 795" descr=""/>
            <p:cNvSpPr/>
            <p:nvPr/>
          </p:nvSpPr>
          <p:spPr>
            <a:xfrm>
              <a:off x="6889454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6" name="object 796" descr=""/>
            <p:cNvSpPr/>
            <p:nvPr/>
          </p:nvSpPr>
          <p:spPr>
            <a:xfrm>
              <a:off x="6889454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7" name="object 797" descr=""/>
            <p:cNvSpPr/>
            <p:nvPr/>
          </p:nvSpPr>
          <p:spPr>
            <a:xfrm>
              <a:off x="6956594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 descr=""/>
            <p:cNvSpPr/>
            <p:nvPr/>
          </p:nvSpPr>
          <p:spPr>
            <a:xfrm>
              <a:off x="6956594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9" name="object 799" descr=""/>
            <p:cNvSpPr/>
            <p:nvPr/>
          </p:nvSpPr>
          <p:spPr>
            <a:xfrm>
              <a:off x="7023733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0" name="object 800" descr=""/>
            <p:cNvSpPr/>
            <p:nvPr/>
          </p:nvSpPr>
          <p:spPr>
            <a:xfrm>
              <a:off x="7023733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 descr=""/>
            <p:cNvSpPr/>
            <p:nvPr/>
          </p:nvSpPr>
          <p:spPr>
            <a:xfrm>
              <a:off x="7090862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 descr=""/>
            <p:cNvSpPr/>
            <p:nvPr/>
          </p:nvSpPr>
          <p:spPr>
            <a:xfrm>
              <a:off x="7090862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3" name="object 803" descr=""/>
            <p:cNvSpPr/>
            <p:nvPr/>
          </p:nvSpPr>
          <p:spPr>
            <a:xfrm>
              <a:off x="7158001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4" name="object 804" descr=""/>
            <p:cNvSpPr/>
            <p:nvPr/>
          </p:nvSpPr>
          <p:spPr>
            <a:xfrm>
              <a:off x="7158001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5" name="object 805" descr=""/>
            <p:cNvSpPr/>
            <p:nvPr/>
          </p:nvSpPr>
          <p:spPr>
            <a:xfrm>
              <a:off x="7225140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6" name="object 806" descr=""/>
            <p:cNvSpPr/>
            <p:nvPr/>
          </p:nvSpPr>
          <p:spPr>
            <a:xfrm>
              <a:off x="7225140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7" name="object 807" descr=""/>
            <p:cNvSpPr/>
            <p:nvPr/>
          </p:nvSpPr>
          <p:spPr>
            <a:xfrm>
              <a:off x="7292280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8" name="object 808" descr=""/>
            <p:cNvSpPr/>
            <p:nvPr/>
          </p:nvSpPr>
          <p:spPr>
            <a:xfrm>
              <a:off x="7292280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 descr=""/>
            <p:cNvSpPr/>
            <p:nvPr/>
          </p:nvSpPr>
          <p:spPr>
            <a:xfrm>
              <a:off x="7359419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 descr=""/>
            <p:cNvSpPr/>
            <p:nvPr/>
          </p:nvSpPr>
          <p:spPr>
            <a:xfrm>
              <a:off x="7359419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1" name="object 811" descr=""/>
            <p:cNvSpPr/>
            <p:nvPr/>
          </p:nvSpPr>
          <p:spPr>
            <a:xfrm>
              <a:off x="7426558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2" name="object 812" descr=""/>
            <p:cNvSpPr/>
            <p:nvPr/>
          </p:nvSpPr>
          <p:spPr>
            <a:xfrm>
              <a:off x="7426558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3" name="object 813" descr=""/>
            <p:cNvSpPr/>
            <p:nvPr/>
          </p:nvSpPr>
          <p:spPr>
            <a:xfrm>
              <a:off x="7493698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4" name="object 814" descr=""/>
            <p:cNvSpPr/>
            <p:nvPr/>
          </p:nvSpPr>
          <p:spPr>
            <a:xfrm>
              <a:off x="7493698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5" name="object 815" descr=""/>
            <p:cNvSpPr/>
            <p:nvPr/>
          </p:nvSpPr>
          <p:spPr>
            <a:xfrm>
              <a:off x="7560837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0"/>
                  </a:moveTo>
                  <a:lnTo>
                    <a:pt x="0" y="0"/>
                  </a:lnTo>
                  <a:lnTo>
                    <a:pt x="0" y="33653"/>
                  </a:lnTo>
                  <a:lnTo>
                    <a:pt x="9570" y="33653"/>
                  </a:lnTo>
                  <a:lnTo>
                    <a:pt x="957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6" name="object 816" descr=""/>
            <p:cNvSpPr/>
            <p:nvPr/>
          </p:nvSpPr>
          <p:spPr>
            <a:xfrm>
              <a:off x="7560837" y="5912238"/>
              <a:ext cx="10160" cy="33655"/>
            </a:xfrm>
            <a:custGeom>
              <a:avLst/>
              <a:gdLst/>
              <a:ahLst/>
              <a:cxnLst/>
              <a:rect l="l" t="t" r="r" b="b"/>
              <a:pathLst>
                <a:path w="10159" h="33654">
                  <a:moveTo>
                    <a:pt x="9570" y="33653"/>
                  </a:moveTo>
                  <a:lnTo>
                    <a:pt x="0" y="33653"/>
                  </a:lnTo>
                  <a:lnTo>
                    <a:pt x="0" y="0"/>
                  </a:lnTo>
                  <a:lnTo>
                    <a:pt x="9570" y="0"/>
                  </a:lnTo>
                  <a:lnTo>
                    <a:pt x="9570" y="3365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7" name="object 817" descr=""/>
            <p:cNvSpPr/>
            <p:nvPr/>
          </p:nvSpPr>
          <p:spPr>
            <a:xfrm>
              <a:off x="7376604" y="3040283"/>
              <a:ext cx="169545" cy="4047490"/>
            </a:xfrm>
            <a:custGeom>
              <a:avLst/>
              <a:gdLst/>
              <a:ahLst/>
              <a:cxnLst/>
              <a:rect l="l" t="t" r="r" b="b"/>
              <a:pathLst>
                <a:path w="169545" h="4047490">
                  <a:moveTo>
                    <a:pt x="12010" y="0"/>
                  </a:moveTo>
                  <a:lnTo>
                    <a:pt x="0" y="471"/>
                  </a:lnTo>
                  <a:lnTo>
                    <a:pt x="156937" y="4047007"/>
                  </a:lnTo>
                  <a:lnTo>
                    <a:pt x="168968" y="4047039"/>
                  </a:lnTo>
                  <a:lnTo>
                    <a:pt x="1201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 descr=""/>
            <p:cNvSpPr/>
            <p:nvPr/>
          </p:nvSpPr>
          <p:spPr>
            <a:xfrm>
              <a:off x="7376604" y="3040283"/>
              <a:ext cx="169545" cy="4047490"/>
            </a:xfrm>
            <a:custGeom>
              <a:avLst/>
              <a:gdLst/>
              <a:ahLst/>
              <a:cxnLst/>
              <a:rect l="l" t="t" r="r" b="b"/>
              <a:pathLst>
                <a:path w="169545" h="4047490">
                  <a:moveTo>
                    <a:pt x="156937" y="4047007"/>
                  </a:moveTo>
                  <a:lnTo>
                    <a:pt x="0" y="471"/>
                  </a:lnTo>
                  <a:lnTo>
                    <a:pt x="12010" y="0"/>
                  </a:lnTo>
                  <a:lnTo>
                    <a:pt x="168968" y="4047039"/>
                  </a:lnTo>
                  <a:lnTo>
                    <a:pt x="156937" y="404700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9" name="object 819" descr=""/>
          <p:cNvGrpSpPr/>
          <p:nvPr/>
        </p:nvGrpSpPr>
        <p:grpSpPr>
          <a:xfrm>
            <a:off x="15075918" y="4384874"/>
            <a:ext cx="603250" cy="3246755"/>
            <a:chOff x="15075918" y="4384874"/>
            <a:chExt cx="603250" cy="3246755"/>
          </a:xfrm>
        </p:grpSpPr>
        <p:sp>
          <p:nvSpPr>
            <p:cNvPr id="820" name="object 820" descr=""/>
            <p:cNvSpPr/>
            <p:nvPr/>
          </p:nvSpPr>
          <p:spPr>
            <a:xfrm>
              <a:off x="15106574" y="6341590"/>
              <a:ext cx="544195" cy="650875"/>
            </a:xfrm>
            <a:custGeom>
              <a:avLst/>
              <a:gdLst/>
              <a:ahLst/>
              <a:cxnLst/>
              <a:rect l="l" t="t" r="r" b="b"/>
              <a:pathLst>
                <a:path w="544194" h="650875">
                  <a:moveTo>
                    <a:pt x="520591" y="0"/>
                  </a:moveTo>
                  <a:lnTo>
                    <a:pt x="26082" y="0"/>
                  </a:lnTo>
                  <a:lnTo>
                    <a:pt x="0" y="650493"/>
                  </a:lnTo>
                  <a:lnTo>
                    <a:pt x="544067" y="650493"/>
                  </a:lnTo>
                  <a:lnTo>
                    <a:pt x="520591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1" name="object 821" descr=""/>
            <p:cNvSpPr/>
            <p:nvPr/>
          </p:nvSpPr>
          <p:spPr>
            <a:xfrm>
              <a:off x="15106574" y="6341590"/>
              <a:ext cx="544195" cy="650875"/>
            </a:xfrm>
            <a:custGeom>
              <a:avLst/>
              <a:gdLst/>
              <a:ahLst/>
              <a:cxnLst/>
              <a:rect l="l" t="t" r="r" b="b"/>
              <a:pathLst>
                <a:path w="544194" h="650875">
                  <a:moveTo>
                    <a:pt x="0" y="650493"/>
                  </a:moveTo>
                  <a:lnTo>
                    <a:pt x="544067" y="650493"/>
                  </a:lnTo>
                  <a:lnTo>
                    <a:pt x="520591" y="0"/>
                  </a:lnTo>
                  <a:lnTo>
                    <a:pt x="26082" y="0"/>
                  </a:lnTo>
                  <a:lnTo>
                    <a:pt x="0" y="65049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2" name="object 822" descr=""/>
            <p:cNvSpPr/>
            <p:nvPr/>
          </p:nvSpPr>
          <p:spPr>
            <a:xfrm>
              <a:off x="15132655" y="5691098"/>
              <a:ext cx="494665" cy="650875"/>
            </a:xfrm>
            <a:custGeom>
              <a:avLst/>
              <a:gdLst/>
              <a:ahLst/>
              <a:cxnLst/>
              <a:rect l="l" t="t" r="r" b="b"/>
              <a:pathLst>
                <a:path w="494665" h="650875">
                  <a:moveTo>
                    <a:pt x="471032" y="0"/>
                  </a:moveTo>
                  <a:lnTo>
                    <a:pt x="26082" y="0"/>
                  </a:lnTo>
                  <a:lnTo>
                    <a:pt x="0" y="650493"/>
                  </a:lnTo>
                  <a:lnTo>
                    <a:pt x="494508" y="650493"/>
                  </a:lnTo>
                  <a:lnTo>
                    <a:pt x="471032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3" name="object 823" descr=""/>
            <p:cNvSpPr/>
            <p:nvPr/>
          </p:nvSpPr>
          <p:spPr>
            <a:xfrm>
              <a:off x="15132655" y="5691098"/>
              <a:ext cx="494665" cy="650875"/>
            </a:xfrm>
            <a:custGeom>
              <a:avLst/>
              <a:gdLst/>
              <a:ahLst/>
              <a:cxnLst/>
              <a:rect l="l" t="t" r="r" b="b"/>
              <a:pathLst>
                <a:path w="494665" h="650875">
                  <a:moveTo>
                    <a:pt x="0" y="650493"/>
                  </a:moveTo>
                  <a:lnTo>
                    <a:pt x="494508" y="650493"/>
                  </a:lnTo>
                  <a:lnTo>
                    <a:pt x="471032" y="0"/>
                  </a:lnTo>
                  <a:lnTo>
                    <a:pt x="26082" y="0"/>
                  </a:lnTo>
                  <a:lnTo>
                    <a:pt x="0" y="65049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4" name="object 824" descr=""/>
            <p:cNvSpPr/>
            <p:nvPr/>
          </p:nvSpPr>
          <p:spPr>
            <a:xfrm>
              <a:off x="15081153" y="6992081"/>
              <a:ext cx="592455" cy="634365"/>
            </a:xfrm>
            <a:custGeom>
              <a:avLst/>
              <a:gdLst/>
              <a:ahLst/>
              <a:cxnLst/>
              <a:rect l="l" t="t" r="r" b="b"/>
              <a:pathLst>
                <a:path w="592455" h="634365">
                  <a:moveTo>
                    <a:pt x="569480" y="0"/>
                  </a:moveTo>
                  <a:lnTo>
                    <a:pt x="25423" y="0"/>
                  </a:lnTo>
                  <a:lnTo>
                    <a:pt x="0" y="634012"/>
                  </a:lnTo>
                  <a:lnTo>
                    <a:pt x="592358" y="633980"/>
                  </a:lnTo>
                  <a:lnTo>
                    <a:pt x="569480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5" name="object 825" descr=""/>
            <p:cNvSpPr/>
            <p:nvPr/>
          </p:nvSpPr>
          <p:spPr>
            <a:xfrm>
              <a:off x="15081153" y="6992081"/>
              <a:ext cx="592455" cy="634365"/>
            </a:xfrm>
            <a:custGeom>
              <a:avLst/>
              <a:gdLst/>
              <a:ahLst/>
              <a:cxnLst/>
              <a:rect l="l" t="t" r="r" b="b"/>
              <a:pathLst>
                <a:path w="592455" h="634365">
                  <a:moveTo>
                    <a:pt x="0" y="634012"/>
                  </a:moveTo>
                  <a:lnTo>
                    <a:pt x="592358" y="633980"/>
                  </a:lnTo>
                  <a:lnTo>
                    <a:pt x="569480" y="0"/>
                  </a:lnTo>
                  <a:lnTo>
                    <a:pt x="25423" y="0"/>
                  </a:lnTo>
                  <a:lnTo>
                    <a:pt x="0" y="63401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6" name="object 826" descr=""/>
            <p:cNvSpPr/>
            <p:nvPr/>
          </p:nvSpPr>
          <p:spPr>
            <a:xfrm>
              <a:off x="15158736" y="5040604"/>
              <a:ext cx="445134" cy="650875"/>
            </a:xfrm>
            <a:custGeom>
              <a:avLst/>
              <a:gdLst/>
              <a:ahLst/>
              <a:cxnLst/>
              <a:rect l="l" t="t" r="r" b="b"/>
              <a:pathLst>
                <a:path w="445134" h="650875">
                  <a:moveTo>
                    <a:pt x="421484" y="0"/>
                  </a:moveTo>
                  <a:lnTo>
                    <a:pt x="26082" y="0"/>
                  </a:lnTo>
                  <a:lnTo>
                    <a:pt x="0" y="650493"/>
                  </a:lnTo>
                  <a:lnTo>
                    <a:pt x="444949" y="650493"/>
                  </a:lnTo>
                  <a:lnTo>
                    <a:pt x="421484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7" name="object 827" descr=""/>
            <p:cNvSpPr/>
            <p:nvPr/>
          </p:nvSpPr>
          <p:spPr>
            <a:xfrm>
              <a:off x="15158736" y="5040604"/>
              <a:ext cx="445134" cy="650875"/>
            </a:xfrm>
            <a:custGeom>
              <a:avLst/>
              <a:gdLst/>
              <a:ahLst/>
              <a:cxnLst/>
              <a:rect l="l" t="t" r="r" b="b"/>
              <a:pathLst>
                <a:path w="445134" h="650875">
                  <a:moveTo>
                    <a:pt x="0" y="650493"/>
                  </a:moveTo>
                  <a:lnTo>
                    <a:pt x="444949" y="650493"/>
                  </a:lnTo>
                  <a:lnTo>
                    <a:pt x="421484" y="0"/>
                  </a:lnTo>
                  <a:lnTo>
                    <a:pt x="26082" y="0"/>
                  </a:lnTo>
                  <a:lnTo>
                    <a:pt x="0" y="65049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8" name="object 828" descr=""/>
            <p:cNvSpPr/>
            <p:nvPr/>
          </p:nvSpPr>
          <p:spPr>
            <a:xfrm>
              <a:off x="15184816" y="4390110"/>
              <a:ext cx="395605" cy="650875"/>
            </a:xfrm>
            <a:custGeom>
              <a:avLst/>
              <a:gdLst/>
              <a:ahLst/>
              <a:cxnLst/>
              <a:rect l="l" t="t" r="r" b="b"/>
              <a:pathLst>
                <a:path w="395605" h="650875">
                  <a:moveTo>
                    <a:pt x="371925" y="0"/>
                  </a:moveTo>
                  <a:lnTo>
                    <a:pt x="26082" y="0"/>
                  </a:lnTo>
                  <a:lnTo>
                    <a:pt x="0" y="650493"/>
                  </a:lnTo>
                  <a:lnTo>
                    <a:pt x="395401" y="650493"/>
                  </a:lnTo>
                  <a:lnTo>
                    <a:pt x="3719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9" name="object 829" descr=""/>
            <p:cNvSpPr/>
            <p:nvPr/>
          </p:nvSpPr>
          <p:spPr>
            <a:xfrm>
              <a:off x="15184816" y="4390110"/>
              <a:ext cx="395605" cy="650875"/>
            </a:xfrm>
            <a:custGeom>
              <a:avLst/>
              <a:gdLst/>
              <a:ahLst/>
              <a:cxnLst/>
              <a:rect l="l" t="t" r="r" b="b"/>
              <a:pathLst>
                <a:path w="395605" h="650875">
                  <a:moveTo>
                    <a:pt x="26082" y="0"/>
                  </a:moveTo>
                  <a:lnTo>
                    <a:pt x="0" y="650493"/>
                  </a:lnTo>
                  <a:lnTo>
                    <a:pt x="395401" y="650493"/>
                  </a:lnTo>
                  <a:lnTo>
                    <a:pt x="371925" y="0"/>
                  </a:lnTo>
                  <a:lnTo>
                    <a:pt x="26082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30" name="object 830" descr=""/>
          <p:cNvGrpSpPr/>
          <p:nvPr/>
        </p:nvGrpSpPr>
        <p:grpSpPr>
          <a:xfrm>
            <a:off x="14994025" y="3075792"/>
            <a:ext cx="775335" cy="4556125"/>
            <a:chOff x="14994025" y="3075792"/>
            <a:chExt cx="775335" cy="4556125"/>
          </a:xfrm>
        </p:grpSpPr>
        <p:sp>
          <p:nvSpPr>
            <p:cNvPr id="831" name="object 831" descr=""/>
            <p:cNvSpPr/>
            <p:nvPr/>
          </p:nvSpPr>
          <p:spPr>
            <a:xfrm>
              <a:off x="15240291" y="3557010"/>
              <a:ext cx="290195" cy="100330"/>
            </a:xfrm>
            <a:custGeom>
              <a:avLst/>
              <a:gdLst/>
              <a:ahLst/>
              <a:cxnLst/>
              <a:rect l="l" t="t" r="r" b="b"/>
              <a:pathLst>
                <a:path w="290194" h="100329">
                  <a:moveTo>
                    <a:pt x="286389" y="0"/>
                  </a:moveTo>
                  <a:lnTo>
                    <a:pt x="4010" y="0"/>
                  </a:lnTo>
                  <a:lnTo>
                    <a:pt x="0" y="100007"/>
                  </a:lnTo>
                  <a:lnTo>
                    <a:pt x="290001" y="100007"/>
                  </a:lnTo>
                  <a:lnTo>
                    <a:pt x="286389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2" name="object 832" descr=""/>
            <p:cNvSpPr/>
            <p:nvPr/>
          </p:nvSpPr>
          <p:spPr>
            <a:xfrm>
              <a:off x="15240291" y="3557010"/>
              <a:ext cx="290195" cy="100330"/>
            </a:xfrm>
            <a:custGeom>
              <a:avLst/>
              <a:gdLst/>
              <a:ahLst/>
              <a:cxnLst/>
              <a:rect l="l" t="t" r="r" b="b"/>
              <a:pathLst>
                <a:path w="290194" h="100329">
                  <a:moveTo>
                    <a:pt x="4010" y="0"/>
                  </a:moveTo>
                  <a:lnTo>
                    <a:pt x="0" y="100007"/>
                  </a:lnTo>
                  <a:lnTo>
                    <a:pt x="290001" y="100007"/>
                  </a:lnTo>
                  <a:lnTo>
                    <a:pt x="286389" y="0"/>
                  </a:lnTo>
                  <a:lnTo>
                    <a:pt x="401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3" name="object 833" descr=""/>
            <p:cNvSpPr/>
            <p:nvPr/>
          </p:nvSpPr>
          <p:spPr>
            <a:xfrm>
              <a:off x="15244307" y="3086204"/>
              <a:ext cx="282575" cy="471170"/>
            </a:xfrm>
            <a:custGeom>
              <a:avLst/>
              <a:gdLst/>
              <a:ahLst/>
              <a:cxnLst/>
              <a:rect l="l" t="t" r="r" b="b"/>
              <a:pathLst>
                <a:path w="282575" h="471170">
                  <a:moveTo>
                    <a:pt x="265384" y="0"/>
                  </a:moveTo>
                  <a:lnTo>
                    <a:pt x="18868" y="0"/>
                  </a:lnTo>
                  <a:lnTo>
                    <a:pt x="0" y="470802"/>
                  </a:lnTo>
                  <a:lnTo>
                    <a:pt x="282378" y="470802"/>
                  </a:lnTo>
                  <a:lnTo>
                    <a:pt x="26538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4" name="object 834" descr=""/>
            <p:cNvSpPr/>
            <p:nvPr/>
          </p:nvSpPr>
          <p:spPr>
            <a:xfrm>
              <a:off x="15244307" y="3086204"/>
              <a:ext cx="282575" cy="471170"/>
            </a:xfrm>
            <a:custGeom>
              <a:avLst/>
              <a:gdLst/>
              <a:ahLst/>
              <a:cxnLst/>
              <a:rect l="l" t="t" r="r" b="b"/>
              <a:pathLst>
                <a:path w="282575" h="471170">
                  <a:moveTo>
                    <a:pt x="265384" y="0"/>
                  </a:moveTo>
                  <a:lnTo>
                    <a:pt x="18868" y="0"/>
                  </a:lnTo>
                  <a:lnTo>
                    <a:pt x="0" y="470802"/>
                  </a:lnTo>
                  <a:lnTo>
                    <a:pt x="282378" y="470802"/>
                  </a:lnTo>
                  <a:lnTo>
                    <a:pt x="26538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5" name="object 835" descr=""/>
            <p:cNvSpPr/>
            <p:nvPr/>
          </p:nvSpPr>
          <p:spPr>
            <a:xfrm>
              <a:off x="15236983" y="3657021"/>
              <a:ext cx="296545" cy="83185"/>
            </a:xfrm>
            <a:custGeom>
              <a:avLst/>
              <a:gdLst/>
              <a:ahLst/>
              <a:cxnLst/>
              <a:rect l="l" t="t" r="r" b="b"/>
              <a:pathLst>
                <a:path w="296544" h="83185">
                  <a:moveTo>
                    <a:pt x="293310" y="0"/>
                  </a:moveTo>
                  <a:lnTo>
                    <a:pt x="3308" y="0"/>
                  </a:lnTo>
                  <a:lnTo>
                    <a:pt x="0" y="82594"/>
                  </a:lnTo>
                  <a:lnTo>
                    <a:pt x="296284" y="82594"/>
                  </a:lnTo>
                  <a:lnTo>
                    <a:pt x="29331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6" name="object 836" descr=""/>
            <p:cNvSpPr/>
            <p:nvPr/>
          </p:nvSpPr>
          <p:spPr>
            <a:xfrm>
              <a:off x="15236983" y="3657021"/>
              <a:ext cx="296545" cy="83185"/>
            </a:xfrm>
            <a:custGeom>
              <a:avLst/>
              <a:gdLst/>
              <a:ahLst/>
              <a:cxnLst/>
              <a:rect l="l" t="t" r="r" b="b"/>
              <a:pathLst>
                <a:path w="296544" h="83185">
                  <a:moveTo>
                    <a:pt x="3308" y="0"/>
                  </a:moveTo>
                  <a:lnTo>
                    <a:pt x="0" y="82594"/>
                  </a:lnTo>
                  <a:lnTo>
                    <a:pt x="296284" y="82594"/>
                  </a:lnTo>
                  <a:lnTo>
                    <a:pt x="293310" y="0"/>
                  </a:lnTo>
                  <a:lnTo>
                    <a:pt x="3308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7" name="object 837" descr=""/>
            <p:cNvSpPr/>
            <p:nvPr/>
          </p:nvSpPr>
          <p:spPr>
            <a:xfrm>
              <a:off x="15210906" y="3739617"/>
              <a:ext cx="346075" cy="650875"/>
            </a:xfrm>
            <a:custGeom>
              <a:avLst/>
              <a:gdLst/>
              <a:ahLst/>
              <a:cxnLst/>
              <a:rect l="l" t="t" r="r" b="b"/>
              <a:pathLst>
                <a:path w="346075" h="650875">
                  <a:moveTo>
                    <a:pt x="322367" y="0"/>
                  </a:moveTo>
                  <a:lnTo>
                    <a:pt x="26072" y="0"/>
                  </a:lnTo>
                  <a:lnTo>
                    <a:pt x="0" y="650493"/>
                  </a:lnTo>
                  <a:lnTo>
                    <a:pt x="345842" y="650493"/>
                  </a:lnTo>
                  <a:lnTo>
                    <a:pt x="32236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8" name="object 838" descr=""/>
            <p:cNvSpPr/>
            <p:nvPr/>
          </p:nvSpPr>
          <p:spPr>
            <a:xfrm>
              <a:off x="15210906" y="3739617"/>
              <a:ext cx="346075" cy="650875"/>
            </a:xfrm>
            <a:custGeom>
              <a:avLst/>
              <a:gdLst/>
              <a:ahLst/>
              <a:cxnLst/>
              <a:rect l="l" t="t" r="r" b="b"/>
              <a:pathLst>
                <a:path w="346075" h="650875">
                  <a:moveTo>
                    <a:pt x="322367" y="0"/>
                  </a:moveTo>
                  <a:lnTo>
                    <a:pt x="26072" y="0"/>
                  </a:lnTo>
                  <a:lnTo>
                    <a:pt x="0" y="650493"/>
                  </a:lnTo>
                  <a:lnTo>
                    <a:pt x="345842" y="650493"/>
                  </a:lnTo>
                  <a:lnTo>
                    <a:pt x="322367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9" name="object 839" descr=""/>
            <p:cNvSpPr/>
            <p:nvPr/>
          </p:nvSpPr>
          <p:spPr>
            <a:xfrm>
              <a:off x="15262466" y="3086202"/>
              <a:ext cx="236220" cy="4540250"/>
            </a:xfrm>
            <a:custGeom>
              <a:avLst/>
              <a:gdLst/>
              <a:ahLst/>
              <a:cxnLst/>
              <a:rect l="l" t="t" r="r" b="b"/>
              <a:pathLst>
                <a:path w="236219" h="4540250">
                  <a:moveTo>
                    <a:pt x="170738" y="0"/>
                  </a:moveTo>
                  <a:lnTo>
                    <a:pt x="72657" y="0"/>
                  </a:lnTo>
                  <a:lnTo>
                    <a:pt x="10345" y="3905881"/>
                  </a:lnTo>
                  <a:lnTo>
                    <a:pt x="0" y="4539893"/>
                  </a:lnTo>
                  <a:lnTo>
                    <a:pt x="236128" y="4539893"/>
                  </a:lnTo>
                  <a:lnTo>
                    <a:pt x="226820" y="3905881"/>
                  </a:lnTo>
                  <a:lnTo>
                    <a:pt x="170738" y="0"/>
                  </a:lnTo>
                  <a:close/>
                </a:path>
              </a:pathLst>
            </a:custGeom>
            <a:solidFill>
              <a:srgbClr val="FFFFF7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0" name="object 840" descr=""/>
            <p:cNvSpPr/>
            <p:nvPr/>
          </p:nvSpPr>
          <p:spPr>
            <a:xfrm>
              <a:off x="15262466" y="3086202"/>
              <a:ext cx="236220" cy="4540250"/>
            </a:xfrm>
            <a:custGeom>
              <a:avLst/>
              <a:gdLst/>
              <a:ahLst/>
              <a:cxnLst/>
              <a:rect l="l" t="t" r="r" b="b"/>
              <a:pathLst>
                <a:path w="236219" h="4540250">
                  <a:moveTo>
                    <a:pt x="226820" y="3905881"/>
                  </a:moveTo>
                  <a:lnTo>
                    <a:pt x="217480" y="3255387"/>
                  </a:lnTo>
                  <a:lnTo>
                    <a:pt x="208140" y="2604894"/>
                  </a:lnTo>
                  <a:lnTo>
                    <a:pt x="198800" y="1954401"/>
                  </a:lnTo>
                  <a:lnTo>
                    <a:pt x="189460" y="1303907"/>
                  </a:lnTo>
                  <a:lnTo>
                    <a:pt x="180120" y="653414"/>
                  </a:lnTo>
                  <a:lnTo>
                    <a:pt x="170738" y="0"/>
                  </a:lnTo>
                  <a:lnTo>
                    <a:pt x="72657" y="0"/>
                  </a:lnTo>
                  <a:lnTo>
                    <a:pt x="62228" y="653414"/>
                  </a:lnTo>
                  <a:lnTo>
                    <a:pt x="51851" y="1303907"/>
                  </a:lnTo>
                  <a:lnTo>
                    <a:pt x="41475" y="1954401"/>
                  </a:lnTo>
                  <a:lnTo>
                    <a:pt x="31098" y="2604894"/>
                  </a:lnTo>
                  <a:lnTo>
                    <a:pt x="20721" y="3255387"/>
                  </a:lnTo>
                  <a:lnTo>
                    <a:pt x="10345" y="3905881"/>
                  </a:lnTo>
                  <a:lnTo>
                    <a:pt x="0" y="4539893"/>
                  </a:lnTo>
                  <a:lnTo>
                    <a:pt x="236128" y="4539893"/>
                  </a:lnTo>
                  <a:lnTo>
                    <a:pt x="226820" y="390588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1" name="object 841" descr=""/>
            <p:cNvSpPr/>
            <p:nvPr/>
          </p:nvSpPr>
          <p:spPr>
            <a:xfrm>
              <a:off x="15095415" y="4390107"/>
              <a:ext cx="565150" cy="38100"/>
            </a:xfrm>
            <a:custGeom>
              <a:avLst/>
              <a:gdLst/>
              <a:ahLst/>
              <a:cxnLst/>
              <a:rect l="l" t="t" r="r" b="b"/>
              <a:pathLst>
                <a:path w="565150" h="38100">
                  <a:moveTo>
                    <a:pt x="565134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565134" y="37789"/>
                  </a:lnTo>
                  <a:lnTo>
                    <a:pt x="56513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2" name="object 842" descr=""/>
            <p:cNvSpPr/>
            <p:nvPr/>
          </p:nvSpPr>
          <p:spPr>
            <a:xfrm>
              <a:off x="15095415" y="4390107"/>
              <a:ext cx="565150" cy="38100"/>
            </a:xfrm>
            <a:custGeom>
              <a:avLst/>
              <a:gdLst/>
              <a:ahLst/>
              <a:cxnLst/>
              <a:rect l="l" t="t" r="r" b="b"/>
              <a:pathLst>
                <a:path w="565150" h="38100">
                  <a:moveTo>
                    <a:pt x="565134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565134" y="0"/>
                  </a:lnTo>
                  <a:lnTo>
                    <a:pt x="565134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3" name="object 843" descr=""/>
            <p:cNvSpPr/>
            <p:nvPr/>
          </p:nvSpPr>
          <p:spPr>
            <a:xfrm>
              <a:off x="15095415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7947" y="3778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4" name="object 844" descr=""/>
            <p:cNvSpPr/>
            <p:nvPr/>
          </p:nvSpPr>
          <p:spPr>
            <a:xfrm>
              <a:off x="15095415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7947" y="0"/>
                  </a:lnTo>
                  <a:lnTo>
                    <a:pt x="7947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5" name="object 845" descr=""/>
            <p:cNvSpPr/>
            <p:nvPr/>
          </p:nvSpPr>
          <p:spPr>
            <a:xfrm>
              <a:off x="15151131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7947" y="3778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6" name="object 846" descr=""/>
            <p:cNvSpPr/>
            <p:nvPr/>
          </p:nvSpPr>
          <p:spPr>
            <a:xfrm>
              <a:off x="15151131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7947" y="0"/>
                  </a:lnTo>
                  <a:lnTo>
                    <a:pt x="7947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7" name="object 847" descr=""/>
            <p:cNvSpPr/>
            <p:nvPr/>
          </p:nvSpPr>
          <p:spPr>
            <a:xfrm>
              <a:off x="15206846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7947" y="3778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8" name="object 848" descr=""/>
            <p:cNvSpPr/>
            <p:nvPr/>
          </p:nvSpPr>
          <p:spPr>
            <a:xfrm>
              <a:off x="15206846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7947" y="0"/>
                  </a:lnTo>
                  <a:lnTo>
                    <a:pt x="7947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9" name="object 849" descr=""/>
            <p:cNvSpPr/>
            <p:nvPr/>
          </p:nvSpPr>
          <p:spPr>
            <a:xfrm>
              <a:off x="15262572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7947" y="3778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0" name="object 850" descr=""/>
            <p:cNvSpPr/>
            <p:nvPr/>
          </p:nvSpPr>
          <p:spPr>
            <a:xfrm>
              <a:off x="15262572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7947" y="0"/>
                  </a:lnTo>
                  <a:lnTo>
                    <a:pt x="7947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1" name="object 851" descr=""/>
            <p:cNvSpPr/>
            <p:nvPr/>
          </p:nvSpPr>
          <p:spPr>
            <a:xfrm>
              <a:off x="15318288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7947" y="3778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2" name="object 852" descr=""/>
            <p:cNvSpPr/>
            <p:nvPr/>
          </p:nvSpPr>
          <p:spPr>
            <a:xfrm>
              <a:off x="15318288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7947" y="0"/>
                  </a:lnTo>
                  <a:lnTo>
                    <a:pt x="7947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3" name="object 853" descr=""/>
            <p:cNvSpPr/>
            <p:nvPr/>
          </p:nvSpPr>
          <p:spPr>
            <a:xfrm>
              <a:off x="15374003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7947" y="3778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4" name="object 854" descr=""/>
            <p:cNvSpPr/>
            <p:nvPr/>
          </p:nvSpPr>
          <p:spPr>
            <a:xfrm>
              <a:off x="15374003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7947" y="0"/>
                  </a:lnTo>
                  <a:lnTo>
                    <a:pt x="7947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5" name="object 855" descr=""/>
            <p:cNvSpPr/>
            <p:nvPr/>
          </p:nvSpPr>
          <p:spPr>
            <a:xfrm>
              <a:off x="15429729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7947" y="3778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6" name="object 856" descr=""/>
            <p:cNvSpPr/>
            <p:nvPr/>
          </p:nvSpPr>
          <p:spPr>
            <a:xfrm>
              <a:off x="15429729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7947" y="0"/>
                  </a:lnTo>
                  <a:lnTo>
                    <a:pt x="7947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7" name="object 857" descr=""/>
            <p:cNvSpPr/>
            <p:nvPr/>
          </p:nvSpPr>
          <p:spPr>
            <a:xfrm>
              <a:off x="15485445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7947" y="3778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8" name="object 858" descr=""/>
            <p:cNvSpPr/>
            <p:nvPr/>
          </p:nvSpPr>
          <p:spPr>
            <a:xfrm>
              <a:off x="15485445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7947" y="0"/>
                  </a:lnTo>
                  <a:lnTo>
                    <a:pt x="7947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9" name="object 859" descr=""/>
            <p:cNvSpPr/>
            <p:nvPr/>
          </p:nvSpPr>
          <p:spPr>
            <a:xfrm>
              <a:off x="15541161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7947" y="3778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0" name="object 860" descr=""/>
            <p:cNvSpPr/>
            <p:nvPr/>
          </p:nvSpPr>
          <p:spPr>
            <a:xfrm>
              <a:off x="15541161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7947" y="0"/>
                  </a:lnTo>
                  <a:lnTo>
                    <a:pt x="7947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1" name="object 861" descr=""/>
            <p:cNvSpPr/>
            <p:nvPr/>
          </p:nvSpPr>
          <p:spPr>
            <a:xfrm>
              <a:off x="15596887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7947" y="3778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2" name="object 862" descr=""/>
            <p:cNvSpPr/>
            <p:nvPr/>
          </p:nvSpPr>
          <p:spPr>
            <a:xfrm>
              <a:off x="15596887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7947" y="0"/>
                  </a:lnTo>
                  <a:lnTo>
                    <a:pt x="7947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3" name="object 863" descr=""/>
            <p:cNvSpPr/>
            <p:nvPr/>
          </p:nvSpPr>
          <p:spPr>
            <a:xfrm>
              <a:off x="15652602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7947" y="3778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4" name="object 864" descr=""/>
            <p:cNvSpPr/>
            <p:nvPr/>
          </p:nvSpPr>
          <p:spPr>
            <a:xfrm>
              <a:off x="15652602" y="4357553"/>
              <a:ext cx="8255" cy="38100"/>
            </a:xfrm>
            <a:custGeom>
              <a:avLst/>
              <a:gdLst/>
              <a:ahLst/>
              <a:cxnLst/>
              <a:rect l="l" t="t" r="r" b="b"/>
              <a:pathLst>
                <a:path w="8255" h="38100">
                  <a:moveTo>
                    <a:pt x="7947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7947" y="0"/>
                  </a:lnTo>
                  <a:lnTo>
                    <a:pt x="7947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5" name="object 865" descr=""/>
            <p:cNvSpPr/>
            <p:nvPr/>
          </p:nvSpPr>
          <p:spPr>
            <a:xfrm>
              <a:off x="14999261" y="6338979"/>
              <a:ext cx="765175" cy="38100"/>
            </a:xfrm>
            <a:custGeom>
              <a:avLst/>
              <a:gdLst/>
              <a:ahLst/>
              <a:cxnLst/>
              <a:rect l="l" t="t" r="r" b="b"/>
              <a:pathLst>
                <a:path w="765175" h="38100">
                  <a:moveTo>
                    <a:pt x="764751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764751" y="37789"/>
                  </a:lnTo>
                  <a:lnTo>
                    <a:pt x="76475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6" name="object 866" descr=""/>
            <p:cNvSpPr/>
            <p:nvPr/>
          </p:nvSpPr>
          <p:spPr>
            <a:xfrm>
              <a:off x="14999261" y="6338979"/>
              <a:ext cx="765175" cy="38100"/>
            </a:xfrm>
            <a:custGeom>
              <a:avLst/>
              <a:gdLst/>
              <a:ahLst/>
              <a:cxnLst/>
              <a:rect l="l" t="t" r="r" b="b"/>
              <a:pathLst>
                <a:path w="765175" h="38100">
                  <a:moveTo>
                    <a:pt x="764751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764751" y="0"/>
                  </a:lnTo>
                  <a:lnTo>
                    <a:pt x="764751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7" name="object 867" descr=""/>
            <p:cNvSpPr/>
            <p:nvPr/>
          </p:nvSpPr>
          <p:spPr>
            <a:xfrm>
              <a:off x="14999261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10753" y="37789"/>
                  </a:lnTo>
                  <a:lnTo>
                    <a:pt x="107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8" name="object 868" descr=""/>
            <p:cNvSpPr/>
            <p:nvPr/>
          </p:nvSpPr>
          <p:spPr>
            <a:xfrm>
              <a:off x="14999261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10753" y="0"/>
                  </a:lnTo>
                  <a:lnTo>
                    <a:pt x="10753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9" name="object 869" descr=""/>
            <p:cNvSpPr/>
            <p:nvPr/>
          </p:nvSpPr>
          <p:spPr>
            <a:xfrm>
              <a:off x="15074662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10753" y="37789"/>
                  </a:lnTo>
                  <a:lnTo>
                    <a:pt x="107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0" name="object 870" descr=""/>
            <p:cNvSpPr/>
            <p:nvPr/>
          </p:nvSpPr>
          <p:spPr>
            <a:xfrm>
              <a:off x="15074662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10753" y="0"/>
                  </a:lnTo>
                  <a:lnTo>
                    <a:pt x="10753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1" name="object 871" descr=""/>
            <p:cNvSpPr/>
            <p:nvPr/>
          </p:nvSpPr>
          <p:spPr>
            <a:xfrm>
              <a:off x="15150062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10753" y="37789"/>
                  </a:lnTo>
                  <a:lnTo>
                    <a:pt x="107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2" name="object 872" descr=""/>
            <p:cNvSpPr/>
            <p:nvPr/>
          </p:nvSpPr>
          <p:spPr>
            <a:xfrm>
              <a:off x="15150062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10753" y="0"/>
                  </a:lnTo>
                  <a:lnTo>
                    <a:pt x="10753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3" name="object 873" descr=""/>
            <p:cNvSpPr/>
            <p:nvPr/>
          </p:nvSpPr>
          <p:spPr>
            <a:xfrm>
              <a:off x="15225463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10753" y="37789"/>
                  </a:lnTo>
                  <a:lnTo>
                    <a:pt x="107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4" name="object 874" descr=""/>
            <p:cNvSpPr/>
            <p:nvPr/>
          </p:nvSpPr>
          <p:spPr>
            <a:xfrm>
              <a:off x="15225463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10753" y="0"/>
                  </a:lnTo>
                  <a:lnTo>
                    <a:pt x="10753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5" name="object 875" descr=""/>
            <p:cNvSpPr/>
            <p:nvPr/>
          </p:nvSpPr>
          <p:spPr>
            <a:xfrm>
              <a:off x="15300854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10753" y="37789"/>
                  </a:lnTo>
                  <a:lnTo>
                    <a:pt x="107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6" name="object 876" descr=""/>
            <p:cNvSpPr/>
            <p:nvPr/>
          </p:nvSpPr>
          <p:spPr>
            <a:xfrm>
              <a:off x="15300854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10753" y="0"/>
                  </a:lnTo>
                  <a:lnTo>
                    <a:pt x="10753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7" name="object 877" descr=""/>
            <p:cNvSpPr/>
            <p:nvPr/>
          </p:nvSpPr>
          <p:spPr>
            <a:xfrm>
              <a:off x="15376255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10753" y="37789"/>
                  </a:lnTo>
                  <a:lnTo>
                    <a:pt x="107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8" name="object 878" descr=""/>
            <p:cNvSpPr/>
            <p:nvPr/>
          </p:nvSpPr>
          <p:spPr>
            <a:xfrm>
              <a:off x="15376255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10753" y="0"/>
                  </a:lnTo>
                  <a:lnTo>
                    <a:pt x="10753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9" name="object 879" descr=""/>
            <p:cNvSpPr/>
            <p:nvPr/>
          </p:nvSpPr>
          <p:spPr>
            <a:xfrm>
              <a:off x="15451655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10753" y="37789"/>
                  </a:lnTo>
                  <a:lnTo>
                    <a:pt x="107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0" name="object 880" descr=""/>
            <p:cNvSpPr/>
            <p:nvPr/>
          </p:nvSpPr>
          <p:spPr>
            <a:xfrm>
              <a:off x="15451655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10753" y="0"/>
                  </a:lnTo>
                  <a:lnTo>
                    <a:pt x="10753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1" name="object 881" descr=""/>
            <p:cNvSpPr/>
            <p:nvPr/>
          </p:nvSpPr>
          <p:spPr>
            <a:xfrm>
              <a:off x="15527056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10753" y="37789"/>
                  </a:lnTo>
                  <a:lnTo>
                    <a:pt x="107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2" name="object 882" descr=""/>
            <p:cNvSpPr/>
            <p:nvPr/>
          </p:nvSpPr>
          <p:spPr>
            <a:xfrm>
              <a:off x="15527056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10753" y="0"/>
                  </a:lnTo>
                  <a:lnTo>
                    <a:pt x="10753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3" name="object 883" descr=""/>
            <p:cNvSpPr/>
            <p:nvPr/>
          </p:nvSpPr>
          <p:spPr>
            <a:xfrm>
              <a:off x="15602457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10753" y="37789"/>
                  </a:lnTo>
                  <a:lnTo>
                    <a:pt x="107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4" name="object 884" descr=""/>
            <p:cNvSpPr/>
            <p:nvPr/>
          </p:nvSpPr>
          <p:spPr>
            <a:xfrm>
              <a:off x="15602457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10753" y="0"/>
                  </a:lnTo>
                  <a:lnTo>
                    <a:pt x="10753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5" name="object 885" descr=""/>
            <p:cNvSpPr/>
            <p:nvPr/>
          </p:nvSpPr>
          <p:spPr>
            <a:xfrm>
              <a:off x="15677858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10753" y="37789"/>
                  </a:lnTo>
                  <a:lnTo>
                    <a:pt x="107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6" name="object 886" descr=""/>
            <p:cNvSpPr/>
            <p:nvPr/>
          </p:nvSpPr>
          <p:spPr>
            <a:xfrm>
              <a:off x="15677858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10753" y="0"/>
                  </a:lnTo>
                  <a:lnTo>
                    <a:pt x="10753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7" name="object 887" descr=""/>
            <p:cNvSpPr/>
            <p:nvPr/>
          </p:nvSpPr>
          <p:spPr>
            <a:xfrm>
              <a:off x="15753259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0"/>
                  </a:moveTo>
                  <a:lnTo>
                    <a:pt x="0" y="0"/>
                  </a:lnTo>
                  <a:lnTo>
                    <a:pt x="0" y="37789"/>
                  </a:lnTo>
                  <a:lnTo>
                    <a:pt x="10753" y="37789"/>
                  </a:lnTo>
                  <a:lnTo>
                    <a:pt x="1075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8" name="object 888" descr=""/>
            <p:cNvSpPr/>
            <p:nvPr/>
          </p:nvSpPr>
          <p:spPr>
            <a:xfrm>
              <a:off x="15753259" y="6306415"/>
              <a:ext cx="10795" cy="38100"/>
            </a:xfrm>
            <a:custGeom>
              <a:avLst/>
              <a:gdLst/>
              <a:ahLst/>
              <a:cxnLst/>
              <a:rect l="l" t="t" r="r" b="b"/>
              <a:pathLst>
                <a:path w="10794" h="38100">
                  <a:moveTo>
                    <a:pt x="10753" y="37789"/>
                  </a:moveTo>
                  <a:lnTo>
                    <a:pt x="0" y="37789"/>
                  </a:lnTo>
                  <a:lnTo>
                    <a:pt x="0" y="0"/>
                  </a:lnTo>
                  <a:lnTo>
                    <a:pt x="10753" y="0"/>
                  </a:lnTo>
                  <a:lnTo>
                    <a:pt x="10753" y="3778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9" name="object 889" descr=""/>
            <p:cNvSpPr/>
            <p:nvPr/>
          </p:nvSpPr>
          <p:spPr>
            <a:xfrm>
              <a:off x="15546358" y="3081027"/>
              <a:ext cx="189865" cy="4545330"/>
            </a:xfrm>
            <a:custGeom>
              <a:avLst/>
              <a:gdLst/>
              <a:ahLst/>
              <a:cxnLst/>
              <a:rect l="l" t="t" r="r" b="b"/>
              <a:pathLst>
                <a:path w="189865" h="4545330">
                  <a:moveTo>
                    <a:pt x="13496" y="0"/>
                  </a:moveTo>
                  <a:lnTo>
                    <a:pt x="0" y="534"/>
                  </a:lnTo>
                  <a:lnTo>
                    <a:pt x="176256" y="4545034"/>
                  </a:lnTo>
                  <a:lnTo>
                    <a:pt x="189774" y="4545065"/>
                  </a:lnTo>
                  <a:lnTo>
                    <a:pt x="1349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0" name="object 890" descr=""/>
            <p:cNvSpPr/>
            <p:nvPr/>
          </p:nvSpPr>
          <p:spPr>
            <a:xfrm>
              <a:off x="15546358" y="3081027"/>
              <a:ext cx="189865" cy="4545330"/>
            </a:xfrm>
            <a:custGeom>
              <a:avLst/>
              <a:gdLst/>
              <a:ahLst/>
              <a:cxnLst/>
              <a:rect l="l" t="t" r="r" b="b"/>
              <a:pathLst>
                <a:path w="189865" h="4545330">
                  <a:moveTo>
                    <a:pt x="176256" y="4545034"/>
                  </a:moveTo>
                  <a:lnTo>
                    <a:pt x="0" y="534"/>
                  </a:lnTo>
                  <a:lnTo>
                    <a:pt x="13496" y="0"/>
                  </a:lnTo>
                  <a:lnTo>
                    <a:pt x="189774" y="4545065"/>
                  </a:lnTo>
                  <a:lnTo>
                    <a:pt x="176256" y="454503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1" name="object 891" descr=""/>
          <p:cNvGrpSpPr/>
          <p:nvPr/>
        </p:nvGrpSpPr>
        <p:grpSpPr>
          <a:xfrm>
            <a:off x="6233034" y="4906351"/>
            <a:ext cx="336550" cy="1790064"/>
            <a:chOff x="6233034" y="4906351"/>
            <a:chExt cx="336550" cy="1790064"/>
          </a:xfrm>
        </p:grpSpPr>
        <p:sp>
          <p:nvSpPr>
            <p:cNvPr id="892" name="object 892" descr=""/>
            <p:cNvSpPr/>
            <p:nvPr/>
          </p:nvSpPr>
          <p:spPr>
            <a:xfrm>
              <a:off x="6252247" y="5984609"/>
              <a:ext cx="299720" cy="358140"/>
            </a:xfrm>
            <a:custGeom>
              <a:avLst/>
              <a:gdLst/>
              <a:ahLst/>
              <a:cxnLst/>
              <a:rect l="l" t="t" r="r" b="b"/>
              <a:pathLst>
                <a:path w="299720" h="358139">
                  <a:moveTo>
                    <a:pt x="286242" y="0"/>
                  </a:moveTo>
                  <a:lnTo>
                    <a:pt x="14345" y="0"/>
                  </a:lnTo>
                  <a:lnTo>
                    <a:pt x="0" y="357674"/>
                  </a:lnTo>
                  <a:lnTo>
                    <a:pt x="299153" y="357674"/>
                  </a:lnTo>
                  <a:lnTo>
                    <a:pt x="286242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3" name="object 893" descr=""/>
            <p:cNvSpPr/>
            <p:nvPr/>
          </p:nvSpPr>
          <p:spPr>
            <a:xfrm>
              <a:off x="6252247" y="5984609"/>
              <a:ext cx="299720" cy="358140"/>
            </a:xfrm>
            <a:custGeom>
              <a:avLst/>
              <a:gdLst/>
              <a:ahLst/>
              <a:cxnLst/>
              <a:rect l="l" t="t" r="r" b="b"/>
              <a:pathLst>
                <a:path w="299720" h="358139">
                  <a:moveTo>
                    <a:pt x="0" y="357674"/>
                  </a:moveTo>
                  <a:lnTo>
                    <a:pt x="299153" y="357674"/>
                  </a:lnTo>
                  <a:lnTo>
                    <a:pt x="286242" y="0"/>
                  </a:lnTo>
                  <a:lnTo>
                    <a:pt x="14345" y="0"/>
                  </a:lnTo>
                  <a:lnTo>
                    <a:pt x="0" y="3576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4" name="object 894" descr=""/>
            <p:cNvSpPr/>
            <p:nvPr/>
          </p:nvSpPr>
          <p:spPr>
            <a:xfrm>
              <a:off x="6266589" y="5626935"/>
              <a:ext cx="272415" cy="358140"/>
            </a:xfrm>
            <a:custGeom>
              <a:avLst/>
              <a:gdLst/>
              <a:ahLst/>
              <a:cxnLst/>
              <a:rect l="l" t="t" r="r" b="b"/>
              <a:pathLst>
                <a:path w="272415" h="358139">
                  <a:moveTo>
                    <a:pt x="258997" y="0"/>
                  </a:moveTo>
                  <a:lnTo>
                    <a:pt x="14345" y="0"/>
                  </a:lnTo>
                  <a:lnTo>
                    <a:pt x="0" y="357674"/>
                  </a:lnTo>
                  <a:lnTo>
                    <a:pt x="271907" y="357674"/>
                  </a:lnTo>
                  <a:lnTo>
                    <a:pt x="25899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5" name="object 895" descr=""/>
            <p:cNvSpPr/>
            <p:nvPr/>
          </p:nvSpPr>
          <p:spPr>
            <a:xfrm>
              <a:off x="6266589" y="5626935"/>
              <a:ext cx="272415" cy="358140"/>
            </a:xfrm>
            <a:custGeom>
              <a:avLst/>
              <a:gdLst/>
              <a:ahLst/>
              <a:cxnLst/>
              <a:rect l="l" t="t" r="r" b="b"/>
              <a:pathLst>
                <a:path w="272415" h="358139">
                  <a:moveTo>
                    <a:pt x="0" y="357674"/>
                  </a:moveTo>
                  <a:lnTo>
                    <a:pt x="271907" y="357674"/>
                  </a:lnTo>
                  <a:lnTo>
                    <a:pt x="258997" y="0"/>
                  </a:lnTo>
                  <a:lnTo>
                    <a:pt x="14345" y="0"/>
                  </a:lnTo>
                  <a:lnTo>
                    <a:pt x="0" y="3576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6" name="object 896" descr=""/>
            <p:cNvSpPr/>
            <p:nvPr/>
          </p:nvSpPr>
          <p:spPr>
            <a:xfrm>
              <a:off x="6238269" y="6342288"/>
              <a:ext cx="325755" cy="348615"/>
            </a:xfrm>
            <a:custGeom>
              <a:avLst/>
              <a:gdLst/>
              <a:ahLst/>
              <a:cxnLst/>
              <a:rect l="l" t="t" r="r" b="b"/>
              <a:pathLst>
                <a:path w="325754" h="348615">
                  <a:moveTo>
                    <a:pt x="313131" y="0"/>
                  </a:moveTo>
                  <a:lnTo>
                    <a:pt x="13978" y="0"/>
                  </a:lnTo>
                  <a:lnTo>
                    <a:pt x="0" y="348607"/>
                  </a:lnTo>
                  <a:lnTo>
                    <a:pt x="325707" y="348586"/>
                  </a:lnTo>
                  <a:lnTo>
                    <a:pt x="313131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7" name="object 897" descr=""/>
            <p:cNvSpPr/>
            <p:nvPr/>
          </p:nvSpPr>
          <p:spPr>
            <a:xfrm>
              <a:off x="6238269" y="6342288"/>
              <a:ext cx="325755" cy="348615"/>
            </a:xfrm>
            <a:custGeom>
              <a:avLst/>
              <a:gdLst/>
              <a:ahLst/>
              <a:cxnLst/>
              <a:rect l="l" t="t" r="r" b="b"/>
              <a:pathLst>
                <a:path w="325754" h="348615">
                  <a:moveTo>
                    <a:pt x="0" y="348607"/>
                  </a:moveTo>
                  <a:lnTo>
                    <a:pt x="325707" y="348586"/>
                  </a:lnTo>
                  <a:lnTo>
                    <a:pt x="313131" y="0"/>
                  </a:lnTo>
                  <a:lnTo>
                    <a:pt x="13978" y="0"/>
                  </a:lnTo>
                  <a:lnTo>
                    <a:pt x="0" y="34860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8" name="object 898" descr=""/>
            <p:cNvSpPr/>
            <p:nvPr/>
          </p:nvSpPr>
          <p:spPr>
            <a:xfrm>
              <a:off x="6280929" y="5269261"/>
              <a:ext cx="245110" cy="358140"/>
            </a:xfrm>
            <a:custGeom>
              <a:avLst/>
              <a:gdLst/>
              <a:ahLst/>
              <a:cxnLst/>
              <a:rect l="l" t="t" r="r" b="b"/>
              <a:pathLst>
                <a:path w="245109" h="358139">
                  <a:moveTo>
                    <a:pt x="231752" y="0"/>
                  </a:moveTo>
                  <a:lnTo>
                    <a:pt x="14345" y="0"/>
                  </a:lnTo>
                  <a:lnTo>
                    <a:pt x="0" y="357674"/>
                  </a:lnTo>
                  <a:lnTo>
                    <a:pt x="244662" y="357674"/>
                  </a:lnTo>
                  <a:lnTo>
                    <a:pt x="231752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9" name="object 899" descr=""/>
            <p:cNvSpPr/>
            <p:nvPr/>
          </p:nvSpPr>
          <p:spPr>
            <a:xfrm>
              <a:off x="6280929" y="5269261"/>
              <a:ext cx="245110" cy="358140"/>
            </a:xfrm>
            <a:custGeom>
              <a:avLst/>
              <a:gdLst/>
              <a:ahLst/>
              <a:cxnLst/>
              <a:rect l="l" t="t" r="r" b="b"/>
              <a:pathLst>
                <a:path w="245109" h="358139">
                  <a:moveTo>
                    <a:pt x="0" y="357674"/>
                  </a:moveTo>
                  <a:lnTo>
                    <a:pt x="244662" y="357674"/>
                  </a:lnTo>
                  <a:lnTo>
                    <a:pt x="231752" y="0"/>
                  </a:lnTo>
                  <a:lnTo>
                    <a:pt x="14345" y="0"/>
                  </a:lnTo>
                  <a:lnTo>
                    <a:pt x="0" y="3576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0" name="object 900" descr=""/>
            <p:cNvSpPr/>
            <p:nvPr/>
          </p:nvSpPr>
          <p:spPr>
            <a:xfrm>
              <a:off x="6295265" y="4911586"/>
              <a:ext cx="217804" cy="358140"/>
            </a:xfrm>
            <a:custGeom>
              <a:avLst/>
              <a:gdLst/>
              <a:ahLst/>
              <a:cxnLst/>
              <a:rect l="l" t="t" r="r" b="b"/>
              <a:pathLst>
                <a:path w="217804" h="358139">
                  <a:moveTo>
                    <a:pt x="204506" y="0"/>
                  </a:moveTo>
                  <a:lnTo>
                    <a:pt x="14345" y="0"/>
                  </a:lnTo>
                  <a:lnTo>
                    <a:pt x="0" y="357674"/>
                  </a:lnTo>
                  <a:lnTo>
                    <a:pt x="217417" y="357674"/>
                  </a:lnTo>
                  <a:lnTo>
                    <a:pt x="20450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1" name="object 901" descr=""/>
            <p:cNvSpPr/>
            <p:nvPr/>
          </p:nvSpPr>
          <p:spPr>
            <a:xfrm>
              <a:off x="6295265" y="4911586"/>
              <a:ext cx="217804" cy="358140"/>
            </a:xfrm>
            <a:custGeom>
              <a:avLst/>
              <a:gdLst/>
              <a:ahLst/>
              <a:cxnLst/>
              <a:rect l="l" t="t" r="r" b="b"/>
              <a:pathLst>
                <a:path w="217804" h="358139">
                  <a:moveTo>
                    <a:pt x="14345" y="0"/>
                  </a:moveTo>
                  <a:lnTo>
                    <a:pt x="0" y="357674"/>
                  </a:lnTo>
                  <a:lnTo>
                    <a:pt x="217417" y="357674"/>
                  </a:lnTo>
                  <a:lnTo>
                    <a:pt x="204506" y="0"/>
                  </a:lnTo>
                  <a:lnTo>
                    <a:pt x="14345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2" name="object 902" descr=""/>
          <p:cNvGrpSpPr/>
          <p:nvPr/>
        </p:nvGrpSpPr>
        <p:grpSpPr>
          <a:xfrm>
            <a:off x="5694465" y="4186546"/>
            <a:ext cx="2152015" cy="3337560"/>
            <a:chOff x="5694465" y="4186546"/>
            <a:chExt cx="2152015" cy="3337560"/>
          </a:xfrm>
        </p:grpSpPr>
        <p:sp>
          <p:nvSpPr>
            <p:cNvPr id="903" name="object 903" descr=""/>
            <p:cNvSpPr/>
            <p:nvPr/>
          </p:nvSpPr>
          <p:spPr>
            <a:xfrm>
              <a:off x="6325767" y="4453504"/>
              <a:ext cx="160020" cy="55244"/>
            </a:xfrm>
            <a:custGeom>
              <a:avLst/>
              <a:gdLst/>
              <a:ahLst/>
              <a:cxnLst/>
              <a:rect l="l" t="t" r="r" b="b"/>
              <a:pathLst>
                <a:path w="160020" h="55245">
                  <a:moveTo>
                    <a:pt x="157471" y="0"/>
                  </a:moveTo>
                  <a:lnTo>
                    <a:pt x="2209" y="0"/>
                  </a:lnTo>
                  <a:lnTo>
                    <a:pt x="0" y="54993"/>
                  </a:lnTo>
                  <a:lnTo>
                    <a:pt x="159461" y="54993"/>
                  </a:lnTo>
                  <a:lnTo>
                    <a:pt x="157471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4" name="object 904" descr=""/>
            <p:cNvSpPr/>
            <p:nvPr/>
          </p:nvSpPr>
          <p:spPr>
            <a:xfrm>
              <a:off x="6325767" y="4453504"/>
              <a:ext cx="160020" cy="55244"/>
            </a:xfrm>
            <a:custGeom>
              <a:avLst/>
              <a:gdLst/>
              <a:ahLst/>
              <a:cxnLst/>
              <a:rect l="l" t="t" r="r" b="b"/>
              <a:pathLst>
                <a:path w="160020" h="55245">
                  <a:moveTo>
                    <a:pt x="2209" y="0"/>
                  </a:moveTo>
                  <a:lnTo>
                    <a:pt x="0" y="54993"/>
                  </a:lnTo>
                  <a:lnTo>
                    <a:pt x="159461" y="54993"/>
                  </a:lnTo>
                  <a:lnTo>
                    <a:pt x="157471" y="0"/>
                  </a:lnTo>
                  <a:lnTo>
                    <a:pt x="2209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5" name="object 905" descr=""/>
            <p:cNvSpPr/>
            <p:nvPr/>
          </p:nvSpPr>
          <p:spPr>
            <a:xfrm>
              <a:off x="6327979" y="4194631"/>
              <a:ext cx="155575" cy="259079"/>
            </a:xfrm>
            <a:custGeom>
              <a:avLst/>
              <a:gdLst/>
              <a:ahLst/>
              <a:cxnLst/>
              <a:rect l="l" t="t" r="r" b="b"/>
              <a:pathLst>
                <a:path w="155575" h="259079">
                  <a:moveTo>
                    <a:pt x="145922" y="0"/>
                  </a:moveTo>
                  <a:lnTo>
                    <a:pt x="10376" y="0"/>
                  </a:lnTo>
                  <a:lnTo>
                    <a:pt x="0" y="258871"/>
                  </a:lnTo>
                  <a:lnTo>
                    <a:pt x="155262" y="258871"/>
                  </a:lnTo>
                  <a:lnTo>
                    <a:pt x="14592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6" name="object 906" descr=""/>
            <p:cNvSpPr/>
            <p:nvPr/>
          </p:nvSpPr>
          <p:spPr>
            <a:xfrm>
              <a:off x="6327979" y="4194631"/>
              <a:ext cx="155575" cy="259079"/>
            </a:xfrm>
            <a:custGeom>
              <a:avLst/>
              <a:gdLst/>
              <a:ahLst/>
              <a:cxnLst/>
              <a:rect l="l" t="t" r="r" b="b"/>
              <a:pathLst>
                <a:path w="155575" h="259079">
                  <a:moveTo>
                    <a:pt x="145922" y="0"/>
                  </a:moveTo>
                  <a:lnTo>
                    <a:pt x="10376" y="0"/>
                  </a:lnTo>
                  <a:lnTo>
                    <a:pt x="0" y="258871"/>
                  </a:lnTo>
                  <a:lnTo>
                    <a:pt x="155262" y="258871"/>
                  </a:lnTo>
                  <a:lnTo>
                    <a:pt x="145922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7" name="object 907" descr=""/>
            <p:cNvSpPr/>
            <p:nvPr/>
          </p:nvSpPr>
          <p:spPr>
            <a:xfrm>
              <a:off x="6323949" y="4508496"/>
              <a:ext cx="163195" cy="45720"/>
            </a:xfrm>
            <a:custGeom>
              <a:avLst/>
              <a:gdLst/>
              <a:ahLst/>
              <a:cxnLst/>
              <a:rect l="l" t="t" r="r" b="b"/>
              <a:pathLst>
                <a:path w="163195" h="45720">
                  <a:moveTo>
                    <a:pt x="161283" y="0"/>
                  </a:moveTo>
                  <a:lnTo>
                    <a:pt x="1821" y="0"/>
                  </a:lnTo>
                  <a:lnTo>
                    <a:pt x="0" y="45412"/>
                  </a:lnTo>
                  <a:lnTo>
                    <a:pt x="162916" y="45412"/>
                  </a:lnTo>
                  <a:lnTo>
                    <a:pt x="161283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8" name="object 908" descr=""/>
            <p:cNvSpPr/>
            <p:nvPr/>
          </p:nvSpPr>
          <p:spPr>
            <a:xfrm>
              <a:off x="6323949" y="4508496"/>
              <a:ext cx="163195" cy="45720"/>
            </a:xfrm>
            <a:custGeom>
              <a:avLst/>
              <a:gdLst/>
              <a:ahLst/>
              <a:cxnLst/>
              <a:rect l="l" t="t" r="r" b="b"/>
              <a:pathLst>
                <a:path w="163195" h="45720">
                  <a:moveTo>
                    <a:pt x="1821" y="0"/>
                  </a:moveTo>
                  <a:lnTo>
                    <a:pt x="0" y="45412"/>
                  </a:lnTo>
                  <a:lnTo>
                    <a:pt x="162916" y="45412"/>
                  </a:lnTo>
                  <a:lnTo>
                    <a:pt x="161283" y="0"/>
                  </a:lnTo>
                  <a:lnTo>
                    <a:pt x="1821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9" name="object 909" descr=""/>
            <p:cNvSpPr/>
            <p:nvPr/>
          </p:nvSpPr>
          <p:spPr>
            <a:xfrm>
              <a:off x="6309606" y="4553912"/>
              <a:ext cx="190500" cy="358140"/>
            </a:xfrm>
            <a:custGeom>
              <a:avLst/>
              <a:gdLst/>
              <a:ahLst/>
              <a:cxnLst/>
              <a:rect l="l" t="t" r="r" b="b"/>
              <a:pathLst>
                <a:path w="190500" h="358139">
                  <a:moveTo>
                    <a:pt x="177261" y="0"/>
                  </a:moveTo>
                  <a:lnTo>
                    <a:pt x="14345" y="0"/>
                  </a:lnTo>
                  <a:lnTo>
                    <a:pt x="0" y="357674"/>
                  </a:lnTo>
                  <a:lnTo>
                    <a:pt x="190172" y="357674"/>
                  </a:lnTo>
                  <a:lnTo>
                    <a:pt x="177261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0" name="object 910" descr=""/>
            <p:cNvSpPr/>
            <p:nvPr/>
          </p:nvSpPr>
          <p:spPr>
            <a:xfrm>
              <a:off x="6309606" y="4553912"/>
              <a:ext cx="190500" cy="358140"/>
            </a:xfrm>
            <a:custGeom>
              <a:avLst/>
              <a:gdLst/>
              <a:ahLst/>
              <a:cxnLst/>
              <a:rect l="l" t="t" r="r" b="b"/>
              <a:pathLst>
                <a:path w="190500" h="358139">
                  <a:moveTo>
                    <a:pt x="177261" y="0"/>
                  </a:moveTo>
                  <a:lnTo>
                    <a:pt x="14345" y="0"/>
                  </a:lnTo>
                  <a:lnTo>
                    <a:pt x="0" y="357674"/>
                  </a:lnTo>
                  <a:lnTo>
                    <a:pt x="190172" y="357674"/>
                  </a:lnTo>
                  <a:lnTo>
                    <a:pt x="177261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1" name="object 911" descr=""/>
            <p:cNvSpPr/>
            <p:nvPr/>
          </p:nvSpPr>
          <p:spPr>
            <a:xfrm>
              <a:off x="6337963" y="4194632"/>
              <a:ext cx="130175" cy="2496820"/>
            </a:xfrm>
            <a:custGeom>
              <a:avLst/>
              <a:gdLst/>
              <a:ahLst/>
              <a:cxnLst/>
              <a:rect l="l" t="t" r="r" b="b"/>
              <a:pathLst>
                <a:path w="130175" h="2496820">
                  <a:moveTo>
                    <a:pt x="93881" y="0"/>
                  </a:moveTo>
                  <a:lnTo>
                    <a:pt x="39956" y="0"/>
                  </a:lnTo>
                  <a:lnTo>
                    <a:pt x="5685" y="2147651"/>
                  </a:lnTo>
                  <a:lnTo>
                    <a:pt x="0" y="2496259"/>
                  </a:lnTo>
                  <a:lnTo>
                    <a:pt x="129838" y="2496259"/>
                  </a:lnTo>
                  <a:lnTo>
                    <a:pt x="124718" y="2147651"/>
                  </a:lnTo>
                  <a:lnTo>
                    <a:pt x="93881" y="0"/>
                  </a:lnTo>
                  <a:close/>
                </a:path>
              </a:pathLst>
            </a:custGeom>
            <a:solidFill>
              <a:srgbClr val="FFFFF7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2" name="object 912" descr=""/>
            <p:cNvSpPr/>
            <p:nvPr/>
          </p:nvSpPr>
          <p:spPr>
            <a:xfrm>
              <a:off x="6337963" y="4194632"/>
              <a:ext cx="130175" cy="2496820"/>
            </a:xfrm>
            <a:custGeom>
              <a:avLst/>
              <a:gdLst/>
              <a:ahLst/>
              <a:cxnLst/>
              <a:rect l="l" t="t" r="r" b="b"/>
              <a:pathLst>
                <a:path w="130175" h="2496820">
                  <a:moveTo>
                    <a:pt x="124718" y="2147651"/>
                  </a:moveTo>
                  <a:lnTo>
                    <a:pt x="119587" y="1789976"/>
                  </a:lnTo>
                  <a:lnTo>
                    <a:pt x="114446" y="1432301"/>
                  </a:lnTo>
                  <a:lnTo>
                    <a:pt x="109316" y="1074626"/>
                  </a:lnTo>
                  <a:lnTo>
                    <a:pt x="104174" y="716951"/>
                  </a:lnTo>
                  <a:lnTo>
                    <a:pt x="99044" y="359277"/>
                  </a:lnTo>
                  <a:lnTo>
                    <a:pt x="93881" y="0"/>
                  </a:lnTo>
                  <a:lnTo>
                    <a:pt x="39956" y="0"/>
                  </a:lnTo>
                  <a:lnTo>
                    <a:pt x="34218" y="359277"/>
                  </a:lnTo>
                  <a:lnTo>
                    <a:pt x="28512" y="716951"/>
                  </a:lnTo>
                  <a:lnTo>
                    <a:pt x="22805" y="1074626"/>
                  </a:lnTo>
                  <a:lnTo>
                    <a:pt x="17098" y="1432301"/>
                  </a:lnTo>
                  <a:lnTo>
                    <a:pt x="11392" y="1789976"/>
                  </a:lnTo>
                  <a:lnTo>
                    <a:pt x="5685" y="2147651"/>
                  </a:lnTo>
                  <a:lnTo>
                    <a:pt x="0" y="2496259"/>
                  </a:lnTo>
                  <a:lnTo>
                    <a:pt x="129838" y="2496259"/>
                  </a:lnTo>
                  <a:lnTo>
                    <a:pt x="124718" y="214765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3" name="object 913" descr=""/>
            <p:cNvSpPr/>
            <p:nvPr/>
          </p:nvSpPr>
          <p:spPr>
            <a:xfrm>
              <a:off x="6246113" y="4911588"/>
              <a:ext cx="311150" cy="20955"/>
            </a:xfrm>
            <a:custGeom>
              <a:avLst/>
              <a:gdLst/>
              <a:ahLst/>
              <a:cxnLst/>
              <a:rect l="l" t="t" r="r" b="b"/>
              <a:pathLst>
                <a:path w="311150" h="20954">
                  <a:moveTo>
                    <a:pt x="310733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310733" y="20774"/>
                  </a:lnTo>
                  <a:lnTo>
                    <a:pt x="31073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4" name="object 914" descr=""/>
            <p:cNvSpPr/>
            <p:nvPr/>
          </p:nvSpPr>
          <p:spPr>
            <a:xfrm>
              <a:off x="6246113" y="4911588"/>
              <a:ext cx="311150" cy="20955"/>
            </a:xfrm>
            <a:custGeom>
              <a:avLst/>
              <a:gdLst/>
              <a:ahLst/>
              <a:cxnLst/>
              <a:rect l="l" t="t" r="r" b="b"/>
              <a:pathLst>
                <a:path w="311150" h="20954">
                  <a:moveTo>
                    <a:pt x="310733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310733" y="0"/>
                  </a:lnTo>
                  <a:lnTo>
                    <a:pt x="310733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5" name="object 915" descr=""/>
            <p:cNvSpPr/>
            <p:nvPr/>
          </p:nvSpPr>
          <p:spPr>
            <a:xfrm>
              <a:off x="6246113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4366" y="20774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6" name="object 916" descr=""/>
            <p:cNvSpPr/>
            <p:nvPr/>
          </p:nvSpPr>
          <p:spPr>
            <a:xfrm>
              <a:off x="6246113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4366" y="0"/>
                  </a:lnTo>
                  <a:lnTo>
                    <a:pt x="436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7" name="object 917" descr=""/>
            <p:cNvSpPr/>
            <p:nvPr/>
          </p:nvSpPr>
          <p:spPr>
            <a:xfrm>
              <a:off x="6276751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4366" y="20774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8" name="object 918" descr=""/>
            <p:cNvSpPr/>
            <p:nvPr/>
          </p:nvSpPr>
          <p:spPr>
            <a:xfrm>
              <a:off x="6276751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4366" y="0"/>
                  </a:lnTo>
                  <a:lnTo>
                    <a:pt x="436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9" name="object 919" descr=""/>
            <p:cNvSpPr/>
            <p:nvPr/>
          </p:nvSpPr>
          <p:spPr>
            <a:xfrm>
              <a:off x="6307388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4366" y="20774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0" name="object 920" descr=""/>
            <p:cNvSpPr/>
            <p:nvPr/>
          </p:nvSpPr>
          <p:spPr>
            <a:xfrm>
              <a:off x="6307388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4366" y="0"/>
                  </a:lnTo>
                  <a:lnTo>
                    <a:pt x="436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1" name="object 921" descr=""/>
            <p:cNvSpPr/>
            <p:nvPr/>
          </p:nvSpPr>
          <p:spPr>
            <a:xfrm>
              <a:off x="6338026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4366" y="20774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2" name="object 922" descr=""/>
            <p:cNvSpPr/>
            <p:nvPr/>
          </p:nvSpPr>
          <p:spPr>
            <a:xfrm>
              <a:off x="6338026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4366" y="0"/>
                  </a:lnTo>
                  <a:lnTo>
                    <a:pt x="436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3" name="object 923" descr=""/>
            <p:cNvSpPr/>
            <p:nvPr/>
          </p:nvSpPr>
          <p:spPr>
            <a:xfrm>
              <a:off x="6368664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4366" y="20774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4" name="object 924" descr=""/>
            <p:cNvSpPr/>
            <p:nvPr/>
          </p:nvSpPr>
          <p:spPr>
            <a:xfrm>
              <a:off x="6368664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4366" y="0"/>
                  </a:lnTo>
                  <a:lnTo>
                    <a:pt x="436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5" name="object 925" descr=""/>
            <p:cNvSpPr/>
            <p:nvPr/>
          </p:nvSpPr>
          <p:spPr>
            <a:xfrm>
              <a:off x="6399302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4366" y="20774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6" name="object 926" descr=""/>
            <p:cNvSpPr/>
            <p:nvPr/>
          </p:nvSpPr>
          <p:spPr>
            <a:xfrm>
              <a:off x="6399302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4366" y="0"/>
                  </a:lnTo>
                  <a:lnTo>
                    <a:pt x="436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7" name="object 927" descr=""/>
            <p:cNvSpPr/>
            <p:nvPr/>
          </p:nvSpPr>
          <p:spPr>
            <a:xfrm>
              <a:off x="6429940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4366" y="20774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8" name="object 928" descr=""/>
            <p:cNvSpPr/>
            <p:nvPr/>
          </p:nvSpPr>
          <p:spPr>
            <a:xfrm>
              <a:off x="6429940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4366" y="0"/>
                  </a:lnTo>
                  <a:lnTo>
                    <a:pt x="436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9" name="object 929" descr=""/>
            <p:cNvSpPr/>
            <p:nvPr/>
          </p:nvSpPr>
          <p:spPr>
            <a:xfrm>
              <a:off x="6460577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4366" y="20774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0" name="object 930" descr=""/>
            <p:cNvSpPr/>
            <p:nvPr/>
          </p:nvSpPr>
          <p:spPr>
            <a:xfrm>
              <a:off x="6460577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4366" y="0"/>
                  </a:lnTo>
                  <a:lnTo>
                    <a:pt x="436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1" name="object 931" descr=""/>
            <p:cNvSpPr/>
            <p:nvPr/>
          </p:nvSpPr>
          <p:spPr>
            <a:xfrm>
              <a:off x="6491205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4366" y="20774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2" name="object 932" descr=""/>
            <p:cNvSpPr/>
            <p:nvPr/>
          </p:nvSpPr>
          <p:spPr>
            <a:xfrm>
              <a:off x="6491205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4366" y="0"/>
                  </a:lnTo>
                  <a:lnTo>
                    <a:pt x="436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3" name="object 933" descr=""/>
            <p:cNvSpPr/>
            <p:nvPr/>
          </p:nvSpPr>
          <p:spPr>
            <a:xfrm>
              <a:off x="6521843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4366" y="20774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4" name="object 934" descr=""/>
            <p:cNvSpPr/>
            <p:nvPr/>
          </p:nvSpPr>
          <p:spPr>
            <a:xfrm>
              <a:off x="6521843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4366" y="0"/>
                  </a:lnTo>
                  <a:lnTo>
                    <a:pt x="436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5" name="object 935" descr=""/>
            <p:cNvSpPr/>
            <p:nvPr/>
          </p:nvSpPr>
          <p:spPr>
            <a:xfrm>
              <a:off x="6552480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4366" y="20774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6" name="object 936" descr=""/>
            <p:cNvSpPr/>
            <p:nvPr/>
          </p:nvSpPr>
          <p:spPr>
            <a:xfrm>
              <a:off x="6552480" y="4893683"/>
              <a:ext cx="4445" cy="20955"/>
            </a:xfrm>
            <a:custGeom>
              <a:avLst/>
              <a:gdLst/>
              <a:ahLst/>
              <a:cxnLst/>
              <a:rect l="l" t="t" r="r" b="b"/>
              <a:pathLst>
                <a:path w="4445" h="20954">
                  <a:moveTo>
                    <a:pt x="436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4366" y="0"/>
                  </a:lnTo>
                  <a:lnTo>
                    <a:pt x="436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7" name="object 937" descr=""/>
            <p:cNvSpPr/>
            <p:nvPr/>
          </p:nvSpPr>
          <p:spPr>
            <a:xfrm>
              <a:off x="6193245" y="5983178"/>
              <a:ext cx="421005" cy="20955"/>
            </a:xfrm>
            <a:custGeom>
              <a:avLst/>
              <a:gdLst/>
              <a:ahLst/>
              <a:cxnLst/>
              <a:rect l="l" t="t" r="r" b="b"/>
              <a:pathLst>
                <a:path w="421004" h="20954">
                  <a:moveTo>
                    <a:pt x="420500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420500" y="20774"/>
                  </a:lnTo>
                  <a:lnTo>
                    <a:pt x="42050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8" name="object 938" descr=""/>
            <p:cNvSpPr/>
            <p:nvPr/>
          </p:nvSpPr>
          <p:spPr>
            <a:xfrm>
              <a:off x="6193245" y="5983178"/>
              <a:ext cx="421005" cy="20955"/>
            </a:xfrm>
            <a:custGeom>
              <a:avLst/>
              <a:gdLst/>
              <a:ahLst/>
              <a:cxnLst/>
              <a:rect l="l" t="t" r="r" b="b"/>
              <a:pathLst>
                <a:path w="421004" h="20954">
                  <a:moveTo>
                    <a:pt x="420500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420500" y="0"/>
                  </a:lnTo>
                  <a:lnTo>
                    <a:pt x="420500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9" name="object 939" descr=""/>
            <p:cNvSpPr/>
            <p:nvPr/>
          </p:nvSpPr>
          <p:spPr>
            <a:xfrm>
              <a:off x="6193235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5916" y="20774"/>
                  </a:lnTo>
                  <a:lnTo>
                    <a:pt x="59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0" name="object 940" descr=""/>
            <p:cNvSpPr/>
            <p:nvPr/>
          </p:nvSpPr>
          <p:spPr>
            <a:xfrm>
              <a:off x="6193235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5916" y="0"/>
                  </a:lnTo>
                  <a:lnTo>
                    <a:pt x="591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1" name="object 941" descr=""/>
            <p:cNvSpPr/>
            <p:nvPr/>
          </p:nvSpPr>
          <p:spPr>
            <a:xfrm>
              <a:off x="6234700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5916" y="20774"/>
                  </a:lnTo>
                  <a:lnTo>
                    <a:pt x="59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2" name="object 942" descr=""/>
            <p:cNvSpPr/>
            <p:nvPr/>
          </p:nvSpPr>
          <p:spPr>
            <a:xfrm>
              <a:off x="6234700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5916" y="0"/>
                  </a:lnTo>
                  <a:lnTo>
                    <a:pt x="591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3" name="object 943" descr=""/>
            <p:cNvSpPr/>
            <p:nvPr/>
          </p:nvSpPr>
          <p:spPr>
            <a:xfrm>
              <a:off x="6276154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5916" y="20774"/>
                  </a:lnTo>
                  <a:lnTo>
                    <a:pt x="59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4" name="object 944" descr=""/>
            <p:cNvSpPr/>
            <p:nvPr/>
          </p:nvSpPr>
          <p:spPr>
            <a:xfrm>
              <a:off x="6276154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5916" y="0"/>
                  </a:lnTo>
                  <a:lnTo>
                    <a:pt x="591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5" name="object 945" descr=""/>
            <p:cNvSpPr/>
            <p:nvPr/>
          </p:nvSpPr>
          <p:spPr>
            <a:xfrm>
              <a:off x="6317608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5916" y="20774"/>
                  </a:lnTo>
                  <a:lnTo>
                    <a:pt x="59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6" name="object 946" descr=""/>
            <p:cNvSpPr/>
            <p:nvPr/>
          </p:nvSpPr>
          <p:spPr>
            <a:xfrm>
              <a:off x="6317608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5916" y="0"/>
                  </a:lnTo>
                  <a:lnTo>
                    <a:pt x="591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7" name="object 947" descr=""/>
            <p:cNvSpPr/>
            <p:nvPr/>
          </p:nvSpPr>
          <p:spPr>
            <a:xfrm>
              <a:off x="6359073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5916" y="20774"/>
                  </a:lnTo>
                  <a:lnTo>
                    <a:pt x="59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8" name="object 948" descr=""/>
            <p:cNvSpPr/>
            <p:nvPr/>
          </p:nvSpPr>
          <p:spPr>
            <a:xfrm>
              <a:off x="6359073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5916" y="0"/>
                  </a:lnTo>
                  <a:lnTo>
                    <a:pt x="591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9" name="object 949" descr=""/>
            <p:cNvSpPr/>
            <p:nvPr/>
          </p:nvSpPr>
          <p:spPr>
            <a:xfrm>
              <a:off x="6400527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5916" y="20774"/>
                  </a:lnTo>
                  <a:lnTo>
                    <a:pt x="59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0" name="object 950" descr=""/>
            <p:cNvSpPr/>
            <p:nvPr/>
          </p:nvSpPr>
          <p:spPr>
            <a:xfrm>
              <a:off x="6400527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5916" y="0"/>
                  </a:lnTo>
                  <a:lnTo>
                    <a:pt x="591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1" name="object 951" descr=""/>
            <p:cNvSpPr/>
            <p:nvPr/>
          </p:nvSpPr>
          <p:spPr>
            <a:xfrm>
              <a:off x="6441992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5916" y="20774"/>
                  </a:lnTo>
                  <a:lnTo>
                    <a:pt x="59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2" name="object 952" descr=""/>
            <p:cNvSpPr/>
            <p:nvPr/>
          </p:nvSpPr>
          <p:spPr>
            <a:xfrm>
              <a:off x="6441992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5916" y="0"/>
                  </a:lnTo>
                  <a:lnTo>
                    <a:pt x="591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3" name="object 953" descr=""/>
            <p:cNvSpPr/>
            <p:nvPr/>
          </p:nvSpPr>
          <p:spPr>
            <a:xfrm>
              <a:off x="6483446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5916" y="20774"/>
                  </a:lnTo>
                  <a:lnTo>
                    <a:pt x="59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4" name="object 954" descr=""/>
            <p:cNvSpPr/>
            <p:nvPr/>
          </p:nvSpPr>
          <p:spPr>
            <a:xfrm>
              <a:off x="6483446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5916" y="0"/>
                  </a:lnTo>
                  <a:lnTo>
                    <a:pt x="591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5" name="object 955" descr=""/>
            <p:cNvSpPr/>
            <p:nvPr/>
          </p:nvSpPr>
          <p:spPr>
            <a:xfrm>
              <a:off x="6524911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5916" y="20774"/>
                  </a:lnTo>
                  <a:lnTo>
                    <a:pt x="59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6" name="object 956" descr=""/>
            <p:cNvSpPr/>
            <p:nvPr/>
          </p:nvSpPr>
          <p:spPr>
            <a:xfrm>
              <a:off x="6524911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5916" y="0"/>
                  </a:lnTo>
                  <a:lnTo>
                    <a:pt x="591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7" name="object 957" descr=""/>
            <p:cNvSpPr/>
            <p:nvPr/>
          </p:nvSpPr>
          <p:spPr>
            <a:xfrm>
              <a:off x="6566365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5916" y="20774"/>
                  </a:lnTo>
                  <a:lnTo>
                    <a:pt x="59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8" name="object 958" descr=""/>
            <p:cNvSpPr/>
            <p:nvPr/>
          </p:nvSpPr>
          <p:spPr>
            <a:xfrm>
              <a:off x="6566365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5916" y="0"/>
                  </a:lnTo>
                  <a:lnTo>
                    <a:pt x="591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9" name="object 959" descr=""/>
            <p:cNvSpPr/>
            <p:nvPr/>
          </p:nvSpPr>
          <p:spPr>
            <a:xfrm>
              <a:off x="6607830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0"/>
                  </a:moveTo>
                  <a:lnTo>
                    <a:pt x="0" y="0"/>
                  </a:lnTo>
                  <a:lnTo>
                    <a:pt x="0" y="20774"/>
                  </a:lnTo>
                  <a:lnTo>
                    <a:pt x="5916" y="20774"/>
                  </a:lnTo>
                  <a:lnTo>
                    <a:pt x="59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0" name="object 960" descr=""/>
            <p:cNvSpPr/>
            <p:nvPr/>
          </p:nvSpPr>
          <p:spPr>
            <a:xfrm>
              <a:off x="6607830" y="5965273"/>
              <a:ext cx="6350" cy="20955"/>
            </a:xfrm>
            <a:custGeom>
              <a:avLst/>
              <a:gdLst/>
              <a:ahLst/>
              <a:cxnLst/>
              <a:rect l="l" t="t" r="r" b="b"/>
              <a:pathLst>
                <a:path w="6350" h="20954">
                  <a:moveTo>
                    <a:pt x="5916" y="20774"/>
                  </a:moveTo>
                  <a:lnTo>
                    <a:pt x="0" y="20774"/>
                  </a:lnTo>
                  <a:lnTo>
                    <a:pt x="0" y="0"/>
                  </a:lnTo>
                  <a:lnTo>
                    <a:pt x="5916" y="0"/>
                  </a:lnTo>
                  <a:lnTo>
                    <a:pt x="5916" y="2077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1" name="object 961" descr=""/>
            <p:cNvSpPr/>
            <p:nvPr/>
          </p:nvSpPr>
          <p:spPr>
            <a:xfrm>
              <a:off x="6494070" y="4191782"/>
              <a:ext cx="104775" cy="2499360"/>
            </a:xfrm>
            <a:custGeom>
              <a:avLst/>
              <a:gdLst/>
              <a:ahLst/>
              <a:cxnLst/>
              <a:rect l="l" t="t" r="r" b="b"/>
              <a:pathLst>
                <a:path w="104775" h="2499359">
                  <a:moveTo>
                    <a:pt x="7413" y="0"/>
                  </a:moveTo>
                  <a:lnTo>
                    <a:pt x="0" y="293"/>
                  </a:lnTo>
                  <a:lnTo>
                    <a:pt x="96908" y="2499096"/>
                  </a:lnTo>
                  <a:lnTo>
                    <a:pt x="104342" y="2499117"/>
                  </a:lnTo>
                  <a:lnTo>
                    <a:pt x="741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2" name="object 962" descr=""/>
            <p:cNvSpPr/>
            <p:nvPr/>
          </p:nvSpPr>
          <p:spPr>
            <a:xfrm>
              <a:off x="6494070" y="4191782"/>
              <a:ext cx="104775" cy="2499360"/>
            </a:xfrm>
            <a:custGeom>
              <a:avLst/>
              <a:gdLst/>
              <a:ahLst/>
              <a:cxnLst/>
              <a:rect l="l" t="t" r="r" b="b"/>
              <a:pathLst>
                <a:path w="104775" h="2499359">
                  <a:moveTo>
                    <a:pt x="96908" y="2499096"/>
                  </a:moveTo>
                  <a:lnTo>
                    <a:pt x="0" y="293"/>
                  </a:lnTo>
                  <a:lnTo>
                    <a:pt x="7413" y="0"/>
                  </a:lnTo>
                  <a:lnTo>
                    <a:pt x="104342" y="2499117"/>
                  </a:lnTo>
                  <a:lnTo>
                    <a:pt x="96908" y="249909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3" name="object 963" descr=""/>
            <p:cNvSpPr/>
            <p:nvPr/>
          </p:nvSpPr>
          <p:spPr>
            <a:xfrm>
              <a:off x="5694465" y="5923442"/>
              <a:ext cx="2152015" cy="1600835"/>
            </a:xfrm>
            <a:custGeom>
              <a:avLst/>
              <a:gdLst/>
              <a:ahLst/>
              <a:cxnLst/>
              <a:rect l="l" t="t" r="r" b="b"/>
              <a:pathLst>
                <a:path w="2152015" h="1600834">
                  <a:moveTo>
                    <a:pt x="0" y="1600432"/>
                  </a:moveTo>
                  <a:lnTo>
                    <a:pt x="2151651" y="1600432"/>
                  </a:lnTo>
                  <a:lnTo>
                    <a:pt x="2151651" y="0"/>
                  </a:lnTo>
                  <a:lnTo>
                    <a:pt x="0" y="0"/>
                  </a:lnTo>
                  <a:lnTo>
                    <a:pt x="0" y="1600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64" name="object 964" descr=""/>
          <p:cNvGrpSpPr/>
          <p:nvPr/>
        </p:nvGrpSpPr>
        <p:grpSpPr>
          <a:xfrm>
            <a:off x="5689229" y="5917788"/>
            <a:ext cx="5966460" cy="1732280"/>
            <a:chOff x="5689229" y="5917788"/>
            <a:chExt cx="5966460" cy="1732280"/>
          </a:xfrm>
        </p:grpSpPr>
        <p:sp>
          <p:nvSpPr>
            <p:cNvPr id="965" name="object 965" descr=""/>
            <p:cNvSpPr/>
            <p:nvPr/>
          </p:nvSpPr>
          <p:spPr>
            <a:xfrm>
              <a:off x="9499626" y="5923442"/>
              <a:ext cx="2150745" cy="1720850"/>
            </a:xfrm>
            <a:custGeom>
              <a:avLst/>
              <a:gdLst/>
              <a:ahLst/>
              <a:cxnLst/>
              <a:rect l="l" t="t" r="r" b="b"/>
              <a:pathLst>
                <a:path w="2150745" h="1720850">
                  <a:moveTo>
                    <a:pt x="0" y="1720544"/>
                  </a:moveTo>
                  <a:lnTo>
                    <a:pt x="2150499" y="1720544"/>
                  </a:lnTo>
                  <a:lnTo>
                    <a:pt x="2150499" y="0"/>
                  </a:lnTo>
                  <a:lnTo>
                    <a:pt x="0" y="0"/>
                  </a:lnTo>
                  <a:lnTo>
                    <a:pt x="0" y="17205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6" name="object 966" descr=""/>
            <p:cNvSpPr/>
            <p:nvPr/>
          </p:nvSpPr>
          <p:spPr>
            <a:xfrm>
              <a:off x="5694465" y="5923442"/>
              <a:ext cx="5955665" cy="1720850"/>
            </a:xfrm>
            <a:custGeom>
              <a:avLst/>
              <a:gdLst/>
              <a:ahLst/>
              <a:cxnLst/>
              <a:rect l="l" t="t" r="r" b="b"/>
              <a:pathLst>
                <a:path w="5955665" h="1720850">
                  <a:moveTo>
                    <a:pt x="0" y="1720544"/>
                  </a:moveTo>
                  <a:lnTo>
                    <a:pt x="5955661" y="1720544"/>
                  </a:lnTo>
                  <a:lnTo>
                    <a:pt x="5955661" y="0"/>
                  </a:lnTo>
                  <a:lnTo>
                    <a:pt x="0" y="0"/>
                  </a:lnTo>
                  <a:lnTo>
                    <a:pt x="0" y="172054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7" name="object 967" descr=""/>
            <p:cNvSpPr/>
            <p:nvPr/>
          </p:nvSpPr>
          <p:spPr>
            <a:xfrm>
              <a:off x="5815088" y="6102902"/>
              <a:ext cx="5720080" cy="1316990"/>
            </a:xfrm>
            <a:custGeom>
              <a:avLst/>
              <a:gdLst/>
              <a:ahLst/>
              <a:cxnLst/>
              <a:rect l="l" t="t" r="r" b="b"/>
              <a:pathLst>
                <a:path w="5720080" h="1316990">
                  <a:moveTo>
                    <a:pt x="2031022" y="0"/>
                  </a:moveTo>
                  <a:lnTo>
                    <a:pt x="0" y="0"/>
                  </a:lnTo>
                  <a:lnTo>
                    <a:pt x="0" y="1316850"/>
                  </a:lnTo>
                  <a:lnTo>
                    <a:pt x="2031022" y="1316850"/>
                  </a:lnTo>
                  <a:lnTo>
                    <a:pt x="2031022" y="0"/>
                  </a:lnTo>
                  <a:close/>
                </a:path>
                <a:path w="5720080" h="1316990">
                  <a:moveTo>
                    <a:pt x="5719889" y="0"/>
                  </a:moveTo>
                  <a:lnTo>
                    <a:pt x="3684536" y="0"/>
                  </a:lnTo>
                  <a:lnTo>
                    <a:pt x="3684536" y="1316850"/>
                  </a:lnTo>
                  <a:lnTo>
                    <a:pt x="5719889" y="1316850"/>
                  </a:lnTo>
                  <a:lnTo>
                    <a:pt x="5719889" y="0"/>
                  </a:lnTo>
                  <a:close/>
                </a:path>
              </a:pathLst>
            </a:custGeom>
            <a:solidFill>
              <a:srgbClr val="FFFFF7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8" name="object 968" descr=""/>
            <p:cNvSpPr/>
            <p:nvPr/>
          </p:nvSpPr>
          <p:spPr>
            <a:xfrm>
              <a:off x="5815089" y="6102892"/>
              <a:ext cx="5720080" cy="1316990"/>
            </a:xfrm>
            <a:custGeom>
              <a:avLst/>
              <a:gdLst/>
              <a:ahLst/>
              <a:cxnLst/>
              <a:rect l="l" t="t" r="r" b="b"/>
              <a:pathLst>
                <a:path w="5720080" h="1316990">
                  <a:moveTo>
                    <a:pt x="0" y="1316849"/>
                  </a:moveTo>
                  <a:lnTo>
                    <a:pt x="5719888" y="1316849"/>
                  </a:lnTo>
                  <a:lnTo>
                    <a:pt x="5719888" y="0"/>
                  </a:lnTo>
                  <a:lnTo>
                    <a:pt x="0" y="0"/>
                  </a:lnTo>
                  <a:lnTo>
                    <a:pt x="0" y="131684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9" name="object 969" descr=""/>
            <p:cNvSpPr/>
            <p:nvPr/>
          </p:nvSpPr>
          <p:spPr>
            <a:xfrm>
              <a:off x="7846117" y="5923023"/>
              <a:ext cx="1653539" cy="1722120"/>
            </a:xfrm>
            <a:custGeom>
              <a:avLst/>
              <a:gdLst/>
              <a:ahLst/>
              <a:cxnLst/>
              <a:rect l="l" t="t" r="r" b="b"/>
              <a:pathLst>
                <a:path w="1653540" h="1722120">
                  <a:moveTo>
                    <a:pt x="1653509" y="0"/>
                  </a:moveTo>
                  <a:lnTo>
                    <a:pt x="0" y="0"/>
                  </a:lnTo>
                  <a:lnTo>
                    <a:pt x="0" y="1721800"/>
                  </a:lnTo>
                  <a:lnTo>
                    <a:pt x="1653509" y="1721800"/>
                  </a:lnTo>
                  <a:lnTo>
                    <a:pt x="165350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0" name="object 970" descr=""/>
            <p:cNvSpPr/>
            <p:nvPr/>
          </p:nvSpPr>
          <p:spPr>
            <a:xfrm>
              <a:off x="7846117" y="5923023"/>
              <a:ext cx="1653539" cy="1722120"/>
            </a:xfrm>
            <a:custGeom>
              <a:avLst/>
              <a:gdLst/>
              <a:ahLst/>
              <a:cxnLst/>
              <a:rect l="l" t="t" r="r" b="b"/>
              <a:pathLst>
                <a:path w="1653540" h="1722120">
                  <a:moveTo>
                    <a:pt x="0" y="1721800"/>
                  </a:moveTo>
                  <a:lnTo>
                    <a:pt x="1653509" y="1721800"/>
                  </a:lnTo>
                  <a:lnTo>
                    <a:pt x="1653509" y="0"/>
                  </a:lnTo>
                  <a:lnTo>
                    <a:pt x="0" y="0"/>
                  </a:lnTo>
                  <a:lnTo>
                    <a:pt x="0" y="172180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1" name="object 971" descr=""/>
          <p:cNvGrpSpPr/>
          <p:nvPr/>
        </p:nvGrpSpPr>
        <p:grpSpPr>
          <a:xfrm>
            <a:off x="11826812" y="5923358"/>
            <a:ext cx="59690" cy="74295"/>
            <a:chOff x="11826812" y="5923358"/>
            <a:chExt cx="59690" cy="74295"/>
          </a:xfrm>
        </p:grpSpPr>
        <p:sp>
          <p:nvSpPr>
            <p:cNvPr id="972" name="object 972" descr=""/>
            <p:cNvSpPr/>
            <p:nvPr/>
          </p:nvSpPr>
          <p:spPr>
            <a:xfrm>
              <a:off x="11832048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3" name="object 973" descr=""/>
            <p:cNvSpPr/>
            <p:nvPr/>
          </p:nvSpPr>
          <p:spPr>
            <a:xfrm>
              <a:off x="11832048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4" name="object 974" descr=""/>
          <p:cNvGrpSpPr/>
          <p:nvPr/>
        </p:nvGrpSpPr>
        <p:grpSpPr>
          <a:xfrm>
            <a:off x="11610756" y="5923358"/>
            <a:ext cx="59690" cy="74295"/>
            <a:chOff x="11610756" y="5923358"/>
            <a:chExt cx="59690" cy="74295"/>
          </a:xfrm>
        </p:grpSpPr>
        <p:sp>
          <p:nvSpPr>
            <p:cNvPr id="975" name="object 975" descr=""/>
            <p:cNvSpPr/>
            <p:nvPr/>
          </p:nvSpPr>
          <p:spPr>
            <a:xfrm>
              <a:off x="11615991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6" name="object 976" descr=""/>
            <p:cNvSpPr/>
            <p:nvPr/>
          </p:nvSpPr>
          <p:spPr>
            <a:xfrm>
              <a:off x="11615991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7" name="object 977" descr=""/>
          <p:cNvGrpSpPr/>
          <p:nvPr/>
        </p:nvGrpSpPr>
        <p:grpSpPr>
          <a:xfrm>
            <a:off x="11394699" y="5923358"/>
            <a:ext cx="59690" cy="74295"/>
            <a:chOff x="11394699" y="5923358"/>
            <a:chExt cx="59690" cy="74295"/>
          </a:xfrm>
        </p:grpSpPr>
        <p:sp>
          <p:nvSpPr>
            <p:cNvPr id="978" name="object 978" descr=""/>
            <p:cNvSpPr/>
            <p:nvPr/>
          </p:nvSpPr>
          <p:spPr>
            <a:xfrm>
              <a:off x="11399935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9" name="object 979" descr=""/>
            <p:cNvSpPr/>
            <p:nvPr/>
          </p:nvSpPr>
          <p:spPr>
            <a:xfrm>
              <a:off x="11399935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0" name="object 980" descr=""/>
          <p:cNvGrpSpPr/>
          <p:nvPr/>
        </p:nvGrpSpPr>
        <p:grpSpPr>
          <a:xfrm>
            <a:off x="11178644" y="5923358"/>
            <a:ext cx="59690" cy="74295"/>
            <a:chOff x="11178644" y="5923358"/>
            <a:chExt cx="59690" cy="74295"/>
          </a:xfrm>
        </p:grpSpPr>
        <p:sp>
          <p:nvSpPr>
            <p:cNvPr id="981" name="object 981" descr=""/>
            <p:cNvSpPr/>
            <p:nvPr/>
          </p:nvSpPr>
          <p:spPr>
            <a:xfrm>
              <a:off x="11183879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2" name="object 982" descr=""/>
            <p:cNvSpPr/>
            <p:nvPr/>
          </p:nvSpPr>
          <p:spPr>
            <a:xfrm>
              <a:off x="11183879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3" name="object 983" descr=""/>
          <p:cNvGrpSpPr/>
          <p:nvPr/>
        </p:nvGrpSpPr>
        <p:grpSpPr>
          <a:xfrm>
            <a:off x="10962587" y="5923358"/>
            <a:ext cx="59690" cy="74295"/>
            <a:chOff x="10962587" y="5923358"/>
            <a:chExt cx="59690" cy="74295"/>
          </a:xfrm>
        </p:grpSpPr>
        <p:sp>
          <p:nvSpPr>
            <p:cNvPr id="984" name="object 984" descr=""/>
            <p:cNvSpPr/>
            <p:nvPr/>
          </p:nvSpPr>
          <p:spPr>
            <a:xfrm>
              <a:off x="10967822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5" name="object 985" descr=""/>
            <p:cNvSpPr/>
            <p:nvPr/>
          </p:nvSpPr>
          <p:spPr>
            <a:xfrm>
              <a:off x="10967822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6" name="object 986" descr=""/>
          <p:cNvGrpSpPr/>
          <p:nvPr/>
        </p:nvGrpSpPr>
        <p:grpSpPr>
          <a:xfrm>
            <a:off x="10746541" y="5923358"/>
            <a:ext cx="59690" cy="74295"/>
            <a:chOff x="10746541" y="5923358"/>
            <a:chExt cx="59690" cy="74295"/>
          </a:xfrm>
        </p:grpSpPr>
        <p:sp>
          <p:nvSpPr>
            <p:cNvPr id="987" name="object 987" descr=""/>
            <p:cNvSpPr/>
            <p:nvPr/>
          </p:nvSpPr>
          <p:spPr>
            <a:xfrm>
              <a:off x="10751777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8" name="object 988" descr=""/>
            <p:cNvSpPr/>
            <p:nvPr/>
          </p:nvSpPr>
          <p:spPr>
            <a:xfrm>
              <a:off x="10751777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9" name="object 989" descr=""/>
          <p:cNvGrpSpPr/>
          <p:nvPr/>
        </p:nvGrpSpPr>
        <p:grpSpPr>
          <a:xfrm>
            <a:off x="10530485" y="5923358"/>
            <a:ext cx="59690" cy="74295"/>
            <a:chOff x="10530485" y="5923358"/>
            <a:chExt cx="59690" cy="74295"/>
          </a:xfrm>
        </p:grpSpPr>
        <p:sp>
          <p:nvSpPr>
            <p:cNvPr id="990" name="object 990" descr=""/>
            <p:cNvSpPr/>
            <p:nvPr/>
          </p:nvSpPr>
          <p:spPr>
            <a:xfrm>
              <a:off x="10535721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1" name="object 991" descr=""/>
            <p:cNvSpPr/>
            <p:nvPr/>
          </p:nvSpPr>
          <p:spPr>
            <a:xfrm>
              <a:off x="10535721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92" name="object 992" descr=""/>
          <p:cNvGrpSpPr/>
          <p:nvPr/>
        </p:nvGrpSpPr>
        <p:grpSpPr>
          <a:xfrm>
            <a:off x="10314429" y="5923358"/>
            <a:ext cx="59690" cy="74295"/>
            <a:chOff x="10314429" y="5923358"/>
            <a:chExt cx="59690" cy="74295"/>
          </a:xfrm>
        </p:grpSpPr>
        <p:sp>
          <p:nvSpPr>
            <p:cNvPr id="993" name="object 993" descr=""/>
            <p:cNvSpPr/>
            <p:nvPr/>
          </p:nvSpPr>
          <p:spPr>
            <a:xfrm>
              <a:off x="10319664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4" name="object 994" descr=""/>
            <p:cNvSpPr/>
            <p:nvPr/>
          </p:nvSpPr>
          <p:spPr>
            <a:xfrm>
              <a:off x="10319664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95" name="object 995" descr=""/>
          <p:cNvGrpSpPr/>
          <p:nvPr/>
        </p:nvGrpSpPr>
        <p:grpSpPr>
          <a:xfrm>
            <a:off x="10098373" y="5923358"/>
            <a:ext cx="59690" cy="74295"/>
            <a:chOff x="10098373" y="5923358"/>
            <a:chExt cx="59690" cy="74295"/>
          </a:xfrm>
        </p:grpSpPr>
        <p:sp>
          <p:nvSpPr>
            <p:cNvPr id="996" name="object 996" descr=""/>
            <p:cNvSpPr/>
            <p:nvPr/>
          </p:nvSpPr>
          <p:spPr>
            <a:xfrm>
              <a:off x="10103608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7" name="object 997" descr=""/>
            <p:cNvSpPr/>
            <p:nvPr/>
          </p:nvSpPr>
          <p:spPr>
            <a:xfrm>
              <a:off x="10103608" y="5928594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98" name="object 998" descr=""/>
          <p:cNvGrpSpPr/>
          <p:nvPr/>
        </p:nvGrpSpPr>
        <p:grpSpPr>
          <a:xfrm>
            <a:off x="11398197" y="6395700"/>
            <a:ext cx="59690" cy="74295"/>
            <a:chOff x="11398197" y="6395700"/>
            <a:chExt cx="59690" cy="74295"/>
          </a:xfrm>
        </p:grpSpPr>
        <p:sp>
          <p:nvSpPr>
            <p:cNvPr id="999" name="object 999" descr=""/>
            <p:cNvSpPr/>
            <p:nvPr/>
          </p:nvSpPr>
          <p:spPr>
            <a:xfrm>
              <a:off x="11403432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0" name="object 1000" descr=""/>
            <p:cNvSpPr/>
            <p:nvPr/>
          </p:nvSpPr>
          <p:spPr>
            <a:xfrm>
              <a:off x="11403432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1" name="object 1001" descr=""/>
          <p:cNvGrpSpPr/>
          <p:nvPr/>
        </p:nvGrpSpPr>
        <p:grpSpPr>
          <a:xfrm>
            <a:off x="11182141" y="6395700"/>
            <a:ext cx="59690" cy="74295"/>
            <a:chOff x="11182141" y="6395700"/>
            <a:chExt cx="59690" cy="74295"/>
          </a:xfrm>
        </p:grpSpPr>
        <p:sp>
          <p:nvSpPr>
            <p:cNvPr id="1002" name="object 1002" descr=""/>
            <p:cNvSpPr/>
            <p:nvPr/>
          </p:nvSpPr>
          <p:spPr>
            <a:xfrm>
              <a:off x="11187376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3" name="object 1003" descr=""/>
            <p:cNvSpPr/>
            <p:nvPr/>
          </p:nvSpPr>
          <p:spPr>
            <a:xfrm>
              <a:off x="11187376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4" name="object 1004" descr=""/>
          <p:cNvGrpSpPr/>
          <p:nvPr/>
        </p:nvGrpSpPr>
        <p:grpSpPr>
          <a:xfrm>
            <a:off x="10966084" y="6395700"/>
            <a:ext cx="59690" cy="74295"/>
            <a:chOff x="10966084" y="6395700"/>
            <a:chExt cx="59690" cy="74295"/>
          </a:xfrm>
        </p:grpSpPr>
        <p:sp>
          <p:nvSpPr>
            <p:cNvPr id="1005" name="object 1005" descr=""/>
            <p:cNvSpPr/>
            <p:nvPr/>
          </p:nvSpPr>
          <p:spPr>
            <a:xfrm>
              <a:off x="10971320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6" name="object 1006" descr=""/>
            <p:cNvSpPr/>
            <p:nvPr/>
          </p:nvSpPr>
          <p:spPr>
            <a:xfrm>
              <a:off x="10971320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7" name="object 1007" descr=""/>
          <p:cNvGrpSpPr/>
          <p:nvPr/>
        </p:nvGrpSpPr>
        <p:grpSpPr>
          <a:xfrm>
            <a:off x="10750039" y="6395700"/>
            <a:ext cx="59690" cy="74295"/>
            <a:chOff x="10750039" y="6395700"/>
            <a:chExt cx="59690" cy="74295"/>
          </a:xfrm>
        </p:grpSpPr>
        <p:sp>
          <p:nvSpPr>
            <p:cNvPr id="1008" name="object 1008" descr=""/>
            <p:cNvSpPr/>
            <p:nvPr/>
          </p:nvSpPr>
          <p:spPr>
            <a:xfrm>
              <a:off x="10755274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9" name="object 1009" descr=""/>
            <p:cNvSpPr/>
            <p:nvPr/>
          </p:nvSpPr>
          <p:spPr>
            <a:xfrm>
              <a:off x="10755274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0" name="object 1010" descr=""/>
          <p:cNvGrpSpPr/>
          <p:nvPr/>
        </p:nvGrpSpPr>
        <p:grpSpPr>
          <a:xfrm>
            <a:off x="10533982" y="6395700"/>
            <a:ext cx="59690" cy="74295"/>
            <a:chOff x="10533982" y="6395700"/>
            <a:chExt cx="59690" cy="74295"/>
          </a:xfrm>
        </p:grpSpPr>
        <p:sp>
          <p:nvSpPr>
            <p:cNvPr id="1011" name="object 1011" descr=""/>
            <p:cNvSpPr/>
            <p:nvPr/>
          </p:nvSpPr>
          <p:spPr>
            <a:xfrm>
              <a:off x="10539218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2" name="object 1012" descr=""/>
            <p:cNvSpPr/>
            <p:nvPr/>
          </p:nvSpPr>
          <p:spPr>
            <a:xfrm>
              <a:off x="10539218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3" name="object 1013" descr=""/>
          <p:cNvGrpSpPr/>
          <p:nvPr/>
        </p:nvGrpSpPr>
        <p:grpSpPr>
          <a:xfrm>
            <a:off x="10317926" y="6395700"/>
            <a:ext cx="59690" cy="74295"/>
            <a:chOff x="10317926" y="6395700"/>
            <a:chExt cx="59690" cy="74295"/>
          </a:xfrm>
        </p:grpSpPr>
        <p:sp>
          <p:nvSpPr>
            <p:cNvPr id="1014" name="object 1014" descr=""/>
            <p:cNvSpPr/>
            <p:nvPr/>
          </p:nvSpPr>
          <p:spPr>
            <a:xfrm>
              <a:off x="10323162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5" name="object 1015" descr=""/>
            <p:cNvSpPr/>
            <p:nvPr/>
          </p:nvSpPr>
          <p:spPr>
            <a:xfrm>
              <a:off x="10323162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6" name="object 1016" descr=""/>
          <p:cNvGrpSpPr/>
          <p:nvPr/>
        </p:nvGrpSpPr>
        <p:grpSpPr>
          <a:xfrm>
            <a:off x="10101870" y="6395700"/>
            <a:ext cx="59690" cy="74295"/>
            <a:chOff x="10101870" y="6395700"/>
            <a:chExt cx="59690" cy="74295"/>
          </a:xfrm>
        </p:grpSpPr>
        <p:sp>
          <p:nvSpPr>
            <p:cNvPr id="1017" name="object 1017" descr=""/>
            <p:cNvSpPr/>
            <p:nvPr/>
          </p:nvSpPr>
          <p:spPr>
            <a:xfrm>
              <a:off x="10107105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8" name="object 1018" descr=""/>
            <p:cNvSpPr/>
            <p:nvPr/>
          </p:nvSpPr>
          <p:spPr>
            <a:xfrm>
              <a:off x="10107105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9" name="object 1019" descr=""/>
          <p:cNvGrpSpPr/>
          <p:nvPr/>
        </p:nvGrpSpPr>
        <p:grpSpPr>
          <a:xfrm>
            <a:off x="9885814" y="6395700"/>
            <a:ext cx="59690" cy="74295"/>
            <a:chOff x="9885814" y="6395700"/>
            <a:chExt cx="59690" cy="74295"/>
          </a:xfrm>
        </p:grpSpPr>
        <p:sp>
          <p:nvSpPr>
            <p:cNvPr id="1020" name="object 1020" descr=""/>
            <p:cNvSpPr/>
            <p:nvPr/>
          </p:nvSpPr>
          <p:spPr>
            <a:xfrm>
              <a:off x="9891049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1" name="object 1021" descr=""/>
            <p:cNvSpPr/>
            <p:nvPr/>
          </p:nvSpPr>
          <p:spPr>
            <a:xfrm>
              <a:off x="9891049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2" name="object 1022" descr=""/>
          <p:cNvGrpSpPr/>
          <p:nvPr/>
        </p:nvGrpSpPr>
        <p:grpSpPr>
          <a:xfrm>
            <a:off x="9669757" y="6395700"/>
            <a:ext cx="59690" cy="74295"/>
            <a:chOff x="9669757" y="6395700"/>
            <a:chExt cx="59690" cy="74295"/>
          </a:xfrm>
        </p:grpSpPr>
        <p:sp>
          <p:nvSpPr>
            <p:cNvPr id="1023" name="object 1023" descr=""/>
            <p:cNvSpPr/>
            <p:nvPr/>
          </p:nvSpPr>
          <p:spPr>
            <a:xfrm>
              <a:off x="9674993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4" name="object 1024" descr=""/>
            <p:cNvSpPr/>
            <p:nvPr/>
          </p:nvSpPr>
          <p:spPr>
            <a:xfrm>
              <a:off x="9674993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5" name="object 1025" descr=""/>
          <p:cNvGrpSpPr/>
          <p:nvPr/>
        </p:nvGrpSpPr>
        <p:grpSpPr>
          <a:xfrm>
            <a:off x="11398197" y="6619316"/>
            <a:ext cx="59690" cy="74295"/>
            <a:chOff x="11398197" y="6619316"/>
            <a:chExt cx="59690" cy="74295"/>
          </a:xfrm>
        </p:grpSpPr>
        <p:sp>
          <p:nvSpPr>
            <p:cNvPr id="1026" name="object 1026" descr=""/>
            <p:cNvSpPr/>
            <p:nvPr/>
          </p:nvSpPr>
          <p:spPr>
            <a:xfrm>
              <a:off x="11403432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7" name="object 1027" descr=""/>
            <p:cNvSpPr/>
            <p:nvPr/>
          </p:nvSpPr>
          <p:spPr>
            <a:xfrm>
              <a:off x="11403432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8" name="object 1028" descr=""/>
          <p:cNvGrpSpPr/>
          <p:nvPr/>
        </p:nvGrpSpPr>
        <p:grpSpPr>
          <a:xfrm>
            <a:off x="11182141" y="6619316"/>
            <a:ext cx="59690" cy="74295"/>
            <a:chOff x="11182141" y="6619316"/>
            <a:chExt cx="59690" cy="74295"/>
          </a:xfrm>
        </p:grpSpPr>
        <p:sp>
          <p:nvSpPr>
            <p:cNvPr id="1029" name="object 1029" descr=""/>
            <p:cNvSpPr/>
            <p:nvPr/>
          </p:nvSpPr>
          <p:spPr>
            <a:xfrm>
              <a:off x="11187376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0" name="object 1030" descr=""/>
            <p:cNvSpPr/>
            <p:nvPr/>
          </p:nvSpPr>
          <p:spPr>
            <a:xfrm>
              <a:off x="11187376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31" name="object 1031" descr=""/>
          <p:cNvGrpSpPr/>
          <p:nvPr/>
        </p:nvGrpSpPr>
        <p:grpSpPr>
          <a:xfrm>
            <a:off x="10966084" y="6619316"/>
            <a:ext cx="59690" cy="74295"/>
            <a:chOff x="10966084" y="6619316"/>
            <a:chExt cx="59690" cy="74295"/>
          </a:xfrm>
        </p:grpSpPr>
        <p:sp>
          <p:nvSpPr>
            <p:cNvPr id="1032" name="object 1032" descr=""/>
            <p:cNvSpPr/>
            <p:nvPr/>
          </p:nvSpPr>
          <p:spPr>
            <a:xfrm>
              <a:off x="10971320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3" name="object 1033" descr=""/>
            <p:cNvSpPr/>
            <p:nvPr/>
          </p:nvSpPr>
          <p:spPr>
            <a:xfrm>
              <a:off x="10971320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34" name="object 1034" descr=""/>
          <p:cNvGrpSpPr/>
          <p:nvPr/>
        </p:nvGrpSpPr>
        <p:grpSpPr>
          <a:xfrm>
            <a:off x="10750039" y="6619316"/>
            <a:ext cx="59690" cy="74295"/>
            <a:chOff x="10750039" y="6619316"/>
            <a:chExt cx="59690" cy="74295"/>
          </a:xfrm>
        </p:grpSpPr>
        <p:sp>
          <p:nvSpPr>
            <p:cNvPr id="1035" name="object 1035" descr=""/>
            <p:cNvSpPr/>
            <p:nvPr/>
          </p:nvSpPr>
          <p:spPr>
            <a:xfrm>
              <a:off x="10755274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6" name="object 1036" descr=""/>
            <p:cNvSpPr/>
            <p:nvPr/>
          </p:nvSpPr>
          <p:spPr>
            <a:xfrm>
              <a:off x="10755274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37" name="object 1037" descr=""/>
          <p:cNvGrpSpPr/>
          <p:nvPr/>
        </p:nvGrpSpPr>
        <p:grpSpPr>
          <a:xfrm>
            <a:off x="10533982" y="6619316"/>
            <a:ext cx="59690" cy="74295"/>
            <a:chOff x="10533982" y="6619316"/>
            <a:chExt cx="59690" cy="74295"/>
          </a:xfrm>
        </p:grpSpPr>
        <p:sp>
          <p:nvSpPr>
            <p:cNvPr id="1038" name="object 1038" descr=""/>
            <p:cNvSpPr/>
            <p:nvPr/>
          </p:nvSpPr>
          <p:spPr>
            <a:xfrm>
              <a:off x="10539218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9" name="object 1039" descr=""/>
            <p:cNvSpPr/>
            <p:nvPr/>
          </p:nvSpPr>
          <p:spPr>
            <a:xfrm>
              <a:off x="10539218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0" name="object 1040" descr=""/>
          <p:cNvGrpSpPr/>
          <p:nvPr/>
        </p:nvGrpSpPr>
        <p:grpSpPr>
          <a:xfrm>
            <a:off x="10317926" y="6619316"/>
            <a:ext cx="59690" cy="74295"/>
            <a:chOff x="10317926" y="6619316"/>
            <a:chExt cx="59690" cy="74295"/>
          </a:xfrm>
        </p:grpSpPr>
        <p:sp>
          <p:nvSpPr>
            <p:cNvPr id="1041" name="object 1041" descr=""/>
            <p:cNvSpPr/>
            <p:nvPr/>
          </p:nvSpPr>
          <p:spPr>
            <a:xfrm>
              <a:off x="10323162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2" name="object 1042" descr=""/>
            <p:cNvSpPr/>
            <p:nvPr/>
          </p:nvSpPr>
          <p:spPr>
            <a:xfrm>
              <a:off x="10323162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3" name="object 1043" descr=""/>
          <p:cNvGrpSpPr/>
          <p:nvPr/>
        </p:nvGrpSpPr>
        <p:grpSpPr>
          <a:xfrm>
            <a:off x="10101870" y="6619316"/>
            <a:ext cx="59690" cy="74295"/>
            <a:chOff x="10101870" y="6619316"/>
            <a:chExt cx="59690" cy="74295"/>
          </a:xfrm>
        </p:grpSpPr>
        <p:sp>
          <p:nvSpPr>
            <p:cNvPr id="1044" name="object 1044" descr=""/>
            <p:cNvSpPr/>
            <p:nvPr/>
          </p:nvSpPr>
          <p:spPr>
            <a:xfrm>
              <a:off x="10107105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5" name="object 1045" descr=""/>
            <p:cNvSpPr/>
            <p:nvPr/>
          </p:nvSpPr>
          <p:spPr>
            <a:xfrm>
              <a:off x="10107105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6" name="object 1046" descr=""/>
          <p:cNvGrpSpPr/>
          <p:nvPr/>
        </p:nvGrpSpPr>
        <p:grpSpPr>
          <a:xfrm>
            <a:off x="9885814" y="6619316"/>
            <a:ext cx="59690" cy="74295"/>
            <a:chOff x="9885814" y="6619316"/>
            <a:chExt cx="59690" cy="74295"/>
          </a:xfrm>
        </p:grpSpPr>
        <p:sp>
          <p:nvSpPr>
            <p:cNvPr id="1047" name="object 1047" descr=""/>
            <p:cNvSpPr/>
            <p:nvPr/>
          </p:nvSpPr>
          <p:spPr>
            <a:xfrm>
              <a:off x="9891049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8" name="object 1048" descr=""/>
            <p:cNvSpPr/>
            <p:nvPr/>
          </p:nvSpPr>
          <p:spPr>
            <a:xfrm>
              <a:off x="9891049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9" name="object 1049" descr=""/>
          <p:cNvGrpSpPr/>
          <p:nvPr/>
        </p:nvGrpSpPr>
        <p:grpSpPr>
          <a:xfrm>
            <a:off x="9669757" y="6619316"/>
            <a:ext cx="59690" cy="74295"/>
            <a:chOff x="9669757" y="6619316"/>
            <a:chExt cx="59690" cy="74295"/>
          </a:xfrm>
        </p:grpSpPr>
        <p:sp>
          <p:nvSpPr>
            <p:cNvPr id="1050" name="object 1050" descr=""/>
            <p:cNvSpPr/>
            <p:nvPr/>
          </p:nvSpPr>
          <p:spPr>
            <a:xfrm>
              <a:off x="9674993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1" name="object 1051" descr=""/>
            <p:cNvSpPr/>
            <p:nvPr/>
          </p:nvSpPr>
          <p:spPr>
            <a:xfrm>
              <a:off x="9674993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2" name="object 1052" descr=""/>
          <p:cNvGrpSpPr/>
          <p:nvPr/>
        </p:nvGrpSpPr>
        <p:grpSpPr>
          <a:xfrm>
            <a:off x="11398197" y="6842932"/>
            <a:ext cx="59690" cy="74295"/>
            <a:chOff x="11398197" y="6842932"/>
            <a:chExt cx="59690" cy="74295"/>
          </a:xfrm>
        </p:grpSpPr>
        <p:sp>
          <p:nvSpPr>
            <p:cNvPr id="1053" name="object 1053" descr=""/>
            <p:cNvSpPr/>
            <p:nvPr/>
          </p:nvSpPr>
          <p:spPr>
            <a:xfrm>
              <a:off x="11403432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4" name="object 1054" descr=""/>
            <p:cNvSpPr/>
            <p:nvPr/>
          </p:nvSpPr>
          <p:spPr>
            <a:xfrm>
              <a:off x="11403432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5" name="object 1055" descr=""/>
          <p:cNvGrpSpPr/>
          <p:nvPr/>
        </p:nvGrpSpPr>
        <p:grpSpPr>
          <a:xfrm>
            <a:off x="11182141" y="6842932"/>
            <a:ext cx="59690" cy="74295"/>
            <a:chOff x="11182141" y="6842932"/>
            <a:chExt cx="59690" cy="74295"/>
          </a:xfrm>
        </p:grpSpPr>
        <p:sp>
          <p:nvSpPr>
            <p:cNvPr id="1056" name="object 1056" descr=""/>
            <p:cNvSpPr/>
            <p:nvPr/>
          </p:nvSpPr>
          <p:spPr>
            <a:xfrm>
              <a:off x="11187376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7" name="object 1057" descr=""/>
            <p:cNvSpPr/>
            <p:nvPr/>
          </p:nvSpPr>
          <p:spPr>
            <a:xfrm>
              <a:off x="11187376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8" name="object 1058" descr=""/>
          <p:cNvGrpSpPr/>
          <p:nvPr/>
        </p:nvGrpSpPr>
        <p:grpSpPr>
          <a:xfrm>
            <a:off x="10966084" y="6842932"/>
            <a:ext cx="59690" cy="74295"/>
            <a:chOff x="10966084" y="6842932"/>
            <a:chExt cx="59690" cy="74295"/>
          </a:xfrm>
        </p:grpSpPr>
        <p:sp>
          <p:nvSpPr>
            <p:cNvPr id="1059" name="object 1059" descr=""/>
            <p:cNvSpPr/>
            <p:nvPr/>
          </p:nvSpPr>
          <p:spPr>
            <a:xfrm>
              <a:off x="10971320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0" name="object 1060" descr=""/>
            <p:cNvSpPr/>
            <p:nvPr/>
          </p:nvSpPr>
          <p:spPr>
            <a:xfrm>
              <a:off x="10971320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1" name="object 1061" descr=""/>
          <p:cNvGrpSpPr/>
          <p:nvPr/>
        </p:nvGrpSpPr>
        <p:grpSpPr>
          <a:xfrm>
            <a:off x="10750039" y="6842932"/>
            <a:ext cx="59690" cy="74295"/>
            <a:chOff x="10750039" y="6842932"/>
            <a:chExt cx="59690" cy="74295"/>
          </a:xfrm>
        </p:grpSpPr>
        <p:sp>
          <p:nvSpPr>
            <p:cNvPr id="1062" name="object 1062" descr=""/>
            <p:cNvSpPr/>
            <p:nvPr/>
          </p:nvSpPr>
          <p:spPr>
            <a:xfrm>
              <a:off x="10755274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3" name="object 1063" descr=""/>
            <p:cNvSpPr/>
            <p:nvPr/>
          </p:nvSpPr>
          <p:spPr>
            <a:xfrm>
              <a:off x="10755274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4" name="object 1064" descr=""/>
          <p:cNvGrpSpPr/>
          <p:nvPr/>
        </p:nvGrpSpPr>
        <p:grpSpPr>
          <a:xfrm>
            <a:off x="10533982" y="6842932"/>
            <a:ext cx="59690" cy="74295"/>
            <a:chOff x="10533982" y="6842932"/>
            <a:chExt cx="59690" cy="74295"/>
          </a:xfrm>
        </p:grpSpPr>
        <p:sp>
          <p:nvSpPr>
            <p:cNvPr id="1065" name="object 1065" descr=""/>
            <p:cNvSpPr/>
            <p:nvPr/>
          </p:nvSpPr>
          <p:spPr>
            <a:xfrm>
              <a:off x="10539218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6" name="object 1066" descr=""/>
            <p:cNvSpPr/>
            <p:nvPr/>
          </p:nvSpPr>
          <p:spPr>
            <a:xfrm>
              <a:off x="10539218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7" name="object 1067" descr=""/>
          <p:cNvGrpSpPr/>
          <p:nvPr/>
        </p:nvGrpSpPr>
        <p:grpSpPr>
          <a:xfrm>
            <a:off x="10317926" y="6842932"/>
            <a:ext cx="59690" cy="74295"/>
            <a:chOff x="10317926" y="6842932"/>
            <a:chExt cx="59690" cy="74295"/>
          </a:xfrm>
        </p:grpSpPr>
        <p:sp>
          <p:nvSpPr>
            <p:cNvPr id="1068" name="object 1068" descr=""/>
            <p:cNvSpPr/>
            <p:nvPr/>
          </p:nvSpPr>
          <p:spPr>
            <a:xfrm>
              <a:off x="10323162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9" name="object 1069" descr=""/>
            <p:cNvSpPr/>
            <p:nvPr/>
          </p:nvSpPr>
          <p:spPr>
            <a:xfrm>
              <a:off x="10323162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0" name="object 1070" descr=""/>
          <p:cNvGrpSpPr/>
          <p:nvPr/>
        </p:nvGrpSpPr>
        <p:grpSpPr>
          <a:xfrm>
            <a:off x="10101870" y="6842932"/>
            <a:ext cx="59690" cy="74295"/>
            <a:chOff x="10101870" y="6842932"/>
            <a:chExt cx="59690" cy="74295"/>
          </a:xfrm>
        </p:grpSpPr>
        <p:sp>
          <p:nvSpPr>
            <p:cNvPr id="1071" name="object 1071" descr=""/>
            <p:cNvSpPr/>
            <p:nvPr/>
          </p:nvSpPr>
          <p:spPr>
            <a:xfrm>
              <a:off x="10107105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2" name="object 1072" descr=""/>
            <p:cNvSpPr/>
            <p:nvPr/>
          </p:nvSpPr>
          <p:spPr>
            <a:xfrm>
              <a:off x="10107105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3" name="object 1073" descr=""/>
          <p:cNvGrpSpPr/>
          <p:nvPr/>
        </p:nvGrpSpPr>
        <p:grpSpPr>
          <a:xfrm>
            <a:off x="9885814" y="6842932"/>
            <a:ext cx="59690" cy="74295"/>
            <a:chOff x="9885814" y="6842932"/>
            <a:chExt cx="59690" cy="74295"/>
          </a:xfrm>
        </p:grpSpPr>
        <p:sp>
          <p:nvSpPr>
            <p:cNvPr id="1074" name="object 1074" descr=""/>
            <p:cNvSpPr/>
            <p:nvPr/>
          </p:nvSpPr>
          <p:spPr>
            <a:xfrm>
              <a:off x="9891049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5" name="object 1075" descr=""/>
            <p:cNvSpPr/>
            <p:nvPr/>
          </p:nvSpPr>
          <p:spPr>
            <a:xfrm>
              <a:off x="9891049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6" name="object 1076" descr=""/>
          <p:cNvGrpSpPr/>
          <p:nvPr/>
        </p:nvGrpSpPr>
        <p:grpSpPr>
          <a:xfrm>
            <a:off x="9669757" y="6842932"/>
            <a:ext cx="59690" cy="74295"/>
            <a:chOff x="9669757" y="6842932"/>
            <a:chExt cx="59690" cy="74295"/>
          </a:xfrm>
        </p:grpSpPr>
        <p:sp>
          <p:nvSpPr>
            <p:cNvPr id="1077" name="object 1077" descr=""/>
            <p:cNvSpPr/>
            <p:nvPr/>
          </p:nvSpPr>
          <p:spPr>
            <a:xfrm>
              <a:off x="9674993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8" name="object 1078" descr=""/>
            <p:cNvSpPr/>
            <p:nvPr/>
          </p:nvSpPr>
          <p:spPr>
            <a:xfrm>
              <a:off x="9674993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9" name="object 1079" descr=""/>
          <p:cNvGrpSpPr/>
          <p:nvPr/>
        </p:nvGrpSpPr>
        <p:grpSpPr>
          <a:xfrm>
            <a:off x="7619432" y="6172074"/>
            <a:ext cx="59690" cy="74295"/>
            <a:chOff x="7619432" y="6172074"/>
            <a:chExt cx="59690" cy="74295"/>
          </a:xfrm>
        </p:grpSpPr>
        <p:sp>
          <p:nvSpPr>
            <p:cNvPr id="1080" name="object 1080" descr=""/>
            <p:cNvSpPr/>
            <p:nvPr/>
          </p:nvSpPr>
          <p:spPr>
            <a:xfrm>
              <a:off x="7624668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1" name="object 1081" descr=""/>
            <p:cNvSpPr/>
            <p:nvPr/>
          </p:nvSpPr>
          <p:spPr>
            <a:xfrm>
              <a:off x="7624668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82" name="object 1082" descr=""/>
          <p:cNvGrpSpPr/>
          <p:nvPr/>
        </p:nvGrpSpPr>
        <p:grpSpPr>
          <a:xfrm>
            <a:off x="7403376" y="6172074"/>
            <a:ext cx="59690" cy="74295"/>
            <a:chOff x="7403376" y="6172074"/>
            <a:chExt cx="59690" cy="74295"/>
          </a:xfrm>
        </p:grpSpPr>
        <p:sp>
          <p:nvSpPr>
            <p:cNvPr id="1083" name="object 1083" descr=""/>
            <p:cNvSpPr/>
            <p:nvPr/>
          </p:nvSpPr>
          <p:spPr>
            <a:xfrm>
              <a:off x="7408612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4" name="object 1084" descr=""/>
            <p:cNvSpPr/>
            <p:nvPr/>
          </p:nvSpPr>
          <p:spPr>
            <a:xfrm>
              <a:off x="7408612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85" name="object 1085" descr=""/>
          <p:cNvGrpSpPr/>
          <p:nvPr/>
        </p:nvGrpSpPr>
        <p:grpSpPr>
          <a:xfrm>
            <a:off x="7187320" y="6172074"/>
            <a:ext cx="59690" cy="74295"/>
            <a:chOff x="7187320" y="6172074"/>
            <a:chExt cx="59690" cy="74295"/>
          </a:xfrm>
        </p:grpSpPr>
        <p:sp>
          <p:nvSpPr>
            <p:cNvPr id="1086" name="object 1086" descr=""/>
            <p:cNvSpPr/>
            <p:nvPr/>
          </p:nvSpPr>
          <p:spPr>
            <a:xfrm>
              <a:off x="7192555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7" name="object 1087" descr=""/>
            <p:cNvSpPr/>
            <p:nvPr/>
          </p:nvSpPr>
          <p:spPr>
            <a:xfrm>
              <a:off x="7192555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88" name="object 1088" descr=""/>
          <p:cNvGrpSpPr/>
          <p:nvPr/>
        </p:nvGrpSpPr>
        <p:grpSpPr>
          <a:xfrm>
            <a:off x="6971264" y="6172074"/>
            <a:ext cx="59690" cy="74295"/>
            <a:chOff x="6971264" y="6172074"/>
            <a:chExt cx="59690" cy="74295"/>
          </a:xfrm>
        </p:grpSpPr>
        <p:sp>
          <p:nvSpPr>
            <p:cNvPr id="1089" name="object 1089" descr=""/>
            <p:cNvSpPr/>
            <p:nvPr/>
          </p:nvSpPr>
          <p:spPr>
            <a:xfrm>
              <a:off x="6976499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0" name="object 1090" descr=""/>
            <p:cNvSpPr/>
            <p:nvPr/>
          </p:nvSpPr>
          <p:spPr>
            <a:xfrm>
              <a:off x="6976499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91" name="object 1091" descr=""/>
          <p:cNvGrpSpPr/>
          <p:nvPr/>
        </p:nvGrpSpPr>
        <p:grpSpPr>
          <a:xfrm>
            <a:off x="6755207" y="6172074"/>
            <a:ext cx="59690" cy="74295"/>
            <a:chOff x="6755207" y="6172074"/>
            <a:chExt cx="59690" cy="74295"/>
          </a:xfrm>
        </p:grpSpPr>
        <p:sp>
          <p:nvSpPr>
            <p:cNvPr id="1092" name="object 1092" descr=""/>
            <p:cNvSpPr/>
            <p:nvPr/>
          </p:nvSpPr>
          <p:spPr>
            <a:xfrm>
              <a:off x="6760443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3" name="object 1093" descr=""/>
            <p:cNvSpPr/>
            <p:nvPr/>
          </p:nvSpPr>
          <p:spPr>
            <a:xfrm>
              <a:off x="6760443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94" name="object 1094" descr=""/>
          <p:cNvGrpSpPr/>
          <p:nvPr/>
        </p:nvGrpSpPr>
        <p:grpSpPr>
          <a:xfrm>
            <a:off x="6539162" y="6172074"/>
            <a:ext cx="59690" cy="74295"/>
            <a:chOff x="6539162" y="6172074"/>
            <a:chExt cx="59690" cy="74295"/>
          </a:xfrm>
        </p:grpSpPr>
        <p:sp>
          <p:nvSpPr>
            <p:cNvPr id="1095" name="object 1095" descr=""/>
            <p:cNvSpPr/>
            <p:nvPr/>
          </p:nvSpPr>
          <p:spPr>
            <a:xfrm>
              <a:off x="6544397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6" name="object 1096" descr=""/>
            <p:cNvSpPr/>
            <p:nvPr/>
          </p:nvSpPr>
          <p:spPr>
            <a:xfrm>
              <a:off x="6544397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97" name="object 1097" descr=""/>
          <p:cNvGrpSpPr/>
          <p:nvPr/>
        </p:nvGrpSpPr>
        <p:grpSpPr>
          <a:xfrm>
            <a:off x="6323105" y="6172074"/>
            <a:ext cx="59690" cy="74295"/>
            <a:chOff x="6323105" y="6172074"/>
            <a:chExt cx="59690" cy="74295"/>
          </a:xfrm>
        </p:grpSpPr>
        <p:sp>
          <p:nvSpPr>
            <p:cNvPr id="1098" name="object 1098" descr=""/>
            <p:cNvSpPr/>
            <p:nvPr/>
          </p:nvSpPr>
          <p:spPr>
            <a:xfrm>
              <a:off x="6328341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9" name="object 1099" descr=""/>
            <p:cNvSpPr/>
            <p:nvPr/>
          </p:nvSpPr>
          <p:spPr>
            <a:xfrm>
              <a:off x="6328341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0" name="object 1100" descr=""/>
          <p:cNvGrpSpPr/>
          <p:nvPr/>
        </p:nvGrpSpPr>
        <p:grpSpPr>
          <a:xfrm>
            <a:off x="6107049" y="6172074"/>
            <a:ext cx="59690" cy="74295"/>
            <a:chOff x="6107049" y="6172074"/>
            <a:chExt cx="59690" cy="74295"/>
          </a:xfrm>
        </p:grpSpPr>
        <p:sp>
          <p:nvSpPr>
            <p:cNvPr id="1101" name="object 1101" descr=""/>
            <p:cNvSpPr/>
            <p:nvPr/>
          </p:nvSpPr>
          <p:spPr>
            <a:xfrm>
              <a:off x="6112285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2" name="object 1102" descr=""/>
            <p:cNvSpPr/>
            <p:nvPr/>
          </p:nvSpPr>
          <p:spPr>
            <a:xfrm>
              <a:off x="6112285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3" name="object 1103" descr=""/>
          <p:cNvGrpSpPr/>
          <p:nvPr/>
        </p:nvGrpSpPr>
        <p:grpSpPr>
          <a:xfrm>
            <a:off x="5890993" y="6172074"/>
            <a:ext cx="59690" cy="74295"/>
            <a:chOff x="5890993" y="6172074"/>
            <a:chExt cx="59690" cy="74295"/>
          </a:xfrm>
        </p:grpSpPr>
        <p:sp>
          <p:nvSpPr>
            <p:cNvPr id="1104" name="object 1104" descr=""/>
            <p:cNvSpPr/>
            <p:nvPr/>
          </p:nvSpPr>
          <p:spPr>
            <a:xfrm>
              <a:off x="5896228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5" name="object 1105" descr=""/>
            <p:cNvSpPr/>
            <p:nvPr/>
          </p:nvSpPr>
          <p:spPr>
            <a:xfrm>
              <a:off x="5896228" y="6177309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6" name="object 1106" descr=""/>
          <p:cNvGrpSpPr/>
          <p:nvPr/>
        </p:nvGrpSpPr>
        <p:grpSpPr>
          <a:xfrm>
            <a:off x="7619432" y="6395700"/>
            <a:ext cx="59690" cy="74295"/>
            <a:chOff x="7619432" y="6395700"/>
            <a:chExt cx="59690" cy="74295"/>
          </a:xfrm>
        </p:grpSpPr>
        <p:sp>
          <p:nvSpPr>
            <p:cNvPr id="1107" name="object 1107" descr=""/>
            <p:cNvSpPr/>
            <p:nvPr/>
          </p:nvSpPr>
          <p:spPr>
            <a:xfrm>
              <a:off x="7624668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8" name="object 1108" descr=""/>
            <p:cNvSpPr/>
            <p:nvPr/>
          </p:nvSpPr>
          <p:spPr>
            <a:xfrm>
              <a:off x="7624668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9" name="object 1109" descr=""/>
          <p:cNvGrpSpPr/>
          <p:nvPr/>
        </p:nvGrpSpPr>
        <p:grpSpPr>
          <a:xfrm>
            <a:off x="7403376" y="6395700"/>
            <a:ext cx="59690" cy="74295"/>
            <a:chOff x="7403376" y="6395700"/>
            <a:chExt cx="59690" cy="74295"/>
          </a:xfrm>
        </p:grpSpPr>
        <p:sp>
          <p:nvSpPr>
            <p:cNvPr id="1110" name="object 1110" descr=""/>
            <p:cNvSpPr/>
            <p:nvPr/>
          </p:nvSpPr>
          <p:spPr>
            <a:xfrm>
              <a:off x="7408612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1" name="object 1111" descr=""/>
            <p:cNvSpPr/>
            <p:nvPr/>
          </p:nvSpPr>
          <p:spPr>
            <a:xfrm>
              <a:off x="7408612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2" name="object 1112" descr=""/>
          <p:cNvGrpSpPr/>
          <p:nvPr/>
        </p:nvGrpSpPr>
        <p:grpSpPr>
          <a:xfrm>
            <a:off x="7187320" y="6395700"/>
            <a:ext cx="59690" cy="74295"/>
            <a:chOff x="7187320" y="6395700"/>
            <a:chExt cx="59690" cy="74295"/>
          </a:xfrm>
        </p:grpSpPr>
        <p:sp>
          <p:nvSpPr>
            <p:cNvPr id="1113" name="object 1113" descr=""/>
            <p:cNvSpPr/>
            <p:nvPr/>
          </p:nvSpPr>
          <p:spPr>
            <a:xfrm>
              <a:off x="7192555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4" name="object 1114" descr=""/>
            <p:cNvSpPr/>
            <p:nvPr/>
          </p:nvSpPr>
          <p:spPr>
            <a:xfrm>
              <a:off x="7192555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5" name="object 1115" descr=""/>
          <p:cNvGrpSpPr/>
          <p:nvPr/>
        </p:nvGrpSpPr>
        <p:grpSpPr>
          <a:xfrm>
            <a:off x="6971264" y="6395700"/>
            <a:ext cx="59690" cy="74295"/>
            <a:chOff x="6971264" y="6395700"/>
            <a:chExt cx="59690" cy="74295"/>
          </a:xfrm>
        </p:grpSpPr>
        <p:sp>
          <p:nvSpPr>
            <p:cNvPr id="1116" name="object 1116" descr=""/>
            <p:cNvSpPr/>
            <p:nvPr/>
          </p:nvSpPr>
          <p:spPr>
            <a:xfrm>
              <a:off x="6976499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7" name="object 1117" descr=""/>
            <p:cNvSpPr/>
            <p:nvPr/>
          </p:nvSpPr>
          <p:spPr>
            <a:xfrm>
              <a:off x="6976499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8" name="object 1118" descr=""/>
          <p:cNvGrpSpPr/>
          <p:nvPr/>
        </p:nvGrpSpPr>
        <p:grpSpPr>
          <a:xfrm>
            <a:off x="6755207" y="6395700"/>
            <a:ext cx="59690" cy="74295"/>
            <a:chOff x="6755207" y="6395700"/>
            <a:chExt cx="59690" cy="74295"/>
          </a:xfrm>
        </p:grpSpPr>
        <p:sp>
          <p:nvSpPr>
            <p:cNvPr id="1119" name="object 1119" descr=""/>
            <p:cNvSpPr/>
            <p:nvPr/>
          </p:nvSpPr>
          <p:spPr>
            <a:xfrm>
              <a:off x="6760443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0" name="object 1120" descr=""/>
            <p:cNvSpPr/>
            <p:nvPr/>
          </p:nvSpPr>
          <p:spPr>
            <a:xfrm>
              <a:off x="6760443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21" name="object 1121" descr=""/>
          <p:cNvGrpSpPr/>
          <p:nvPr/>
        </p:nvGrpSpPr>
        <p:grpSpPr>
          <a:xfrm>
            <a:off x="6539162" y="6395700"/>
            <a:ext cx="59690" cy="74295"/>
            <a:chOff x="6539162" y="6395700"/>
            <a:chExt cx="59690" cy="74295"/>
          </a:xfrm>
        </p:grpSpPr>
        <p:sp>
          <p:nvSpPr>
            <p:cNvPr id="1122" name="object 1122" descr=""/>
            <p:cNvSpPr/>
            <p:nvPr/>
          </p:nvSpPr>
          <p:spPr>
            <a:xfrm>
              <a:off x="6544397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3" name="object 1123" descr=""/>
            <p:cNvSpPr/>
            <p:nvPr/>
          </p:nvSpPr>
          <p:spPr>
            <a:xfrm>
              <a:off x="6544397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24" name="object 1124" descr=""/>
          <p:cNvGrpSpPr/>
          <p:nvPr/>
        </p:nvGrpSpPr>
        <p:grpSpPr>
          <a:xfrm>
            <a:off x="6323105" y="6395700"/>
            <a:ext cx="59690" cy="74295"/>
            <a:chOff x="6323105" y="6395700"/>
            <a:chExt cx="59690" cy="74295"/>
          </a:xfrm>
        </p:grpSpPr>
        <p:sp>
          <p:nvSpPr>
            <p:cNvPr id="1125" name="object 1125" descr=""/>
            <p:cNvSpPr/>
            <p:nvPr/>
          </p:nvSpPr>
          <p:spPr>
            <a:xfrm>
              <a:off x="6328341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6" name="object 1126" descr=""/>
            <p:cNvSpPr/>
            <p:nvPr/>
          </p:nvSpPr>
          <p:spPr>
            <a:xfrm>
              <a:off x="6328341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27" name="object 1127" descr=""/>
          <p:cNvGrpSpPr/>
          <p:nvPr/>
        </p:nvGrpSpPr>
        <p:grpSpPr>
          <a:xfrm>
            <a:off x="6107049" y="6395700"/>
            <a:ext cx="59690" cy="74295"/>
            <a:chOff x="6107049" y="6395700"/>
            <a:chExt cx="59690" cy="74295"/>
          </a:xfrm>
        </p:grpSpPr>
        <p:sp>
          <p:nvSpPr>
            <p:cNvPr id="1128" name="object 1128" descr=""/>
            <p:cNvSpPr/>
            <p:nvPr/>
          </p:nvSpPr>
          <p:spPr>
            <a:xfrm>
              <a:off x="6112285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9" name="object 1129" descr=""/>
            <p:cNvSpPr/>
            <p:nvPr/>
          </p:nvSpPr>
          <p:spPr>
            <a:xfrm>
              <a:off x="6112285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30" name="object 1130" descr=""/>
          <p:cNvGrpSpPr/>
          <p:nvPr/>
        </p:nvGrpSpPr>
        <p:grpSpPr>
          <a:xfrm>
            <a:off x="5890993" y="6395700"/>
            <a:ext cx="59690" cy="74295"/>
            <a:chOff x="5890993" y="6395700"/>
            <a:chExt cx="59690" cy="74295"/>
          </a:xfrm>
        </p:grpSpPr>
        <p:sp>
          <p:nvSpPr>
            <p:cNvPr id="1131" name="object 1131" descr=""/>
            <p:cNvSpPr/>
            <p:nvPr/>
          </p:nvSpPr>
          <p:spPr>
            <a:xfrm>
              <a:off x="5896228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2" name="object 1132" descr=""/>
            <p:cNvSpPr/>
            <p:nvPr/>
          </p:nvSpPr>
          <p:spPr>
            <a:xfrm>
              <a:off x="5896228" y="640093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33" name="object 1133" descr=""/>
          <p:cNvGrpSpPr/>
          <p:nvPr/>
        </p:nvGrpSpPr>
        <p:grpSpPr>
          <a:xfrm>
            <a:off x="7619432" y="6619316"/>
            <a:ext cx="59690" cy="74295"/>
            <a:chOff x="7619432" y="6619316"/>
            <a:chExt cx="59690" cy="74295"/>
          </a:xfrm>
        </p:grpSpPr>
        <p:sp>
          <p:nvSpPr>
            <p:cNvPr id="1134" name="object 1134" descr=""/>
            <p:cNvSpPr/>
            <p:nvPr/>
          </p:nvSpPr>
          <p:spPr>
            <a:xfrm>
              <a:off x="7624668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5" name="object 1135" descr=""/>
            <p:cNvSpPr/>
            <p:nvPr/>
          </p:nvSpPr>
          <p:spPr>
            <a:xfrm>
              <a:off x="7624668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36" name="object 1136" descr=""/>
          <p:cNvGrpSpPr/>
          <p:nvPr/>
        </p:nvGrpSpPr>
        <p:grpSpPr>
          <a:xfrm>
            <a:off x="7403376" y="6619316"/>
            <a:ext cx="59690" cy="74295"/>
            <a:chOff x="7403376" y="6619316"/>
            <a:chExt cx="59690" cy="74295"/>
          </a:xfrm>
        </p:grpSpPr>
        <p:sp>
          <p:nvSpPr>
            <p:cNvPr id="1137" name="object 1137" descr=""/>
            <p:cNvSpPr/>
            <p:nvPr/>
          </p:nvSpPr>
          <p:spPr>
            <a:xfrm>
              <a:off x="7408612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8" name="object 1138" descr=""/>
            <p:cNvSpPr/>
            <p:nvPr/>
          </p:nvSpPr>
          <p:spPr>
            <a:xfrm>
              <a:off x="7408612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39" name="object 1139" descr=""/>
          <p:cNvGrpSpPr/>
          <p:nvPr/>
        </p:nvGrpSpPr>
        <p:grpSpPr>
          <a:xfrm>
            <a:off x="7187320" y="6619316"/>
            <a:ext cx="59690" cy="74295"/>
            <a:chOff x="7187320" y="6619316"/>
            <a:chExt cx="59690" cy="74295"/>
          </a:xfrm>
        </p:grpSpPr>
        <p:sp>
          <p:nvSpPr>
            <p:cNvPr id="1140" name="object 1140" descr=""/>
            <p:cNvSpPr/>
            <p:nvPr/>
          </p:nvSpPr>
          <p:spPr>
            <a:xfrm>
              <a:off x="7192555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1" name="object 1141" descr=""/>
            <p:cNvSpPr/>
            <p:nvPr/>
          </p:nvSpPr>
          <p:spPr>
            <a:xfrm>
              <a:off x="7192555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42" name="object 1142" descr=""/>
          <p:cNvGrpSpPr/>
          <p:nvPr/>
        </p:nvGrpSpPr>
        <p:grpSpPr>
          <a:xfrm>
            <a:off x="6971264" y="6619316"/>
            <a:ext cx="59690" cy="74295"/>
            <a:chOff x="6971264" y="6619316"/>
            <a:chExt cx="59690" cy="74295"/>
          </a:xfrm>
        </p:grpSpPr>
        <p:sp>
          <p:nvSpPr>
            <p:cNvPr id="1143" name="object 1143" descr=""/>
            <p:cNvSpPr/>
            <p:nvPr/>
          </p:nvSpPr>
          <p:spPr>
            <a:xfrm>
              <a:off x="6976499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4" name="object 1144" descr=""/>
            <p:cNvSpPr/>
            <p:nvPr/>
          </p:nvSpPr>
          <p:spPr>
            <a:xfrm>
              <a:off x="6976499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45" name="object 1145" descr=""/>
          <p:cNvGrpSpPr/>
          <p:nvPr/>
        </p:nvGrpSpPr>
        <p:grpSpPr>
          <a:xfrm>
            <a:off x="6755207" y="6619316"/>
            <a:ext cx="59690" cy="74295"/>
            <a:chOff x="6755207" y="6619316"/>
            <a:chExt cx="59690" cy="74295"/>
          </a:xfrm>
        </p:grpSpPr>
        <p:sp>
          <p:nvSpPr>
            <p:cNvPr id="1146" name="object 1146" descr=""/>
            <p:cNvSpPr/>
            <p:nvPr/>
          </p:nvSpPr>
          <p:spPr>
            <a:xfrm>
              <a:off x="6760443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7" name="object 1147" descr=""/>
            <p:cNvSpPr/>
            <p:nvPr/>
          </p:nvSpPr>
          <p:spPr>
            <a:xfrm>
              <a:off x="6760443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48" name="object 1148" descr=""/>
          <p:cNvGrpSpPr/>
          <p:nvPr/>
        </p:nvGrpSpPr>
        <p:grpSpPr>
          <a:xfrm>
            <a:off x="6539162" y="6619316"/>
            <a:ext cx="59690" cy="74295"/>
            <a:chOff x="6539162" y="6619316"/>
            <a:chExt cx="59690" cy="74295"/>
          </a:xfrm>
        </p:grpSpPr>
        <p:sp>
          <p:nvSpPr>
            <p:cNvPr id="1149" name="object 1149" descr=""/>
            <p:cNvSpPr/>
            <p:nvPr/>
          </p:nvSpPr>
          <p:spPr>
            <a:xfrm>
              <a:off x="6544397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0" name="object 1150" descr=""/>
            <p:cNvSpPr/>
            <p:nvPr/>
          </p:nvSpPr>
          <p:spPr>
            <a:xfrm>
              <a:off x="6544397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1" name="object 1151" descr=""/>
          <p:cNvGrpSpPr/>
          <p:nvPr/>
        </p:nvGrpSpPr>
        <p:grpSpPr>
          <a:xfrm>
            <a:off x="6323105" y="6619316"/>
            <a:ext cx="59690" cy="74295"/>
            <a:chOff x="6323105" y="6619316"/>
            <a:chExt cx="59690" cy="74295"/>
          </a:xfrm>
        </p:grpSpPr>
        <p:sp>
          <p:nvSpPr>
            <p:cNvPr id="1152" name="object 1152" descr=""/>
            <p:cNvSpPr/>
            <p:nvPr/>
          </p:nvSpPr>
          <p:spPr>
            <a:xfrm>
              <a:off x="6328341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3" name="object 1153" descr=""/>
            <p:cNvSpPr/>
            <p:nvPr/>
          </p:nvSpPr>
          <p:spPr>
            <a:xfrm>
              <a:off x="6328341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4" name="object 1154" descr=""/>
          <p:cNvGrpSpPr/>
          <p:nvPr/>
        </p:nvGrpSpPr>
        <p:grpSpPr>
          <a:xfrm>
            <a:off x="6107049" y="6619316"/>
            <a:ext cx="59690" cy="74295"/>
            <a:chOff x="6107049" y="6619316"/>
            <a:chExt cx="59690" cy="74295"/>
          </a:xfrm>
        </p:grpSpPr>
        <p:sp>
          <p:nvSpPr>
            <p:cNvPr id="1155" name="object 1155" descr=""/>
            <p:cNvSpPr/>
            <p:nvPr/>
          </p:nvSpPr>
          <p:spPr>
            <a:xfrm>
              <a:off x="6112285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6" name="object 1156" descr=""/>
            <p:cNvSpPr/>
            <p:nvPr/>
          </p:nvSpPr>
          <p:spPr>
            <a:xfrm>
              <a:off x="6112285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7" name="object 1157" descr=""/>
          <p:cNvGrpSpPr/>
          <p:nvPr/>
        </p:nvGrpSpPr>
        <p:grpSpPr>
          <a:xfrm>
            <a:off x="5890993" y="6619316"/>
            <a:ext cx="59690" cy="74295"/>
            <a:chOff x="5890993" y="6619316"/>
            <a:chExt cx="59690" cy="74295"/>
          </a:xfrm>
        </p:grpSpPr>
        <p:sp>
          <p:nvSpPr>
            <p:cNvPr id="1158" name="object 1158" descr=""/>
            <p:cNvSpPr/>
            <p:nvPr/>
          </p:nvSpPr>
          <p:spPr>
            <a:xfrm>
              <a:off x="5896228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9" name="object 1159" descr=""/>
            <p:cNvSpPr/>
            <p:nvPr/>
          </p:nvSpPr>
          <p:spPr>
            <a:xfrm>
              <a:off x="5896228" y="6624552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60" name="object 1160" descr=""/>
          <p:cNvGrpSpPr/>
          <p:nvPr/>
        </p:nvGrpSpPr>
        <p:grpSpPr>
          <a:xfrm>
            <a:off x="7619432" y="6842932"/>
            <a:ext cx="59690" cy="74295"/>
            <a:chOff x="7619432" y="6842932"/>
            <a:chExt cx="59690" cy="74295"/>
          </a:xfrm>
        </p:grpSpPr>
        <p:sp>
          <p:nvSpPr>
            <p:cNvPr id="1161" name="object 1161" descr=""/>
            <p:cNvSpPr/>
            <p:nvPr/>
          </p:nvSpPr>
          <p:spPr>
            <a:xfrm>
              <a:off x="7624668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2" name="object 1162" descr=""/>
            <p:cNvSpPr/>
            <p:nvPr/>
          </p:nvSpPr>
          <p:spPr>
            <a:xfrm>
              <a:off x="7624668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63" name="object 1163" descr=""/>
          <p:cNvGrpSpPr/>
          <p:nvPr/>
        </p:nvGrpSpPr>
        <p:grpSpPr>
          <a:xfrm>
            <a:off x="7403376" y="6842932"/>
            <a:ext cx="59690" cy="74295"/>
            <a:chOff x="7403376" y="6842932"/>
            <a:chExt cx="59690" cy="74295"/>
          </a:xfrm>
        </p:grpSpPr>
        <p:sp>
          <p:nvSpPr>
            <p:cNvPr id="1164" name="object 1164" descr=""/>
            <p:cNvSpPr/>
            <p:nvPr/>
          </p:nvSpPr>
          <p:spPr>
            <a:xfrm>
              <a:off x="7408612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5" name="object 1165" descr=""/>
            <p:cNvSpPr/>
            <p:nvPr/>
          </p:nvSpPr>
          <p:spPr>
            <a:xfrm>
              <a:off x="7408612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66" name="object 1166" descr=""/>
          <p:cNvGrpSpPr/>
          <p:nvPr/>
        </p:nvGrpSpPr>
        <p:grpSpPr>
          <a:xfrm>
            <a:off x="7187320" y="6842932"/>
            <a:ext cx="59690" cy="74295"/>
            <a:chOff x="7187320" y="6842932"/>
            <a:chExt cx="59690" cy="74295"/>
          </a:xfrm>
        </p:grpSpPr>
        <p:sp>
          <p:nvSpPr>
            <p:cNvPr id="1167" name="object 1167" descr=""/>
            <p:cNvSpPr/>
            <p:nvPr/>
          </p:nvSpPr>
          <p:spPr>
            <a:xfrm>
              <a:off x="7192555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8" name="object 1168" descr=""/>
            <p:cNvSpPr/>
            <p:nvPr/>
          </p:nvSpPr>
          <p:spPr>
            <a:xfrm>
              <a:off x="7192555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69" name="object 1169" descr=""/>
          <p:cNvGrpSpPr/>
          <p:nvPr/>
        </p:nvGrpSpPr>
        <p:grpSpPr>
          <a:xfrm>
            <a:off x="6971264" y="6842932"/>
            <a:ext cx="59690" cy="74295"/>
            <a:chOff x="6971264" y="6842932"/>
            <a:chExt cx="59690" cy="74295"/>
          </a:xfrm>
        </p:grpSpPr>
        <p:sp>
          <p:nvSpPr>
            <p:cNvPr id="1170" name="object 1170" descr=""/>
            <p:cNvSpPr/>
            <p:nvPr/>
          </p:nvSpPr>
          <p:spPr>
            <a:xfrm>
              <a:off x="6976499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1" name="object 1171" descr=""/>
            <p:cNvSpPr/>
            <p:nvPr/>
          </p:nvSpPr>
          <p:spPr>
            <a:xfrm>
              <a:off x="6976499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72" name="object 1172" descr=""/>
          <p:cNvGrpSpPr/>
          <p:nvPr/>
        </p:nvGrpSpPr>
        <p:grpSpPr>
          <a:xfrm>
            <a:off x="6755207" y="6842932"/>
            <a:ext cx="59690" cy="74295"/>
            <a:chOff x="6755207" y="6842932"/>
            <a:chExt cx="59690" cy="74295"/>
          </a:xfrm>
        </p:grpSpPr>
        <p:sp>
          <p:nvSpPr>
            <p:cNvPr id="1173" name="object 1173" descr=""/>
            <p:cNvSpPr/>
            <p:nvPr/>
          </p:nvSpPr>
          <p:spPr>
            <a:xfrm>
              <a:off x="6760443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4" name="object 1174" descr=""/>
            <p:cNvSpPr/>
            <p:nvPr/>
          </p:nvSpPr>
          <p:spPr>
            <a:xfrm>
              <a:off x="6760443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75" name="object 1175" descr=""/>
          <p:cNvGrpSpPr/>
          <p:nvPr/>
        </p:nvGrpSpPr>
        <p:grpSpPr>
          <a:xfrm>
            <a:off x="6539162" y="6842932"/>
            <a:ext cx="59690" cy="74295"/>
            <a:chOff x="6539162" y="6842932"/>
            <a:chExt cx="59690" cy="74295"/>
          </a:xfrm>
        </p:grpSpPr>
        <p:sp>
          <p:nvSpPr>
            <p:cNvPr id="1176" name="object 1176" descr=""/>
            <p:cNvSpPr/>
            <p:nvPr/>
          </p:nvSpPr>
          <p:spPr>
            <a:xfrm>
              <a:off x="6544397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7" name="object 1177" descr=""/>
            <p:cNvSpPr/>
            <p:nvPr/>
          </p:nvSpPr>
          <p:spPr>
            <a:xfrm>
              <a:off x="6544397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78" name="object 1178" descr=""/>
          <p:cNvGrpSpPr/>
          <p:nvPr/>
        </p:nvGrpSpPr>
        <p:grpSpPr>
          <a:xfrm>
            <a:off x="6323105" y="6842932"/>
            <a:ext cx="59690" cy="74295"/>
            <a:chOff x="6323105" y="6842932"/>
            <a:chExt cx="59690" cy="74295"/>
          </a:xfrm>
        </p:grpSpPr>
        <p:sp>
          <p:nvSpPr>
            <p:cNvPr id="1179" name="object 1179" descr=""/>
            <p:cNvSpPr/>
            <p:nvPr/>
          </p:nvSpPr>
          <p:spPr>
            <a:xfrm>
              <a:off x="6328341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0" name="object 1180" descr=""/>
            <p:cNvSpPr/>
            <p:nvPr/>
          </p:nvSpPr>
          <p:spPr>
            <a:xfrm>
              <a:off x="6328341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81" name="object 1181" descr=""/>
          <p:cNvGrpSpPr/>
          <p:nvPr/>
        </p:nvGrpSpPr>
        <p:grpSpPr>
          <a:xfrm>
            <a:off x="6107049" y="6842932"/>
            <a:ext cx="59690" cy="74295"/>
            <a:chOff x="6107049" y="6842932"/>
            <a:chExt cx="59690" cy="74295"/>
          </a:xfrm>
        </p:grpSpPr>
        <p:sp>
          <p:nvSpPr>
            <p:cNvPr id="1182" name="object 1182" descr=""/>
            <p:cNvSpPr/>
            <p:nvPr/>
          </p:nvSpPr>
          <p:spPr>
            <a:xfrm>
              <a:off x="6112285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3" name="object 1183" descr=""/>
            <p:cNvSpPr/>
            <p:nvPr/>
          </p:nvSpPr>
          <p:spPr>
            <a:xfrm>
              <a:off x="6112285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84" name="object 1184" descr=""/>
          <p:cNvGrpSpPr/>
          <p:nvPr/>
        </p:nvGrpSpPr>
        <p:grpSpPr>
          <a:xfrm>
            <a:off x="5890993" y="6842932"/>
            <a:ext cx="59690" cy="74295"/>
            <a:chOff x="5890993" y="6842932"/>
            <a:chExt cx="59690" cy="74295"/>
          </a:xfrm>
        </p:grpSpPr>
        <p:sp>
          <p:nvSpPr>
            <p:cNvPr id="1185" name="object 1185" descr=""/>
            <p:cNvSpPr/>
            <p:nvPr/>
          </p:nvSpPr>
          <p:spPr>
            <a:xfrm>
              <a:off x="5896228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6" name="object 1186" descr=""/>
            <p:cNvSpPr/>
            <p:nvPr/>
          </p:nvSpPr>
          <p:spPr>
            <a:xfrm>
              <a:off x="5896228" y="6848168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87" name="object 1187" descr=""/>
          <p:cNvGrpSpPr/>
          <p:nvPr/>
        </p:nvGrpSpPr>
        <p:grpSpPr>
          <a:xfrm>
            <a:off x="9007914" y="6155739"/>
            <a:ext cx="344805" cy="97155"/>
            <a:chOff x="9007914" y="6155739"/>
            <a:chExt cx="344805" cy="97155"/>
          </a:xfrm>
        </p:grpSpPr>
        <p:sp>
          <p:nvSpPr>
            <p:cNvPr id="1188" name="object 1188" descr=""/>
            <p:cNvSpPr/>
            <p:nvPr/>
          </p:nvSpPr>
          <p:spPr>
            <a:xfrm>
              <a:off x="9013149" y="6160974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60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9" name="object 1189" descr=""/>
            <p:cNvSpPr/>
            <p:nvPr/>
          </p:nvSpPr>
          <p:spPr>
            <a:xfrm>
              <a:off x="9013149" y="6160974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60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0" name="object 1190" descr=""/>
            <p:cNvSpPr/>
            <p:nvPr/>
          </p:nvSpPr>
          <p:spPr>
            <a:xfrm>
              <a:off x="9041897" y="6160978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60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1" name="object 1191" descr=""/>
            <p:cNvSpPr/>
            <p:nvPr/>
          </p:nvSpPr>
          <p:spPr>
            <a:xfrm>
              <a:off x="9041897" y="6160978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60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92" name="object 1192" descr=""/>
          <p:cNvGrpSpPr/>
          <p:nvPr/>
        </p:nvGrpSpPr>
        <p:grpSpPr>
          <a:xfrm>
            <a:off x="8491542" y="6155739"/>
            <a:ext cx="344805" cy="97155"/>
            <a:chOff x="8491542" y="6155739"/>
            <a:chExt cx="344805" cy="97155"/>
          </a:xfrm>
        </p:grpSpPr>
        <p:sp>
          <p:nvSpPr>
            <p:cNvPr id="1193" name="object 1193" descr=""/>
            <p:cNvSpPr/>
            <p:nvPr/>
          </p:nvSpPr>
          <p:spPr>
            <a:xfrm>
              <a:off x="8496777" y="6160974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60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4" name="object 1194" descr=""/>
            <p:cNvSpPr/>
            <p:nvPr/>
          </p:nvSpPr>
          <p:spPr>
            <a:xfrm>
              <a:off x="8496777" y="6160974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60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5" name="object 1195" descr=""/>
            <p:cNvSpPr/>
            <p:nvPr/>
          </p:nvSpPr>
          <p:spPr>
            <a:xfrm>
              <a:off x="8525527" y="6160978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60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6" name="object 1196" descr=""/>
            <p:cNvSpPr/>
            <p:nvPr/>
          </p:nvSpPr>
          <p:spPr>
            <a:xfrm>
              <a:off x="8525527" y="6160978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60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97" name="object 1197" descr=""/>
          <p:cNvGrpSpPr/>
          <p:nvPr/>
        </p:nvGrpSpPr>
        <p:grpSpPr>
          <a:xfrm>
            <a:off x="7975170" y="6155739"/>
            <a:ext cx="344805" cy="97155"/>
            <a:chOff x="7975170" y="6155739"/>
            <a:chExt cx="344805" cy="97155"/>
          </a:xfrm>
        </p:grpSpPr>
        <p:sp>
          <p:nvSpPr>
            <p:cNvPr id="1198" name="object 1198" descr=""/>
            <p:cNvSpPr/>
            <p:nvPr/>
          </p:nvSpPr>
          <p:spPr>
            <a:xfrm>
              <a:off x="7980406" y="6160974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60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9" name="object 1199" descr=""/>
            <p:cNvSpPr/>
            <p:nvPr/>
          </p:nvSpPr>
          <p:spPr>
            <a:xfrm>
              <a:off x="7980406" y="6160974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60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0" name="object 1200" descr=""/>
            <p:cNvSpPr/>
            <p:nvPr/>
          </p:nvSpPr>
          <p:spPr>
            <a:xfrm>
              <a:off x="8009157" y="6160978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60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1" name="object 1201" descr=""/>
            <p:cNvSpPr/>
            <p:nvPr/>
          </p:nvSpPr>
          <p:spPr>
            <a:xfrm>
              <a:off x="8009157" y="6160978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60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02" name="object 1202" descr=""/>
          <p:cNvGrpSpPr/>
          <p:nvPr/>
        </p:nvGrpSpPr>
        <p:grpSpPr>
          <a:xfrm>
            <a:off x="9007914" y="6382685"/>
            <a:ext cx="344805" cy="97155"/>
            <a:chOff x="9007914" y="6382685"/>
            <a:chExt cx="344805" cy="97155"/>
          </a:xfrm>
        </p:grpSpPr>
        <p:sp>
          <p:nvSpPr>
            <p:cNvPr id="1203" name="object 1203" descr=""/>
            <p:cNvSpPr/>
            <p:nvPr/>
          </p:nvSpPr>
          <p:spPr>
            <a:xfrm>
              <a:off x="9013149" y="6387920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60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4" name="object 1204" descr=""/>
            <p:cNvSpPr/>
            <p:nvPr/>
          </p:nvSpPr>
          <p:spPr>
            <a:xfrm>
              <a:off x="9013149" y="6387920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60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5" name="object 1205" descr=""/>
            <p:cNvSpPr/>
            <p:nvPr/>
          </p:nvSpPr>
          <p:spPr>
            <a:xfrm>
              <a:off x="9041897" y="6387924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60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6" name="object 1206" descr=""/>
            <p:cNvSpPr/>
            <p:nvPr/>
          </p:nvSpPr>
          <p:spPr>
            <a:xfrm>
              <a:off x="9041897" y="6387924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60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07" name="object 1207" descr=""/>
          <p:cNvGrpSpPr/>
          <p:nvPr/>
        </p:nvGrpSpPr>
        <p:grpSpPr>
          <a:xfrm>
            <a:off x="8491542" y="6382685"/>
            <a:ext cx="344805" cy="97155"/>
            <a:chOff x="8491542" y="6382685"/>
            <a:chExt cx="344805" cy="97155"/>
          </a:xfrm>
        </p:grpSpPr>
        <p:sp>
          <p:nvSpPr>
            <p:cNvPr id="1208" name="object 1208" descr=""/>
            <p:cNvSpPr/>
            <p:nvPr/>
          </p:nvSpPr>
          <p:spPr>
            <a:xfrm>
              <a:off x="8496777" y="6387920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60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9" name="object 1209" descr=""/>
            <p:cNvSpPr/>
            <p:nvPr/>
          </p:nvSpPr>
          <p:spPr>
            <a:xfrm>
              <a:off x="8496777" y="6387920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60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0" name="object 1210" descr=""/>
            <p:cNvSpPr/>
            <p:nvPr/>
          </p:nvSpPr>
          <p:spPr>
            <a:xfrm>
              <a:off x="8525527" y="6387924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60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1" name="object 1211" descr=""/>
            <p:cNvSpPr/>
            <p:nvPr/>
          </p:nvSpPr>
          <p:spPr>
            <a:xfrm>
              <a:off x="8525527" y="6387924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60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12" name="object 1212" descr=""/>
          <p:cNvGrpSpPr/>
          <p:nvPr/>
        </p:nvGrpSpPr>
        <p:grpSpPr>
          <a:xfrm>
            <a:off x="7975170" y="6382685"/>
            <a:ext cx="344805" cy="97155"/>
            <a:chOff x="7975170" y="6382685"/>
            <a:chExt cx="344805" cy="97155"/>
          </a:xfrm>
        </p:grpSpPr>
        <p:sp>
          <p:nvSpPr>
            <p:cNvPr id="1213" name="object 1213" descr=""/>
            <p:cNvSpPr/>
            <p:nvPr/>
          </p:nvSpPr>
          <p:spPr>
            <a:xfrm>
              <a:off x="7980406" y="6387920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60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4" name="object 1214" descr=""/>
            <p:cNvSpPr/>
            <p:nvPr/>
          </p:nvSpPr>
          <p:spPr>
            <a:xfrm>
              <a:off x="7980406" y="6387920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60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5" name="object 1215" descr=""/>
            <p:cNvSpPr/>
            <p:nvPr/>
          </p:nvSpPr>
          <p:spPr>
            <a:xfrm>
              <a:off x="8009157" y="6387924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60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6" name="object 1216" descr=""/>
            <p:cNvSpPr/>
            <p:nvPr/>
          </p:nvSpPr>
          <p:spPr>
            <a:xfrm>
              <a:off x="8009157" y="6387924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60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17" name="object 1217" descr=""/>
          <p:cNvGrpSpPr/>
          <p:nvPr/>
        </p:nvGrpSpPr>
        <p:grpSpPr>
          <a:xfrm>
            <a:off x="9007914" y="6609631"/>
            <a:ext cx="344805" cy="97155"/>
            <a:chOff x="9007914" y="6609631"/>
            <a:chExt cx="344805" cy="97155"/>
          </a:xfrm>
        </p:grpSpPr>
        <p:sp>
          <p:nvSpPr>
            <p:cNvPr id="1218" name="object 1218" descr=""/>
            <p:cNvSpPr/>
            <p:nvPr/>
          </p:nvSpPr>
          <p:spPr>
            <a:xfrm>
              <a:off x="9013149" y="6614866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9" name="object 1219" descr=""/>
            <p:cNvSpPr/>
            <p:nvPr/>
          </p:nvSpPr>
          <p:spPr>
            <a:xfrm>
              <a:off x="9013149" y="6614866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0" name="object 1220" descr=""/>
            <p:cNvSpPr/>
            <p:nvPr/>
          </p:nvSpPr>
          <p:spPr>
            <a:xfrm>
              <a:off x="9041897" y="6614871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1" name="object 1221" descr=""/>
            <p:cNvSpPr/>
            <p:nvPr/>
          </p:nvSpPr>
          <p:spPr>
            <a:xfrm>
              <a:off x="9041897" y="6614871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2" name="object 1222" descr=""/>
          <p:cNvGrpSpPr/>
          <p:nvPr/>
        </p:nvGrpSpPr>
        <p:grpSpPr>
          <a:xfrm>
            <a:off x="8491542" y="6609631"/>
            <a:ext cx="344805" cy="97155"/>
            <a:chOff x="8491542" y="6609631"/>
            <a:chExt cx="344805" cy="97155"/>
          </a:xfrm>
        </p:grpSpPr>
        <p:sp>
          <p:nvSpPr>
            <p:cNvPr id="1223" name="object 1223" descr=""/>
            <p:cNvSpPr/>
            <p:nvPr/>
          </p:nvSpPr>
          <p:spPr>
            <a:xfrm>
              <a:off x="8496777" y="6614866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4" name="object 1224" descr=""/>
            <p:cNvSpPr/>
            <p:nvPr/>
          </p:nvSpPr>
          <p:spPr>
            <a:xfrm>
              <a:off x="8496777" y="6614866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5" name="object 1225" descr=""/>
            <p:cNvSpPr/>
            <p:nvPr/>
          </p:nvSpPr>
          <p:spPr>
            <a:xfrm>
              <a:off x="8525527" y="6614871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6" name="object 1226" descr=""/>
            <p:cNvSpPr/>
            <p:nvPr/>
          </p:nvSpPr>
          <p:spPr>
            <a:xfrm>
              <a:off x="8525527" y="6614871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7" name="object 1227" descr=""/>
          <p:cNvGrpSpPr/>
          <p:nvPr/>
        </p:nvGrpSpPr>
        <p:grpSpPr>
          <a:xfrm>
            <a:off x="7975170" y="6609631"/>
            <a:ext cx="344805" cy="97155"/>
            <a:chOff x="7975170" y="6609631"/>
            <a:chExt cx="344805" cy="97155"/>
          </a:xfrm>
        </p:grpSpPr>
        <p:sp>
          <p:nvSpPr>
            <p:cNvPr id="1228" name="object 1228" descr=""/>
            <p:cNvSpPr/>
            <p:nvPr/>
          </p:nvSpPr>
          <p:spPr>
            <a:xfrm>
              <a:off x="7980406" y="6614866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9" name="object 1229" descr=""/>
            <p:cNvSpPr/>
            <p:nvPr/>
          </p:nvSpPr>
          <p:spPr>
            <a:xfrm>
              <a:off x="7980406" y="6614866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0" name="object 1230" descr=""/>
            <p:cNvSpPr/>
            <p:nvPr/>
          </p:nvSpPr>
          <p:spPr>
            <a:xfrm>
              <a:off x="8009157" y="6614871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1" name="object 1231" descr=""/>
            <p:cNvSpPr/>
            <p:nvPr/>
          </p:nvSpPr>
          <p:spPr>
            <a:xfrm>
              <a:off x="8009157" y="6614871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32" name="object 1232" descr=""/>
          <p:cNvGrpSpPr/>
          <p:nvPr/>
        </p:nvGrpSpPr>
        <p:grpSpPr>
          <a:xfrm>
            <a:off x="9007914" y="6836577"/>
            <a:ext cx="344805" cy="97155"/>
            <a:chOff x="9007914" y="6836577"/>
            <a:chExt cx="344805" cy="97155"/>
          </a:xfrm>
        </p:grpSpPr>
        <p:sp>
          <p:nvSpPr>
            <p:cNvPr id="1233" name="object 1233" descr=""/>
            <p:cNvSpPr/>
            <p:nvPr/>
          </p:nvSpPr>
          <p:spPr>
            <a:xfrm>
              <a:off x="9013149" y="6841812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4" name="object 1234" descr=""/>
            <p:cNvSpPr/>
            <p:nvPr/>
          </p:nvSpPr>
          <p:spPr>
            <a:xfrm>
              <a:off x="9013149" y="6841812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5" name="object 1235" descr=""/>
            <p:cNvSpPr/>
            <p:nvPr/>
          </p:nvSpPr>
          <p:spPr>
            <a:xfrm>
              <a:off x="9041897" y="6841817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6" name="object 1236" descr=""/>
            <p:cNvSpPr/>
            <p:nvPr/>
          </p:nvSpPr>
          <p:spPr>
            <a:xfrm>
              <a:off x="9041897" y="6841817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37" name="object 1237" descr=""/>
          <p:cNvGrpSpPr/>
          <p:nvPr/>
        </p:nvGrpSpPr>
        <p:grpSpPr>
          <a:xfrm>
            <a:off x="8491542" y="6836577"/>
            <a:ext cx="344805" cy="97155"/>
            <a:chOff x="8491542" y="6836577"/>
            <a:chExt cx="344805" cy="97155"/>
          </a:xfrm>
        </p:grpSpPr>
        <p:sp>
          <p:nvSpPr>
            <p:cNvPr id="1238" name="object 1238" descr=""/>
            <p:cNvSpPr/>
            <p:nvPr/>
          </p:nvSpPr>
          <p:spPr>
            <a:xfrm>
              <a:off x="8496777" y="6841812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9" name="object 1239" descr=""/>
            <p:cNvSpPr/>
            <p:nvPr/>
          </p:nvSpPr>
          <p:spPr>
            <a:xfrm>
              <a:off x="8496777" y="6841812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0" name="object 1240" descr=""/>
            <p:cNvSpPr/>
            <p:nvPr/>
          </p:nvSpPr>
          <p:spPr>
            <a:xfrm>
              <a:off x="8525527" y="6841817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1" name="object 1241" descr=""/>
            <p:cNvSpPr/>
            <p:nvPr/>
          </p:nvSpPr>
          <p:spPr>
            <a:xfrm>
              <a:off x="8525527" y="6841817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42" name="object 1242" descr=""/>
          <p:cNvGrpSpPr/>
          <p:nvPr/>
        </p:nvGrpSpPr>
        <p:grpSpPr>
          <a:xfrm>
            <a:off x="7975170" y="6836577"/>
            <a:ext cx="344805" cy="97155"/>
            <a:chOff x="7975170" y="6836577"/>
            <a:chExt cx="344805" cy="97155"/>
          </a:xfrm>
        </p:grpSpPr>
        <p:sp>
          <p:nvSpPr>
            <p:cNvPr id="1243" name="object 1243" descr=""/>
            <p:cNvSpPr/>
            <p:nvPr/>
          </p:nvSpPr>
          <p:spPr>
            <a:xfrm>
              <a:off x="7980406" y="6841812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4" name="object 1244" descr=""/>
            <p:cNvSpPr/>
            <p:nvPr/>
          </p:nvSpPr>
          <p:spPr>
            <a:xfrm>
              <a:off x="7980406" y="6841812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5" name="object 1245" descr=""/>
            <p:cNvSpPr/>
            <p:nvPr/>
          </p:nvSpPr>
          <p:spPr>
            <a:xfrm>
              <a:off x="8009157" y="6841817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6" name="object 1246" descr=""/>
            <p:cNvSpPr/>
            <p:nvPr/>
          </p:nvSpPr>
          <p:spPr>
            <a:xfrm>
              <a:off x="8009157" y="6841817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47" name="object 1247" descr=""/>
          <p:cNvGrpSpPr/>
          <p:nvPr/>
        </p:nvGrpSpPr>
        <p:grpSpPr>
          <a:xfrm>
            <a:off x="11398197" y="7069931"/>
            <a:ext cx="59690" cy="74295"/>
            <a:chOff x="11398197" y="7069931"/>
            <a:chExt cx="59690" cy="74295"/>
          </a:xfrm>
        </p:grpSpPr>
        <p:sp>
          <p:nvSpPr>
            <p:cNvPr id="1248" name="object 1248" descr=""/>
            <p:cNvSpPr/>
            <p:nvPr/>
          </p:nvSpPr>
          <p:spPr>
            <a:xfrm>
              <a:off x="11403432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9" name="object 1249" descr=""/>
            <p:cNvSpPr/>
            <p:nvPr/>
          </p:nvSpPr>
          <p:spPr>
            <a:xfrm>
              <a:off x="11403432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0" name="object 1250" descr=""/>
          <p:cNvGrpSpPr/>
          <p:nvPr/>
        </p:nvGrpSpPr>
        <p:grpSpPr>
          <a:xfrm>
            <a:off x="11182141" y="7069931"/>
            <a:ext cx="59690" cy="74295"/>
            <a:chOff x="11182141" y="7069931"/>
            <a:chExt cx="59690" cy="74295"/>
          </a:xfrm>
        </p:grpSpPr>
        <p:sp>
          <p:nvSpPr>
            <p:cNvPr id="1251" name="object 1251" descr=""/>
            <p:cNvSpPr/>
            <p:nvPr/>
          </p:nvSpPr>
          <p:spPr>
            <a:xfrm>
              <a:off x="11187376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2" name="object 1252" descr=""/>
            <p:cNvSpPr/>
            <p:nvPr/>
          </p:nvSpPr>
          <p:spPr>
            <a:xfrm>
              <a:off x="11187376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3" name="object 1253" descr=""/>
          <p:cNvGrpSpPr/>
          <p:nvPr/>
        </p:nvGrpSpPr>
        <p:grpSpPr>
          <a:xfrm>
            <a:off x="10966084" y="7069931"/>
            <a:ext cx="59690" cy="74295"/>
            <a:chOff x="10966084" y="7069931"/>
            <a:chExt cx="59690" cy="74295"/>
          </a:xfrm>
        </p:grpSpPr>
        <p:sp>
          <p:nvSpPr>
            <p:cNvPr id="1254" name="object 1254" descr=""/>
            <p:cNvSpPr/>
            <p:nvPr/>
          </p:nvSpPr>
          <p:spPr>
            <a:xfrm>
              <a:off x="10971320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5" name="object 1255" descr=""/>
            <p:cNvSpPr/>
            <p:nvPr/>
          </p:nvSpPr>
          <p:spPr>
            <a:xfrm>
              <a:off x="10971320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6" name="object 1256" descr=""/>
          <p:cNvGrpSpPr/>
          <p:nvPr/>
        </p:nvGrpSpPr>
        <p:grpSpPr>
          <a:xfrm>
            <a:off x="10750039" y="7069931"/>
            <a:ext cx="59690" cy="74295"/>
            <a:chOff x="10750039" y="7069931"/>
            <a:chExt cx="59690" cy="74295"/>
          </a:xfrm>
        </p:grpSpPr>
        <p:sp>
          <p:nvSpPr>
            <p:cNvPr id="1257" name="object 1257" descr=""/>
            <p:cNvSpPr/>
            <p:nvPr/>
          </p:nvSpPr>
          <p:spPr>
            <a:xfrm>
              <a:off x="10755274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8" name="object 1258" descr=""/>
            <p:cNvSpPr/>
            <p:nvPr/>
          </p:nvSpPr>
          <p:spPr>
            <a:xfrm>
              <a:off x="10755274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9" name="object 1259" descr=""/>
          <p:cNvGrpSpPr/>
          <p:nvPr/>
        </p:nvGrpSpPr>
        <p:grpSpPr>
          <a:xfrm>
            <a:off x="10533982" y="7069931"/>
            <a:ext cx="59690" cy="74295"/>
            <a:chOff x="10533982" y="7069931"/>
            <a:chExt cx="59690" cy="74295"/>
          </a:xfrm>
        </p:grpSpPr>
        <p:sp>
          <p:nvSpPr>
            <p:cNvPr id="1260" name="object 1260" descr=""/>
            <p:cNvSpPr/>
            <p:nvPr/>
          </p:nvSpPr>
          <p:spPr>
            <a:xfrm>
              <a:off x="10539218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1" name="object 1261" descr=""/>
            <p:cNvSpPr/>
            <p:nvPr/>
          </p:nvSpPr>
          <p:spPr>
            <a:xfrm>
              <a:off x="10539218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62" name="object 1262" descr=""/>
          <p:cNvGrpSpPr/>
          <p:nvPr/>
        </p:nvGrpSpPr>
        <p:grpSpPr>
          <a:xfrm>
            <a:off x="10317926" y="7069931"/>
            <a:ext cx="59690" cy="74295"/>
            <a:chOff x="10317926" y="7069931"/>
            <a:chExt cx="59690" cy="74295"/>
          </a:xfrm>
        </p:grpSpPr>
        <p:sp>
          <p:nvSpPr>
            <p:cNvPr id="1263" name="object 1263" descr=""/>
            <p:cNvSpPr/>
            <p:nvPr/>
          </p:nvSpPr>
          <p:spPr>
            <a:xfrm>
              <a:off x="10323162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4" name="object 1264" descr=""/>
            <p:cNvSpPr/>
            <p:nvPr/>
          </p:nvSpPr>
          <p:spPr>
            <a:xfrm>
              <a:off x="10323162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65" name="object 1265" descr=""/>
          <p:cNvGrpSpPr/>
          <p:nvPr/>
        </p:nvGrpSpPr>
        <p:grpSpPr>
          <a:xfrm>
            <a:off x="10101870" y="7069931"/>
            <a:ext cx="59690" cy="74295"/>
            <a:chOff x="10101870" y="7069931"/>
            <a:chExt cx="59690" cy="74295"/>
          </a:xfrm>
        </p:grpSpPr>
        <p:sp>
          <p:nvSpPr>
            <p:cNvPr id="1266" name="object 1266" descr=""/>
            <p:cNvSpPr/>
            <p:nvPr/>
          </p:nvSpPr>
          <p:spPr>
            <a:xfrm>
              <a:off x="10107105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7" name="object 1267" descr=""/>
            <p:cNvSpPr/>
            <p:nvPr/>
          </p:nvSpPr>
          <p:spPr>
            <a:xfrm>
              <a:off x="10107105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68" name="object 1268" descr=""/>
          <p:cNvGrpSpPr/>
          <p:nvPr/>
        </p:nvGrpSpPr>
        <p:grpSpPr>
          <a:xfrm>
            <a:off x="9885814" y="7069931"/>
            <a:ext cx="59690" cy="74295"/>
            <a:chOff x="9885814" y="7069931"/>
            <a:chExt cx="59690" cy="74295"/>
          </a:xfrm>
        </p:grpSpPr>
        <p:sp>
          <p:nvSpPr>
            <p:cNvPr id="1269" name="object 1269" descr=""/>
            <p:cNvSpPr/>
            <p:nvPr/>
          </p:nvSpPr>
          <p:spPr>
            <a:xfrm>
              <a:off x="9891049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0" name="object 1270" descr=""/>
            <p:cNvSpPr/>
            <p:nvPr/>
          </p:nvSpPr>
          <p:spPr>
            <a:xfrm>
              <a:off x="9891049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71" name="object 1271" descr=""/>
          <p:cNvGrpSpPr/>
          <p:nvPr/>
        </p:nvGrpSpPr>
        <p:grpSpPr>
          <a:xfrm>
            <a:off x="9669757" y="7069931"/>
            <a:ext cx="59690" cy="74295"/>
            <a:chOff x="9669757" y="7069931"/>
            <a:chExt cx="59690" cy="74295"/>
          </a:xfrm>
        </p:grpSpPr>
        <p:sp>
          <p:nvSpPr>
            <p:cNvPr id="1272" name="object 1272" descr=""/>
            <p:cNvSpPr/>
            <p:nvPr/>
          </p:nvSpPr>
          <p:spPr>
            <a:xfrm>
              <a:off x="9674993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3" name="object 1273" descr=""/>
            <p:cNvSpPr/>
            <p:nvPr/>
          </p:nvSpPr>
          <p:spPr>
            <a:xfrm>
              <a:off x="9674993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74" name="object 1274" descr=""/>
          <p:cNvGrpSpPr/>
          <p:nvPr/>
        </p:nvGrpSpPr>
        <p:grpSpPr>
          <a:xfrm>
            <a:off x="7619432" y="7069931"/>
            <a:ext cx="59690" cy="74295"/>
            <a:chOff x="7619432" y="7069931"/>
            <a:chExt cx="59690" cy="74295"/>
          </a:xfrm>
        </p:grpSpPr>
        <p:sp>
          <p:nvSpPr>
            <p:cNvPr id="1275" name="object 1275" descr=""/>
            <p:cNvSpPr/>
            <p:nvPr/>
          </p:nvSpPr>
          <p:spPr>
            <a:xfrm>
              <a:off x="7624668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6" name="object 1276" descr=""/>
            <p:cNvSpPr/>
            <p:nvPr/>
          </p:nvSpPr>
          <p:spPr>
            <a:xfrm>
              <a:off x="7624668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77" name="object 1277" descr=""/>
          <p:cNvGrpSpPr/>
          <p:nvPr/>
        </p:nvGrpSpPr>
        <p:grpSpPr>
          <a:xfrm>
            <a:off x="7403376" y="7069931"/>
            <a:ext cx="59690" cy="74295"/>
            <a:chOff x="7403376" y="7069931"/>
            <a:chExt cx="59690" cy="74295"/>
          </a:xfrm>
        </p:grpSpPr>
        <p:sp>
          <p:nvSpPr>
            <p:cNvPr id="1278" name="object 1278" descr=""/>
            <p:cNvSpPr/>
            <p:nvPr/>
          </p:nvSpPr>
          <p:spPr>
            <a:xfrm>
              <a:off x="7408612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9" name="object 1279" descr=""/>
            <p:cNvSpPr/>
            <p:nvPr/>
          </p:nvSpPr>
          <p:spPr>
            <a:xfrm>
              <a:off x="7408612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80" name="object 1280" descr=""/>
          <p:cNvGrpSpPr/>
          <p:nvPr/>
        </p:nvGrpSpPr>
        <p:grpSpPr>
          <a:xfrm>
            <a:off x="7187320" y="7069931"/>
            <a:ext cx="59690" cy="74295"/>
            <a:chOff x="7187320" y="7069931"/>
            <a:chExt cx="59690" cy="74295"/>
          </a:xfrm>
        </p:grpSpPr>
        <p:sp>
          <p:nvSpPr>
            <p:cNvPr id="1281" name="object 1281" descr=""/>
            <p:cNvSpPr/>
            <p:nvPr/>
          </p:nvSpPr>
          <p:spPr>
            <a:xfrm>
              <a:off x="7192555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2" name="object 1282" descr=""/>
            <p:cNvSpPr/>
            <p:nvPr/>
          </p:nvSpPr>
          <p:spPr>
            <a:xfrm>
              <a:off x="7192555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83" name="object 1283" descr=""/>
          <p:cNvGrpSpPr/>
          <p:nvPr/>
        </p:nvGrpSpPr>
        <p:grpSpPr>
          <a:xfrm>
            <a:off x="6971264" y="7069931"/>
            <a:ext cx="59690" cy="74295"/>
            <a:chOff x="6971264" y="7069931"/>
            <a:chExt cx="59690" cy="74295"/>
          </a:xfrm>
        </p:grpSpPr>
        <p:sp>
          <p:nvSpPr>
            <p:cNvPr id="1284" name="object 1284" descr=""/>
            <p:cNvSpPr/>
            <p:nvPr/>
          </p:nvSpPr>
          <p:spPr>
            <a:xfrm>
              <a:off x="6976499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5" name="object 1285" descr=""/>
            <p:cNvSpPr/>
            <p:nvPr/>
          </p:nvSpPr>
          <p:spPr>
            <a:xfrm>
              <a:off x="6976499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86" name="object 1286" descr=""/>
          <p:cNvGrpSpPr/>
          <p:nvPr/>
        </p:nvGrpSpPr>
        <p:grpSpPr>
          <a:xfrm>
            <a:off x="6755207" y="7069931"/>
            <a:ext cx="59690" cy="74295"/>
            <a:chOff x="6755207" y="7069931"/>
            <a:chExt cx="59690" cy="74295"/>
          </a:xfrm>
        </p:grpSpPr>
        <p:sp>
          <p:nvSpPr>
            <p:cNvPr id="1287" name="object 1287" descr=""/>
            <p:cNvSpPr/>
            <p:nvPr/>
          </p:nvSpPr>
          <p:spPr>
            <a:xfrm>
              <a:off x="6760443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8" name="object 1288" descr=""/>
            <p:cNvSpPr/>
            <p:nvPr/>
          </p:nvSpPr>
          <p:spPr>
            <a:xfrm>
              <a:off x="6760443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89" name="object 1289" descr=""/>
          <p:cNvGrpSpPr/>
          <p:nvPr/>
        </p:nvGrpSpPr>
        <p:grpSpPr>
          <a:xfrm>
            <a:off x="6539162" y="7069931"/>
            <a:ext cx="59690" cy="74295"/>
            <a:chOff x="6539162" y="7069931"/>
            <a:chExt cx="59690" cy="74295"/>
          </a:xfrm>
        </p:grpSpPr>
        <p:sp>
          <p:nvSpPr>
            <p:cNvPr id="1290" name="object 1290" descr=""/>
            <p:cNvSpPr/>
            <p:nvPr/>
          </p:nvSpPr>
          <p:spPr>
            <a:xfrm>
              <a:off x="6544397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1" name="object 1291" descr=""/>
            <p:cNvSpPr/>
            <p:nvPr/>
          </p:nvSpPr>
          <p:spPr>
            <a:xfrm>
              <a:off x="6544397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92" name="object 1292" descr=""/>
          <p:cNvGrpSpPr/>
          <p:nvPr/>
        </p:nvGrpSpPr>
        <p:grpSpPr>
          <a:xfrm>
            <a:off x="6323105" y="7069931"/>
            <a:ext cx="59690" cy="74295"/>
            <a:chOff x="6323105" y="7069931"/>
            <a:chExt cx="59690" cy="74295"/>
          </a:xfrm>
        </p:grpSpPr>
        <p:sp>
          <p:nvSpPr>
            <p:cNvPr id="1293" name="object 1293" descr=""/>
            <p:cNvSpPr/>
            <p:nvPr/>
          </p:nvSpPr>
          <p:spPr>
            <a:xfrm>
              <a:off x="6328341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4" name="object 1294" descr=""/>
            <p:cNvSpPr/>
            <p:nvPr/>
          </p:nvSpPr>
          <p:spPr>
            <a:xfrm>
              <a:off x="6328341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95" name="object 1295" descr=""/>
          <p:cNvGrpSpPr/>
          <p:nvPr/>
        </p:nvGrpSpPr>
        <p:grpSpPr>
          <a:xfrm>
            <a:off x="6107049" y="7069931"/>
            <a:ext cx="59690" cy="74295"/>
            <a:chOff x="6107049" y="7069931"/>
            <a:chExt cx="59690" cy="74295"/>
          </a:xfrm>
        </p:grpSpPr>
        <p:sp>
          <p:nvSpPr>
            <p:cNvPr id="1296" name="object 1296" descr=""/>
            <p:cNvSpPr/>
            <p:nvPr/>
          </p:nvSpPr>
          <p:spPr>
            <a:xfrm>
              <a:off x="6112285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7" name="object 1297" descr=""/>
            <p:cNvSpPr/>
            <p:nvPr/>
          </p:nvSpPr>
          <p:spPr>
            <a:xfrm>
              <a:off x="6112285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98" name="object 1298" descr=""/>
          <p:cNvGrpSpPr/>
          <p:nvPr/>
        </p:nvGrpSpPr>
        <p:grpSpPr>
          <a:xfrm>
            <a:off x="5890993" y="7069931"/>
            <a:ext cx="59690" cy="74295"/>
            <a:chOff x="5890993" y="7069931"/>
            <a:chExt cx="59690" cy="74295"/>
          </a:xfrm>
        </p:grpSpPr>
        <p:sp>
          <p:nvSpPr>
            <p:cNvPr id="1299" name="object 1299" descr=""/>
            <p:cNvSpPr/>
            <p:nvPr/>
          </p:nvSpPr>
          <p:spPr>
            <a:xfrm>
              <a:off x="5896228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0" name="object 1300" descr=""/>
            <p:cNvSpPr/>
            <p:nvPr/>
          </p:nvSpPr>
          <p:spPr>
            <a:xfrm>
              <a:off x="5896228" y="7075166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01" name="object 1301" descr=""/>
          <p:cNvGrpSpPr/>
          <p:nvPr/>
        </p:nvGrpSpPr>
        <p:grpSpPr>
          <a:xfrm>
            <a:off x="9007914" y="7063575"/>
            <a:ext cx="344805" cy="97155"/>
            <a:chOff x="9007914" y="7063575"/>
            <a:chExt cx="344805" cy="97155"/>
          </a:xfrm>
        </p:grpSpPr>
        <p:sp>
          <p:nvSpPr>
            <p:cNvPr id="1302" name="object 1302" descr=""/>
            <p:cNvSpPr/>
            <p:nvPr/>
          </p:nvSpPr>
          <p:spPr>
            <a:xfrm>
              <a:off x="9013149" y="7068811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3" name="object 1303" descr=""/>
            <p:cNvSpPr/>
            <p:nvPr/>
          </p:nvSpPr>
          <p:spPr>
            <a:xfrm>
              <a:off x="9013149" y="7068811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4" name="object 1304" descr=""/>
            <p:cNvSpPr/>
            <p:nvPr/>
          </p:nvSpPr>
          <p:spPr>
            <a:xfrm>
              <a:off x="9041897" y="7068813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5" name="object 1305" descr=""/>
            <p:cNvSpPr/>
            <p:nvPr/>
          </p:nvSpPr>
          <p:spPr>
            <a:xfrm>
              <a:off x="9041897" y="7068813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06" name="object 1306" descr=""/>
          <p:cNvGrpSpPr/>
          <p:nvPr/>
        </p:nvGrpSpPr>
        <p:grpSpPr>
          <a:xfrm>
            <a:off x="8491542" y="7063575"/>
            <a:ext cx="344805" cy="97155"/>
            <a:chOff x="8491542" y="7063575"/>
            <a:chExt cx="344805" cy="97155"/>
          </a:xfrm>
        </p:grpSpPr>
        <p:sp>
          <p:nvSpPr>
            <p:cNvPr id="1307" name="object 1307" descr=""/>
            <p:cNvSpPr/>
            <p:nvPr/>
          </p:nvSpPr>
          <p:spPr>
            <a:xfrm>
              <a:off x="8496777" y="7068811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8" name="object 1308" descr=""/>
            <p:cNvSpPr/>
            <p:nvPr/>
          </p:nvSpPr>
          <p:spPr>
            <a:xfrm>
              <a:off x="8496777" y="7068811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9" name="object 1309" descr=""/>
            <p:cNvSpPr/>
            <p:nvPr/>
          </p:nvSpPr>
          <p:spPr>
            <a:xfrm>
              <a:off x="8525527" y="7068813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0" name="object 1310" descr=""/>
            <p:cNvSpPr/>
            <p:nvPr/>
          </p:nvSpPr>
          <p:spPr>
            <a:xfrm>
              <a:off x="8525527" y="7068813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11" name="object 1311" descr=""/>
          <p:cNvGrpSpPr/>
          <p:nvPr/>
        </p:nvGrpSpPr>
        <p:grpSpPr>
          <a:xfrm>
            <a:off x="7975170" y="7063575"/>
            <a:ext cx="344805" cy="97155"/>
            <a:chOff x="7975170" y="7063575"/>
            <a:chExt cx="344805" cy="97155"/>
          </a:xfrm>
        </p:grpSpPr>
        <p:sp>
          <p:nvSpPr>
            <p:cNvPr id="1312" name="object 1312" descr=""/>
            <p:cNvSpPr/>
            <p:nvPr/>
          </p:nvSpPr>
          <p:spPr>
            <a:xfrm>
              <a:off x="7980406" y="7068811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3" name="object 1313" descr=""/>
            <p:cNvSpPr/>
            <p:nvPr/>
          </p:nvSpPr>
          <p:spPr>
            <a:xfrm>
              <a:off x="7980406" y="7068811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4" name="object 1314" descr=""/>
            <p:cNvSpPr/>
            <p:nvPr/>
          </p:nvSpPr>
          <p:spPr>
            <a:xfrm>
              <a:off x="8009157" y="7068813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5" name="object 1315" descr=""/>
            <p:cNvSpPr/>
            <p:nvPr/>
          </p:nvSpPr>
          <p:spPr>
            <a:xfrm>
              <a:off x="8009157" y="7068813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16" name="object 1316" descr=""/>
          <p:cNvGrpSpPr/>
          <p:nvPr/>
        </p:nvGrpSpPr>
        <p:grpSpPr>
          <a:xfrm>
            <a:off x="11398197" y="7296929"/>
            <a:ext cx="59690" cy="74295"/>
            <a:chOff x="11398197" y="7296929"/>
            <a:chExt cx="59690" cy="74295"/>
          </a:xfrm>
        </p:grpSpPr>
        <p:sp>
          <p:nvSpPr>
            <p:cNvPr id="1317" name="object 1317" descr=""/>
            <p:cNvSpPr/>
            <p:nvPr/>
          </p:nvSpPr>
          <p:spPr>
            <a:xfrm>
              <a:off x="11403432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8" name="object 1318" descr=""/>
            <p:cNvSpPr/>
            <p:nvPr/>
          </p:nvSpPr>
          <p:spPr>
            <a:xfrm>
              <a:off x="11403432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19" name="object 1319" descr=""/>
          <p:cNvGrpSpPr/>
          <p:nvPr/>
        </p:nvGrpSpPr>
        <p:grpSpPr>
          <a:xfrm>
            <a:off x="11182141" y="7296929"/>
            <a:ext cx="59690" cy="74295"/>
            <a:chOff x="11182141" y="7296929"/>
            <a:chExt cx="59690" cy="74295"/>
          </a:xfrm>
        </p:grpSpPr>
        <p:sp>
          <p:nvSpPr>
            <p:cNvPr id="1320" name="object 1320" descr=""/>
            <p:cNvSpPr/>
            <p:nvPr/>
          </p:nvSpPr>
          <p:spPr>
            <a:xfrm>
              <a:off x="11187376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1" name="object 1321" descr=""/>
            <p:cNvSpPr/>
            <p:nvPr/>
          </p:nvSpPr>
          <p:spPr>
            <a:xfrm>
              <a:off x="11187376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22" name="object 1322" descr=""/>
          <p:cNvGrpSpPr/>
          <p:nvPr/>
        </p:nvGrpSpPr>
        <p:grpSpPr>
          <a:xfrm>
            <a:off x="10966084" y="7296929"/>
            <a:ext cx="59690" cy="74295"/>
            <a:chOff x="10966084" y="7296929"/>
            <a:chExt cx="59690" cy="74295"/>
          </a:xfrm>
        </p:grpSpPr>
        <p:sp>
          <p:nvSpPr>
            <p:cNvPr id="1323" name="object 1323" descr=""/>
            <p:cNvSpPr/>
            <p:nvPr/>
          </p:nvSpPr>
          <p:spPr>
            <a:xfrm>
              <a:off x="10971320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4" name="object 1324" descr=""/>
            <p:cNvSpPr/>
            <p:nvPr/>
          </p:nvSpPr>
          <p:spPr>
            <a:xfrm>
              <a:off x="10971320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25" name="object 1325" descr=""/>
          <p:cNvGrpSpPr/>
          <p:nvPr/>
        </p:nvGrpSpPr>
        <p:grpSpPr>
          <a:xfrm>
            <a:off x="10750039" y="7296929"/>
            <a:ext cx="59690" cy="74295"/>
            <a:chOff x="10750039" y="7296929"/>
            <a:chExt cx="59690" cy="74295"/>
          </a:xfrm>
        </p:grpSpPr>
        <p:sp>
          <p:nvSpPr>
            <p:cNvPr id="1326" name="object 1326" descr=""/>
            <p:cNvSpPr/>
            <p:nvPr/>
          </p:nvSpPr>
          <p:spPr>
            <a:xfrm>
              <a:off x="10755274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7" name="object 1327" descr=""/>
            <p:cNvSpPr/>
            <p:nvPr/>
          </p:nvSpPr>
          <p:spPr>
            <a:xfrm>
              <a:off x="10755274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28" name="object 1328" descr=""/>
          <p:cNvGrpSpPr/>
          <p:nvPr/>
        </p:nvGrpSpPr>
        <p:grpSpPr>
          <a:xfrm>
            <a:off x="10533982" y="7296929"/>
            <a:ext cx="59690" cy="74295"/>
            <a:chOff x="10533982" y="7296929"/>
            <a:chExt cx="59690" cy="74295"/>
          </a:xfrm>
        </p:grpSpPr>
        <p:sp>
          <p:nvSpPr>
            <p:cNvPr id="1329" name="object 1329" descr=""/>
            <p:cNvSpPr/>
            <p:nvPr/>
          </p:nvSpPr>
          <p:spPr>
            <a:xfrm>
              <a:off x="10539218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0" name="object 1330" descr=""/>
            <p:cNvSpPr/>
            <p:nvPr/>
          </p:nvSpPr>
          <p:spPr>
            <a:xfrm>
              <a:off x="10539218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31" name="object 1331" descr=""/>
          <p:cNvGrpSpPr/>
          <p:nvPr/>
        </p:nvGrpSpPr>
        <p:grpSpPr>
          <a:xfrm>
            <a:off x="10317926" y="7296929"/>
            <a:ext cx="59690" cy="74295"/>
            <a:chOff x="10317926" y="7296929"/>
            <a:chExt cx="59690" cy="74295"/>
          </a:xfrm>
        </p:grpSpPr>
        <p:sp>
          <p:nvSpPr>
            <p:cNvPr id="1332" name="object 1332" descr=""/>
            <p:cNvSpPr/>
            <p:nvPr/>
          </p:nvSpPr>
          <p:spPr>
            <a:xfrm>
              <a:off x="10323162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3" name="object 1333" descr=""/>
            <p:cNvSpPr/>
            <p:nvPr/>
          </p:nvSpPr>
          <p:spPr>
            <a:xfrm>
              <a:off x="10323162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34" name="object 1334" descr=""/>
          <p:cNvGrpSpPr/>
          <p:nvPr/>
        </p:nvGrpSpPr>
        <p:grpSpPr>
          <a:xfrm>
            <a:off x="10101870" y="7296929"/>
            <a:ext cx="59690" cy="74295"/>
            <a:chOff x="10101870" y="7296929"/>
            <a:chExt cx="59690" cy="74295"/>
          </a:xfrm>
        </p:grpSpPr>
        <p:sp>
          <p:nvSpPr>
            <p:cNvPr id="1335" name="object 1335" descr=""/>
            <p:cNvSpPr/>
            <p:nvPr/>
          </p:nvSpPr>
          <p:spPr>
            <a:xfrm>
              <a:off x="10107105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6" name="object 1336" descr=""/>
            <p:cNvSpPr/>
            <p:nvPr/>
          </p:nvSpPr>
          <p:spPr>
            <a:xfrm>
              <a:off x="10107105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37" name="object 1337" descr=""/>
          <p:cNvGrpSpPr/>
          <p:nvPr/>
        </p:nvGrpSpPr>
        <p:grpSpPr>
          <a:xfrm>
            <a:off x="9885814" y="7296929"/>
            <a:ext cx="59690" cy="74295"/>
            <a:chOff x="9885814" y="7296929"/>
            <a:chExt cx="59690" cy="74295"/>
          </a:xfrm>
        </p:grpSpPr>
        <p:sp>
          <p:nvSpPr>
            <p:cNvPr id="1338" name="object 1338" descr=""/>
            <p:cNvSpPr/>
            <p:nvPr/>
          </p:nvSpPr>
          <p:spPr>
            <a:xfrm>
              <a:off x="9891049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9" name="object 1339" descr=""/>
            <p:cNvSpPr/>
            <p:nvPr/>
          </p:nvSpPr>
          <p:spPr>
            <a:xfrm>
              <a:off x="9891049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40" name="object 1340" descr=""/>
          <p:cNvGrpSpPr/>
          <p:nvPr/>
        </p:nvGrpSpPr>
        <p:grpSpPr>
          <a:xfrm>
            <a:off x="9669757" y="7296929"/>
            <a:ext cx="59690" cy="74295"/>
            <a:chOff x="9669757" y="7296929"/>
            <a:chExt cx="59690" cy="74295"/>
          </a:xfrm>
        </p:grpSpPr>
        <p:sp>
          <p:nvSpPr>
            <p:cNvPr id="1341" name="object 1341" descr=""/>
            <p:cNvSpPr/>
            <p:nvPr/>
          </p:nvSpPr>
          <p:spPr>
            <a:xfrm>
              <a:off x="9674993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2" name="object 1342" descr=""/>
            <p:cNvSpPr/>
            <p:nvPr/>
          </p:nvSpPr>
          <p:spPr>
            <a:xfrm>
              <a:off x="9674993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43" name="object 1343" descr=""/>
          <p:cNvGrpSpPr/>
          <p:nvPr/>
        </p:nvGrpSpPr>
        <p:grpSpPr>
          <a:xfrm>
            <a:off x="7619432" y="7296929"/>
            <a:ext cx="59690" cy="74295"/>
            <a:chOff x="7619432" y="7296929"/>
            <a:chExt cx="59690" cy="74295"/>
          </a:xfrm>
        </p:grpSpPr>
        <p:sp>
          <p:nvSpPr>
            <p:cNvPr id="1344" name="object 1344" descr=""/>
            <p:cNvSpPr/>
            <p:nvPr/>
          </p:nvSpPr>
          <p:spPr>
            <a:xfrm>
              <a:off x="7624668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5" name="object 1345" descr=""/>
            <p:cNvSpPr/>
            <p:nvPr/>
          </p:nvSpPr>
          <p:spPr>
            <a:xfrm>
              <a:off x="7624668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46" name="object 1346" descr=""/>
          <p:cNvGrpSpPr/>
          <p:nvPr/>
        </p:nvGrpSpPr>
        <p:grpSpPr>
          <a:xfrm>
            <a:off x="7403376" y="7296929"/>
            <a:ext cx="59690" cy="74295"/>
            <a:chOff x="7403376" y="7296929"/>
            <a:chExt cx="59690" cy="74295"/>
          </a:xfrm>
        </p:grpSpPr>
        <p:sp>
          <p:nvSpPr>
            <p:cNvPr id="1347" name="object 1347" descr=""/>
            <p:cNvSpPr/>
            <p:nvPr/>
          </p:nvSpPr>
          <p:spPr>
            <a:xfrm>
              <a:off x="7408612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8" name="object 1348" descr=""/>
            <p:cNvSpPr/>
            <p:nvPr/>
          </p:nvSpPr>
          <p:spPr>
            <a:xfrm>
              <a:off x="7408612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49" name="object 1349" descr=""/>
          <p:cNvGrpSpPr/>
          <p:nvPr/>
        </p:nvGrpSpPr>
        <p:grpSpPr>
          <a:xfrm>
            <a:off x="7187320" y="7296929"/>
            <a:ext cx="59690" cy="74295"/>
            <a:chOff x="7187320" y="7296929"/>
            <a:chExt cx="59690" cy="74295"/>
          </a:xfrm>
        </p:grpSpPr>
        <p:sp>
          <p:nvSpPr>
            <p:cNvPr id="1350" name="object 1350" descr=""/>
            <p:cNvSpPr/>
            <p:nvPr/>
          </p:nvSpPr>
          <p:spPr>
            <a:xfrm>
              <a:off x="7192555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1" name="object 1351" descr=""/>
            <p:cNvSpPr/>
            <p:nvPr/>
          </p:nvSpPr>
          <p:spPr>
            <a:xfrm>
              <a:off x="7192555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52" name="object 1352" descr=""/>
          <p:cNvGrpSpPr/>
          <p:nvPr/>
        </p:nvGrpSpPr>
        <p:grpSpPr>
          <a:xfrm>
            <a:off x="6971264" y="7296929"/>
            <a:ext cx="59690" cy="74295"/>
            <a:chOff x="6971264" y="7296929"/>
            <a:chExt cx="59690" cy="74295"/>
          </a:xfrm>
        </p:grpSpPr>
        <p:sp>
          <p:nvSpPr>
            <p:cNvPr id="1353" name="object 1353" descr=""/>
            <p:cNvSpPr/>
            <p:nvPr/>
          </p:nvSpPr>
          <p:spPr>
            <a:xfrm>
              <a:off x="6976499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4" name="object 1354" descr=""/>
            <p:cNvSpPr/>
            <p:nvPr/>
          </p:nvSpPr>
          <p:spPr>
            <a:xfrm>
              <a:off x="6976499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55" name="object 1355" descr=""/>
          <p:cNvGrpSpPr/>
          <p:nvPr/>
        </p:nvGrpSpPr>
        <p:grpSpPr>
          <a:xfrm>
            <a:off x="6755207" y="7296929"/>
            <a:ext cx="59690" cy="74295"/>
            <a:chOff x="6755207" y="7296929"/>
            <a:chExt cx="59690" cy="74295"/>
          </a:xfrm>
        </p:grpSpPr>
        <p:sp>
          <p:nvSpPr>
            <p:cNvPr id="1356" name="object 1356" descr=""/>
            <p:cNvSpPr/>
            <p:nvPr/>
          </p:nvSpPr>
          <p:spPr>
            <a:xfrm>
              <a:off x="6760443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7" name="object 1357" descr=""/>
            <p:cNvSpPr/>
            <p:nvPr/>
          </p:nvSpPr>
          <p:spPr>
            <a:xfrm>
              <a:off x="6760443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58" name="object 1358" descr=""/>
          <p:cNvGrpSpPr/>
          <p:nvPr/>
        </p:nvGrpSpPr>
        <p:grpSpPr>
          <a:xfrm>
            <a:off x="6539162" y="7296929"/>
            <a:ext cx="59690" cy="74295"/>
            <a:chOff x="6539162" y="7296929"/>
            <a:chExt cx="59690" cy="74295"/>
          </a:xfrm>
        </p:grpSpPr>
        <p:sp>
          <p:nvSpPr>
            <p:cNvPr id="1359" name="object 1359" descr=""/>
            <p:cNvSpPr/>
            <p:nvPr/>
          </p:nvSpPr>
          <p:spPr>
            <a:xfrm>
              <a:off x="6544397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0" name="object 1360" descr=""/>
            <p:cNvSpPr/>
            <p:nvPr/>
          </p:nvSpPr>
          <p:spPr>
            <a:xfrm>
              <a:off x="6544397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61" name="object 1361" descr=""/>
          <p:cNvGrpSpPr/>
          <p:nvPr/>
        </p:nvGrpSpPr>
        <p:grpSpPr>
          <a:xfrm>
            <a:off x="6323105" y="7296929"/>
            <a:ext cx="59690" cy="74295"/>
            <a:chOff x="6323105" y="7296929"/>
            <a:chExt cx="59690" cy="74295"/>
          </a:xfrm>
        </p:grpSpPr>
        <p:sp>
          <p:nvSpPr>
            <p:cNvPr id="1362" name="object 1362" descr=""/>
            <p:cNvSpPr/>
            <p:nvPr/>
          </p:nvSpPr>
          <p:spPr>
            <a:xfrm>
              <a:off x="6328341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3" name="object 1363" descr=""/>
            <p:cNvSpPr/>
            <p:nvPr/>
          </p:nvSpPr>
          <p:spPr>
            <a:xfrm>
              <a:off x="6328341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64" name="object 1364" descr=""/>
          <p:cNvGrpSpPr/>
          <p:nvPr/>
        </p:nvGrpSpPr>
        <p:grpSpPr>
          <a:xfrm>
            <a:off x="6107049" y="7296929"/>
            <a:ext cx="59690" cy="74295"/>
            <a:chOff x="6107049" y="7296929"/>
            <a:chExt cx="59690" cy="74295"/>
          </a:xfrm>
        </p:grpSpPr>
        <p:sp>
          <p:nvSpPr>
            <p:cNvPr id="1365" name="object 1365" descr=""/>
            <p:cNvSpPr/>
            <p:nvPr/>
          </p:nvSpPr>
          <p:spPr>
            <a:xfrm>
              <a:off x="6112285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6" name="object 1366" descr=""/>
            <p:cNvSpPr/>
            <p:nvPr/>
          </p:nvSpPr>
          <p:spPr>
            <a:xfrm>
              <a:off x="6112285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67" name="object 1367" descr=""/>
          <p:cNvGrpSpPr/>
          <p:nvPr/>
        </p:nvGrpSpPr>
        <p:grpSpPr>
          <a:xfrm>
            <a:off x="5890993" y="7296929"/>
            <a:ext cx="59690" cy="74295"/>
            <a:chOff x="5890993" y="7296929"/>
            <a:chExt cx="59690" cy="74295"/>
          </a:xfrm>
        </p:grpSpPr>
        <p:sp>
          <p:nvSpPr>
            <p:cNvPr id="1368" name="object 1368" descr=""/>
            <p:cNvSpPr/>
            <p:nvPr/>
          </p:nvSpPr>
          <p:spPr>
            <a:xfrm>
              <a:off x="5896228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48919" y="0"/>
                  </a:moveTo>
                  <a:lnTo>
                    <a:pt x="0" y="0"/>
                  </a:lnTo>
                  <a:lnTo>
                    <a:pt x="0" y="63338"/>
                  </a:lnTo>
                  <a:lnTo>
                    <a:pt x="48919" y="63338"/>
                  </a:lnTo>
                  <a:lnTo>
                    <a:pt x="489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9" name="object 1369" descr=""/>
            <p:cNvSpPr/>
            <p:nvPr/>
          </p:nvSpPr>
          <p:spPr>
            <a:xfrm>
              <a:off x="5896228" y="7302165"/>
              <a:ext cx="49530" cy="63500"/>
            </a:xfrm>
            <a:custGeom>
              <a:avLst/>
              <a:gdLst/>
              <a:ahLst/>
              <a:cxnLst/>
              <a:rect l="l" t="t" r="r" b="b"/>
              <a:pathLst>
                <a:path w="49529" h="63500">
                  <a:moveTo>
                    <a:pt x="0" y="63338"/>
                  </a:moveTo>
                  <a:lnTo>
                    <a:pt x="48919" y="63338"/>
                  </a:lnTo>
                  <a:lnTo>
                    <a:pt x="48919" y="0"/>
                  </a:lnTo>
                  <a:lnTo>
                    <a:pt x="0" y="0"/>
                  </a:lnTo>
                  <a:lnTo>
                    <a:pt x="0" y="633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70" name="object 1370" descr=""/>
          <p:cNvGrpSpPr/>
          <p:nvPr/>
        </p:nvGrpSpPr>
        <p:grpSpPr>
          <a:xfrm>
            <a:off x="9007914" y="7290573"/>
            <a:ext cx="344805" cy="97155"/>
            <a:chOff x="9007914" y="7290573"/>
            <a:chExt cx="344805" cy="97155"/>
          </a:xfrm>
        </p:grpSpPr>
        <p:sp>
          <p:nvSpPr>
            <p:cNvPr id="1371" name="object 1371" descr=""/>
            <p:cNvSpPr/>
            <p:nvPr/>
          </p:nvSpPr>
          <p:spPr>
            <a:xfrm>
              <a:off x="9013149" y="7295809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2" name="object 1372" descr=""/>
            <p:cNvSpPr/>
            <p:nvPr/>
          </p:nvSpPr>
          <p:spPr>
            <a:xfrm>
              <a:off x="9013149" y="7295809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3" name="object 1373" descr=""/>
            <p:cNvSpPr/>
            <p:nvPr/>
          </p:nvSpPr>
          <p:spPr>
            <a:xfrm>
              <a:off x="9041897" y="7295809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4" name="object 1374" descr=""/>
            <p:cNvSpPr/>
            <p:nvPr/>
          </p:nvSpPr>
          <p:spPr>
            <a:xfrm>
              <a:off x="9041897" y="7295809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75" name="object 1375" descr=""/>
          <p:cNvGrpSpPr/>
          <p:nvPr/>
        </p:nvGrpSpPr>
        <p:grpSpPr>
          <a:xfrm>
            <a:off x="8491542" y="7290573"/>
            <a:ext cx="344805" cy="97155"/>
            <a:chOff x="8491542" y="7290573"/>
            <a:chExt cx="344805" cy="97155"/>
          </a:xfrm>
        </p:grpSpPr>
        <p:sp>
          <p:nvSpPr>
            <p:cNvPr id="1376" name="object 1376" descr=""/>
            <p:cNvSpPr/>
            <p:nvPr/>
          </p:nvSpPr>
          <p:spPr>
            <a:xfrm>
              <a:off x="8496777" y="7295809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7" name="object 1377" descr=""/>
            <p:cNvSpPr/>
            <p:nvPr/>
          </p:nvSpPr>
          <p:spPr>
            <a:xfrm>
              <a:off x="8496777" y="7295809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8" name="object 1378" descr=""/>
            <p:cNvSpPr/>
            <p:nvPr/>
          </p:nvSpPr>
          <p:spPr>
            <a:xfrm>
              <a:off x="8525527" y="7295809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9" name="object 1379" descr=""/>
            <p:cNvSpPr/>
            <p:nvPr/>
          </p:nvSpPr>
          <p:spPr>
            <a:xfrm>
              <a:off x="8525527" y="7295809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80" name="object 1380" descr=""/>
          <p:cNvGrpSpPr/>
          <p:nvPr/>
        </p:nvGrpSpPr>
        <p:grpSpPr>
          <a:xfrm>
            <a:off x="7975170" y="7290573"/>
            <a:ext cx="344805" cy="97155"/>
            <a:chOff x="7975170" y="7290573"/>
            <a:chExt cx="344805" cy="97155"/>
          </a:xfrm>
        </p:grpSpPr>
        <p:sp>
          <p:nvSpPr>
            <p:cNvPr id="1381" name="object 1381" descr=""/>
            <p:cNvSpPr/>
            <p:nvPr/>
          </p:nvSpPr>
          <p:spPr>
            <a:xfrm>
              <a:off x="7980406" y="7295809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334167" y="0"/>
                  </a:moveTo>
                  <a:lnTo>
                    <a:pt x="0" y="0"/>
                  </a:lnTo>
                  <a:lnTo>
                    <a:pt x="0" y="86238"/>
                  </a:lnTo>
                  <a:lnTo>
                    <a:pt x="334167" y="86238"/>
                  </a:lnTo>
                  <a:lnTo>
                    <a:pt x="33416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2" name="object 1382" descr=""/>
            <p:cNvSpPr/>
            <p:nvPr/>
          </p:nvSpPr>
          <p:spPr>
            <a:xfrm>
              <a:off x="7980406" y="7295809"/>
              <a:ext cx="334645" cy="86360"/>
            </a:xfrm>
            <a:custGeom>
              <a:avLst/>
              <a:gdLst/>
              <a:ahLst/>
              <a:cxnLst/>
              <a:rect l="l" t="t" r="r" b="b"/>
              <a:pathLst>
                <a:path w="334645" h="86359">
                  <a:moveTo>
                    <a:pt x="0" y="86238"/>
                  </a:moveTo>
                  <a:lnTo>
                    <a:pt x="334167" y="86238"/>
                  </a:lnTo>
                  <a:lnTo>
                    <a:pt x="334167" y="0"/>
                  </a:lnTo>
                  <a:lnTo>
                    <a:pt x="0" y="0"/>
                  </a:lnTo>
                  <a:lnTo>
                    <a:pt x="0" y="862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3" name="object 1383" descr=""/>
            <p:cNvSpPr/>
            <p:nvPr/>
          </p:nvSpPr>
          <p:spPr>
            <a:xfrm>
              <a:off x="8009157" y="7295809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0" y="0"/>
                  </a:lnTo>
                  <a:lnTo>
                    <a:pt x="116551" y="86238"/>
                  </a:lnTo>
                  <a:lnTo>
                    <a:pt x="285216" y="86238"/>
                  </a:lnTo>
                  <a:lnTo>
                    <a:pt x="17355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4" name="object 1384" descr=""/>
            <p:cNvSpPr/>
            <p:nvPr/>
          </p:nvSpPr>
          <p:spPr>
            <a:xfrm>
              <a:off x="8009157" y="7295809"/>
              <a:ext cx="285750" cy="86360"/>
            </a:xfrm>
            <a:custGeom>
              <a:avLst/>
              <a:gdLst/>
              <a:ahLst/>
              <a:cxnLst/>
              <a:rect l="l" t="t" r="r" b="b"/>
              <a:pathLst>
                <a:path w="285750" h="86359">
                  <a:moveTo>
                    <a:pt x="173554" y="0"/>
                  </a:moveTo>
                  <a:lnTo>
                    <a:pt x="285216" y="86238"/>
                  </a:lnTo>
                  <a:lnTo>
                    <a:pt x="116551" y="86238"/>
                  </a:lnTo>
                  <a:lnTo>
                    <a:pt x="0" y="0"/>
                  </a:lnTo>
                  <a:lnTo>
                    <a:pt x="17355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85" name="object 1385" descr=""/>
          <p:cNvGrpSpPr/>
          <p:nvPr/>
        </p:nvGrpSpPr>
        <p:grpSpPr>
          <a:xfrm>
            <a:off x="8309338" y="7517520"/>
            <a:ext cx="709295" cy="133985"/>
            <a:chOff x="8309338" y="7517520"/>
            <a:chExt cx="709295" cy="133985"/>
          </a:xfrm>
        </p:grpSpPr>
        <p:sp>
          <p:nvSpPr>
            <p:cNvPr id="1386" name="object 1386" descr=""/>
            <p:cNvSpPr/>
            <p:nvPr/>
          </p:nvSpPr>
          <p:spPr>
            <a:xfrm>
              <a:off x="8314573" y="7522755"/>
              <a:ext cx="699135" cy="111760"/>
            </a:xfrm>
            <a:custGeom>
              <a:avLst/>
              <a:gdLst/>
              <a:ahLst/>
              <a:cxnLst/>
              <a:rect l="l" t="t" r="r" b="b"/>
              <a:pathLst>
                <a:path w="699134" h="111759">
                  <a:moveTo>
                    <a:pt x="0" y="111284"/>
                  </a:moveTo>
                  <a:lnTo>
                    <a:pt x="698575" y="111284"/>
                  </a:lnTo>
                  <a:lnTo>
                    <a:pt x="698575" y="0"/>
                  </a:lnTo>
                  <a:lnTo>
                    <a:pt x="0" y="0"/>
                  </a:lnTo>
                  <a:lnTo>
                    <a:pt x="0" y="111284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7" name="object 1387" descr=""/>
            <p:cNvSpPr/>
            <p:nvPr/>
          </p:nvSpPr>
          <p:spPr>
            <a:xfrm>
              <a:off x="8314573" y="7522755"/>
              <a:ext cx="699135" cy="123825"/>
            </a:xfrm>
            <a:custGeom>
              <a:avLst/>
              <a:gdLst/>
              <a:ahLst/>
              <a:cxnLst/>
              <a:rect l="l" t="t" r="r" b="b"/>
              <a:pathLst>
                <a:path w="699134" h="123825">
                  <a:moveTo>
                    <a:pt x="0" y="123357"/>
                  </a:moveTo>
                  <a:lnTo>
                    <a:pt x="698575" y="123357"/>
                  </a:lnTo>
                  <a:lnTo>
                    <a:pt x="698575" y="0"/>
                  </a:lnTo>
                  <a:lnTo>
                    <a:pt x="0" y="0"/>
                  </a:lnTo>
                  <a:lnTo>
                    <a:pt x="0" y="12335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88" name="object 1388" descr=""/>
          <p:cNvGrpSpPr/>
          <p:nvPr/>
        </p:nvGrpSpPr>
        <p:grpSpPr>
          <a:xfrm>
            <a:off x="5365465" y="5513082"/>
            <a:ext cx="6562725" cy="469265"/>
            <a:chOff x="5365465" y="5513082"/>
            <a:chExt cx="6562725" cy="469265"/>
          </a:xfrm>
        </p:grpSpPr>
        <p:sp>
          <p:nvSpPr>
            <p:cNvPr id="1389" name="object 1389" descr=""/>
            <p:cNvSpPr/>
            <p:nvPr/>
          </p:nvSpPr>
          <p:spPr>
            <a:xfrm>
              <a:off x="5370700" y="5518317"/>
              <a:ext cx="6552565" cy="405130"/>
            </a:xfrm>
            <a:custGeom>
              <a:avLst/>
              <a:gdLst/>
              <a:ahLst/>
              <a:cxnLst/>
              <a:rect l="l" t="t" r="r" b="b"/>
              <a:pathLst>
                <a:path w="6552565" h="405129">
                  <a:moveTo>
                    <a:pt x="6282374" y="0"/>
                  </a:moveTo>
                  <a:lnTo>
                    <a:pt x="323759" y="0"/>
                  </a:lnTo>
                  <a:lnTo>
                    <a:pt x="0" y="405129"/>
                  </a:lnTo>
                  <a:lnTo>
                    <a:pt x="6552177" y="405129"/>
                  </a:lnTo>
                  <a:lnTo>
                    <a:pt x="628237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0" name="object 1390" descr=""/>
            <p:cNvSpPr/>
            <p:nvPr/>
          </p:nvSpPr>
          <p:spPr>
            <a:xfrm>
              <a:off x="5370700" y="5518317"/>
              <a:ext cx="6552565" cy="405130"/>
            </a:xfrm>
            <a:custGeom>
              <a:avLst/>
              <a:gdLst/>
              <a:ahLst/>
              <a:cxnLst/>
              <a:rect l="l" t="t" r="r" b="b"/>
              <a:pathLst>
                <a:path w="6552565" h="405129">
                  <a:moveTo>
                    <a:pt x="6282374" y="0"/>
                  </a:moveTo>
                  <a:lnTo>
                    <a:pt x="323759" y="0"/>
                  </a:lnTo>
                  <a:lnTo>
                    <a:pt x="0" y="405129"/>
                  </a:lnTo>
                  <a:lnTo>
                    <a:pt x="6552177" y="405129"/>
                  </a:lnTo>
                  <a:lnTo>
                    <a:pt x="6282374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1" name="object 1391" descr=""/>
            <p:cNvSpPr/>
            <p:nvPr/>
          </p:nvSpPr>
          <p:spPr>
            <a:xfrm>
              <a:off x="5694465" y="5923442"/>
              <a:ext cx="5955665" cy="53975"/>
            </a:xfrm>
            <a:custGeom>
              <a:avLst/>
              <a:gdLst/>
              <a:ahLst/>
              <a:cxnLst/>
              <a:rect l="l" t="t" r="r" b="b"/>
              <a:pathLst>
                <a:path w="5955665" h="53975">
                  <a:moveTo>
                    <a:pt x="5955661" y="0"/>
                  </a:moveTo>
                  <a:lnTo>
                    <a:pt x="0" y="0"/>
                  </a:lnTo>
                  <a:lnTo>
                    <a:pt x="0" y="53548"/>
                  </a:lnTo>
                  <a:lnTo>
                    <a:pt x="5955661" y="53548"/>
                  </a:lnTo>
                  <a:lnTo>
                    <a:pt x="5955661" y="0"/>
                  </a:lnTo>
                  <a:close/>
                </a:path>
              </a:pathLst>
            </a:custGeom>
            <a:solidFill>
              <a:srgbClr val="85BB24">
                <a:alpha val="2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2" name="object 1392" descr=""/>
            <p:cNvSpPr/>
            <p:nvPr/>
          </p:nvSpPr>
          <p:spPr>
            <a:xfrm>
              <a:off x="5694465" y="5923442"/>
              <a:ext cx="5955665" cy="53975"/>
            </a:xfrm>
            <a:custGeom>
              <a:avLst/>
              <a:gdLst/>
              <a:ahLst/>
              <a:cxnLst/>
              <a:rect l="l" t="t" r="r" b="b"/>
              <a:pathLst>
                <a:path w="5955665" h="53975">
                  <a:moveTo>
                    <a:pt x="5955661" y="53548"/>
                  </a:moveTo>
                  <a:lnTo>
                    <a:pt x="0" y="53548"/>
                  </a:lnTo>
                  <a:lnTo>
                    <a:pt x="0" y="0"/>
                  </a:lnTo>
                  <a:lnTo>
                    <a:pt x="5955661" y="0"/>
                  </a:lnTo>
                  <a:lnTo>
                    <a:pt x="5955661" y="5354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93" name="object 1393" descr=""/>
          <p:cNvGrpSpPr/>
          <p:nvPr/>
        </p:nvGrpSpPr>
        <p:grpSpPr>
          <a:xfrm>
            <a:off x="5689229" y="7518640"/>
            <a:ext cx="2162175" cy="131445"/>
            <a:chOff x="5689229" y="7518640"/>
            <a:chExt cx="2162175" cy="131445"/>
          </a:xfrm>
        </p:grpSpPr>
        <p:sp>
          <p:nvSpPr>
            <p:cNvPr id="1394" name="object 1394" descr=""/>
            <p:cNvSpPr/>
            <p:nvPr/>
          </p:nvSpPr>
          <p:spPr>
            <a:xfrm>
              <a:off x="5694465" y="7523875"/>
              <a:ext cx="2152015" cy="110489"/>
            </a:xfrm>
            <a:custGeom>
              <a:avLst/>
              <a:gdLst/>
              <a:ahLst/>
              <a:cxnLst/>
              <a:rect l="l" t="t" r="r" b="b"/>
              <a:pathLst>
                <a:path w="2152015" h="110490">
                  <a:moveTo>
                    <a:pt x="0" y="110164"/>
                  </a:moveTo>
                  <a:lnTo>
                    <a:pt x="2151651" y="110164"/>
                  </a:lnTo>
                  <a:lnTo>
                    <a:pt x="2151651" y="0"/>
                  </a:lnTo>
                  <a:lnTo>
                    <a:pt x="0" y="0"/>
                  </a:lnTo>
                  <a:lnTo>
                    <a:pt x="0" y="110164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5" name="object 1395" descr=""/>
            <p:cNvSpPr/>
            <p:nvPr/>
          </p:nvSpPr>
          <p:spPr>
            <a:xfrm>
              <a:off x="5694465" y="7523875"/>
              <a:ext cx="2152015" cy="121285"/>
            </a:xfrm>
            <a:custGeom>
              <a:avLst/>
              <a:gdLst/>
              <a:ahLst/>
              <a:cxnLst/>
              <a:rect l="l" t="t" r="r" b="b"/>
              <a:pathLst>
                <a:path w="2152015" h="121284">
                  <a:moveTo>
                    <a:pt x="2151651" y="120949"/>
                  </a:moveTo>
                  <a:lnTo>
                    <a:pt x="0" y="120949"/>
                  </a:lnTo>
                  <a:lnTo>
                    <a:pt x="0" y="0"/>
                  </a:lnTo>
                  <a:lnTo>
                    <a:pt x="2151651" y="0"/>
                  </a:lnTo>
                  <a:lnTo>
                    <a:pt x="2151651" y="12094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96" name="object 1396" descr=""/>
          <p:cNvGrpSpPr/>
          <p:nvPr/>
        </p:nvGrpSpPr>
        <p:grpSpPr>
          <a:xfrm>
            <a:off x="9482611" y="6198858"/>
            <a:ext cx="5257800" cy="1451610"/>
            <a:chOff x="9482611" y="6198858"/>
            <a:chExt cx="5257800" cy="1451610"/>
          </a:xfrm>
        </p:grpSpPr>
        <p:sp>
          <p:nvSpPr>
            <p:cNvPr id="1397" name="object 1397" descr=""/>
            <p:cNvSpPr/>
            <p:nvPr/>
          </p:nvSpPr>
          <p:spPr>
            <a:xfrm>
              <a:off x="12666887" y="6204101"/>
              <a:ext cx="1040130" cy="1437640"/>
            </a:xfrm>
            <a:custGeom>
              <a:avLst/>
              <a:gdLst/>
              <a:ahLst/>
              <a:cxnLst/>
              <a:rect l="l" t="t" r="r" b="b"/>
              <a:pathLst>
                <a:path w="1040130" h="1437640">
                  <a:moveTo>
                    <a:pt x="1039601" y="0"/>
                  </a:moveTo>
                  <a:lnTo>
                    <a:pt x="0" y="855303"/>
                  </a:lnTo>
                  <a:lnTo>
                    <a:pt x="0" y="1437024"/>
                  </a:lnTo>
                  <a:lnTo>
                    <a:pt x="1039601" y="1437024"/>
                  </a:lnTo>
                  <a:lnTo>
                    <a:pt x="1039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8" name="object 1398" descr=""/>
            <p:cNvSpPr/>
            <p:nvPr/>
          </p:nvSpPr>
          <p:spPr>
            <a:xfrm>
              <a:off x="12666887" y="6204101"/>
              <a:ext cx="1040130" cy="1437640"/>
            </a:xfrm>
            <a:custGeom>
              <a:avLst/>
              <a:gdLst/>
              <a:ahLst/>
              <a:cxnLst/>
              <a:rect l="l" t="t" r="r" b="b"/>
              <a:pathLst>
                <a:path w="1040130" h="1437640">
                  <a:moveTo>
                    <a:pt x="1039601" y="1437024"/>
                  </a:moveTo>
                  <a:lnTo>
                    <a:pt x="0" y="1437024"/>
                  </a:lnTo>
                  <a:lnTo>
                    <a:pt x="0" y="855303"/>
                  </a:lnTo>
                  <a:lnTo>
                    <a:pt x="1039601" y="0"/>
                  </a:lnTo>
                  <a:lnTo>
                    <a:pt x="1039601" y="143702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9" name="object 1399" descr=""/>
            <p:cNvSpPr/>
            <p:nvPr/>
          </p:nvSpPr>
          <p:spPr>
            <a:xfrm>
              <a:off x="12666885" y="6204099"/>
              <a:ext cx="1040130" cy="855344"/>
            </a:xfrm>
            <a:custGeom>
              <a:avLst/>
              <a:gdLst/>
              <a:ahLst/>
              <a:cxnLst/>
              <a:rect l="l" t="t" r="r" b="b"/>
              <a:pathLst>
                <a:path w="1040130" h="855345">
                  <a:moveTo>
                    <a:pt x="1039601" y="0"/>
                  </a:moveTo>
                  <a:lnTo>
                    <a:pt x="7518" y="438908"/>
                  </a:lnTo>
                  <a:lnTo>
                    <a:pt x="0" y="855303"/>
                  </a:lnTo>
                  <a:lnTo>
                    <a:pt x="1039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0" name="object 1400" descr=""/>
            <p:cNvSpPr/>
            <p:nvPr/>
          </p:nvSpPr>
          <p:spPr>
            <a:xfrm>
              <a:off x="12666885" y="6204099"/>
              <a:ext cx="1040130" cy="855344"/>
            </a:xfrm>
            <a:custGeom>
              <a:avLst/>
              <a:gdLst/>
              <a:ahLst/>
              <a:cxnLst/>
              <a:rect l="l" t="t" r="r" b="b"/>
              <a:pathLst>
                <a:path w="1040130" h="855345">
                  <a:moveTo>
                    <a:pt x="0" y="855303"/>
                  </a:moveTo>
                  <a:lnTo>
                    <a:pt x="1039601" y="0"/>
                  </a:lnTo>
                  <a:lnTo>
                    <a:pt x="7518" y="438908"/>
                  </a:lnTo>
                  <a:lnTo>
                    <a:pt x="0" y="85530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1" name="object 1401" descr=""/>
            <p:cNvSpPr/>
            <p:nvPr/>
          </p:nvSpPr>
          <p:spPr>
            <a:xfrm>
              <a:off x="13695167" y="6204101"/>
              <a:ext cx="1040130" cy="1437640"/>
            </a:xfrm>
            <a:custGeom>
              <a:avLst/>
              <a:gdLst/>
              <a:ahLst/>
              <a:cxnLst/>
              <a:rect l="l" t="t" r="r" b="b"/>
              <a:pathLst>
                <a:path w="1040130" h="1437640">
                  <a:moveTo>
                    <a:pt x="1039601" y="0"/>
                  </a:moveTo>
                  <a:lnTo>
                    <a:pt x="0" y="855303"/>
                  </a:lnTo>
                  <a:lnTo>
                    <a:pt x="0" y="1437024"/>
                  </a:lnTo>
                  <a:lnTo>
                    <a:pt x="1039601" y="1437024"/>
                  </a:lnTo>
                  <a:lnTo>
                    <a:pt x="1039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2" name="object 1402" descr=""/>
            <p:cNvSpPr/>
            <p:nvPr/>
          </p:nvSpPr>
          <p:spPr>
            <a:xfrm>
              <a:off x="13695167" y="6204101"/>
              <a:ext cx="1040130" cy="1437640"/>
            </a:xfrm>
            <a:custGeom>
              <a:avLst/>
              <a:gdLst/>
              <a:ahLst/>
              <a:cxnLst/>
              <a:rect l="l" t="t" r="r" b="b"/>
              <a:pathLst>
                <a:path w="1040130" h="1437640">
                  <a:moveTo>
                    <a:pt x="1039601" y="1437024"/>
                  </a:moveTo>
                  <a:lnTo>
                    <a:pt x="0" y="1437024"/>
                  </a:lnTo>
                  <a:lnTo>
                    <a:pt x="0" y="855303"/>
                  </a:lnTo>
                  <a:lnTo>
                    <a:pt x="1039601" y="0"/>
                  </a:lnTo>
                  <a:lnTo>
                    <a:pt x="1039601" y="143702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3" name="object 1403" descr=""/>
            <p:cNvSpPr/>
            <p:nvPr/>
          </p:nvSpPr>
          <p:spPr>
            <a:xfrm>
              <a:off x="13695165" y="6204099"/>
              <a:ext cx="1040130" cy="855344"/>
            </a:xfrm>
            <a:custGeom>
              <a:avLst/>
              <a:gdLst/>
              <a:ahLst/>
              <a:cxnLst/>
              <a:rect l="l" t="t" r="r" b="b"/>
              <a:pathLst>
                <a:path w="1040130" h="855345">
                  <a:moveTo>
                    <a:pt x="1039601" y="0"/>
                  </a:moveTo>
                  <a:lnTo>
                    <a:pt x="7507" y="438908"/>
                  </a:lnTo>
                  <a:lnTo>
                    <a:pt x="0" y="855303"/>
                  </a:lnTo>
                  <a:lnTo>
                    <a:pt x="1039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4" name="object 1404" descr=""/>
            <p:cNvSpPr/>
            <p:nvPr/>
          </p:nvSpPr>
          <p:spPr>
            <a:xfrm>
              <a:off x="13695165" y="6204099"/>
              <a:ext cx="1040130" cy="855344"/>
            </a:xfrm>
            <a:custGeom>
              <a:avLst/>
              <a:gdLst/>
              <a:ahLst/>
              <a:cxnLst/>
              <a:rect l="l" t="t" r="r" b="b"/>
              <a:pathLst>
                <a:path w="1040130" h="855345">
                  <a:moveTo>
                    <a:pt x="0" y="855303"/>
                  </a:moveTo>
                  <a:lnTo>
                    <a:pt x="1039601" y="0"/>
                  </a:lnTo>
                  <a:lnTo>
                    <a:pt x="7507" y="438908"/>
                  </a:lnTo>
                  <a:lnTo>
                    <a:pt x="0" y="85530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5" name="object 1405" descr=""/>
            <p:cNvSpPr/>
            <p:nvPr/>
          </p:nvSpPr>
          <p:spPr>
            <a:xfrm>
              <a:off x="11646508" y="6204101"/>
              <a:ext cx="1040130" cy="1437640"/>
            </a:xfrm>
            <a:custGeom>
              <a:avLst/>
              <a:gdLst/>
              <a:ahLst/>
              <a:cxnLst/>
              <a:rect l="l" t="t" r="r" b="b"/>
              <a:pathLst>
                <a:path w="1040129" h="1437640">
                  <a:moveTo>
                    <a:pt x="1039601" y="0"/>
                  </a:moveTo>
                  <a:lnTo>
                    <a:pt x="0" y="855303"/>
                  </a:lnTo>
                  <a:lnTo>
                    <a:pt x="0" y="1437024"/>
                  </a:lnTo>
                  <a:lnTo>
                    <a:pt x="1039601" y="1437024"/>
                  </a:lnTo>
                  <a:lnTo>
                    <a:pt x="1039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6" name="object 1406" descr=""/>
            <p:cNvSpPr/>
            <p:nvPr/>
          </p:nvSpPr>
          <p:spPr>
            <a:xfrm>
              <a:off x="11646508" y="6204101"/>
              <a:ext cx="1040130" cy="1437640"/>
            </a:xfrm>
            <a:custGeom>
              <a:avLst/>
              <a:gdLst/>
              <a:ahLst/>
              <a:cxnLst/>
              <a:rect l="l" t="t" r="r" b="b"/>
              <a:pathLst>
                <a:path w="1040129" h="1437640">
                  <a:moveTo>
                    <a:pt x="1039601" y="1437024"/>
                  </a:moveTo>
                  <a:lnTo>
                    <a:pt x="0" y="1437024"/>
                  </a:lnTo>
                  <a:lnTo>
                    <a:pt x="0" y="855303"/>
                  </a:lnTo>
                  <a:lnTo>
                    <a:pt x="1039601" y="0"/>
                  </a:lnTo>
                  <a:lnTo>
                    <a:pt x="1039601" y="143702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7" name="object 1407" descr=""/>
            <p:cNvSpPr/>
            <p:nvPr/>
          </p:nvSpPr>
          <p:spPr>
            <a:xfrm>
              <a:off x="11646505" y="6204099"/>
              <a:ext cx="1040130" cy="855344"/>
            </a:xfrm>
            <a:custGeom>
              <a:avLst/>
              <a:gdLst/>
              <a:ahLst/>
              <a:cxnLst/>
              <a:rect l="l" t="t" r="r" b="b"/>
              <a:pathLst>
                <a:path w="1040129" h="855345">
                  <a:moveTo>
                    <a:pt x="1039601" y="0"/>
                  </a:moveTo>
                  <a:lnTo>
                    <a:pt x="7518" y="438908"/>
                  </a:lnTo>
                  <a:lnTo>
                    <a:pt x="0" y="855303"/>
                  </a:lnTo>
                  <a:lnTo>
                    <a:pt x="1039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8" name="object 1408" descr=""/>
            <p:cNvSpPr/>
            <p:nvPr/>
          </p:nvSpPr>
          <p:spPr>
            <a:xfrm>
              <a:off x="11646505" y="6204099"/>
              <a:ext cx="1040130" cy="855344"/>
            </a:xfrm>
            <a:custGeom>
              <a:avLst/>
              <a:gdLst/>
              <a:ahLst/>
              <a:cxnLst/>
              <a:rect l="l" t="t" r="r" b="b"/>
              <a:pathLst>
                <a:path w="1040129" h="855345">
                  <a:moveTo>
                    <a:pt x="0" y="855303"/>
                  </a:moveTo>
                  <a:lnTo>
                    <a:pt x="1039601" y="0"/>
                  </a:lnTo>
                  <a:lnTo>
                    <a:pt x="7518" y="438908"/>
                  </a:lnTo>
                  <a:lnTo>
                    <a:pt x="0" y="85530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9" name="object 1409" descr=""/>
            <p:cNvSpPr/>
            <p:nvPr/>
          </p:nvSpPr>
          <p:spPr>
            <a:xfrm>
              <a:off x="13077622" y="7551403"/>
              <a:ext cx="205740" cy="90170"/>
            </a:xfrm>
            <a:custGeom>
              <a:avLst/>
              <a:gdLst/>
              <a:ahLst/>
              <a:cxnLst/>
              <a:rect l="l" t="t" r="r" b="b"/>
              <a:pathLst>
                <a:path w="205740" h="90170">
                  <a:moveTo>
                    <a:pt x="205637" y="89725"/>
                  </a:moveTo>
                  <a:lnTo>
                    <a:pt x="0" y="89725"/>
                  </a:lnTo>
                  <a:lnTo>
                    <a:pt x="0" y="0"/>
                  </a:lnTo>
                  <a:lnTo>
                    <a:pt x="205637" y="0"/>
                  </a:lnTo>
                  <a:lnTo>
                    <a:pt x="205637" y="89725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0" name="object 1410" descr=""/>
            <p:cNvSpPr/>
            <p:nvPr/>
          </p:nvSpPr>
          <p:spPr>
            <a:xfrm>
              <a:off x="13875787" y="6222386"/>
              <a:ext cx="78740" cy="371475"/>
            </a:xfrm>
            <a:custGeom>
              <a:avLst/>
              <a:gdLst/>
              <a:ahLst/>
              <a:cxnLst/>
              <a:rect l="l" t="t" r="r" b="b"/>
              <a:pathLst>
                <a:path w="78740" h="371475">
                  <a:moveTo>
                    <a:pt x="78238" y="0"/>
                  </a:moveTo>
                  <a:lnTo>
                    <a:pt x="0" y="0"/>
                  </a:lnTo>
                  <a:lnTo>
                    <a:pt x="0" y="371025"/>
                  </a:lnTo>
                  <a:lnTo>
                    <a:pt x="78238" y="371025"/>
                  </a:lnTo>
                  <a:lnTo>
                    <a:pt x="78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1" name="object 1411" descr=""/>
            <p:cNvSpPr/>
            <p:nvPr/>
          </p:nvSpPr>
          <p:spPr>
            <a:xfrm>
              <a:off x="13875787" y="6222386"/>
              <a:ext cx="78740" cy="371475"/>
            </a:xfrm>
            <a:custGeom>
              <a:avLst/>
              <a:gdLst/>
              <a:ahLst/>
              <a:cxnLst/>
              <a:rect l="l" t="t" r="r" b="b"/>
              <a:pathLst>
                <a:path w="78740" h="371475">
                  <a:moveTo>
                    <a:pt x="78238" y="0"/>
                  </a:moveTo>
                  <a:lnTo>
                    <a:pt x="0" y="0"/>
                  </a:lnTo>
                  <a:lnTo>
                    <a:pt x="0" y="371025"/>
                  </a:lnTo>
                  <a:lnTo>
                    <a:pt x="78238" y="371025"/>
                  </a:lnTo>
                  <a:lnTo>
                    <a:pt x="78238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2" name="object 1412" descr=""/>
            <p:cNvSpPr/>
            <p:nvPr/>
          </p:nvSpPr>
          <p:spPr>
            <a:xfrm>
              <a:off x="13859138" y="6204093"/>
              <a:ext cx="111760" cy="78740"/>
            </a:xfrm>
            <a:custGeom>
              <a:avLst/>
              <a:gdLst/>
              <a:ahLst/>
              <a:cxnLst/>
              <a:rect l="l" t="t" r="r" b="b"/>
              <a:pathLst>
                <a:path w="111759" h="78739">
                  <a:moveTo>
                    <a:pt x="111535" y="0"/>
                  </a:moveTo>
                  <a:lnTo>
                    <a:pt x="0" y="0"/>
                  </a:lnTo>
                  <a:lnTo>
                    <a:pt x="0" y="78385"/>
                  </a:lnTo>
                  <a:lnTo>
                    <a:pt x="111535" y="78385"/>
                  </a:lnTo>
                  <a:lnTo>
                    <a:pt x="1115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3" name="object 1413" descr=""/>
            <p:cNvSpPr/>
            <p:nvPr/>
          </p:nvSpPr>
          <p:spPr>
            <a:xfrm>
              <a:off x="13859138" y="6204093"/>
              <a:ext cx="111760" cy="78740"/>
            </a:xfrm>
            <a:custGeom>
              <a:avLst/>
              <a:gdLst/>
              <a:ahLst/>
              <a:cxnLst/>
              <a:rect l="l" t="t" r="r" b="b"/>
              <a:pathLst>
                <a:path w="111759" h="78739">
                  <a:moveTo>
                    <a:pt x="111535" y="0"/>
                  </a:moveTo>
                  <a:lnTo>
                    <a:pt x="0" y="0"/>
                  </a:lnTo>
                  <a:lnTo>
                    <a:pt x="0" y="78385"/>
                  </a:lnTo>
                  <a:lnTo>
                    <a:pt x="111535" y="78385"/>
                  </a:lnTo>
                  <a:lnTo>
                    <a:pt x="111535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4" name="object 1414" descr=""/>
            <p:cNvSpPr/>
            <p:nvPr/>
          </p:nvSpPr>
          <p:spPr>
            <a:xfrm>
              <a:off x="14118994" y="6222386"/>
              <a:ext cx="78740" cy="371475"/>
            </a:xfrm>
            <a:custGeom>
              <a:avLst/>
              <a:gdLst/>
              <a:ahLst/>
              <a:cxnLst/>
              <a:rect l="l" t="t" r="r" b="b"/>
              <a:pathLst>
                <a:path w="78740" h="371475">
                  <a:moveTo>
                    <a:pt x="78238" y="0"/>
                  </a:moveTo>
                  <a:lnTo>
                    <a:pt x="0" y="0"/>
                  </a:lnTo>
                  <a:lnTo>
                    <a:pt x="0" y="371025"/>
                  </a:lnTo>
                  <a:lnTo>
                    <a:pt x="78238" y="371025"/>
                  </a:lnTo>
                  <a:lnTo>
                    <a:pt x="78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5" name="object 1415" descr=""/>
            <p:cNvSpPr/>
            <p:nvPr/>
          </p:nvSpPr>
          <p:spPr>
            <a:xfrm>
              <a:off x="14118994" y="6222386"/>
              <a:ext cx="78740" cy="371475"/>
            </a:xfrm>
            <a:custGeom>
              <a:avLst/>
              <a:gdLst/>
              <a:ahLst/>
              <a:cxnLst/>
              <a:rect l="l" t="t" r="r" b="b"/>
              <a:pathLst>
                <a:path w="78740" h="371475">
                  <a:moveTo>
                    <a:pt x="78238" y="0"/>
                  </a:moveTo>
                  <a:lnTo>
                    <a:pt x="0" y="0"/>
                  </a:lnTo>
                  <a:lnTo>
                    <a:pt x="0" y="371025"/>
                  </a:lnTo>
                  <a:lnTo>
                    <a:pt x="78238" y="371025"/>
                  </a:lnTo>
                  <a:lnTo>
                    <a:pt x="78238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6" name="object 1416" descr=""/>
            <p:cNvSpPr/>
            <p:nvPr/>
          </p:nvSpPr>
          <p:spPr>
            <a:xfrm>
              <a:off x="14102345" y="6204093"/>
              <a:ext cx="111760" cy="78740"/>
            </a:xfrm>
            <a:custGeom>
              <a:avLst/>
              <a:gdLst/>
              <a:ahLst/>
              <a:cxnLst/>
              <a:rect l="l" t="t" r="r" b="b"/>
              <a:pathLst>
                <a:path w="111759" h="78739">
                  <a:moveTo>
                    <a:pt x="111535" y="0"/>
                  </a:moveTo>
                  <a:lnTo>
                    <a:pt x="0" y="0"/>
                  </a:lnTo>
                  <a:lnTo>
                    <a:pt x="0" y="78385"/>
                  </a:lnTo>
                  <a:lnTo>
                    <a:pt x="111535" y="78385"/>
                  </a:lnTo>
                  <a:lnTo>
                    <a:pt x="1115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7" name="object 1417" descr=""/>
            <p:cNvSpPr/>
            <p:nvPr/>
          </p:nvSpPr>
          <p:spPr>
            <a:xfrm>
              <a:off x="14102345" y="6204093"/>
              <a:ext cx="111760" cy="78740"/>
            </a:xfrm>
            <a:custGeom>
              <a:avLst/>
              <a:gdLst/>
              <a:ahLst/>
              <a:cxnLst/>
              <a:rect l="l" t="t" r="r" b="b"/>
              <a:pathLst>
                <a:path w="111759" h="78739">
                  <a:moveTo>
                    <a:pt x="111535" y="0"/>
                  </a:moveTo>
                  <a:lnTo>
                    <a:pt x="0" y="0"/>
                  </a:lnTo>
                  <a:lnTo>
                    <a:pt x="0" y="78385"/>
                  </a:lnTo>
                  <a:lnTo>
                    <a:pt x="111535" y="78385"/>
                  </a:lnTo>
                  <a:lnTo>
                    <a:pt x="111535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8" name="object 1418" descr=""/>
            <p:cNvSpPr/>
            <p:nvPr/>
          </p:nvSpPr>
          <p:spPr>
            <a:xfrm>
              <a:off x="12848938" y="6222386"/>
              <a:ext cx="78740" cy="371475"/>
            </a:xfrm>
            <a:custGeom>
              <a:avLst/>
              <a:gdLst/>
              <a:ahLst/>
              <a:cxnLst/>
              <a:rect l="l" t="t" r="r" b="b"/>
              <a:pathLst>
                <a:path w="78740" h="371475">
                  <a:moveTo>
                    <a:pt x="78238" y="0"/>
                  </a:moveTo>
                  <a:lnTo>
                    <a:pt x="0" y="0"/>
                  </a:lnTo>
                  <a:lnTo>
                    <a:pt x="0" y="371025"/>
                  </a:lnTo>
                  <a:lnTo>
                    <a:pt x="78238" y="371025"/>
                  </a:lnTo>
                  <a:lnTo>
                    <a:pt x="78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9" name="object 1419" descr=""/>
            <p:cNvSpPr/>
            <p:nvPr/>
          </p:nvSpPr>
          <p:spPr>
            <a:xfrm>
              <a:off x="12848938" y="6222386"/>
              <a:ext cx="78740" cy="371475"/>
            </a:xfrm>
            <a:custGeom>
              <a:avLst/>
              <a:gdLst/>
              <a:ahLst/>
              <a:cxnLst/>
              <a:rect l="l" t="t" r="r" b="b"/>
              <a:pathLst>
                <a:path w="78740" h="371475">
                  <a:moveTo>
                    <a:pt x="78238" y="0"/>
                  </a:moveTo>
                  <a:lnTo>
                    <a:pt x="0" y="0"/>
                  </a:lnTo>
                  <a:lnTo>
                    <a:pt x="0" y="371025"/>
                  </a:lnTo>
                  <a:lnTo>
                    <a:pt x="78238" y="371025"/>
                  </a:lnTo>
                  <a:lnTo>
                    <a:pt x="78238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0" name="object 1420" descr=""/>
            <p:cNvSpPr/>
            <p:nvPr/>
          </p:nvSpPr>
          <p:spPr>
            <a:xfrm>
              <a:off x="12832289" y="6204093"/>
              <a:ext cx="111760" cy="78740"/>
            </a:xfrm>
            <a:custGeom>
              <a:avLst/>
              <a:gdLst/>
              <a:ahLst/>
              <a:cxnLst/>
              <a:rect l="l" t="t" r="r" b="b"/>
              <a:pathLst>
                <a:path w="111759" h="78739">
                  <a:moveTo>
                    <a:pt x="111535" y="0"/>
                  </a:moveTo>
                  <a:lnTo>
                    <a:pt x="0" y="0"/>
                  </a:lnTo>
                  <a:lnTo>
                    <a:pt x="0" y="78385"/>
                  </a:lnTo>
                  <a:lnTo>
                    <a:pt x="111535" y="78385"/>
                  </a:lnTo>
                  <a:lnTo>
                    <a:pt x="1115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1" name="object 1421" descr=""/>
            <p:cNvSpPr/>
            <p:nvPr/>
          </p:nvSpPr>
          <p:spPr>
            <a:xfrm>
              <a:off x="12832289" y="6204093"/>
              <a:ext cx="111760" cy="78740"/>
            </a:xfrm>
            <a:custGeom>
              <a:avLst/>
              <a:gdLst/>
              <a:ahLst/>
              <a:cxnLst/>
              <a:rect l="l" t="t" r="r" b="b"/>
              <a:pathLst>
                <a:path w="111759" h="78739">
                  <a:moveTo>
                    <a:pt x="111535" y="0"/>
                  </a:moveTo>
                  <a:lnTo>
                    <a:pt x="0" y="0"/>
                  </a:lnTo>
                  <a:lnTo>
                    <a:pt x="0" y="78385"/>
                  </a:lnTo>
                  <a:lnTo>
                    <a:pt x="111535" y="78385"/>
                  </a:lnTo>
                  <a:lnTo>
                    <a:pt x="111535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2" name="object 1422" descr=""/>
            <p:cNvSpPr/>
            <p:nvPr/>
          </p:nvSpPr>
          <p:spPr>
            <a:xfrm>
              <a:off x="13092145" y="6222386"/>
              <a:ext cx="78740" cy="371475"/>
            </a:xfrm>
            <a:custGeom>
              <a:avLst/>
              <a:gdLst/>
              <a:ahLst/>
              <a:cxnLst/>
              <a:rect l="l" t="t" r="r" b="b"/>
              <a:pathLst>
                <a:path w="78740" h="371475">
                  <a:moveTo>
                    <a:pt x="78238" y="0"/>
                  </a:moveTo>
                  <a:lnTo>
                    <a:pt x="0" y="0"/>
                  </a:lnTo>
                  <a:lnTo>
                    <a:pt x="0" y="371025"/>
                  </a:lnTo>
                  <a:lnTo>
                    <a:pt x="78238" y="371025"/>
                  </a:lnTo>
                  <a:lnTo>
                    <a:pt x="78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3" name="object 1423" descr=""/>
            <p:cNvSpPr/>
            <p:nvPr/>
          </p:nvSpPr>
          <p:spPr>
            <a:xfrm>
              <a:off x="13092145" y="6222386"/>
              <a:ext cx="78740" cy="371475"/>
            </a:xfrm>
            <a:custGeom>
              <a:avLst/>
              <a:gdLst/>
              <a:ahLst/>
              <a:cxnLst/>
              <a:rect l="l" t="t" r="r" b="b"/>
              <a:pathLst>
                <a:path w="78740" h="371475">
                  <a:moveTo>
                    <a:pt x="78238" y="0"/>
                  </a:moveTo>
                  <a:lnTo>
                    <a:pt x="0" y="0"/>
                  </a:lnTo>
                  <a:lnTo>
                    <a:pt x="0" y="371025"/>
                  </a:lnTo>
                  <a:lnTo>
                    <a:pt x="78238" y="371025"/>
                  </a:lnTo>
                  <a:lnTo>
                    <a:pt x="78238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4" name="object 1424" descr=""/>
            <p:cNvSpPr/>
            <p:nvPr/>
          </p:nvSpPr>
          <p:spPr>
            <a:xfrm>
              <a:off x="13075497" y="6204093"/>
              <a:ext cx="111760" cy="78740"/>
            </a:xfrm>
            <a:custGeom>
              <a:avLst/>
              <a:gdLst/>
              <a:ahLst/>
              <a:cxnLst/>
              <a:rect l="l" t="t" r="r" b="b"/>
              <a:pathLst>
                <a:path w="111759" h="78739">
                  <a:moveTo>
                    <a:pt x="111535" y="0"/>
                  </a:moveTo>
                  <a:lnTo>
                    <a:pt x="0" y="0"/>
                  </a:lnTo>
                  <a:lnTo>
                    <a:pt x="0" y="78385"/>
                  </a:lnTo>
                  <a:lnTo>
                    <a:pt x="111535" y="78385"/>
                  </a:lnTo>
                  <a:lnTo>
                    <a:pt x="1115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5" name="object 1425" descr=""/>
            <p:cNvSpPr/>
            <p:nvPr/>
          </p:nvSpPr>
          <p:spPr>
            <a:xfrm>
              <a:off x="13075497" y="6204093"/>
              <a:ext cx="111760" cy="78740"/>
            </a:xfrm>
            <a:custGeom>
              <a:avLst/>
              <a:gdLst/>
              <a:ahLst/>
              <a:cxnLst/>
              <a:rect l="l" t="t" r="r" b="b"/>
              <a:pathLst>
                <a:path w="111759" h="78739">
                  <a:moveTo>
                    <a:pt x="111535" y="0"/>
                  </a:moveTo>
                  <a:lnTo>
                    <a:pt x="0" y="0"/>
                  </a:lnTo>
                  <a:lnTo>
                    <a:pt x="0" y="78385"/>
                  </a:lnTo>
                  <a:lnTo>
                    <a:pt x="111535" y="78385"/>
                  </a:lnTo>
                  <a:lnTo>
                    <a:pt x="111535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6" name="object 1426" descr=""/>
            <p:cNvSpPr/>
            <p:nvPr/>
          </p:nvSpPr>
          <p:spPr>
            <a:xfrm>
              <a:off x="11822100" y="6222386"/>
              <a:ext cx="78740" cy="371475"/>
            </a:xfrm>
            <a:custGeom>
              <a:avLst/>
              <a:gdLst/>
              <a:ahLst/>
              <a:cxnLst/>
              <a:rect l="l" t="t" r="r" b="b"/>
              <a:pathLst>
                <a:path w="78740" h="371475">
                  <a:moveTo>
                    <a:pt x="78238" y="0"/>
                  </a:moveTo>
                  <a:lnTo>
                    <a:pt x="0" y="0"/>
                  </a:lnTo>
                  <a:lnTo>
                    <a:pt x="0" y="371025"/>
                  </a:lnTo>
                  <a:lnTo>
                    <a:pt x="78238" y="371025"/>
                  </a:lnTo>
                  <a:lnTo>
                    <a:pt x="78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7" name="object 1427" descr=""/>
            <p:cNvSpPr/>
            <p:nvPr/>
          </p:nvSpPr>
          <p:spPr>
            <a:xfrm>
              <a:off x="11822100" y="6222386"/>
              <a:ext cx="78740" cy="371475"/>
            </a:xfrm>
            <a:custGeom>
              <a:avLst/>
              <a:gdLst/>
              <a:ahLst/>
              <a:cxnLst/>
              <a:rect l="l" t="t" r="r" b="b"/>
              <a:pathLst>
                <a:path w="78740" h="371475">
                  <a:moveTo>
                    <a:pt x="78238" y="0"/>
                  </a:moveTo>
                  <a:lnTo>
                    <a:pt x="0" y="0"/>
                  </a:lnTo>
                  <a:lnTo>
                    <a:pt x="0" y="371025"/>
                  </a:lnTo>
                  <a:lnTo>
                    <a:pt x="78238" y="371025"/>
                  </a:lnTo>
                  <a:lnTo>
                    <a:pt x="78238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8" name="object 1428" descr=""/>
            <p:cNvSpPr/>
            <p:nvPr/>
          </p:nvSpPr>
          <p:spPr>
            <a:xfrm>
              <a:off x="11805452" y="6204093"/>
              <a:ext cx="111760" cy="78740"/>
            </a:xfrm>
            <a:custGeom>
              <a:avLst/>
              <a:gdLst/>
              <a:ahLst/>
              <a:cxnLst/>
              <a:rect l="l" t="t" r="r" b="b"/>
              <a:pathLst>
                <a:path w="111759" h="78739">
                  <a:moveTo>
                    <a:pt x="111535" y="0"/>
                  </a:moveTo>
                  <a:lnTo>
                    <a:pt x="0" y="0"/>
                  </a:lnTo>
                  <a:lnTo>
                    <a:pt x="0" y="78385"/>
                  </a:lnTo>
                  <a:lnTo>
                    <a:pt x="111535" y="78385"/>
                  </a:lnTo>
                  <a:lnTo>
                    <a:pt x="1115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9" name="object 1429" descr=""/>
            <p:cNvSpPr/>
            <p:nvPr/>
          </p:nvSpPr>
          <p:spPr>
            <a:xfrm>
              <a:off x="11805452" y="6204093"/>
              <a:ext cx="111760" cy="78740"/>
            </a:xfrm>
            <a:custGeom>
              <a:avLst/>
              <a:gdLst/>
              <a:ahLst/>
              <a:cxnLst/>
              <a:rect l="l" t="t" r="r" b="b"/>
              <a:pathLst>
                <a:path w="111759" h="78739">
                  <a:moveTo>
                    <a:pt x="111535" y="0"/>
                  </a:moveTo>
                  <a:lnTo>
                    <a:pt x="0" y="0"/>
                  </a:lnTo>
                  <a:lnTo>
                    <a:pt x="0" y="78385"/>
                  </a:lnTo>
                  <a:lnTo>
                    <a:pt x="111535" y="78385"/>
                  </a:lnTo>
                  <a:lnTo>
                    <a:pt x="111535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0" name="object 1430" descr=""/>
            <p:cNvSpPr/>
            <p:nvPr/>
          </p:nvSpPr>
          <p:spPr>
            <a:xfrm>
              <a:off x="12065308" y="6222386"/>
              <a:ext cx="78740" cy="371475"/>
            </a:xfrm>
            <a:custGeom>
              <a:avLst/>
              <a:gdLst/>
              <a:ahLst/>
              <a:cxnLst/>
              <a:rect l="l" t="t" r="r" b="b"/>
              <a:pathLst>
                <a:path w="78740" h="371475">
                  <a:moveTo>
                    <a:pt x="78238" y="0"/>
                  </a:moveTo>
                  <a:lnTo>
                    <a:pt x="0" y="0"/>
                  </a:lnTo>
                  <a:lnTo>
                    <a:pt x="0" y="371025"/>
                  </a:lnTo>
                  <a:lnTo>
                    <a:pt x="78238" y="371025"/>
                  </a:lnTo>
                  <a:lnTo>
                    <a:pt x="78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1" name="object 1431" descr=""/>
            <p:cNvSpPr/>
            <p:nvPr/>
          </p:nvSpPr>
          <p:spPr>
            <a:xfrm>
              <a:off x="12065308" y="6222386"/>
              <a:ext cx="78740" cy="371475"/>
            </a:xfrm>
            <a:custGeom>
              <a:avLst/>
              <a:gdLst/>
              <a:ahLst/>
              <a:cxnLst/>
              <a:rect l="l" t="t" r="r" b="b"/>
              <a:pathLst>
                <a:path w="78740" h="371475">
                  <a:moveTo>
                    <a:pt x="78238" y="0"/>
                  </a:moveTo>
                  <a:lnTo>
                    <a:pt x="0" y="0"/>
                  </a:lnTo>
                  <a:lnTo>
                    <a:pt x="0" y="371025"/>
                  </a:lnTo>
                  <a:lnTo>
                    <a:pt x="78238" y="371025"/>
                  </a:lnTo>
                  <a:lnTo>
                    <a:pt x="78238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2" name="object 1432" descr=""/>
            <p:cNvSpPr/>
            <p:nvPr/>
          </p:nvSpPr>
          <p:spPr>
            <a:xfrm>
              <a:off x="12048648" y="6204093"/>
              <a:ext cx="111760" cy="78740"/>
            </a:xfrm>
            <a:custGeom>
              <a:avLst/>
              <a:gdLst/>
              <a:ahLst/>
              <a:cxnLst/>
              <a:rect l="l" t="t" r="r" b="b"/>
              <a:pathLst>
                <a:path w="111759" h="78739">
                  <a:moveTo>
                    <a:pt x="111535" y="0"/>
                  </a:moveTo>
                  <a:lnTo>
                    <a:pt x="0" y="0"/>
                  </a:lnTo>
                  <a:lnTo>
                    <a:pt x="0" y="78385"/>
                  </a:lnTo>
                  <a:lnTo>
                    <a:pt x="111535" y="78385"/>
                  </a:lnTo>
                  <a:lnTo>
                    <a:pt x="1115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3" name="object 1433" descr=""/>
            <p:cNvSpPr/>
            <p:nvPr/>
          </p:nvSpPr>
          <p:spPr>
            <a:xfrm>
              <a:off x="12048648" y="6204093"/>
              <a:ext cx="111760" cy="78740"/>
            </a:xfrm>
            <a:custGeom>
              <a:avLst/>
              <a:gdLst/>
              <a:ahLst/>
              <a:cxnLst/>
              <a:rect l="l" t="t" r="r" b="b"/>
              <a:pathLst>
                <a:path w="111759" h="78739">
                  <a:moveTo>
                    <a:pt x="111535" y="0"/>
                  </a:moveTo>
                  <a:lnTo>
                    <a:pt x="0" y="0"/>
                  </a:lnTo>
                  <a:lnTo>
                    <a:pt x="0" y="78385"/>
                  </a:lnTo>
                  <a:lnTo>
                    <a:pt x="111535" y="78385"/>
                  </a:lnTo>
                  <a:lnTo>
                    <a:pt x="111535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4" name="object 1434" descr=""/>
            <p:cNvSpPr/>
            <p:nvPr/>
          </p:nvSpPr>
          <p:spPr>
            <a:xfrm>
              <a:off x="11646505" y="6204099"/>
              <a:ext cx="1040130" cy="855344"/>
            </a:xfrm>
            <a:custGeom>
              <a:avLst/>
              <a:gdLst/>
              <a:ahLst/>
              <a:cxnLst/>
              <a:rect l="l" t="t" r="r" b="b"/>
              <a:pathLst>
                <a:path w="1040129" h="855345">
                  <a:moveTo>
                    <a:pt x="1039601" y="0"/>
                  </a:moveTo>
                  <a:lnTo>
                    <a:pt x="7518" y="438908"/>
                  </a:lnTo>
                  <a:lnTo>
                    <a:pt x="0" y="855303"/>
                  </a:lnTo>
                  <a:lnTo>
                    <a:pt x="1039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5" name="object 1435" descr=""/>
            <p:cNvSpPr/>
            <p:nvPr/>
          </p:nvSpPr>
          <p:spPr>
            <a:xfrm>
              <a:off x="11652292" y="6356155"/>
              <a:ext cx="848994" cy="382270"/>
            </a:xfrm>
            <a:custGeom>
              <a:avLst/>
              <a:gdLst/>
              <a:ahLst/>
              <a:cxnLst/>
              <a:rect l="l" t="t" r="r" b="b"/>
              <a:pathLst>
                <a:path w="848995" h="382270">
                  <a:moveTo>
                    <a:pt x="848998" y="0"/>
                  </a:moveTo>
                  <a:lnTo>
                    <a:pt x="446" y="357423"/>
                  </a:lnTo>
                  <a:lnTo>
                    <a:pt x="0" y="382199"/>
                  </a:lnTo>
                  <a:lnTo>
                    <a:pt x="787776" y="50368"/>
                  </a:lnTo>
                  <a:lnTo>
                    <a:pt x="848998" y="0"/>
                  </a:lnTo>
                  <a:close/>
                </a:path>
              </a:pathLst>
            </a:custGeom>
            <a:solidFill>
              <a:srgbClr val="FFFFFF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6" name="object 1436" descr=""/>
            <p:cNvSpPr/>
            <p:nvPr/>
          </p:nvSpPr>
          <p:spPr>
            <a:xfrm>
              <a:off x="11652292" y="6356155"/>
              <a:ext cx="848994" cy="382270"/>
            </a:xfrm>
            <a:custGeom>
              <a:avLst/>
              <a:gdLst/>
              <a:ahLst/>
              <a:cxnLst/>
              <a:rect l="l" t="t" r="r" b="b"/>
              <a:pathLst>
                <a:path w="848995" h="382270">
                  <a:moveTo>
                    <a:pt x="446" y="357423"/>
                  </a:moveTo>
                  <a:lnTo>
                    <a:pt x="848998" y="0"/>
                  </a:lnTo>
                </a:path>
                <a:path w="848995" h="382270">
                  <a:moveTo>
                    <a:pt x="787776" y="50368"/>
                  </a:moveTo>
                  <a:lnTo>
                    <a:pt x="0" y="382199"/>
                  </a:lnTo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7" name="object 1437" descr=""/>
            <p:cNvSpPr/>
            <p:nvPr/>
          </p:nvSpPr>
          <p:spPr>
            <a:xfrm>
              <a:off x="11650763" y="6528643"/>
              <a:ext cx="641350" cy="294640"/>
            </a:xfrm>
            <a:custGeom>
              <a:avLst/>
              <a:gdLst/>
              <a:ahLst/>
              <a:cxnLst/>
              <a:rect l="l" t="t" r="r" b="b"/>
              <a:pathLst>
                <a:path w="641350" h="294640">
                  <a:moveTo>
                    <a:pt x="640873" y="0"/>
                  </a:moveTo>
                  <a:lnTo>
                    <a:pt x="446" y="269758"/>
                  </a:lnTo>
                  <a:lnTo>
                    <a:pt x="0" y="294534"/>
                  </a:lnTo>
                  <a:lnTo>
                    <a:pt x="579646" y="50372"/>
                  </a:lnTo>
                  <a:lnTo>
                    <a:pt x="640873" y="0"/>
                  </a:lnTo>
                  <a:close/>
                </a:path>
              </a:pathLst>
            </a:custGeom>
            <a:solidFill>
              <a:srgbClr val="FFFFFF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8" name="object 1438" descr=""/>
            <p:cNvSpPr/>
            <p:nvPr/>
          </p:nvSpPr>
          <p:spPr>
            <a:xfrm>
              <a:off x="11650763" y="6528643"/>
              <a:ext cx="641350" cy="294640"/>
            </a:xfrm>
            <a:custGeom>
              <a:avLst/>
              <a:gdLst/>
              <a:ahLst/>
              <a:cxnLst/>
              <a:rect l="l" t="t" r="r" b="b"/>
              <a:pathLst>
                <a:path w="641350" h="294640">
                  <a:moveTo>
                    <a:pt x="446" y="269758"/>
                  </a:moveTo>
                  <a:lnTo>
                    <a:pt x="640873" y="0"/>
                  </a:lnTo>
                </a:path>
                <a:path w="641350" h="294640">
                  <a:moveTo>
                    <a:pt x="579646" y="50372"/>
                  </a:moveTo>
                  <a:lnTo>
                    <a:pt x="0" y="294534"/>
                  </a:lnTo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9" name="object 1439" descr=""/>
            <p:cNvSpPr/>
            <p:nvPr/>
          </p:nvSpPr>
          <p:spPr>
            <a:xfrm>
              <a:off x="11649234" y="6701111"/>
              <a:ext cx="433070" cy="207010"/>
            </a:xfrm>
            <a:custGeom>
              <a:avLst/>
              <a:gdLst/>
              <a:ahLst/>
              <a:cxnLst/>
              <a:rect l="l" t="t" r="r" b="b"/>
              <a:pathLst>
                <a:path w="433070" h="207009">
                  <a:moveTo>
                    <a:pt x="432771" y="0"/>
                  </a:moveTo>
                  <a:lnTo>
                    <a:pt x="446" y="182102"/>
                  </a:lnTo>
                  <a:lnTo>
                    <a:pt x="0" y="206878"/>
                  </a:lnTo>
                  <a:lnTo>
                    <a:pt x="371539" y="50376"/>
                  </a:lnTo>
                  <a:lnTo>
                    <a:pt x="432771" y="0"/>
                  </a:lnTo>
                  <a:close/>
                </a:path>
              </a:pathLst>
            </a:custGeom>
            <a:solidFill>
              <a:srgbClr val="FFFFFF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0" name="object 1440" descr=""/>
            <p:cNvSpPr/>
            <p:nvPr/>
          </p:nvSpPr>
          <p:spPr>
            <a:xfrm>
              <a:off x="11649234" y="6701111"/>
              <a:ext cx="433070" cy="207010"/>
            </a:xfrm>
            <a:custGeom>
              <a:avLst/>
              <a:gdLst/>
              <a:ahLst/>
              <a:cxnLst/>
              <a:rect l="l" t="t" r="r" b="b"/>
              <a:pathLst>
                <a:path w="433070" h="207009">
                  <a:moveTo>
                    <a:pt x="446" y="182102"/>
                  </a:moveTo>
                  <a:lnTo>
                    <a:pt x="432771" y="0"/>
                  </a:lnTo>
                </a:path>
                <a:path w="433070" h="207009">
                  <a:moveTo>
                    <a:pt x="371539" y="50376"/>
                  </a:moveTo>
                  <a:lnTo>
                    <a:pt x="0" y="206878"/>
                  </a:lnTo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41" name="object 144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42469" y="6868363"/>
              <a:ext cx="235116" cy="129683"/>
            </a:xfrm>
            <a:prstGeom prst="rect">
              <a:avLst/>
            </a:prstGeom>
          </p:spPr>
        </p:pic>
        <p:sp>
          <p:nvSpPr>
            <p:cNvPr id="1442" name="object 1442" descr=""/>
            <p:cNvSpPr/>
            <p:nvPr/>
          </p:nvSpPr>
          <p:spPr>
            <a:xfrm>
              <a:off x="11646505" y="6204099"/>
              <a:ext cx="1040130" cy="855344"/>
            </a:xfrm>
            <a:custGeom>
              <a:avLst/>
              <a:gdLst/>
              <a:ahLst/>
              <a:cxnLst/>
              <a:rect l="l" t="t" r="r" b="b"/>
              <a:pathLst>
                <a:path w="1040129" h="855345">
                  <a:moveTo>
                    <a:pt x="0" y="855303"/>
                  </a:moveTo>
                  <a:lnTo>
                    <a:pt x="1039601" y="0"/>
                  </a:lnTo>
                  <a:lnTo>
                    <a:pt x="7518" y="438908"/>
                  </a:lnTo>
                  <a:lnTo>
                    <a:pt x="0" y="85530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3" name="object 1443" descr=""/>
            <p:cNvSpPr/>
            <p:nvPr/>
          </p:nvSpPr>
          <p:spPr>
            <a:xfrm>
              <a:off x="12667230" y="6204099"/>
              <a:ext cx="1040130" cy="855344"/>
            </a:xfrm>
            <a:custGeom>
              <a:avLst/>
              <a:gdLst/>
              <a:ahLst/>
              <a:cxnLst/>
              <a:rect l="l" t="t" r="r" b="b"/>
              <a:pathLst>
                <a:path w="1040130" h="855345">
                  <a:moveTo>
                    <a:pt x="1039601" y="0"/>
                  </a:moveTo>
                  <a:lnTo>
                    <a:pt x="7518" y="438908"/>
                  </a:lnTo>
                  <a:lnTo>
                    <a:pt x="0" y="855303"/>
                  </a:lnTo>
                  <a:lnTo>
                    <a:pt x="1039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4" name="object 1444" descr=""/>
            <p:cNvSpPr/>
            <p:nvPr/>
          </p:nvSpPr>
          <p:spPr>
            <a:xfrm>
              <a:off x="12673023" y="6356150"/>
              <a:ext cx="849630" cy="382270"/>
            </a:xfrm>
            <a:custGeom>
              <a:avLst/>
              <a:gdLst/>
              <a:ahLst/>
              <a:cxnLst/>
              <a:rect l="l" t="t" r="r" b="b"/>
              <a:pathLst>
                <a:path w="849630" h="382270">
                  <a:moveTo>
                    <a:pt x="849006" y="0"/>
                  </a:moveTo>
                  <a:lnTo>
                    <a:pt x="447" y="357426"/>
                  </a:lnTo>
                  <a:lnTo>
                    <a:pt x="0" y="382203"/>
                  </a:lnTo>
                  <a:lnTo>
                    <a:pt x="787782" y="50369"/>
                  </a:lnTo>
                  <a:lnTo>
                    <a:pt x="849006" y="0"/>
                  </a:lnTo>
                  <a:close/>
                </a:path>
              </a:pathLst>
            </a:custGeom>
            <a:solidFill>
              <a:srgbClr val="FFFFFF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5" name="object 1445" descr=""/>
            <p:cNvSpPr/>
            <p:nvPr/>
          </p:nvSpPr>
          <p:spPr>
            <a:xfrm>
              <a:off x="12673023" y="6356150"/>
              <a:ext cx="849630" cy="382270"/>
            </a:xfrm>
            <a:custGeom>
              <a:avLst/>
              <a:gdLst/>
              <a:ahLst/>
              <a:cxnLst/>
              <a:rect l="l" t="t" r="r" b="b"/>
              <a:pathLst>
                <a:path w="849630" h="382270">
                  <a:moveTo>
                    <a:pt x="447" y="357426"/>
                  </a:moveTo>
                  <a:lnTo>
                    <a:pt x="849006" y="0"/>
                  </a:lnTo>
                </a:path>
                <a:path w="849630" h="382270">
                  <a:moveTo>
                    <a:pt x="787782" y="50369"/>
                  </a:moveTo>
                  <a:lnTo>
                    <a:pt x="0" y="382203"/>
                  </a:lnTo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6" name="object 1446" descr=""/>
            <p:cNvSpPr/>
            <p:nvPr/>
          </p:nvSpPr>
          <p:spPr>
            <a:xfrm>
              <a:off x="12671492" y="6528639"/>
              <a:ext cx="641350" cy="294640"/>
            </a:xfrm>
            <a:custGeom>
              <a:avLst/>
              <a:gdLst/>
              <a:ahLst/>
              <a:cxnLst/>
              <a:rect l="l" t="t" r="r" b="b"/>
              <a:pathLst>
                <a:path w="641350" h="294640">
                  <a:moveTo>
                    <a:pt x="640878" y="0"/>
                  </a:moveTo>
                  <a:lnTo>
                    <a:pt x="447" y="269760"/>
                  </a:lnTo>
                  <a:lnTo>
                    <a:pt x="0" y="294536"/>
                  </a:lnTo>
                  <a:lnTo>
                    <a:pt x="579650" y="50373"/>
                  </a:lnTo>
                  <a:lnTo>
                    <a:pt x="640878" y="0"/>
                  </a:lnTo>
                  <a:close/>
                </a:path>
              </a:pathLst>
            </a:custGeom>
            <a:solidFill>
              <a:srgbClr val="FFFFFF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7" name="object 1447" descr=""/>
            <p:cNvSpPr/>
            <p:nvPr/>
          </p:nvSpPr>
          <p:spPr>
            <a:xfrm>
              <a:off x="12671492" y="6528639"/>
              <a:ext cx="641350" cy="294640"/>
            </a:xfrm>
            <a:custGeom>
              <a:avLst/>
              <a:gdLst/>
              <a:ahLst/>
              <a:cxnLst/>
              <a:rect l="l" t="t" r="r" b="b"/>
              <a:pathLst>
                <a:path w="641350" h="294640">
                  <a:moveTo>
                    <a:pt x="447" y="269760"/>
                  </a:moveTo>
                  <a:lnTo>
                    <a:pt x="640878" y="0"/>
                  </a:lnTo>
                </a:path>
                <a:path w="641350" h="294640">
                  <a:moveTo>
                    <a:pt x="579650" y="50373"/>
                  </a:moveTo>
                  <a:lnTo>
                    <a:pt x="0" y="294536"/>
                  </a:lnTo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8" name="object 1448" descr=""/>
            <p:cNvSpPr/>
            <p:nvPr/>
          </p:nvSpPr>
          <p:spPr>
            <a:xfrm>
              <a:off x="12669960" y="6701109"/>
              <a:ext cx="433070" cy="207010"/>
            </a:xfrm>
            <a:custGeom>
              <a:avLst/>
              <a:gdLst/>
              <a:ahLst/>
              <a:cxnLst/>
              <a:rect l="l" t="t" r="r" b="b"/>
              <a:pathLst>
                <a:path w="433069" h="207009">
                  <a:moveTo>
                    <a:pt x="432774" y="0"/>
                  </a:moveTo>
                  <a:lnTo>
                    <a:pt x="447" y="182103"/>
                  </a:lnTo>
                  <a:lnTo>
                    <a:pt x="0" y="206879"/>
                  </a:lnTo>
                  <a:lnTo>
                    <a:pt x="371541" y="50376"/>
                  </a:lnTo>
                  <a:lnTo>
                    <a:pt x="432774" y="0"/>
                  </a:lnTo>
                  <a:close/>
                </a:path>
              </a:pathLst>
            </a:custGeom>
            <a:solidFill>
              <a:srgbClr val="FFFFFF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9" name="object 1449" descr=""/>
            <p:cNvSpPr/>
            <p:nvPr/>
          </p:nvSpPr>
          <p:spPr>
            <a:xfrm>
              <a:off x="12669960" y="6701109"/>
              <a:ext cx="433070" cy="207010"/>
            </a:xfrm>
            <a:custGeom>
              <a:avLst/>
              <a:gdLst/>
              <a:ahLst/>
              <a:cxnLst/>
              <a:rect l="l" t="t" r="r" b="b"/>
              <a:pathLst>
                <a:path w="433069" h="207009">
                  <a:moveTo>
                    <a:pt x="447" y="182103"/>
                  </a:moveTo>
                  <a:lnTo>
                    <a:pt x="432774" y="0"/>
                  </a:lnTo>
                </a:path>
                <a:path w="433069" h="207009">
                  <a:moveTo>
                    <a:pt x="371541" y="50376"/>
                  </a:moveTo>
                  <a:lnTo>
                    <a:pt x="0" y="206879"/>
                  </a:lnTo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50" name="object 145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663193" y="6868363"/>
              <a:ext cx="235117" cy="129683"/>
            </a:xfrm>
            <a:prstGeom prst="rect">
              <a:avLst/>
            </a:prstGeom>
          </p:spPr>
        </p:pic>
        <p:sp>
          <p:nvSpPr>
            <p:cNvPr id="1451" name="object 1451" descr=""/>
            <p:cNvSpPr/>
            <p:nvPr/>
          </p:nvSpPr>
          <p:spPr>
            <a:xfrm>
              <a:off x="12667230" y="6204099"/>
              <a:ext cx="1040130" cy="855344"/>
            </a:xfrm>
            <a:custGeom>
              <a:avLst/>
              <a:gdLst/>
              <a:ahLst/>
              <a:cxnLst/>
              <a:rect l="l" t="t" r="r" b="b"/>
              <a:pathLst>
                <a:path w="1040130" h="855345">
                  <a:moveTo>
                    <a:pt x="0" y="855303"/>
                  </a:moveTo>
                  <a:lnTo>
                    <a:pt x="1039601" y="0"/>
                  </a:lnTo>
                  <a:lnTo>
                    <a:pt x="7518" y="438908"/>
                  </a:lnTo>
                  <a:lnTo>
                    <a:pt x="0" y="85530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2" name="object 1452" descr=""/>
            <p:cNvSpPr/>
            <p:nvPr/>
          </p:nvSpPr>
          <p:spPr>
            <a:xfrm>
              <a:off x="13695165" y="6204099"/>
              <a:ext cx="1040130" cy="855344"/>
            </a:xfrm>
            <a:custGeom>
              <a:avLst/>
              <a:gdLst/>
              <a:ahLst/>
              <a:cxnLst/>
              <a:rect l="l" t="t" r="r" b="b"/>
              <a:pathLst>
                <a:path w="1040130" h="855345">
                  <a:moveTo>
                    <a:pt x="1039601" y="0"/>
                  </a:moveTo>
                  <a:lnTo>
                    <a:pt x="7507" y="438908"/>
                  </a:lnTo>
                  <a:lnTo>
                    <a:pt x="0" y="855303"/>
                  </a:lnTo>
                  <a:lnTo>
                    <a:pt x="1039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3" name="object 1453" descr=""/>
            <p:cNvSpPr/>
            <p:nvPr/>
          </p:nvSpPr>
          <p:spPr>
            <a:xfrm>
              <a:off x="13700959" y="6356154"/>
              <a:ext cx="848994" cy="382270"/>
            </a:xfrm>
            <a:custGeom>
              <a:avLst/>
              <a:gdLst/>
              <a:ahLst/>
              <a:cxnLst/>
              <a:rect l="l" t="t" r="r" b="b"/>
              <a:pathLst>
                <a:path w="848994" h="382270">
                  <a:moveTo>
                    <a:pt x="848991" y="0"/>
                  </a:moveTo>
                  <a:lnTo>
                    <a:pt x="447" y="357420"/>
                  </a:lnTo>
                  <a:lnTo>
                    <a:pt x="0" y="382196"/>
                  </a:lnTo>
                  <a:lnTo>
                    <a:pt x="787769" y="50368"/>
                  </a:lnTo>
                  <a:lnTo>
                    <a:pt x="848991" y="0"/>
                  </a:lnTo>
                  <a:close/>
                </a:path>
              </a:pathLst>
            </a:custGeom>
            <a:solidFill>
              <a:srgbClr val="FFFFFF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4" name="object 1454" descr=""/>
            <p:cNvSpPr/>
            <p:nvPr/>
          </p:nvSpPr>
          <p:spPr>
            <a:xfrm>
              <a:off x="13700959" y="6356154"/>
              <a:ext cx="848994" cy="382270"/>
            </a:xfrm>
            <a:custGeom>
              <a:avLst/>
              <a:gdLst/>
              <a:ahLst/>
              <a:cxnLst/>
              <a:rect l="l" t="t" r="r" b="b"/>
              <a:pathLst>
                <a:path w="848994" h="382270">
                  <a:moveTo>
                    <a:pt x="447" y="357420"/>
                  </a:moveTo>
                  <a:lnTo>
                    <a:pt x="848991" y="0"/>
                  </a:lnTo>
                </a:path>
                <a:path w="848994" h="382270">
                  <a:moveTo>
                    <a:pt x="787769" y="50368"/>
                  </a:moveTo>
                  <a:lnTo>
                    <a:pt x="0" y="382196"/>
                  </a:lnTo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5" name="object 1455" descr=""/>
            <p:cNvSpPr/>
            <p:nvPr/>
          </p:nvSpPr>
          <p:spPr>
            <a:xfrm>
              <a:off x="13699428" y="6528642"/>
              <a:ext cx="641350" cy="294640"/>
            </a:xfrm>
            <a:custGeom>
              <a:avLst/>
              <a:gdLst/>
              <a:ahLst/>
              <a:cxnLst/>
              <a:rect l="l" t="t" r="r" b="b"/>
              <a:pathLst>
                <a:path w="641350" h="294640">
                  <a:moveTo>
                    <a:pt x="640868" y="0"/>
                  </a:moveTo>
                  <a:lnTo>
                    <a:pt x="447" y="269755"/>
                  </a:lnTo>
                  <a:lnTo>
                    <a:pt x="0" y="294532"/>
                  </a:lnTo>
                  <a:lnTo>
                    <a:pt x="579641" y="50372"/>
                  </a:lnTo>
                  <a:lnTo>
                    <a:pt x="640868" y="0"/>
                  </a:lnTo>
                  <a:close/>
                </a:path>
              </a:pathLst>
            </a:custGeom>
            <a:solidFill>
              <a:srgbClr val="FFFFFF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6" name="object 1456" descr=""/>
            <p:cNvSpPr/>
            <p:nvPr/>
          </p:nvSpPr>
          <p:spPr>
            <a:xfrm>
              <a:off x="13699428" y="6528642"/>
              <a:ext cx="641350" cy="294640"/>
            </a:xfrm>
            <a:custGeom>
              <a:avLst/>
              <a:gdLst/>
              <a:ahLst/>
              <a:cxnLst/>
              <a:rect l="l" t="t" r="r" b="b"/>
              <a:pathLst>
                <a:path w="641350" h="294640">
                  <a:moveTo>
                    <a:pt x="447" y="269755"/>
                  </a:moveTo>
                  <a:lnTo>
                    <a:pt x="640868" y="0"/>
                  </a:lnTo>
                </a:path>
                <a:path w="641350" h="294640">
                  <a:moveTo>
                    <a:pt x="579641" y="50372"/>
                  </a:moveTo>
                  <a:lnTo>
                    <a:pt x="0" y="294532"/>
                  </a:lnTo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7" name="object 1457" descr=""/>
            <p:cNvSpPr/>
            <p:nvPr/>
          </p:nvSpPr>
          <p:spPr>
            <a:xfrm>
              <a:off x="13697897" y="6701110"/>
              <a:ext cx="433070" cy="207010"/>
            </a:xfrm>
            <a:custGeom>
              <a:avLst/>
              <a:gdLst/>
              <a:ahLst/>
              <a:cxnLst/>
              <a:rect l="l" t="t" r="r" b="b"/>
              <a:pathLst>
                <a:path w="433069" h="207009">
                  <a:moveTo>
                    <a:pt x="432768" y="0"/>
                  </a:moveTo>
                  <a:lnTo>
                    <a:pt x="447" y="182100"/>
                  </a:lnTo>
                  <a:lnTo>
                    <a:pt x="0" y="206876"/>
                  </a:lnTo>
                  <a:lnTo>
                    <a:pt x="371537" y="50376"/>
                  </a:lnTo>
                  <a:lnTo>
                    <a:pt x="432768" y="0"/>
                  </a:lnTo>
                  <a:close/>
                </a:path>
              </a:pathLst>
            </a:custGeom>
            <a:solidFill>
              <a:srgbClr val="FFFFFF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8" name="object 1458" descr=""/>
            <p:cNvSpPr/>
            <p:nvPr/>
          </p:nvSpPr>
          <p:spPr>
            <a:xfrm>
              <a:off x="13697897" y="6701110"/>
              <a:ext cx="433070" cy="207010"/>
            </a:xfrm>
            <a:custGeom>
              <a:avLst/>
              <a:gdLst/>
              <a:ahLst/>
              <a:cxnLst/>
              <a:rect l="l" t="t" r="r" b="b"/>
              <a:pathLst>
                <a:path w="433069" h="207009">
                  <a:moveTo>
                    <a:pt x="447" y="182100"/>
                  </a:moveTo>
                  <a:lnTo>
                    <a:pt x="432768" y="0"/>
                  </a:lnTo>
                </a:path>
                <a:path w="433069" h="207009">
                  <a:moveTo>
                    <a:pt x="371537" y="50376"/>
                  </a:moveTo>
                  <a:lnTo>
                    <a:pt x="0" y="206876"/>
                  </a:lnTo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59" name="object 145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691130" y="6868362"/>
              <a:ext cx="235115" cy="129682"/>
            </a:xfrm>
            <a:prstGeom prst="rect">
              <a:avLst/>
            </a:prstGeom>
          </p:spPr>
        </p:pic>
        <p:sp>
          <p:nvSpPr>
            <p:cNvPr id="1460" name="object 1460" descr=""/>
            <p:cNvSpPr/>
            <p:nvPr/>
          </p:nvSpPr>
          <p:spPr>
            <a:xfrm>
              <a:off x="13695165" y="6204099"/>
              <a:ext cx="1040130" cy="855344"/>
            </a:xfrm>
            <a:custGeom>
              <a:avLst/>
              <a:gdLst/>
              <a:ahLst/>
              <a:cxnLst/>
              <a:rect l="l" t="t" r="r" b="b"/>
              <a:pathLst>
                <a:path w="1040130" h="855345">
                  <a:moveTo>
                    <a:pt x="0" y="855303"/>
                  </a:moveTo>
                  <a:lnTo>
                    <a:pt x="1039601" y="0"/>
                  </a:lnTo>
                  <a:lnTo>
                    <a:pt x="7507" y="438908"/>
                  </a:lnTo>
                  <a:lnTo>
                    <a:pt x="0" y="85530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1" name="object 1461" descr=""/>
            <p:cNvSpPr/>
            <p:nvPr/>
          </p:nvSpPr>
          <p:spPr>
            <a:xfrm>
              <a:off x="9487840" y="7523879"/>
              <a:ext cx="5247005" cy="110489"/>
            </a:xfrm>
            <a:custGeom>
              <a:avLst/>
              <a:gdLst/>
              <a:ahLst/>
              <a:cxnLst/>
              <a:rect l="l" t="t" r="r" b="b"/>
              <a:pathLst>
                <a:path w="5247005" h="110490">
                  <a:moveTo>
                    <a:pt x="2266632" y="0"/>
                  </a:moveTo>
                  <a:lnTo>
                    <a:pt x="0" y="0"/>
                  </a:lnTo>
                  <a:lnTo>
                    <a:pt x="0" y="110172"/>
                  </a:lnTo>
                  <a:lnTo>
                    <a:pt x="2266632" y="110172"/>
                  </a:lnTo>
                  <a:lnTo>
                    <a:pt x="2266632" y="0"/>
                  </a:lnTo>
                  <a:close/>
                </a:path>
                <a:path w="5247005" h="110490">
                  <a:moveTo>
                    <a:pt x="4179125" y="0"/>
                  </a:moveTo>
                  <a:lnTo>
                    <a:pt x="2311209" y="0"/>
                  </a:lnTo>
                  <a:lnTo>
                    <a:pt x="2311209" y="110172"/>
                  </a:lnTo>
                  <a:lnTo>
                    <a:pt x="4179125" y="110172"/>
                  </a:lnTo>
                  <a:lnTo>
                    <a:pt x="4179125" y="0"/>
                  </a:lnTo>
                  <a:close/>
                </a:path>
                <a:path w="5247005" h="110490">
                  <a:moveTo>
                    <a:pt x="5099215" y="0"/>
                  </a:moveTo>
                  <a:lnTo>
                    <a:pt x="4223702" y="0"/>
                  </a:lnTo>
                  <a:lnTo>
                    <a:pt x="4223702" y="110172"/>
                  </a:lnTo>
                  <a:lnTo>
                    <a:pt x="5099215" y="110172"/>
                  </a:lnTo>
                  <a:lnTo>
                    <a:pt x="5099215" y="0"/>
                  </a:lnTo>
                  <a:close/>
                </a:path>
                <a:path w="5247005" h="110490">
                  <a:moveTo>
                    <a:pt x="5246916" y="0"/>
                  </a:moveTo>
                  <a:lnTo>
                    <a:pt x="5143792" y="0"/>
                  </a:lnTo>
                  <a:lnTo>
                    <a:pt x="5143792" y="110172"/>
                  </a:lnTo>
                  <a:lnTo>
                    <a:pt x="5246916" y="110172"/>
                  </a:lnTo>
                  <a:lnTo>
                    <a:pt x="5246916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2" name="object 1462" descr=""/>
            <p:cNvSpPr/>
            <p:nvPr/>
          </p:nvSpPr>
          <p:spPr>
            <a:xfrm>
              <a:off x="9487847" y="7523875"/>
              <a:ext cx="5247005" cy="121285"/>
            </a:xfrm>
            <a:custGeom>
              <a:avLst/>
              <a:gdLst/>
              <a:ahLst/>
              <a:cxnLst/>
              <a:rect l="l" t="t" r="r" b="b"/>
              <a:pathLst>
                <a:path w="5247005" h="121284">
                  <a:moveTo>
                    <a:pt x="5246918" y="120949"/>
                  </a:moveTo>
                  <a:lnTo>
                    <a:pt x="0" y="120949"/>
                  </a:lnTo>
                  <a:lnTo>
                    <a:pt x="0" y="0"/>
                  </a:lnTo>
                  <a:lnTo>
                    <a:pt x="5246918" y="0"/>
                  </a:lnTo>
                  <a:lnTo>
                    <a:pt x="5246918" y="12094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63" name="object 1463" descr=""/>
          <p:cNvGrpSpPr/>
          <p:nvPr/>
        </p:nvGrpSpPr>
        <p:grpSpPr>
          <a:xfrm>
            <a:off x="15543872" y="6809348"/>
            <a:ext cx="4176395" cy="829944"/>
            <a:chOff x="15543872" y="6809348"/>
            <a:chExt cx="4176395" cy="829944"/>
          </a:xfrm>
        </p:grpSpPr>
        <p:sp>
          <p:nvSpPr>
            <p:cNvPr id="1464" name="object 1464" descr=""/>
            <p:cNvSpPr/>
            <p:nvPr/>
          </p:nvSpPr>
          <p:spPr>
            <a:xfrm>
              <a:off x="15609596" y="7053129"/>
              <a:ext cx="722630" cy="581025"/>
            </a:xfrm>
            <a:custGeom>
              <a:avLst/>
              <a:gdLst/>
              <a:ahLst/>
              <a:cxnLst/>
              <a:rect l="l" t="t" r="r" b="b"/>
              <a:pathLst>
                <a:path w="722630" h="581025">
                  <a:moveTo>
                    <a:pt x="361276" y="0"/>
                  </a:moveTo>
                  <a:lnTo>
                    <a:pt x="0" y="181146"/>
                  </a:lnTo>
                  <a:lnTo>
                    <a:pt x="0" y="580914"/>
                  </a:lnTo>
                  <a:lnTo>
                    <a:pt x="722553" y="580914"/>
                  </a:lnTo>
                  <a:lnTo>
                    <a:pt x="722553" y="181146"/>
                  </a:lnTo>
                  <a:lnTo>
                    <a:pt x="361276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5" name="object 1465" descr=""/>
            <p:cNvSpPr/>
            <p:nvPr/>
          </p:nvSpPr>
          <p:spPr>
            <a:xfrm>
              <a:off x="15609596" y="7053129"/>
              <a:ext cx="722630" cy="581025"/>
            </a:xfrm>
            <a:custGeom>
              <a:avLst/>
              <a:gdLst/>
              <a:ahLst/>
              <a:cxnLst/>
              <a:rect l="l" t="t" r="r" b="b"/>
              <a:pathLst>
                <a:path w="722630" h="581025">
                  <a:moveTo>
                    <a:pt x="722553" y="580914"/>
                  </a:moveTo>
                  <a:lnTo>
                    <a:pt x="0" y="580914"/>
                  </a:lnTo>
                  <a:lnTo>
                    <a:pt x="0" y="181146"/>
                  </a:lnTo>
                  <a:lnTo>
                    <a:pt x="361276" y="0"/>
                  </a:lnTo>
                  <a:lnTo>
                    <a:pt x="722553" y="181146"/>
                  </a:lnTo>
                  <a:lnTo>
                    <a:pt x="722553" y="58091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6" name="object 1466" descr=""/>
            <p:cNvSpPr/>
            <p:nvPr/>
          </p:nvSpPr>
          <p:spPr>
            <a:xfrm>
              <a:off x="15715945" y="7290784"/>
              <a:ext cx="506095" cy="343535"/>
            </a:xfrm>
            <a:custGeom>
              <a:avLst/>
              <a:gdLst/>
              <a:ahLst/>
              <a:cxnLst/>
              <a:rect l="l" t="t" r="r" b="b"/>
              <a:pathLst>
                <a:path w="506094" h="343534">
                  <a:moveTo>
                    <a:pt x="109918" y="0"/>
                  </a:moveTo>
                  <a:lnTo>
                    <a:pt x="0" y="0"/>
                  </a:lnTo>
                  <a:lnTo>
                    <a:pt x="0" y="73380"/>
                  </a:lnTo>
                  <a:lnTo>
                    <a:pt x="109918" y="73380"/>
                  </a:lnTo>
                  <a:lnTo>
                    <a:pt x="109918" y="0"/>
                  </a:lnTo>
                  <a:close/>
                </a:path>
                <a:path w="506094" h="343534">
                  <a:moveTo>
                    <a:pt x="307873" y="0"/>
                  </a:moveTo>
                  <a:lnTo>
                    <a:pt x="197967" y="0"/>
                  </a:lnTo>
                  <a:lnTo>
                    <a:pt x="197967" y="73380"/>
                  </a:lnTo>
                  <a:lnTo>
                    <a:pt x="307873" y="73380"/>
                  </a:lnTo>
                  <a:lnTo>
                    <a:pt x="307873" y="0"/>
                  </a:lnTo>
                  <a:close/>
                </a:path>
                <a:path w="506094" h="343534">
                  <a:moveTo>
                    <a:pt x="505841" y="196469"/>
                  </a:moveTo>
                  <a:lnTo>
                    <a:pt x="0" y="196469"/>
                  </a:lnTo>
                  <a:lnTo>
                    <a:pt x="0" y="343255"/>
                  </a:lnTo>
                  <a:lnTo>
                    <a:pt x="505841" y="343255"/>
                  </a:lnTo>
                  <a:lnTo>
                    <a:pt x="505841" y="196469"/>
                  </a:lnTo>
                  <a:close/>
                </a:path>
                <a:path w="506094" h="343534">
                  <a:moveTo>
                    <a:pt x="505841" y="0"/>
                  </a:moveTo>
                  <a:lnTo>
                    <a:pt x="395922" y="0"/>
                  </a:lnTo>
                  <a:lnTo>
                    <a:pt x="395922" y="73380"/>
                  </a:lnTo>
                  <a:lnTo>
                    <a:pt x="505841" y="73380"/>
                  </a:lnTo>
                  <a:lnTo>
                    <a:pt x="505841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7" name="object 1467" descr=""/>
            <p:cNvSpPr/>
            <p:nvPr/>
          </p:nvSpPr>
          <p:spPr>
            <a:xfrm>
              <a:off x="15970875" y="7053128"/>
              <a:ext cx="1833245" cy="181610"/>
            </a:xfrm>
            <a:custGeom>
              <a:avLst/>
              <a:gdLst/>
              <a:ahLst/>
              <a:cxnLst/>
              <a:rect l="l" t="t" r="r" b="b"/>
              <a:pathLst>
                <a:path w="1833244" h="181609">
                  <a:moveTo>
                    <a:pt x="1478729" y="0"/>
                  </a:moveTo>
                  <a:lnTo>
                    <a:pt x="0" y="0"/>
                  </a:lnTo>
                  <a:lnTo>
                    <a:pt x="361276" y="181146"/>
                  </a:lnTo>
                  <a:lnTo>
                    <a:pt x="1832813" y="181146"/>
                  </a:lnTo>
                  <a:lnTo>
                    <a:pt x="147872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8" name="object 1468" descr=""/>
            <p:cNvSpPr/>
            <p:nvPr/>
          </p:nvSpPr>
          <p:spPr>
            <a:xfrm>
              <a:off x="15970875" y="7053128"/>
              <a:ext cx="1833245" cy="181610"/>
            </a:xfrm>
            <a:custGeom>
              <a:avLst/>
              <a:gdLst/>
              <a:ahLst/>
              <a:cxnLst/>
              <a:rect l="l" t="t" r="r" b="b"/>
              <a:pathLst>
                <a:path w="1833244" h="181609">
                  <a:moveTo>
                    <a:pt x="0" y="0"/>
                  </a:moveTo>
                  <a:lnTo>
                    <a:pt x="1478729" y="0"/>
                  </a:lnTo>
                  <a:lnTo>
                    <a:pt x="1832813" y="181146"/>
                  </a:lnTo>
                  <a:lnTo>
                    <a:pt x="361276" y="181146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9" name="object 1469" descr=""/>
            <p:cNvSpPr/>
            <p:nvPr/>
          </p:nvSpPr>
          <p:spPr>
            <a:xfrm>
              <a:off x="16332151" y="7234271"/>
              <a:ext cx="1471930" cy="400050"/>
            </a:xfrm>
            <a:custGeom>
              <a:avLst/>
              <a:gdLst/>
              <a:ahLst/>
              <a:cxnLst/>
              <a:rect l="l" t="t" r="r" b="b"/>
              <a:pathLst>
                <a:path w="1471930" h="400050">
                  <a:moveTo>
                    <a:pt x="1471546" y="0"/>
                  </a:moveTo>
                  <a:lnTo>
                    <a:pt x="0" y="0"/>
                  </a:lnTo>
                  <a:lnTo>
                    <a:pt x="0" y="399767"/>
                  </a:lnTo>
                  <a:lnTo>
                    <a:pt x="1471546" y="399767"/>
                  </a:lnTo>
                  <a:lnTo>
                    <a:pt x="1471546" y="0"/>
                  </a:lnTo>
                  <a:close/>
                </a:path>
              </a:pathLst>
            </a:custGeom>
            <a:solidFill>
              <a:srgbClr val="FF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0" name="object 1470" descr=""/>
            <p:cNvSpPr/>
            <p:nvPr/>
          </p:nvSpPr>
          <p:spPr>
            <a:xfrm>
              <a:off x="16332151" y="7234271"/>
              <a:ext cx="1471930" cy="400050"/>
            </a:xfrm>
            <a:custGeom>
              <a:avLst/>
              <a:gdLst/>
              <a:ahLst/>
              <a:cxnLst/>
              <a:rect l="l" t="t" r="r" b="b"/>
              <a:pathLst>
                <a:path w="1471930" h="400050">
                  <a:moveTo>
                    <a:pt x="0" y="399767"/>
                  </a:moveTo>
                  <a:lnTo>
                    <a:pt x="1471546" y="399767"/>
                  </a:lnTo>
                  <a:lnTo>
                    <a:pt x="1471546" y="0"/>
                  </a:lnTo>
                  <a:lnTo>
                    <a:pt x="0" y="0"/>
                  </a:lnTo>
                  <a:lnTo>
                    <a:pt x="0" y="39976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1" name="object 1471" descr=""/>
            <p:cNvSpPr/>
            <p:nvPr/>
          </p:nvSpPr>
          <p:spPr>
            <a:xfrm>
              <a:off x="16400424" y="7295952"/>
              <a:ext cx="1168400" cy="68580"/>
            </a:xfrm>
            <a:custGeom>
              <a:avLst/>
              <a:gdLst/>
              <a:ahLst/>
              <a:cxnLst/>
              <a:rect l="l" t="t" r="r" b="b"/>
              <a:pathLst>
                <a:path w="1168400" h="68579">
                  <a:moveTo>
                    <a:pt x="30480" y="0"/>
                  </a:moveTo>
                  <a:lnTo>
                    <a:pt x="0" y="0"/>
                  </a:lnTo>
                  <a:lnTo>
                    <a:pt x="0" y="68211"/>
                  </a:lnTo>
                  <a:lnTo>
                    <a:pt x="30480" y="68211"/>
                  </a:lnTo>
                  <a:lnTo>
                    <a:pt x="30480" y="0"/>
                  </a:lnTo>
                  <a:close/>
                </a:path>
                <a:path w="1168400" h="68579">
                  <a:moveTo>
                    <a:pt x="192976" y="0"/>
                  </a:moveTo>
                  <a:lnTo>
                    <a:pt x="162483" y="0"/>
                  </a:lnTo>
                  <a:lnTo>
                    <a:pt x="162483" y="68211"/>
                  </a:lnTo>
                  <a:lnTo>
                    <a:pt x="192976" y="68211"/>
                  </a:lnTo>
                  <a:lnTo>
                    <a:pt x="192976" y="0"/>
                  </a:lnTo>
                  <a:close/>
                </a:path>
                <a:path w="1168400" h="68579">
                  <a:moveTo>
                    <a:pt x="355447" y="0"/>
                  </a:moveTo>
                  <a:lnTo>
                    <a:pt x="324967" y="0"/>
                  </a:lnTo>
                  <a:lnTo>
                    <a:pt x="324967" y="68211"/>
                  </a:lnTo>
                  <a:lnTo>
                    <a:pt x="355447" y="68211"/>
                  </a:lnTo>
                  <a:lnTo>
                    <a:pt x="355447" y="0"/>
                  </a:lnTo>
                  <a:close/>
                </a:path>
                <a:path w="1168400" h="68579">
                  <a:moveTo>
                    <a:pt x="517931" y="0"/>
                  </a:moveTo>
                  <a:lnTo>
                    <a:pt x="487451" y="0"/>
                  </a:lnTo>
                  <a:lnTo>
                    <a:pt x="487451" y="68211"/>
                  </a:lnTo>
                  <a:lnTo>
                    <a:pt x="517931" y="68211"/>
                  </a:lnTo>
                  <a:lnTo>
                    <a:pt x="517931" y="0"/>
                  </a:lnTo>
                  <a:close/>
                </a:path>
                <a:path w="1168400" h="68579">
                  <a:moveTo>
                    <a:pt x="680415" y="0"/>
                  </a:moveTo>
                  <a:lnTo>
                    <a:pt x="649935" y="0"/>
                  </a:lnTo>
                  <a:lnTo>
                    <a:pt x="649935" y="68211"/>
                  </a:lnTo>
                  <a:lnTo>
                    <a:pt x="680415" y="68211"/>
                  </a:lnTo>
                  <a:lnTo>
                    <a:pt x="680415" y="0"/>
                  </a:lnTo>
                  <a:close/>
                </a:path>
                <a:path w="1168400" h="68579">
                  <a:moveTo>
                    <a:pt x="842899" y="0"/>
                  </a:moveTo>
                  <a:lnTo>
                    <a:pt x="812419" y="0"/>
                  </a:lnTo>
                  <a:lnTo>
                    <a:pt x="812419" y="68211"/>
                  </a:lnTo>
                  <a:lnTo>
                    <a:pt x="842899" y="68211"/>
                  </a:lnTo>
                  <a:lnTo>
                    <a:pt x="842899" y="0"/>
                  </a:lnTo>
                  <a:close/>
                </a:path>
                <a:path w="1168400" h="68579">
                  <a:moveTo>
                    <a:pt x="1005382" y="0"/>
                  </a:moveTo>
                  <a:lnTo>
                    <a:pt x="974902" y="0"/>
                  </a:lnTo>
                  <a:lnTo>
                    <a:pt x="974902" y="68211"/>
                  </a:lnTo>
                  <a:lnTo>
                    <a:pt x="1005382" y="68211"/>
                  </a:lnTo>
                  <a:lnTo>
                    <a:pt x="1005382" y="0"/>
                  </a:lnTo>
                  <a:close/>
                </a:path>
                <a:path w="1168400" h="68579">
                  <a:moveTo>
                    <a:pt x="1167866" y="0"/>
                  </a:moveTo>
                  <a:lnTo>
                    <a:pt x="1137386" y="0"/>
                  </a:lnTo>
                  <a:lnTo>
                    <a:pt x="1137386" y="68211"/>
                  </a:lnTo>
                  <a:lnTo>
                    <a:pt x="1167866" y="68211"/>
                  </a:lnTo>
                  <a:lnTo>
                    <a:pt x="1167866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2" name="object 1472" descr=""/>
            <p:cNvSpPr/>
            <p:nvPr/>
          </p:nvSpPr>
          <p:spPr>
            <a:xfrm>
              <a:off x="15549108" y="7035349"/>
              <a:ext cx="422275" cy="199390"/>
            </a:xfrm>
            <a:custGeom>
              <a:avLst/>
              <a:gdLst/>
              <a:ahLst/>
              <a:cxnLst/>
              <a:rect l="l" t="t" r="r" b="b"/>
              <a:pathLst>
                <a:path w="422275" h="199390">
                  <a:moveTo>
                    <a:pt x="400595" y="0"/>
                  </a:moveTo>
                  <a:lnTo>
                    <a:pt x="0" y="198925"/>
                  </a:lnTo>
                  <a:lnTo>
                    <a:pt x="60490" y="198925"/>
                  </a:lnTo>
                  <a:lnTo>
                    <a:pt x="421767" y="17779"/>
                  </a:lnTo>
                  <a:lnTo>
                    <a:pt x="400595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3" name="object 1473" descr=""/>
            <p:cNvSpPr/>
            <p:nvPr/>
          </p:nvSpPr>
          <p:spPr>
            <a:xfrm>
              <a:off x="15549108" y="7035349"/>
              <a:ext cx="422275" cy="199390"/>
            </a:xfrm>
            <a:custGeom>
              <a:avLst/>
              <a:gdLst/>
              <a:ahLst/>
              <a:cxnLst/>
              <a:rect l="l" t="t" r="r" b="b"/>
              <a:pathLst>
                <a:path w="422275" h="199390">
                  <a:moveTo>
                    <a:pt x="421767" y="17779"/>
                  </a:moveTo>
                  <a:lnTo>
                    <a:pt x="60490" y="198925"/>
                  </a:lnTo>
                  <a:lnTo>
                    <a:pt x="0" y="198925"/>
                  </a:lnTo>
                  <a:lnTo>
                    <a:pt x="400595" y="0"/>
                  </a:lnTo>
                  <a:lnTo>
                    <a:pt x="421767" y="17779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4" name="object 1474" descr=""/>
            <p:cNvSpPr/>
            <p:nvPr/>
          </p:nvSpPr>
          <p:spPr>
            <a:xfrm>
              <a:off x="15949706" y="7035351"/>
              <a:ext cx="1500505" cy="17780"/>
            </a:xfrm>
            <a:custGeom>
              <a:avLst/>
              <a:gdLst/>
              <a:ahLst/>
              <a:cxnLst/>
              <a:rect l="l" t="t" r="r" b="b"/>
              <a:pathLst>
                <a:path w="1500505" h="17779">
                  <a:moveTo>
                    <a:pt x="1466374" y="0"/>
                  </a:moveTo>
                  <a:lnTo>
                    <a:pt x="0" y="0"/>
                  </a:lnTo>
                  <a:lnTo>
                    <a:pt x="21172" y="17779"/>
                  </a:lnTo>
                  <a:lnTo>
                    <a:pt x="1499901" y="17779"/>
                  </a:lnTo>
                  <a:lnTo>
                    <a:pt x="1466374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5" name="object 1475" descr=""/>
            <p:cNvSpPr/>
            <p:nvPr/>
          </p:nvSpPr>
          <p:spPr>
            <a:xfrm>
              <a:off x="15949706" y="7035351"/>
              <a:ext cx="1500505" cy="17780"/>
            </a:xfrm>
            <a:custGeom>
              <a:avLst/>
              <a:gdLst/>
              <a:ahLst/>
              <a:cxnLst/>
              <a:rect l="l" t="t" r="r" b="b"/>
              <a:pathLst>
                <a:path w="1500505" h="17779">
                  <a:moveTo>
                    <a:pt x="0" y="0"/>
                  </a:moveTo>
                  <a:lnTo>
                    <a:pt x="1466374" y="0"/>
                  </a:lnTo>
                  <a:lnTo>
                    <a:pt x="1499901" y="17779"/>
                  </a:lnTo>
                  <a:lnTo>
                    <a:pt x="21172" y="17779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6" name="object 1476" descr=""/>
            <p:cNvSpPr/>
            <p:nvPr/>
          </p:nvSpPr>
          <p:spPr>
            <a:xfrm>
              <a:off x="16711543" y="6838916"/>
              <a:ext cx="989330" cy="795655"/>
            </a:xfrm>
            <a:custGeom>
              <a:avLst/>
              <a:gdLst/>
              <a:ahLst/>
              <a:cxnLst/>
              <a:rect l="l" t="t" r="r" b="b"/>
              <a:pathLst>
                <a:path w="989330" h="795654">
                  <a:moveTo>
                    <a:pt x="494487" y="0"/>
                  </a:moveTo>
                  <a:lnTo>
                    <a:pt x="0" y="247940"/>
                  </a:lnTo>
                  <a:lnTo>
                    <a:pt x="0" y="795127"/>
                  </a:lnTo>
                  <a:lnTo>
                    <a:pt x="988985" y="795127"/>
                  </a:lnTo>
                  <a:lnTo>
                    <a:pt x="988985" y="247940"/>
                  </a:lnTo>
                  <a:lnTo>
                    <a:pt x="494487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7" name="object 1477" descr=""/>
            <p:cNvSpPr/>
            <p:nvPr/>
          </p:nvSpPr>
          <p:spPr>
            <a:xfrm>
              <a:off x="16711543" y="6838916"/>
              <a:ext cx="989330" cy="795655"/>
            </a:xfrm>
            <a:custGeom>
              <a:avLst/>
              <a:gdLst/>
              <a:ahLst/>
              <a:cxnLst/>
              <a:rect l="l" t="t" r="r" b="b"/>
              <a:pathLst>
                <a:path w="989330" h="795654">
                  <a:moveTo>
                    <a:pt x="988985" y="795127"/>
                  </a:moveTo>
                  <a:lnTo>
                    <a:pt x="0" y="795127"/>
                  </a:lnTo>
                  <a:lnTo>
                    <a:pt x="0" y="247940"/>
                  </a:lnTo>
                  <a:lnTo>
                    <a:pt x="494487" y="0"/>
                  </a:lnTo>
                  <a:lnTo>
                    <a:pt x="988985" y="247940"/>
                  </a:lnTo>
                  <a:lnTo>
                    <a:pt x="988985" y="79512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8" name="object 1478" descr=""/>
            <p:cNvSpPr/>
            <p:nvPr/>
          </p:nvSpPr>
          <p:spPr>
            <a:xfrm>
              <a:off x="16857091" y="7164190"/>
              <a:ext cx="692785" cy="469900"/>
            </a:xfrm>
            <a:custGeom>
              <a:avLst/>
              <a:gdLst/>
              <a:ahLst/>
              <a:cxnLst/>
              <a:rect l="l" t="t" r="r" b="b"/>
              <a:pathLst>
                <a:path w="692784" h="469900">
                  <a:moveTo>
                    <a:pt x="150444" y="0"/>
                  </a:moveTo>
                  <a:lnTo>
                    <a:pt x="0" y="0"/>
                  </a:lnTo>
                  <a:lnTo>
                    <a:pt x="0" y="100469"/>
                  </a:lnTo>
                  <a:lnTo>
                    <a:pt x="150444" y="100469"/>
                  </a:lnTo>
                  <a:lnTo>
                    <a:pt x="150444" y="0"/>
                  </a:lnTo>
                  <a:close/>
                </a:path>
                <a:path w="692784" h="469900">
                  <a:moveTo>
                    <a:pt x="421398" y="0"/>
                  </a:moveTo>
                  <a:lnTo>
                    <a:pt x="270954" y="0"/>
                  </a:lnTo>
                  <a:lnTo>
                    <a:pt x="270954" y="100469"/>
                  </a:lnTo>
                  <a:lnTo>
                    <a:pt x="421398" y="100469"/>
                  </a:lnTo>
                  <a:lnTo>
                    <a:pt x="421398" y="0"/>
                  </a:lnTo>
                  <a:close/>
                </a:path>
                <a:path w="692784" h="469900">
                  <a:moveTo>
                    <a:pt x="692365" y="268935"/>
                  </a:moveTo>
                  <a:lnTo>
                    <a:pt x="0" y="268935"/>
                  </a:lnTo>
                  <a:lnTo>
                    <a:pt x="0" y="469849"/>
                  </a:lnTo>
                  <a:lnTo>
                    <a:pt x="692365" y="469849"/>
                  </a:lnTo>
                  <a:lnTo>
                    <a:pt x="692365" y="268935"/>
                  </a:lnTo>
                  <a:close/>
                </a:path>
                <a:path w="692784" h="469900">
                  <a:moveTo>
                    <a:pt x="692365" y="0"/>
                  </a:moveTo>
                  <a:lnTo>
                    <a:pt x="541921" y="0"/>
                  </a:lnTo>
                  <a:lnTo>
                    <a:pt x="541921" y="100469"/>
                  </a:lnTo>
                  <a:lnTo>
                    <a:pt x="692365" y="100469"/>
                  </a:lnTo>
                  <a:lnTo>
                    <a:pt x="692365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9" name="object 1479" descr=""/>
            <p:cNvSpPr/>
            <p:nvPr/>
          </p:nvSpPr>
          <p:spPr>
            <a:xfrm>
              <a:off x="17206034" y="6838918"/>
              <a:ext cx="2508885" cy="248285"/>
            </a:xfrm>
            <a:custGeom>
              <a:avLst/>
              <a:gdLst/>
              <a:ahLst/>
              <a:cxnLst/>
              <a:rect l="l" t="t" r="r" b="b"/>
              <a:pathLst>
                <a:path w="2508884" h="248284">
                  <a:moveTo>
                    <a:pt x="2024001" y="0"/>
                  </a:moveTo>
                  <a:lnTo>
                    <a:pt x="0" y="0"/>
                  </a:lnTo>
                  <a:lnTo>
                    <a:pt x="494498" y="247940"/>
                  </a:lnTo>
                  <a:lnTo>
                    <a:pt x="2508656" y="247940"/>
                  </a:lnTo>
                  <a:lnTo>
                    <a:pt x="202400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0" name="object 1480" descr=""/>
            <p:cNvSpPr/>
            <p:nvPr/>
          </p:nvSpPr>
          <p:spPr>
            <a:xfrm>
              <a:off x="17206034" y="6838918"/>
              <a:ext cx="2508885" cy="248285"/>
            </a:xfrm>
            <a:custGeom>
              <a:avLst/>
              <a:gdLst/>
              <a:ahLst/>
              <a:cxnLst/>
              <a:rect l="l" t="t" r="r" b="b"/>
              <a:pathLst>
                <a:path w="2508884" h="248284">
                  <a:moveTo>
                    <a:pt x="0" y="0"/>
                  </a:moveTo>
                  <a:lnTo>
                    <a:pt x="2024001" y="0"/>
                  </a:lnTo>
                  <a:lnTo>
                    <a:pt x="2508656" y="247940"/>
                  </a:lnTo>
                  <a:lnTo>
                    <a:pt x="494498" y="24794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1" name="object 1481" descr=""/>
            <p:cNvSpPr/>
            <p:nvPr/>
          </p:nvSpPr>
          <p:spPr>
            <a:xfrm>
              <a:off x="17700528" y="7086852"/>
              <a:ext cx="2014220" cy="547370"/>
            </a:xfrm>
            <a:custGeom>
              <a:avLst/>
              <a:gdLst/>
              <a:ahLst/>
              <a:cxnLst/>
              <a:rect l="l" t="t" r="r" b="b"/>
              <a:pathLst>
                <a:path w="2014219" h="547370">
                  <a:moveTo>
                    <a:pt x="2014169" y="0"/>
                  </a:moveTo>
                  <a:lnTo>
                    <a:pt x="0" y="0"/>
                  </a:lnTo>
                  <a:lnTo>
                    <a:pt x="0" y="547187"/>
                  </a:lnTo>
                  <a:lnTo>
                    <a:pt x="2014169" y="547187"/>
                  </a:lnTo>
                  <a:lnTo>
                    <a:pt x="2014169" y="0"/>
                  </a:lnTo>
                  <a:close/>
                </a:path>
              </a:pathLst>
            </a:custGeom>
            <a:solidFill>
              <a:srgbClr val="FF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2" name="object 1482" descr=""/>
            <p:cNvSpPr/>
            <p:nvPr/>
          </p:nvSpPr>
          <p:spPr>
            <a:xfrm>
              <a:off x="17700528" y="7086852"/>
              <a:ext cx="2014220" cy="547370"/>
            </a:xfrm>
            <a:custGeom>
              <a:avLst/>
              <a:gdLst/>
              <a:ahLst/>
              <a:cxnLst/>
              <a:rect l="l" t="t" r="r" b="b"/>
              <a:pathLst>
                <a:path w="2014219" h="547370">
                  <a:moveTo>
                    <a:pt x="0" y="547187"/>
                  </a:moveTo>
                  <a:lnTo>
                    <a:pt x="2014169" y="547187"/>
                  </a:lnTo>
                  <a:lnTo>
                    <a:pt x="2014169" y="0"/>
                  </a:lnTo>
                  <a:lnTo>
                    <a:pt x="0" y="0"/>
                  </a:lnTo>
                  <a:lnTo>
                    <a:pt x="0" y="54718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3" name="object 1483" descr=""/>
            <p:cNvSpPr/>
            <p:nvPr/>
          </p:nvSpPr>
          <p:spPr>
            <a:xfrm>
              <a:off x="17793983" y="7171277"/>
              <a:ext cx="1821180" cy="93980"/>
            </a:xfrm>
            <a:custGeom>
              <a:avLst/>
              <a:gdLst/>
              <a:ahLst/>
              <a:cxnLst/>
              <a:rect l="l" t="t" r="r" b="b"/>
              <a:pathLst>
                <a:path w="1821180" h="93979">
                  <a:moveTo>
                    <a:pt x="41719" y="0"/>
                  </a:moveTo>
                  <a:lnTo>
                    <a:pt x="0" y="0"/>
                  </a:lnTo>
                  <a:lnTo>
                    <a:pt x="0" y="93383"/>
                  </a:lnTo>
                  <a:lnTo>
                    <a:pt x="41719" y="93383"/>
                  </a:lnTo>
                  <a:lnTo>
                    <a:pt x="41719" y="0"/>
                  </a:lnTo>
                  <a:close/>
                </a:path>
                <a:path w="1821180" h="93979">
                  <a:moveTo>
                    <a:pt x="264121" y="0"/>
                  </a:moveTo>
                  <a:lnTo>
                    <a:pt x="222402" y="0"/>
                  </a:lnTo>
                  <a:lnTo>
                    <a:pt x="222402" y="93383"/>
                  </a:lnTo>
                  <a:lnTo>
                    <a:pt x="264121" y="93383"/>
                  </a:lnTo>
                  <a:lnTo>
                    <a:pt x="264121" y="0"/>
                  </a:lnTo>
                  <a:close/>
                </a:path>
                <a:path w="1821180" h="93979">
                  <a:moveTo>
                    <a:pt x="486524" y="0"/>
                  </a:moveTo>
                  <a:lnTo>
                    <a:pt x="444804" y="0"/>
                  </a:lnTo>
                  <a:lnTo>
                    <a:pt x="444804" y="93383"/>
                  </a:lnTo>
                  <a:lnTo>
                    <a:pt x="486524" y="93383"/>
                  </a:lnTo>
                  <a:lnTo>
                    <a:pt x="486524" y="0"/>
                  </a:lnTo>
                  <a:close/>
                </a:path>
                <a:path w="1821180" h="93979">
                  <a:moveTo>
                    <a:pt x="708914" y="0"/>
                  </a:moveTo>
                  <a:lnTo>
                    <a:pt x="667194" y="0"/>
                  </a:lnTo>
                  <a:lnTo>
                    <a:pt x="667194" y="93383"/>
                  </a:lnTo>
                  <a:lnTo>
                    <a:pt x="708914" y="93383"/>
                  </a:lnTo>
                  <a:lnTo>
                    <a:pt x="708914" y="0"/>
                  </a:lnTo>
                  <a:close/>
                </a:path>
                <a:path w="1821180" h="93979">
                  <a:moveTo>
                    <a:pt x="931316" y="0"/>
                  </a:moveTo>
                  <a:lnTo>
                    <a:pt x="889596" y="0"/>
                  </a:lnTo>
                  <a:lnTo>
                    <a:pt x="889596" y="93383"/>
                  </a:lnTo>
                  <a:lnTo>
                    <a:pt x="931316" y="93383"/>
                  </a:lnTo>
                  <a:lnTo>
                    <a:pt x="931316" y="0"/>
                  </a:lnTo>
                  <a:close/>
                </a:path>
                <a:path w="1821180" h="93979">
                  <a:moveTo>
                    <a:pt x="1153718" y="0"/>
                  </a:moveTo>
                  <a:lnTo>
                    <a:pt x="1111999" y="0"/>
                  </a:lnTo>
                  <a:lnTo>
                    <a:pt x="1111999" y="93383"/>
                  </a:lnTo>
                  <a:lnTo>
                    <a:pt x="1153718" y="93383"/>
                  </a:lnTo>
                  <a:lnTo>
                    <a:pt x="1153718" y="0"/>
                  </a:lnTo>
                  <a:close/>
                </a:path>
                <a:path w="1821180" h="93979">
                  <a:moveTo>
                    <a:pt x="1376108" y="0"/>
                  </a:moveTo>
                  <a:lnTo>
                    <a:pt x="1334389" y="0"/>
                  </a:lnTo>
                  <a:lnTo>
                    <a:pt x="1334389" y="93383"/>
                  </a:lnTo>
                  <a:lnTo>
                    <a:pt x="1376108" y="93383"/>
                  </a:lnTo>
                  <a:lnTo>
                    <a:pt x="1376108" y="0"/>
                  </a:lnTo>
                  <a:close/>
                </a:path>
                <a:path w="1821180" h="93979">
                  <a:moveTo>
                    <a:pt x="1598510" y="0"/>
                  </a:moveTo>
                  <a:lnTo>
                    <a:pt x="1556791" y="0"/>
                  </a:lnTo>
                  <a:lnTo>
                    <a:pt x="1556791" y="93383"/>
                  </a:lnTo>
                  <a:lnTo>
                    <a:pt x="1598510" y="93383"/>
                  </a:lnTo>
                  <a:lnTo>
                    <a:pt x="1598510" y="0"/>
                  </a:lnTo>
                  <a:close/>
                </a:path>
                <a:path w="1821180" h="93979">
                  <a:moveTo>
                    <a:pt x="1820900" y="0"/>
                  </a:moveTo>
                  <a:lnTo>
                    <a:pt x="1779181" y="0"/>
                  </a:lnTo>
                  <a:lnTo>
                    <a:pt x="1779181" y="93383"/>
                  </a:lnTo>
                  <a:lnTo>
                    <a:pt x="1820900" y="93383"/>
                  </a:lnTo>
                  <a:lnTo>
                    <a:pt x="182090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4" name="object 1484" descr=""/>
            <p:cNvSpPr/>
            <p:nvPr/>
          </p:nvSpPr>
          <p:spPr>
            <a:xfrm>
              <a:off x="16628743" y="6814584"/>
              <a:ext cx="577850" cy="272415"/>
            </a:xfrm>
            <a:custGeom>
              <a:avLst/>
              <a:gdLst/>
              <a:ahLst/>
              <a:cxnLst/>
              <a:rect l="l" t="t" r="r" b="b"/>
              <a:pathLst>
                <a:path w="577850" h="272415">
                  <a:moveTo>
                    <a:pt x="548318" y="0"/>
                  </a:moveTo>
                  <a:lnTo>
                    <a:pt x="0" y="272274"/>
                  </a:lnTo>
                  <a:lnTo>
                    <a:pt x="82793" y="272274"/>
                  </a:lnTo>
                  <a:lnTo>
                    <a:pt x="577291" y="24334"/>
                  </a:lnTo>
                  <a:lnTo>
                    <a:pt x="54831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5" name="object 1485" descr=""/>
            <p:cNvSpPr/>
            <p:nvPr/>
          </p:nvSpPr>
          <p:spPr>
            <a:xfrm>
              <a:off x="16628743" y="6814584"/>
              <a:ext cx="577850" cy="272415"/>
            </a:xfrm>
            <a:custGeom>
              <a:avLst/>
              <a:gdLst/>
              <a:ahLst/>
              <a:cxnLst/>
              <a:rect l="l" t="t" r="r" b="b"/>
              <a:pathLst>
                <a:path w="577850" h="272415">
                  <a:moveTo>
                    <a:pt x="577291" y="24334"/>
                  </a:moveTo>
                  <a:lnTo>
                    <a:pt x="82793" y="272274"/>
                  </a:lnTo>
                  <a:lnTo>
                    <a:pt x="0" y="272274"/>
                  </a:lnTo>
                  <a:lnTo>
                    <a:pt x="548318" y="0"/>
                  </a:lnTo>
                  <a:lnTo>
                    <a:pt x="577291" y="2433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6" name="object 1486" descr=""/>
            <p:cNvSpPr/>
            <p:nvPr/>
          </p:nvSpPr>
          <p:spPr>
            <a:xfrm>
              <a:off x="17177058" y="6814586"/>
              <a:ext cx="2053589" cy="24765"/>
            </a:xfrm>
            <a:custGeom>
              <a:avLst/>
              <a:gdLst/>
              <a:ahLst/>
              <a:cxnLst/>
              <a:rect l="l" t="t" r="r" b="b"/>
              <a:pathLst>
                <a:path w="2053590" h="24765">
                  <a:moveTo>
                    <a:pt x="2007101" y="0"/>
                  </a:moveTo>
                  <a:lnTo>
                    <a:pt x="0" y="0"/>
                  </a:lnTo>
                  <a:lnTo>
                    <a:pt x="28972" y="24334"/>
                  </a:lnTo>
                  <a:lnTo>
                    <a:pt x="2052974" y="24334"/>
                  </a:lnTo>
                  <a:lnTo>
                    <a:pt x="200710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7" name="object 1487" descr=""/>
            <p:cNvSpPr/>
            <p:nvPr/>
          </p:nvSpPr>
          <p:spPr>
            <a:xfrm>
              <a:off x="17177058" y="6814586"/>
              <a:ext cx="2053589" cy="24765"/>
            </a:xfrm>
            <a:custGeom>
              <a:avLst/>
              <a:gdLst/>
              <a:ahLst/>
              <a:cxnLst/>
              <a:rect l="l" t="t" r="r" b="b"/>
              <a:pathLst>
                <a:path w="2053590" h="24765">
                  <a:moveTo>
                    <a:pt x="0" y="0"/>
                  </a:moveTo>
                  <a:lnTo>
                    <a:pt x="2007101" y="0"/>
                  </a:lnTo>
                  <a:lnTo>
                    <a:pt x="2052974" y="24334"/>
                  </a:lnTo>
                  <a:lnTo>
                    <a:pt x="28972" y="24334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88" name="object 1488" descr=""/>
          <p:cNvGrpSpPr/>
          <p:nvPr/>
        </p:nvGrpSpPr>
        <p:grpSpPr>
          <a:xfrm>
            <a:off x="12749088" y="7001985"/>
            <a:ext cx="55244" cy="641985"/>
            <a:chOff x="12749088" y="7001985"/>
            <a:chExt cx="55244" cy="641985"/>
          </a:xfrm>
        </p:grpSpPr>
        <p:sp>
          <p:nvSpPr>
            <p:cNvPr id="1489" name="object 1489" descr=""/>
            <p:cNvSpPr/>
            <p:nvPr/>
          </p:nvSpPr>
          <p:spPr>
            <a:xfrm>
              <a:off x="12754323" y="7007221"/>
              <a:ext cx="45085" cy="631825"/>
            </a:xfrm>
            <a:custGeom>
              <a:avLst/>
              <a:gdLst/>
              <a:ahLst/>
              <a:cxnLst/>
              <a:rect l="l" t="t" r="r" b="b"/>
              <a:pathLst>
                <a:path w="45084" h="631825">
                  <a:moveTo>
                    <a:pt x="44574" y="0"/>
                  </a:moveTo>
                  <a:lnTo>
                    <a:pt x="0" y="0"/>
                  </a:lnTo>
                  <a:lnTo>
                    <a:pt x="0" y="631467"/>
                  </a:lnTo>
                  <a:lnTo>
                    <a:pt x="44574" y="631467"/>
                  </a:lnTo>
                  <a:lnTo>
                    <a:pt x="44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0" name="object 1490" descr=""/>
            <p:cNvSpPr/>
            <p:nvPr/>
          </p:nvSpPr>
          <p:spPr>
            <a:xfrm>
              <a:off x="12754323" y="7007221"/>
              <a:ext cx="45085" cy="631825"/>
            </a:xfrm>
            <a:custGeom>
              <a:avLst/>
              <a:gdLst/>
              <a:ahLst/>
              <a:cxnLst/>
              <a:rect l="l" t="t" r="r" b="b"/>
              <a:pathLst>
                <a:path w="45084" h="631825">
                  <a:moveTo>
                    <a:pt x="44574" y="631467"/>
                  </a:moveTo>
                  <a:lnTo>
                    <a:pt x="0" y="631467"/>
                  </a:lnTo>
                  <a:lnTo>
                    <a:pt x="0" y="0"/>
                  </a:lnTo>
                  <a:lnTo>
                    <a:pt x="44574" y="0"/>
                  </a:lnTo>
                  <a:lnTo>
                    <a:pt x="44574" y="63146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91" name="object 1491" descr=""/>
          <p:cNvGrpSpPr/>
          <p:nvPr/>
        </p:nvGrpSpPr>
        <p:grpSpPr>
          <a:xfrm>
            <a:off x="13661741" y="7001985"/>
            <a:ext cx="55244" cy="641985"/>
            <a:chOff x="13661741" y="7001985"/>
            <a:chExt cx="55244" cy="641985"/>
          </a:xfrm>
        </p:grpSpPr>
        <p:sp>
          <p:nvSpPr>
            <p:cNvPr id="1492" name="object 1492" descr=""/>
            <p:cNvSpPr/>
            <p:nvPr/>
          </p:nvSpPr>
          <p:spPr>
            <a:xfrm>
              <a:off x="13666976" y="7007221"/>
              <a:ext cx="45085" cy="631825"/>
            </a:xfrm>
            <a:custGeom>
              <a:avLst/>
              <a:gdLst/>
              <a:ahLst/>
              <a:cxnLst/>
              <a:rect l="l" t="t" r="r" b="b"/>
              <a:pathLst>
                <a:path w="45084" h="631825">
                  <a:moveTo>
                    <a:pt x="44574" y="0"/>
                  </a:moveTo>
                  <a:lnTo>
                    <a:pt x="0" y="0"/>
                  </a:lnTo>
                  <a:lnTo>
                    <a:pt x="0" y="631467"/>
                  </a:lnTo>
                  <a:lnTo>
                    <a:pt x="44574" y="631467"/>
                  </a:lnTo>
                  <a:lnTo>
                    <a:pt x="44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3" name="object 1493" descr=""/>
            <p:cNvSpPr/>
            <p:nvPr/>
          </p:nvSpPr>
          <p:spPr>
            <a:xfrm>
              <a:off x="13666976" y="7007221"/>
              <a:ext cx="45085" cy="631825"/>
            </a:xfrm>
            <a:custGeom>
              <a:avLst/>
              <a:gdLst/>
              <a:ahLst/>
              <a:cxnLst/>
              <a:rect l="l" t="t" r="r" b="b"/>
              <a:pathLst>
                <a:path w="45084" h="631825">
                  <a:moveTo>
                    <a:pt x="44574" y="631467"/>
                  </a:moveTo>
                  <a:lnTo>
                    <a:pt x="0" y="631467"/>
                  </a:lnTo>
                  <a:lnTo>
                    <a:pt x="0" y="0"/>
                  </a:lnTo>
                  <a:lnTo>
                    <a:pt x="44574" y="0"/>
                  </a:lnTo>
                  <a:lnTo>
                    <a:pt x="44574" y="63146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94" name="object 1494" descr=""/>
          <p:cNvGrpSpPr/>
          <p:nvPr/>
        </p:nvGrpSpPr>
        <p:grpSpPr>
          <a:xfrm>
            <a:off x="12318048" y="6743044"/>
            <a:ext cx="2777490" cy="901065"/>
            <a:chOff x="12318048" y="6743044"/>
            <a:chExt cx="2777490" cy="901065"/>
          </a:xfrm>
        </p:grpSpPr>
        <p:sp>
          <p:nvSpPr>
            <p:cNvPr id="1495" name="object 1495" descr=""/>
            <p:cNvSpPr/>
            <p:nvPr/>
          </p:nvSpPr>
          <p:spPr>
            <a:xfrm>
              <a:off x="14587063" y="7007221"/>
              <a:ext cx="45085" cy="631825"/>
            </a:xfrm>
            <a:custGeom>
              <a:avLst/>
              <a:gdLst/>
              <a:ahLst/>
              <a:cxnLst/>
              <a:rect l="l" t="t" r="r" b="b"/>
              <a:pathLst>
                <a:path w="45084" h="631825">
                  <a:moveTo>
                    <a:pt x="44574" y="0"/>
                  </a:moveTo>
                  <a:lnTo>
                    <a:pt x="0" y="0"/>
                  </a:lnTo>
                  <a:lnTo>
                    <a:pt x="0" y="631467"/>
                  </a:lnTo>
                  <a:lnTo>
                    <a:pt x="44574" y="631467"/>
                  </a:lnTo>
                  <a:lnTo>
                    <a:pt x="44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6" name="object 1496" descr=""/>
            <p:cNvSpPr/>
            <p:nvPr/>
          </p:nvSpPr>
          <p:spPr>
            <a:xfrm>
              <a:off x="14587063" y="7007221"/>
              <a:ext cx="45085" cy="631825"/>
            </a:xfrm>
            <a:custGeom>
              <a:avLst/>
              <a:gdLst/>
              <a:ahLst/>
              <a:cxnLst/>
              <a:rect l="l" t="t" r="r" b="b"/>
              <a:pathLst>
                <a:path w="45084" h="631825">
                  <a:moveTo>
                    <a:pt x="44574" y="631467"/>
                  </a:moveTo>
                  <a:lnTo>
                    <a:pt x="0" y="631467"/>
                  </a:lnTo>
                  <a:lnTo>
                    <a:pt x="0" y="0"/>
                  </a:lnTo>
                  <a:lnTo>
                    <a:pt x="44574" y="0"/>
                  </a:lnTo>
                  <a:lnTo>
                    <a:pt x="44574" y="63146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7" name="object 1497" descr=""/>
            <p:cNvSpPr/>
            <p:nvPr/>
          </p:nvSpPr>
          <p:spPr>
            <a:xfrm>
              <a:off x="14186449" y="6748279"/>
              <a:ext cx="903605" cy="519430"/>
            </a:xfrm>
            <a:custGeom>
              <a:avLst/>
              <a:gdLst/>
              <a:ahLst/>
              <a:cxnLst/>
              <a:rect l="l" t="t" r="r" b="b"/>
              <a:pathLst>
                <a:path w="903605" h="519429">
                  <a:moveTo>
                    <a:pt x="773138" y="0"/>
                  </a:moveTo>
                  <a:lnTo>
                    <a:pt x="0" y="0"/>
                  </a:lnTo>
                  <a:lnTo>
                    <a:pt x="112153" y="519156"/>
                  </a:lnTo>
                  <a:lnTo>
                    <a:pt x="903249" y="519156"/>
                  </a:lnTo>
                  <a:lnTo>
                    <a:pt x="773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8" name="object 1498" descr=""/>
            <p:cNvSpPr/>
            <p:nvPr/>
          </p:nvSpPr>
          <p:spPr>
            <a:xfrm>
              <a:off x="14186449" y="6748279"/>
              <a:ext cx="903605" cy="519430"/>
            </a:xfrm>
            <a:custGeom>
              <a:avLst/>
              <a:gdLst/>
              <a:ahLst/>
              <a:cxnLst/>
              <a:rect l="l" t="t" r="r" b="b"/>
              <a:pathLst>
                <a:path w="903605" h="519429">
                  <a:moveTo>
                    <a:pt x="112153" y="519156"/>
                  </a:moveTo>
                  <a:lnTo>
                    <a:pt x="903249" y="519156"/>
                  </a:lnTo>
                  <a:lnTo>
                    <a:pt x="773138" y="0"/>
                  </a:lnTo>
                  <a:lnTo>
                    <a:pt x="0" y="0"/>
                  </a:lnTo>
                  <a:lnTo>
                    <a:pt x="112153" y="51915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9" name="object 1499" descr=""/>
            <p:cNvSpPr/>
            <p:nvPr/>
          </p:nvSpPr>
          <p:spPr>
            <a:xfrm>
              <a:off x="14207396" y="6766228"/>
              <a:ext cx="859790" cy="483870"/>
            </a:xfrm>
            <a:custGeom>
              <a:avLst/>
              <a:gdLst/>
              <a:ahLst/>
              <a:cxnLst/>
              <a:rect l="l" t="t" r="r" b="b"/>
              <a:pathLst>
                <a:path w="859790" h="483870">
                  <a:moveTo>
                    <a:pt x="738197" y="0"/>
                  </a:moveTo>
                  <a:lnTo>
                    <a:pt x="0" y="0"/>
                  </a:lnTo>
                  <a:lnTo>
                    <a:pt x="106572" y="483262"/>
                  </a:lnTo>
                  <a:lnTo>
                    <a:pt x="859303" y="483262"/>
                  </a:lnTo>
                  <a:lnTo>
                    <a:pt x="7381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0" name="object 1500" descr=""/>
            <p:cNvSpPr/>
            <p:nvPr/>
          </p:nvSpPr>
          <p:spPr>
            <a:xfrm>
              <a:off x="14207396" y="6766228"/>
              <a:ext cx="859790" cy="483870"/>
            </a:xfrm>
            <a:custGeom>
              <a:avLst/>
              <a:gdLst/>
              <a:ahLst/>
              <a:cxnLst/>
              <a:rect l="l" t="t" r="r" b="b"/>
              <a:pathLst>
                <a:path w="859790" h="483870">
                  <a:moveTo>
                    <a:pt x="859303" y="483262"/>
                  </a:moveTo>
                  <a:lnTo>
                    <a:pt x="738197" y="0"/>
                  </a:lnTo>
                  <a:lnTo>
                    <a:pt x="0" y="0"/>
                  </a:lnTo>
                  <a:lnTo>
                    <a:pt x="106572" y="483262"/>
                  </a:lnTo>
                  <a:lnTo>
                    <a:pt x="859303" y="48326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1" name="object 1501" descr=""/>
            <p:cNvSpPr/>
            <p:nvPr/>
          </p:nvSpPr>
          <p:spPr>
            <a:xfrm>
              <a:off x="14257648" y="6806602"/>
              <a:ext cx="757555" cy="402590"/>
            </a:xfrm>
            <a:custGeom>
              <a:avLst/>
              <a:gdLst/>
              <a:ahLst/>
              <a:cxnLst/>
              <a:rect l="l" t="t" r="r" b="b"/>
              <a:pathLst>
                <a:path w="757555" h="402590">
                  <a:moveTo>
                    <a:pt x="656430" y="0"/>
                  </a:moveTo>
                  <a:lnTo>
                    <a:pt x="0" y="0"/>
                  </a:lnTo>
                  <a:lnTo>
                    <a:pt x="88761" y="402511"/>
                  </a:lnTo>
                  <a:lnTo>
                    <a:pt x="757306" y="402511"/>
                  </a:lnTo>
                  <a:lnTo>
                    <a:pt x="656430" y="0"/>
                  </a:lnTo>
                  <a:close/>
                </a:path>
              </a:pathLst>
            </a:custGeom>
            <a:solidFill>
              <a:srgbClr val="FFFFFF">
                <a:alpha val="11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2" name="object 1502" descr=""/>
            <p:cNvSpPr/>
            <p:nvPr/>
          </p:nvSpPr>
          <p:spPr>
            <a:xfrm>
              <a:off x="14257648" y="6806602"/>
              <a:ext cx="757555" cy="402590"/>
            </a:xfrm>
            <a:custGeom>
              <a:avLst/>
              <a:gdLst/>
              <a:ahLst/>
              <a:cxnLst/>
              <a:rect l="l" t="t" r="r" b="b"/>
              <a:pathLst>
                <a:path w="757555" h="402590">
                  <a:moveTo>
                    <a:pt x="757306" y="402511"/>
                  </a:moveTo>
                  <a:lnTo>
                    <a:pt x="656430" y="0"/>
                  </a:lnTo>
                  <a:lnTo>
                    <a:pt x="0" y="0"/>
                  </a:lnTo>
                  <a:lnTo>
                    <a:pt x="88761" y="402511"/>
                  </a:lnTo>
                  <a:lnTo>
                    <a:pt x="757306" y="40251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3" name="object 1503" descr=""/>
            <p:cNvSpPr/>
            <p:nvPr/>
          </p:nvSpPr>
          <p:spPr>
            <a:xfrm>
              <a:off x="14284464" y="7267436"/>
              <a:ext cx="805815" cy="15240"/>
            </a:xfrm>
            <a:custGeom>
              <a:avLst/>
              <a:gdLst/>
              <a:ahLst/>
              <a:cxnLst/>
              <a:rect l="l" t="t" r="r" b="b"/>
              <a:pathLst>
                <a:path w="805815" h="15240">
                  <a:moveTo>
                    <a:pt x="805232" y="0"/>
                  </a:moveTo>
                  <a:lnTo>
                    <a:pt x="14135" y="0"/>
                  </a:lnTo>
                  <a:lnTo>
                    <a:pt x="0" y="15088"/>
                  </a:lnTo>
                  <a:lnTo>
                    <a:pt x="780625" y="11727"/>
                  </a:lnTo>
                  <a:lnTo>
                    <a:pt x="805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4" name="object 1504" descr=""/>
            <p:cNvSpPr/>
            <p:nvPr/>
          </p:nvSpPr>
          <p:spPr>
            <a:xfrm>
              <a:off x="14284464" y="7267436"/>
              <a:ext cx="805815" cy="15240"/>
            </a:xfrm>
            <a:custGeom>
              <a:avLst/>
              <a:gdLst/>
              <a:ahLst/>
              <a:cxnLst/>
              <a:rect l="l" t="t" r="r" b="b"/>
              <a:pathLst>
                <a:path w="805815" h="15240">
                  <a:moveTo>
                    <a:pt x="805232" y="0"/>
                  </a:moveTo>
                  <a:lnTo>
                    <a:pt x="780625" y="11727"/>
                  </a:lnTo>
                  <a:lnTo>
                    <a:pt x="0" y="15088"/>
                  </a:lnTo>
                  <a:lnTo>
                    <a:pt x="14135" y="0"/>
                  </a:lnTo>
                  <a:lnTo>
                    <a:pt x="805232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5" name="object 1505" descr=""/>
            <p:cNvSpPr/>
            <p:nvPr/>
          </p:nvSpPr>
          <p:spPr>
            <a:xfrm>
              <a:off x="14175294" y="6748280"/>
              <a:ext cx="123825" cy="534670"/>
            </a:xfrm>
            <a:custGeom>
              <a:avLst/>
              <a:gdLst/>
              <a:ahLst/>
              <a:cxnLst/>
              <a:rect l="l" t="t" r="r" b="b"/>
              <a:pathLst>
                <a:path w="123825" h="534670">
                  <a:moveTo>
                    <a:pt x="11151" y="0"/>
                  </a:moveTo>
                  <a:lnTo>
                    <a:pt x="0" y="35894"/>
                  </a:lnTo>
                  <a:lnTo>
                    <a:pt x="109169" y="534245"/>
                  </a:lnTo>
                  <a:lnTo>
                    <a:pt x="123305" y="519156"/>
                  </a:lnTo>
                  <a:lnTo>
                    <a:pt x="111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6" name="object 1506" descr=""/>
            <p:cNvSpPr/>
            <p:nvPr/>
          </p:nvSpPr>
          <p:spPr>
            <a:xfrm>
              <a:off x="14175294" y="6748280"/>
              <a:ext cx="123825" cy="534670"/>
            </a:xfrm>
            <a:custGeom>
              <a:avLst/>
              <a:gdLst/>
              <a:ahLst/>
              <a:cxnLst/>
              <a:rect l="l" t="t" r="r" b="b"/>
              <a:pathLst>
                <a:path w="123825" h="534670">
                  <a:moveTo>
                    <a:pt x="11151" y="0"/>
                  </a:moveTo>
                  <a:lnTo>
                    <a:pt x="123305" y="519156"/>
                  </a:lnTo>
                  <a:lnTo>
                    <a:pt x="109169" y="534245"/>
                  </a:lnTo>
                  <a:lnTo>
                    <a:pt x="0" y="35894"/>
                  </a:lnTo>
                  <a:lnTo>
                    <a:pt x="11151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7" name="object 1507" descr=""/>
            <p:cNvSpPr/>
            <p:nvPr/>
          </p:nvSpPr>
          <p:spPr>
            <a:xfrm>
              <a:off x="14793152" y="6753839"/>
              <a:ext cx="137795" cy="508000"/>
            </a:xfrm>
            <a:custGeom>
              <a:avLst/>
              <a:gdLst/>
              <a:ahLst/>
              <a:cxnLst/>
              <a:rect l="l" t="t" r="r" b="b"/>
              <a:pathLst>
                <a:path w="137794" h="508000">
                  <a:moveTo>
                    <a:pt x="13130" y="0"/>
                  </a:moveTo>
                  <a:lnTo>
                    <a:pt x="0" y="3245"/>
                  </a:lnTo>
                  <a:lnTo>
                    <a:pt x="124593" y="507513"/>
                  </a:lnTo>
                  <a:lnTo>
                    <a:pt x="137734" y="504256"/>
                  </a:lnTo>
                  <a:lnTo>
                    <a:pt x="13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8" name="object 1508" descr=""/>
            <p:cNvSpPr/>
            <p:nvPr/>
          </p:nvSpPr>
          <p:spPr>
            <a:xfrm>
              <a:off x="14793152" y="6753839"/>
              <a:ext cx="137795" cy="508000"/>
            </a:xfrm>
            <a:custGeom>
              <a:avLst/>
              <a:gdLst/>
              <a:ahLst/>
              <a:cxnLst/>
              <a:rect l="l" t="t" r="r" b="b"/>
              <a:pathLst>
                <a:path w="137794" h="508000">
                  <a:moveTo>
                    <a:pt x="124593" y="507513"/>
                  </a:moveTo>
                  <a:lnTo>
                    <a:pt x="137734" y="504256"/>
                  </a:lnTo>
                  <a:lnTo>
                    <a:pt x="13130" y="0"/>
                  </a:lnTo>
                  <a:lnTo>
                    <a:pt x="0" y="3245"/>
                  </a:lnTo>
                  <a:lnTo>
                    <a:pt x="124593" y="50751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9" name="object 1509" descr=""/>
            <p:cNvSpPr/>
            <p:nvPr/>
          </p:nvSpPr>
          <p:spPr>
            <a:xfrm>
              <a:off x="14644057" y="6755644"/>
              <a:ext cx="137160" cy="503555"/>
            </a:xfrm>
            <a:custGeom>
              <a:avLst/>
              <a:gdLst/>
              <a:ahLst/>
              <a:cxnLst/>
              <a:rect l="l" t="t" r="r" b="b"/>
              <a:pathLst>
                <a:path w="137159" h="503554">
                  <a:moveTo>
                    <a:pt x="13130" y="0"/>
                  </a:moveTo>
                  <a:lnTo>
                    <a:pt x="0" y="3256"/>
                  </a:lnTo>
                  <a:lnTo>
                    <a:pt x="123514" y="503157"/>
                  </a:lnTo>
                  <a:lnTo>
                    <a:pt x="136655" y="499901"/>
                  </a:lnTo>
                  <a:lnTo>
                    <a:pt x="13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0" name="object 1510" descr=""/>
            <p:cNvSpPr/>
            <p:nvPr/>
          </p:nvSpPr>
          <p:spPr>
            <a:xfrm>
              <a:off x="14644057" y="6755644"/>
              <a:ext cx="137160" cy="503555"/>
            </a:xfrm>
            <a:custGeom>
              <a:avLst/>
              <a:gdLst/>
              <a:ahLst/>
              <a:cxnLst/>
              <a:rect l="l" t="t" r="r" b="b"/>
              <a:pathLst>
                <a:path w="137159" h="503554">
                  <a:moveTo>
                    <a:pt x="123514" y="503157"/>
                  </a:moveTo>
                  <a:lnTo>
                    <a:pt x="136655" y="499901"/>
                  </a:lnTo>
                  <a:lnTo>
                    <a:pt x="13130" y="0"/>
                  </a:lnTo>
                  <a:lnTo>
                    <a:pt x="0" y="3256"/>
                  </a:lnTo>
                  <a:lnTo>
                    <a:pt x="123514" y="50315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1" name="object 1511" descr=""/>
            <p:cNvSpPr/>
            <p:nvPr/>
          </p:nvSpPr>
          <p:spPr>
            <a:xfrm>
              <a:off x="14494511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4" h="506095">
                  <a:moveTo>
                    <a:pt x="13130" y="0"/>
                  </a:moveTo>
                  <a:lnTo>
                    <a:pt x="0" y="3245"/>
                  </a:lnTo>
                  <a:lnTo>
                    <a:pt x="124142" y="505701"/>
                  </a:lnTo>
                  <a:lnTo>
                    <a:pt x="137283" y="502445"/>
                  </a:lnTo>
                  <a:lnTo>
                    <a:pt x="13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2" name="object 1512" descr=""/>
            <p:cNvSpPr/>
            <p:nvPr/>
          </p:nvSpPr>
          <p:spPr>
            <a:xfrm>
              <a:off x="14494511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4" h="506095">
                  <a:moveTo>
                    <a:pt x="124142" y="505701"/>
                  </a:moveTo>
                  <a:lnTo>
                    <a:pt x="137283" y="502445"/>
                  </a:lnTo>
                  <a:lnTo>
                    <a:pt x="13130" y="0"/>
                  </a:lnTo>
                  <a:lnTo>
                    <a:pt x="0" y="3245"/>
                  </a:lnTo>
                  <a:lnTo>
                    <a:pt x="124142" y="50570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3" name="object 1513" descr=""/>
            <p:cNvSpPr/>
            <p:nvPr/>
          </p:nvSpPr>
          <p:spPr>
            <a:xfrm>
              <a:off x="14344963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4" h="506095">
                  <a:moveTo>
                    <a:pt x="13140" y="0"/>
                  </a:moveTo>
                  <a:lnTo>
                    <a:pt x="0" y="3245"/>
                  </a:lnTo>
                  <a:lnTo>
                    <a:pt x="124153" y="505701"/>
                  </a:lnTo>
                  <a:lnTo>
                    <a:pt x="137294" y="502445"/>
                  </a:lnTo>
                  <a:lnTo>
                    <a:pt x="131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4" name="object 1514" descr=""/>
            <p:cNvSpPr/>
            <p:nvPr/>
          </p:nvSpPr>
          <p:spPr>
            <a:xfrm>
              <a:off x="14344963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4" h="506095">
                  <a:moveTo>
                    <a:pt x="124153" y="505701"/>
                  </a:moveTo>
                  <a:lnTo>
                    <a:pt x="137294" y="502445"/>
                  </a:lnTo>
                  <a:lnTo>
                    <a:pt x="13140" y="0"/>
                  </a:lnTo>
                  <a:lnTo>
                    <a:pt x="0" y="3245"/>
                  </a:lnTo>
                  <a:lnTo>
                    <a:pt x="124153" y="50570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5" name="object 1515" descr=""/>
            <p:cNvSpPr/>
            <p:nvPr/>
          </p:nvSpPr>
          <p:spPr>
            <a:xfrm>
              <a:off x="14228572" y="6892544"/>
              <a:ext cx="762000" cy="13970"/>
            </a:xfrm>
            <a:custGeom>
              <a:avLst/>
              <a:gdLst/>
              <a:ahLst/>
              <a:cxnLst/>
              <a:rect l="l" t="t" r="r" b="b"/>
              <a:pathLst>
                <a:path w="762000" h="13970">
                  <a:moveTo>
                    <a:pt x="761557" y="0"/>
                  </a:moveTo>
                  <a:lnTo>
                    <a:pt x="0" y="0"/>
                  </a:lnTo>
                  <a:lnTo>
                    <a:pt x="0" y="13538"/>
                  </a:lnTo>
                  <a:lnTo>
                    <a:pt x="761557" y="13538"/>
                  </a:lnTo>
                  <a:lnTo>
                    <a:pt x="7615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6" name="object 1516" descr=""/>
            <p:cNvSpPr/>
            <p:nvPr/>
          </p:nvSpPr>
          <p:spPr>
            <a:xfrm>
              <a:off x="14228572" y="6892544"/>
              <a:ext cx="762000" cy="13970"/>
            </a:xfrm>
            <a:custGeom>
              <a:avLst/>
              <a:gdLst/>
              <a:ahLst/>
              <a:cxnLst/>
              <a:rect l="l" t="t" r="r" b="b"/>
              <a:pathLst>
                <a:path w="762000" h="13970">
                  <a:moveTo>
                    <a:pt x="0" y="13538"/>
                  </a:moveTo>
                  <a:lnTo>
                    <a:pt x="761557" y="13538"/>
                  </a:lnTo>
                  <a:lnTo>
                    <a:pt x="761557" y="0"/>
                  </a:lnTo>
                  <a:lnTo>
                    <a:pt x="0" y="0"/>
                  </a:lnTo>
                  <a:lnTo>
                    <a:pt x="0" y="135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7" name="object 1517" descr=""/>
            <p:cNvSpPr/>
            <p:nvPr/>
          </p:nvSpPr>
          <p:spPr>
            <a:xfrm>
              <a:off x="14263335" y="7049565"/>
              <a:ext cx="764540" cy="13970"/>
            </a:xfrm>
            <a:custGeom>
              <a:avLst/>
              <a:gdLst/>
              <a:ahLst/>
              <a:cxnLst/>
              <a:rect l="l" t="t" r="r" b="b"/>
              <a:pathLst>
                <a:path w="764540" h="13970">
                  <a:moveTo>
                    <a:pt x="764364" y="0"/>
                  </a:moveTo>
                  <a:lnTo>
                    <a:pt x="0" y="0"/>
                  </a:lnTo>
                  <a:lnTo>
                    <a:pt x="0" y="13538"/>
                  </a:lnTo>
                  <a:lnTo>
                    <a:pt x="764364" y="13538"/>
                  </a:lnTo>
                  <a:lnTo>
                    <a:pt x="7643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8" name="object 1518" descr=""/>
            <p:cNvSpPr/>
            <p:nvPr/>
          </p:nvSpPr>
          <p:spPr>
            <a:xfrm>
              <a:off x="14263335" y="7049565"/>
              <a:ext cx="764540" cy="13970"/>
            </a:xfrm>
            <a:custGeom>
              <a:avLst/>
              <a:gdLst/>
              <a:ahLst/>
              <a:cxnLst/>
              <a:rect l="l" t="t" r="r" b="b"/>
              <a:pathLst>
                <a:path w="764540" h="13970">
                  <a:moveTo>
                    <a:pt x="0" y="13538"/>
                  </a:moveTo>
                  <a:lnTo>
                    <a:pt x="764364" y="13538"/>
                  </a:lnTo>
                  <a:lnTo>
                    <a:pt x="764364" y="0"/>
                  </a:lnTo>
                  <a:lnTo>
                    <a:pt x="0" y="0"/>
                  </a:lnTo>
                  <a:lnTo>
                    <a:pt x="0" y="135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9" name="object 1519" descr=""/>
            <p:cNvSpPr/>
            <p:nvPr/>
          </p:nvSpPr>
          <p:spPr>
            <a:xfrm>
              <a:off x="13266358" y="6748279"/>
              <a:ext cx="903605" cy="519430"/>
            </a:xfrm>
            <a:custGeom>
              <a:avLst/>
              <a:gdLst/>
              <a:ahLst/>
              <a:cxnLst/>
              <a:rect l="l" t="t" r="r" b="b"/>
              <a:pathLst>
                <a:path w="903605" h="519429">
                  <a:moveTo>
                    <a:pt x="773138" y="0"/>
                  </a:moveTo>
                  <a:lnTo>
                    <a:pt x="0" y="0"/>
                  </a:lnTo>
                  <a:lnTo>
                    <a:pt x="112153" y="519156"/>
                  </a:lnTo>
                  <a:lnTo>
                    <a:pt x="903249" y="519156"/>
                  </a:lnTo>
                  <a:lnTo>
                    <a:pt x="773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0" name="object 1520" descr=""/>
            <p:cNvSpPr/>
            <p:nvPr/>
          </p:nvSpPr>
          <p:spPr>
            <a:xfrm>
              <a:off x="13266358" y="6748279"/>
              <a:ext cx="903605" cy="519430"/>
            </a:xfrm>
            <a:custGeom>
              <a:avLst/>
              <a:gdLst/>
              <a:ahLst/>
              <a:cxnLst/>
              <a:rect l="l" t="t" r="r" b="b"/>
              <a:pathLst>
                <a:path w="903605" h="519429">
                  <a:moveTo>
                    <a:pt x="112153" y="519156"/>
                  </a:moveTo>
                  <a:lnTo>
                    <a:pt x="903249" y="519156"/>
                  </a:lnTo>
                  <a:lnTo>
                    <a:pt x="773138" y="0"/>
                  </a:lnTo>
                  <a:lnTo>
                    <a:pt x="0" y="0"/>
                  </a:lnTo>
                  <a:lnTo>
                    <a:pt x="112153" y="51915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1" name="object 1521" descr=""/>
            <p:cNvSpPr/>
            <p:nvPr/>
          </p:nvSpPr>
          <p:spPr>
            <a:xfrm>
              <a:off x="13287304" y="6766228"/>
              <a:ext cx="859790" cy="483870"/>
            </a:xfrm>
            <a:custGeom>
              <a:avLst/>
              <a:gdLst/>
              <a:ahLst/>
              <a:cxnLst/>
              <a:rect l="l" t="t" r="r" b="b"/>
              <a:pathLst>
                <a:path w="859790" h="483870">
                  <a:moveTo>
                    <a:pt x="738197" y="0"/>
                  </a:moveTo>
                  <a:lnTo>
                    <a:pt x="0" y="0"/>
                  </a:lnTo>
                  <a:lnTo>
                    <a:pt x="106572" y="483262"/>
                  </a:lnTo>
                  <a:lnTo>
                    <a:pt x="859303" y="483262"/>
                  </a:lnTo>
                  <a:lnTo>
                    <a:pt x="7381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2" name="object 1522" descr=""/>
            <p:cNvSpPr/>
            <p:nvPr/>
          </p:nvSpPr>
          <p:spPr>
            <a:xfrm>
              <a:off x="13287304" y="6766228"/>
              <a:ext cx="859790" cy="483870"/>
            </a:xfrm>
            <a:custGeom>
              <a:avLst/>
              <a:gdLst/>
              <a:ahLst/>
              <a:cxnLst/>
              <a:rect l="l" t="t" r="r" b="b"/>
              <a:pathLst>
                <a:path w="859790" h="483870">
                  <a:moveTo>
                    <a:pt x="859303" y="483262"/>
                  </a:moveTo>
                  <a:lnTo>
                    <a:pt x="738197" y="0"/>
                  </a:lnTo>
                  <a:lnTo>
                    <a:pt x="0" y="0"/>
                  </a:lnTo>
                  <a:lnTo>
                    <a:pt x="106572" y="483262"/>
                  </a:lnTo>
                  <a:lnTo>
                    <a:pt x="859303" y="48326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3" name="object 1523" descr=""/>
            <p:cNvSpPr/>
            <p:nvPr/>
          </p:nvSpPr>
          <p:spPr>
            <a:xfrm>
              <a:off x="13337557" y="6806602"/>
              <a:ext cx="757555" cy="402590"/>
            </a:xfrm>
            <a:custGeom>
              <a:avLst/>
              <a:gdLst/>
              <a:ahLst/>
              <a:cxnLst/>
              <a:rect l="l" t="t" r="r" b="b"/>
              <a:pathLst>
                <a:path w="757555" h="402590">
                  <a:moveTo>
                    <a:pt x="656430" y="0"/>
                  </a:moveTo>
                  <a:lnTo>
                    <a:pt x="0" y="0"/>
                  </a:lnTo>
                  <a:lnTo>
                    <a:pt x="88761" y="402511"/>
                  </a:lnTo>
                  <a:lnTo>
                    <a:pt x="757306" y="402511"/>
                  </a:lnTo>
                  <a:lnTo>
                    <a:pt x="656430" y="0"/>
                  </a:lnTo>
                  <a:close/>
                </a:path>
              </a:pathLst>
            </a:custGeom>
            <a:solidFill>
              <a:srgbClr val="FFFFFF">
                <a:alpha val="11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4" name="object 1524" descr=""/>
            <p:cNvSpPr/>
            <p:nvPr/>
          </p:nvSpPr>
          <p:spPr>
            <a:xfrm>
              <a:off x="13337557" y="6806602"/>
              <a:ext cx="757555" cy="402590"/>
            </a:xfrm>
            <a:custGeom>
              <a:avLst/>
              <a:gdLst/>
              <a:ahLst/>
              <a:cxnLst/>
              <a:rect l="l" t="t" r="r" b="b"/>
              <a:pathLst>
                <a:path w="757555" h="402590">
                  <a:moveTo>
                    <a:pt x="757306" y="402511"/>
                  </a:moveTo>
                  <a:lnTo>
                    <a:pt x="656430" y="0"/>
                  </a:lnTo>
                  <a:lnTo>
                    <a:pt x="0" y="0"/>
                  </a:lnTo>
                  <a:lnTo>
                    <a:pt x="88761" y="402511"/>
                  </a:lnTo>
                  <a:lnTo>
                    <a:pt x="757306" y="40251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5" name="object 1525" descr=""/>
            <p:cNvSpPr/>
            <p:nvPr/>
          </p:nvSpPr>
          <p:spPr>
            <a:xfrm>
              <a:off x="13364372" y="7267436"/>
              <a:ext cx="805815" cy="15240"/>
            </a:xfrm>
            <a:custGeom>
              <a:avLst/>
              <a:gdLst/>
              <a:ahLst/>
              <a:cxnLst/>
              <a:rect l="l" t="t" r="r" b="b"/>
              <a:pathLst>
                <a:path w="805815" h="15240">
                  <a:moveTo>
                    <a:pt x="805232" y="0"/>
                  </a:moveTo>
                  <a:lnTo>
                    <a:pt x="14135" y="0"/>
                  </a:lnTo>
                  <a:lnTo>
                    <a:pt x="0" y="15088"/>
                  </a:lnTo>
                  <a:lnTo>
                    <a:pt x="780625" y="11727"/>
                  </a:lnTo>
                  <a:lnTo>
                    <a:pt x="805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6" name="object 1526" descr=""/>
            <p:cNvSpPr/>
            <p:nvPr/>
          </p:nvSpPr>
          <p:spPr>
            <a:xfrm>
              <a:off x="13364372" y="7267436"/>
              <a:ext cx="805815" cy="15240"/>
            </a:xfrm>
            <a:custGeom>
              <a:avLst/>
              <a:gdLst/>
              <a:ahLst/>
              <a:cxnLst/>
              <a:rect l="l" t="t" r="r" b="b"/>
              <a:pathLst>
                <a:path w="805815" h="15240">
                  <a:moveTo>
                    <a:pt x="805232" y="0"/>
                  </a:moveTo>
                  <a:lnTo>
                    <a:pt x="780625" y="11727"/>
                  </a:lnTo>
                  <a:lnTo>
                    <a:pt x="0" y="15088"/>
                  </a:lnTo>
                  <a:lnTo>
                    <a:pt x="14135" y="0"/>
                  </a:lnTo>
                  <a:lnTo>
                    <a:pt x="805232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7" name="object 1527" descr=""/>
            <p:cNvSpPr/>
            <p:nvPr/>
          </p:nvSpPr>
          <p:spPr>
            <a:xfrm>
              <a:off x="13255201" y="6748280"/>
              <a:ext cx="123825" cy="534670"/>
            </a:xfrm>
            <a:custGeom>
              <a:avLst/>
              <a:gdLst/>
              <a:ahLst/>
              <a:cxnLst/>
              <a:rect l="l" t="t" r="r" b="b"/>
              <a:pathLst>
                <a:path w="123825" h="534670">
                  <a:moveTo>
                    <a:pt x="11151" y="0"/>
                  </a:moveTo>
                  <a:lnTo>
                    <a:pt x="0" y="35894"/>
                  </a:lnTo>
                  <a:lnTo>
                    <a:pt x="109169" y="534245"/>
                  </a:lnTo>
                  <a:lnTo>
                    <a:pt x="123305" y="519156"/>
                  </a:lnTo>
                  <a:lnTo>
                    <a:pt x="111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8" name="object 1528" descr=""/>
            <p:cNvSpPr/>
            <p:nvPr/>
          </p:nvSpPr>
          <p:spPr>
            <a:xfrm>
              <a:off x="13255201" y="6748280"/>
              <a:ext cx="123825" cy="534670"/>
            </a:xfrm>
            <a:custGeom>
              <a:avLst/>
              <a:gdLst/>
              <a:ahLst/>
              <a:cxnLst/>
              <a:rect l="l" t="t" r="r" b="b"/>
              <a:pathLst>
                <a:path w="123825" h="534670">
                  <a:moveTo>
                    <a:pt x="11151" y="0"/>
                  </a:moveTo>
                  <a:lnTo>
                    <a:pt x="123305" y="519156"/>
                  </a:lnTo>
                  <a:lnTo>
                    <a:pt x="109169" y="534245"/>
                  </a:lnTo>
                  <a:lnTo>
                    <a:pt x="0" y="35894"/>
                  </a:lnTo>
                  <a:lnTo>
                    <a:pt x="11151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9" name="object 1529" descr=""/>
            <p:cNvSpPr/>
            <p:nvPr/>
          </p:nvSpPr>
          <p:spPr>
            <a:xfrm>
              <a:off x="13873061" y="6753839"/>
              <a:ext cx="137795" cy="508000"/>
            </a:xfrm>
            <a:custGeom>
              <a:avLst/>
              <a:gdLst/>
              <a:ahLst/>
              <a:cxnLst/>
              <a:rect l="l" t="t" r="r" b="b"/>
              <a:pathLst>
                <a:path w="137794" h="508000">
                  <a:moveTo>
                    <a:pt x="13140" y="0"/>
                  </a:moveTo>
                  <a:lnTo>
                    <a:pt x="0" y="3245"/>
                  </a:lnTo>
                  <a:lnTo>
                    <a:pt x="124593" y="507513"/>
                  </a:lnTo>
                  <a:lnTo>
                    <a:pt x="137734" y="504256"/>
                  </a:lnTo>
                  <a:lnTo>
                    <a:pt x="131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0" name="object 1530" descr=""/>
            <p:cNvSpPr/>
            <p:nvPr/>
          </p:nvSpPr>
          <p:spPr>
            <a:xfrm>
              <a:off x="13873061" y="6753839"/>
              <a:ext cx="137795" cy="508000"/>
            </a:xfrm>
            <a:custGeom>
              <a:avLst/>
              <a:gdLst/>
              <a:ahLst/>
              <a:cxnLst/>
              <a:rect l="l" t="t" r="r" b="b"/>
              <a:pathLst>
                <a:path w="137794" h="508000">
                  <a:moveTo>
                    <a:pt x="124593" y="507513"/>
                  </a:moveTo>
                  <a:lnTo>
                    <a:pt x="137734" y="504256"/>
                  </a:lnTo>
                  <a:lnTo>
                    <a:pt x="13140" y="0"/>
                  </a:lnTo>
                  <a:lnTo>
                    <a:pt x="0" y="3245"/>
                  </a:lnTo>
                  <a:lnTo>
                    <a:pt x="124593" y="50751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1" name="object 1531" descr=""/>
            <p:cNvSpPr/>
            <p:nvPr/>
          </p:nvSpPr>
          <p:spPr>
            <a:xfrm>
              <a:off x="13723965" y="6755644"/>
              <a:ext cx="137160" cy="503555"/>
            </a:xfrm>
            <a:custGeom>
              <a:avLst/>
              <a:gdLst/>
              <a:ahLst/>
              <a:cxnLst/>
              <a:rect l="l" t="t" r="r" b="b"/>
              <a:pathLst>
                <a:path w="137159" h="503554">
                  <a:moveTo>
                    <a:pt x="13130" y="0"/>
                  </a:moveTo>
                  <a:lnTo>
                    <a:pt x="0" y="3256"/>
                  </a:lnTo>
                  <a:lnTo>
                    <a:pt x="123514" y="503157"/>
                  </a:lnTo>
                  <a:lnTo>
                    <a:pt x="136655" y="499901"/>
                  </a:lnTo>
                  <a:lnTo>
                    <a:pt x="13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2" name="object 1532" descr=""/>
            <p:cNvSpPr/>
            <p:nvPr/>
          </p:nvSpPr>
          <p:spPr>
            <a:xfrm>
              <a:off x="13723965" y="6755644"/>
              <a:ext cx="137160" cy="503555"/>
            </a:xfrm>
            <a:custGeom>
              <a:avLst/>
              <a:gdLst/>
              <a:ahLst/>
              <a:cxnLst/>
              <a:rect l="l" t="t" r="r" b="b"/>
              <a:pathLst>
                <a:path w="137159" h="503554">
                  <a:moveTo>
                    <a:pt x="123514" y="503157"/>
                  </a:moveTo>
                  <a:lnTo>
                    <a:pt x="136655" y="499901"/>
                  </a:lnTo>
                  <a:lnTo>
                    <a:pt x="13130" y="0"/>
                  </a:lnTo>
                  <a:lnTo>
                    <a:pt x="0" y="3256"/>
                  </a:lnTo>
                  <a:lnTo>
                    <a:pt x="123514" y="50315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3" name="object 1533" descr=""/>
            <p:cNvSpPr/>
            <p:nvPr/>
          </p:nvSpPr>
          <p:spPr>
            <a:xfrm>
              <a:off x="13574420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4" h="506095">
                  <a:moveTo>
                    <a:pt x="13130" y="0"/>
                  </a:moveTo>
                  <a:lnTo>
                    <a:pt x="0" y="3245"/>
                  </a:lnTo>
                  <a:lnTo>
                    <a:pt x="124142" y="505701"/>
                  </a:lnTo>
                  <a:lnTo>
                    <a:pt x="137283" y="502445"/>
                  </a:lnTo>
                  <a:lnTo>
                    <a:pt x="13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4" name="object 1534" descr=""/>
            <p:cNvSpPr/>
            <p:nvPr/>
          </p:nvSpPr>
          <p:spPr>
            <a:xfrm>
              <a:off x="13574420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4" h="506095">
                  <a:moveTo>
                    <a:pt x="124142" y="505701"/>
                  </a:moveTo>
                  <a:lnTo>
                    <a:pt x="137283" y="502445"/>
                  </a:lnTo>
                  <a:lnTo>
                    <a:pt x="13130" y="0"/>
                  </a:lnTo>
                  <a:lnTo>
                    <a:pt x="0" y="3245"/>
                  </a:lnTo>
                  <a:lnTo>
                    <a:pt x="124142" y="50570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5" name="object 1535" descr=""/>
            <p:cNvSpPr/>
            <p:nvPr/>
          </p:nvSpPr>
          <p:spPr>
            <a:xfrm>
              <a:off x="13424870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4" h="506095">
                  <a:moveTo>
                    <a:pt x="13140" y="0"/>
                  </a:moveTo>
                  <a:lnTo>
                    <a:pt x="0" y="3245"/>
                  </a:lnTo>
                  <a:lnTo>
                    <a:pt x="124153" y="505701"/>
                  </a:lnTo>
                  <a:lnTo>
                    <a:pt x="137294" y="502445"/>
                  </a:lnTo>
                  <a:lnTo>
                    <a:pt x="131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6" name="object 1536" descr=""/>
            <p:cNvSpPr/>
            <p:nvPr/>
          </p:nvSpPr>
          <p:spPr>
            <a:xfrm>
              <a:off x="13424870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4" h="506095">
                  <a:moveTo>
                    <a:pt x="124153" y="505701"/>
                  </a:moveTo>
                  <a:lnTo>
                    <a:pt x="137294" y="502445"/>
                  </a:lnTo>
                  <a:lnTo>
                    <a:pt x="13140" y="0"/>
                  </a:lnTo>
                  <a:lnTo>
                    <a:pt x="0" y="3245"/>
                  </a:lnTo>
                  <a:lnTo>
                    <a:pt x="124153" y="50570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7" name="object 1537" descr=""/>
            <p:cNvSpPr/>
            <p:nvPr/>
          </p:nvSpPr>
          <p:spPr>
            <a:xfrm>
              <a:off x="13308474" y="6892544"/>
              <a:ext cx="762000" cy="13970"/>
            </a:xfrm>
            <a:custGeom>
              <a:avLst/>
              <a:gdLst/>
              <a:ahLst/>
              <a:cxnLst/>
              <a:rect l="l" t="t" r="r" b="b"/>
              <a:pathLst>
                <a:path w="762000" h="13970">
                  <a:moveTo>
                    <a:pt x="761557" y="0"/>
                  </a:moveTo>
                  <a:lnTo>
                    <a:pt x="0" y="0"/>
                  </a:lnTo>
                  <a:lnTo>
                    <a:pt x="0" y="13538"/>
                  </a:lnTo>
                  <a:lnTo>
                    <a:pt x="761557" y="13538"/>
                  </a:lnTo>
                  <a:lnTo>
                    <a:pt x="7615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8" name="object 1538" descr=""/>
            <p:cNvSpPr/>
            <p:nvPr/>
          </p:nvSpPr>
          <p:spPr>
            <a:xfrm>
              <a:off x="13308474" y="6892544"/>
              <a:ext cx="762000" cy="13970"/>
            </a:xfrm>
            <a:custGeom>
              <a:avLst/>
              <a:gdLst/>
              <a:ahLst/>
              <a:cxnLst/>
              <a:rect l="l" t="t" r="r" b="b"/>
              <a:pathLst>
                <a:path w="762000" h="13970">
                  <a:moveTo>
                    <a:pt x="0" y="13538"/>
                  </a:moveTo>
                  <a:lnTo>
                    <a:pt x="761557" y="13538"/>
                  </a:lnTo>
                  <a:lnTo>
                    <a:pt x="761557" y="0"/>
                  </a:lnTo>
                  <a:lnTo>
                    <a:pt x="0" y="0"/>
                  </a:lnTo>
                  <a:lnTo>
                    <a:pt x="0" y="135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9" name="object 1539" descr=""/>
            <p:cNvSpPr/>
            <p:nvPr/>
          </p:nvSpPr>
          <p:spPr>
            <a:xfrm>
              <a:off x="13343248" y="7049565"/>
              <a:ext cx="764540" cy="13970"/>
            </a:xfrm>
            <a:custGeom>
              <a:avLst/>
              <a:gdLst/>
              <a:ahLst/>
              <a:cxnLst/>
              <a:rect l="l" t="t" r="r" b="b"/>
              <a:pathLst>
                <a:path w="764540" h="13970">
                  <a:moveTo>
                    <a:pt x="764364" y="0"/>
                  </a:moveTo>
                  <a:lnTo>
                    <a:pt x="0" y="0"/>
                  </a:lnTo>
                  <a:lnTo>
                    <a:pt x="0" y="13538"/>
                  </a:lnTo>
                  <a:lnTo>
                    <a:pt x="764364" y="13538"/>
                  </a:lnTo>
                  <a:lnTo>
                    <a:pt x="7643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0" name="object 1540" descr=""/>
            <p:cNvSpPr/>
            <p:nvPr/>
          </p:nvSpPr>
          <p:spPr>
            <a:xfrm>
              <a:off x="13343248" y="7049565"/>
              <a:ext cx="764540" cy="13970"/>
            </a:xfrm>
            <a:custGeom>
              <a:avLst/>
              <a:gdLst/>
              <a:ahLst/>
              <a:cxnLst/>
              <a:rect l="l" t="t" r="r" b="b"/>
              <a:pathLst>
                <a:path w="764540" h="13970">
                  <a:moveTo>
                    <a:pt x="0" y="13538"/>
                  </a:moveTo>
                  <a:lnTo>
                    <a:pt x="764364" y="13538"/>
                  </a:lnTo>
                  <a:lnTo>
                    <a:pt x="764364" y="0"/>
                  </a:lnTo>
                  <a:lnTo>
                    <a:pt x="0" y="0"/>
                  </a:lnTo>
                  <a:lnTo>
                    <a:pt x="0" y="135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1" name="object 1541" descr=""/>
            <p:cNvSpPr/>
            <p:nvPr/>
          </p:nvSpPr>
          <p:spPr>
            <a:xfrm>
              <a:off x="12334429" y="6748279"/>
              <a:ext cx="903605" cy="519430"/>
            </a:xfrm>
            <a:custGeom>
              <a:avLst/>
              <a:gdLst/>
              <a:ahLst/>
              <a:cxnLst/>
              <a:rect l="l" t="t" r="r" b="b"/>
              <a:pathLst>
                <a:path w="903605" h="519429">
                  <a:moveTo>
                    <a:pt x="773149" y="0"/>
                  </a:moveTo>
                  <a:lnTo>
                    <a:pt x="0" y="0"/>
                  </a:lnTo>
                  <a:lnTo>
                    <a:pt x="112164" y="519156"/>
                  </a:lnTo>
                  <a:lnTo>
                    <a:pt x="903260" y="519156"/>
                  </a:lnTo>
                  <a:lnTo>
                    <a:pt x="7731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2" name="object 1542" descr=""/>
            <p:cNvSpPr/>
            <p:nvPr/>
          </p:nvSpPr>
          <p:spPr>
            <a:xfrm>
              <a:off x="12334429" y="6748279"/>
              <a:ext cx="903605" cy="519430"/>
            </a:xfrm>
            <a:custGeom>
              <a:avLst/>
              <a:gdLst/>
              <a:ahLst/>
              <a:cxnLst/>
              <a:rect l="l" t="t" r="r" b="b"/>
              <a:pathLst>
                <a:path w="903605" h="519429">
                  <a:moveTo>
                    <a:pt x="112164" y="519156"/>
                  </a:moveTo>
                  <a:lnTo>
                    <a:pt x="903260" y="519156"/>
                  </a:lnTo>
                  <a:lnTo>
                    <a:pt x="773149" y="0"/>
                  </a:lnTo>
                  <a:lnTo>
                    <a:pt x="0" y="0"/>
                  </a:lnTo>
                  <a:lnTo>
                    <a:pt x="112164" y="51915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3" name="object 1543" descr=""/>
            <p:cNvSpPr/>
            <p:nvPr/>
          </p:nvSpPr>
          <p:spPr>
            <a:xfrm>
              <a:off x="12355386" y="6766228"/>
              <a:ext cx="859790" cy="483870"/>
            </a:xfrm>
            <a:custGeom>
              <a:avLst/>
              <a:gdLst/>
              <a:ahLst/>
              <a:cxnLst/>
              <a:rect l="l" t="t" r="r" b="b"/>
              <a:pathLst>
                <a:path w="859790" h="483870">
                  <a:moveTo>
                    <a:pt x="738197" y="0"/>
                  </a:moveTo>
                  <a:lnTo>
                    <a:pt x="0" y="0"/>
                  </a:lnTo>
                  <a:lnTo>
                    <a:pt x="106572" y="483262"/>
                  </a:lnTo>
                  <a:lnTo>
                    <a:pt x="859303" y="483262"/>
                  </a:lnTo>
                  <a:lnTo>
                    <a:pt x="7381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4" name="object 1544" descr=""/>
            <p:cNvSpPr/>
            <p:nvPr/>
          </p:nvSpPr>
          <p:spPr>
            <a:xfrm>
              <a:off x="12355386" y="6766228"/>
              <a:ext cx="859790" cy="483870"/>
            </a:xfrm>
            <a:custGeom>
              <a:avLst/>
              <a:gdLst/>
              <a:ahLst/>
              <a:cxnLst/>
              <a:rect l="l" t="t" r="r" b="b"/>
              <a:pathLst>
                <a:path w="859790" h="483870">
                  <a:moveTo>
                    <a:pt x="859303" y="483262"/>
                  </a:moveTo>
                  <a:lnTo>
                    <a:pt x="738197" y="0"/>
                  </a:lnTo>
                  <a:lnTo>
                    <a:pt x="0" y="0"/>
                  </a:lnTo>
                  <a:lnTo>
                    <a:pt x="106572" y="483262"/>
                  </a:lnTo>
                  <a:lnTo>
                    <a:pt x="859303" y="48326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5" name="object 1545" descr=""/>
            <p:cNvSpPr/>
            <p:nvPr/>
          </p:nvSpPr>
          <p:spPr>
            <a:xfrm>
              <a:off x="12405638" y="6806602"/>
              <a:ext cx="757555" cy="402590"/>
            </a:xfrm>
            <a:custGeom>
              <a:avLst/>
              <a:gdLst/>
              <a:ahLst/>
              <a:cxnLst/>
              <a:rect l="l" t="t" r="r" b="b"/>
              <a:pathLst>
                <a:path w="757555" h="402590">
                  <a:moveTo>
                    <a:pt x="656430" y="0"/>
                  </a:moveTo>
                  <a:lnTo>
                    <a:pt x="0" y="0"/>
                  </a:lnTo>
                  <a:lnTo>
                    <a:pt x="88761" y="402511"/>
                  </a:lnTo>
                  <a:lnTo>
                    <a:pt x="757306" y="402511"/>
                  </a:lnTo>
                  <a:lnTo>
                    <a:pt x="656430" y="0"/>
                  </a:lnTo>
                  <a:close/>
                </a:path>
              </a:pathLst>
            </a:custGeom>
            <a:solidFill>
              <a:srgbClr val="FFFFFF">
                <a:alpha val="11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6" name="object 1546" descr=""/>
            <p:cNvSpPr/>
            <p:nvPr/>
          </p:nvSpPr>
          <p:spPr>
            <a:xfrm>
              <a:off x="12405638" y="6806602"/>
              <a:ext cx="757555" cy="402590"/>
            </a:xfrm>
            <a:custGeom>
              <a:avLst/>
              <a:gdLst/>
              <a:ahLst/>
              <a:cxnLst/>
              <a:rect l="l" t="t" r="r" b="b"/>
              <a:pathLst>
                <a:path w="757555" h="402590">
                  <a:moveTo>
                    <a:pt x="757306" y="402511"/>
                  </a:moveTo>
                  <a:lnTo>
                    <a:pt x="656430" y="0"/>
                  </a:lnTo>
                  <a:lnTo>
                    <a:pt x="0" y="0"/>
                  </a:lnTo>
                  <a:lnTo>
                    <a:pt x="88761" y="402511"/>
                  </a:lnTo>
                  <a:lnTo>
                    <a:pt x="757306" y="40251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7" name="object 1547" descr=""/>
            <p:cNvSpPr/>
            <p:nvPr/>
          </p:nvSpPr>
          <p:spPr>
            <a:xfrm>
              <a:off x="12432454" y="7267436"/>
              <a:ext cx="805815" cy="15240"/>
            </a:xfrm>
            <a:custGeom>
              <a:avLst/>
              <a:gdLst/>
              <a:ahLst/>
              <a:cxnLst/>
              <a:rect l="l" t="t" r="r" b="b"/>
              <a:pathLst>
                <a:path w="805815" h="15240">
                  <a:moveTo>
                    <a:pt x="805232" y="0"/>
                  </a:moveTo>
                  <a:lnTo>
                    <a:pt x="14135" y="0"/>
                  </a:lnTo>
                  <a:lnTo>
                    <a:pt x="0" y="15088"/>
                  </a:lnTo>
                  <a:lnTo>
                    <a:pt x="780625" y="11727"/>
                  </a:lnTo>
                  <a:lnTo>
                    <a:pt x="805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8" name="object 1548" descr=""/>
            <p:cNvSpPr/>
            <p:nvPr/>
          </p:nvSpPr>
          <p:spPr>
            <a:xfrm>
              <a:off x="12432454" y="7267436"/>
              <a:ext cx="805815" cy="15240"/>
            </a:xfrm>
            <a:custGeom>
              <a:avLst/>
              <a:gdLst/>
              <a:ahLst/>
              <a:cxnLst/>
              <a:rect l="l" t="t" r="r" b="b"/>
              <a:pathLst>
                <a:path w="805815" h="15240">
                  <a:moveTo>
                    <a:pt x="805232" y="0"/>
                  </a:moveTo>
                  <a:lnTo>
                    <a:pt x="780625" y="11727"/>
                  </a:lnTo>
                  <a:lnTo>
                    <a:pt x="0" y="15088"/>
                  </a:lnTo>
                  <a:lnTo>
                    <a:pt x="14135" y="0"/>
                  </a:lnTo>
                  <a:lnTo>
                    <a:pt x="805232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9" name="object 1549" descr=""/>
            <p:cNvSpPr/>
            <p:nvPr/>
          </p:nvSpPr>
          <p:spPr>
            <a:xfrm>
              <a:off x="12323283" y="6748280"/>
              <a:ext cx="123825" cy="534670"/>
            </a:xfrm>
            <a:custGeom>
              <a:avLst/>
              <a:gdLst/>
              <a:ahLst/>
              <a:cxnLst/>
              <a:rect l="l" t="t" r="r" b="b"/>
              <a:pathLst>
                <a:path w="123825" h="534670">
                  <a:moveTo>
                    <a:pt x="11151" y="0"/>
                  </a:moveTo>
                  <a:lnTo>
                    <a:pt x="0" y="35894"/>
                  </a:lnTo>
                  <a:lnTo>
                    <a:pt x="109169" y="534245"/>
                  </a:lnTo>
                  <a:lnTo>
                    <a:pt x="123315" y="519156"/>
                  </a:lnTo>
                  <a:lnTo>
                    <a:pt x="111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0" name="object 1550" descr=""/>
            <p:cNvSpPr/>
            <p:nvPr/>
          </p:nvSpPr>
          <p:spPr>
            <a:xfrm>
              <a:off x="12323283" y="6748280"/>
              <a:ext cx="123825" cy="534670"/>
            </a:xfrm>
            <a:custGeom>
              <a:avLst/>
              <a:gdLst/>
              <a:ahLst/>
              <a:cxnLst/>
              <a:rect l="l" t="t" r="r" b="b"/>
              <a:pathLst>
                <a:path w="123825" h="534670">
                  <a:moveTo>
                    <a:pt x="11151" y="0"/>
                  </a:moveTo>
                  <a:lnTo>
                    <a:pt x="123315" y="519156"/>
                  </a:lnTo>
                  <a:lnTo>
                    <a:pt x="109169" y="534245"/>
                  </a:lnTo>
                  <a:lnTo>
                    <a:pt x="0" y="35894"/>
                  </a:lnTo>
                  <a:lnTo>
                    <a:pt x="11151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1" name="object 1551" descr=""/>
            <p:cNvSpPr/>
            <p:nvPr/>
          </p:nvSpPr>
          <p:spPr>
            <a:xfrm>
              <a:off x="12941142" y="6753839"/>
              <a:ext cx="137795" cy="508000"/>
            </a:xfrm>
            <a:custGeom>
              <a:avLst/>
              <a:gdLst/>
              <a:ahLst/>
              <a:cxnLst/>
              <a:rect l="l" t="t" r="r" b="b"/>
              <a:pathLst>
                <a:path w="137794" h="508000">
                  <a:moveTo>
                    <a:pt x="13140" y="0"/>
                  </a:moveTo>
                  <a:lnTo>
                    <a:pt x="0" y="3245"/>
                  </a:lnTo>
                  <a:lnTo>
                    <a:pt x="124593" y="507513"/>
                  </a:lnTo>
                  <a:lnTo>
                    <a:pt x="137734" y="504256"/>
                  </a:lnTo>
                  <a:lnTo>
                    <a:pt x="131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2" name="object 1552" descr=""/>
            <p:cNvSpPr/>
            <p:nvPr/>
          </p:nvSpPr>
          <p:spPr>
            <a:xfrm>
              <a:off x="12941142" y="6753839"/>
              <a:ext cx="137795" cy="508000"/>
            </a:xfrm>
            <a:custGeom>
              <a:avLst/>
              <a:gdLst/>
              <a:ahLst/>
              <a:cxnLst/>
              <a:rect l="l" t="t" r="r" b="b"/>
              <a:pathLst>
                <a:path w="137794" h="508000">
                  <a:moveTo>
                    <a:pt x="124593" y="507513"/>
                  </a:moveTo>
                  <a:lnTo>
                    <a:pt x="137734" y="504256"/>
                  </a:lnTo>
                  <a:lnTo>
                    <a:pt x="13140" y="0"/>
                  </a:lnTo>
                  <a:lnTo>
                    <a:pt x="0" y="3245"/>
                  </a:lnTo>
                  <a:lnTo>
                    <a:pt x="124593" y="50751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3" name="object 1553" descr=""/>
            <p:cNvSpPr/>
            <p:nvPr/>
          </p:nvSpPr>
          <p:spPr>
            <a:xfrm>
              <a:off x="12792048" y="6755644"/>
              <a:ext cx="137160" cy="503555"/>
            </a:xfrm>
            <a:custGeom>
              <a:avLst/>
              <a:gdLst/>
              <a:ahLst/>
              <a:cxnLst/>
              <a:rect l="l" t="t" r="r" b="b"/>
              <a:pathLst>
                <a:path w="137159" h="503554">
                  <a:moveTo>
                    <a:pt x="13130" y="0"/>
                  </a:moveTo>
                  <a:lnTo>
                    <a:pt x="0" y="3256"/>
                  </a:lnTo>
                  <a:lnTo>
                    <a:pt x="123514" y="503157"/>
                  </a:lnTo>
                  <a:lnTo>
                    <a:pt x="136655" y="499901"/>
                  </a:lnTo>
                  <a:lnTo>
                    <a:pt x="13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4" name="object 1554" descr=""/>
            <p:cNvSpPr/>
            <p:nvPr/>
          </p:nvSpPr>
          <p:spPr>
            <a:xfrm>
              <a:off x="12792048" y="6755644"/>
              <a:ext cx="137160" cy="503555"/>
            </a:xfrm>
            <a:custGeom>
              <a:avLst/>
              <a:gdLst/>
              <a:ahLst/>
              <a:cxnLst/>
              <a:rect l="l" t="t" r="r" b="b"/>
              <a:pathLst>
                <a:path w="137159" h="503554">
                  <a:moveTo>
                    <a:pt x="123514" y="503157"/>
                  </a:moveTo>
                  <a:lnTo>
                    <a:pt x="136655" y="499901"/>
                  </a:lnTo>
                  <a:lnTo>
                    <a:pt x="13130" y="0"/>
                  </a:lnTo>
                  <a:lnTo>
                    <a:pt x="0" y="3256"/>
                  </a:lnTo>
                  <a:lnTo>
                    <a:pt x="123514" y="50315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5" name="object 1555" descr=""/>
            <p:cNvSpPr/>
            <p:nvPr/>
          </p:nvSpPr>
          <p:spPr>
            <a:xfrm>
              <a:off x="12642501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5" h="506095">
                  <a:moveTo>
                    <a:pt x="13140" y="0"/>
                  </a:moveTo>
                  <a:lnTo>
                    <a:pt x="0" y="3245"/>
                  </a:lnTo>
                  <a:lnTo>
                    <a:pt x="124142" y="505701"/>
                  </a:lnTo>
                  <a:lnTo>
                    <a:pt x="137283" y="502445"/>
                  </a:lnTo>
                  <a:lnTo>
                    <a:pt x="131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6" name="object 1556" descr=""/>
            <p:cNvSpPr/>
            <p:nvPr/>
          </p:nvSpPr>
          <p:spPr>
            <a:xfrm>
              <a:off x="12642501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5" h="506095">
                  <a:moveTo>
                    <a:pt x="124142" y="505701"/>
                  </a:moveTo>
                  <a:lnTo>
                    <a:pt x="137283" y="502445"/>
                  </a:lnTo>
                  <a:lnTo>
                    <a:pt x="13140" y="0"/>
                  </a:lnTo>
                  <a:lnTo>
                    <a:pt x="0" y="3245"/>
                  </a:lnTo>
                  <a:lnTo>
                    <a:pt x="124142" y="50570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7" name="object 1557" descr=""/>
            <p:cNvSpPr/>
            <p:nvPr/>
          </p:nvSpPr>
          <p:spPr>
            <a:xfrm>
              <a:off x="12492951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5" h="506095">
                  <a:moveTo>
                    <a:pt x="13140" y="0"/>
                  </a:moveTo>
                  <a:lnTo>
                    <a:pt x="0" y="3245"/>
                  </a:lnTo>
                  <a:lnTo>
                    <a:pt x="124153" y="505701"/>
                  </a:lnTo>
                  <a:lnTo>
                    <a:pt x="137294" y="502445"/>
                  </a:lnTo>
                  <a:lnTo>
                    <a:pt x="131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8" name="object 1558" descr=""/>
            <p:cNvSpPr/>
            <p:nvPr/>
          </p:nvSpPr>
          <p:spPr>
            <a:xfrm>
              <a:off x="12492951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5" h="506095">
                  <a:moveTo>
                    <a:pt x="124153" y="505701"/>
                  </a:moveTo>
                  <a:lnTo>
                    <a:pt x="137294" y="502445"/>
                  </a:lnTo>
                  <a:lnTo>
                    <a:pt x="13140" y="0"/>
                  </a:lnTo>
                  <a:lnTo>
                    <a:pt x="0" y="3245"/>
                  </a:lnTo>
                  <a:lnTo>
                    <a:pt x="124153" y="50570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9" name="object 1559" descr=""/>
            <p:cNvSpPr/>
            <p:nvPr/>
          </p:nvSpPr>
          <p:spPr>
            <a:xfrm>
              <a:off x="12376555" y="6892544"/>
              <a:ext cx="762000" cy="13970"/>
            </a:xfrm>
            <a:custGeom>
              <a:avLst/>
              <a:gdLst/>
              <a:ahLst/>
              <a:cxnLst/>
              <a:rect l="l" t="t" r="r" b="b"/>
              <a:pathLst>
                <a:path w="762000" h="13970">
                  <a:moveTo>
                    <a:pt x="761557" y="0"/>
                  </a:moveTo>
                  <a:lnTo>
                    <a:pt x="0" y="0"/>
                  </a:lnTo>
                  <a:lnTo>
                    <a:pt x="0" y="13538"/>
                  </a:lnTo>
                  <a:lnTo>
                    <a:pt x="761557" y="13538"/>
                  </a:lnTo>
                  <a:lnTo>
                    <a:pt x="7615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0" name="object 1560" descr=""/>
            <p:cNvSpPr/>
            <p:nvPr/>
          </p:nvSpPr>
          <p:spPr>
            <a:xfrm>
              <a:off x="12376555" y="6892544"/>
              <a:ext cx="762000" cy="13970"/>
            </a:xfrm>
            <a:custGeom>
              <a:avLst/>
              <a:gdLst/>
              <a:ahLst/>
              <a:cxnLst/>
              <a:rect l="l" t="t" r="r" b="b"/>
              <a:pathLst>
                <a:path w="762000" h="13970">
                  <a:moveTo>
                    <a:pt x="0" y="13538"/>
                  </a:moveTo>
                  <a:lnTo>
                    <a:pt x="761557" y="13538"/>
                  </a:lnTo>
                  <a:lnTo>
                    <a:pt x="761557" y="0"/>
                  </a:lnTo>
                  <a:lnTo>
                    <a:pt x="0" y="0"/>
                  </a:lnTo>
                  <a:lnTo>
                    <a:pt x="0" y="135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1" name="object 1561" descr=""/>
            <p:cNvSpPr/>
            <p:nvPr/>
          </p:nvSpPr>
          <p:spPr>
            <a:xfrm>
              <a:off x="12411328" y="7049565"/>
              <a:ext cx="764540" cy="13970"/>
            </a:xfrm>
            <a:custGeom>
              <a:avLst/>
              <a:gdLst/>
              <a:ahLst/>
              <a:cxnLst/>
              <a:rect l="l" t="t" r="r" b="b"/>
              <a:pathLst>
                <a:path w="764540" h="13970">
                  <a:moveTo>
                    <a:pt x="764364" y="0"/>
                  </a:moveTo>
                  <a:lnTo>
                    <a:pt x="0" y="0"/>
                  </a:lnTo>
                  <a:lnTo>
                    <a:pt x="0" y="13538"/>
                  </a:lnTo>
                  <a:lnTo>
                    <a:pt x="764364" y="13538"/>
                  </a:lnTo>
                  <a:lnTo>
                    <a:pt x="7643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2" name="object 1562" descr=""/>
            <p:cNvSpPr/>
            <p:nvPr/>
          </p:nvSpPr>
          <p:spPr>
            <a:xfrm>
              <a:off x="12411328" y="7049565"/>
              <a:ext cx="764540" cy="13970"/>
            </a:xfrm>
            <a:custGeom>
              <a:avLst/>
              <a:gdLst/>
              <a:ahLst/>
              <a:cxnLst/>
              <a:rect l="l" t="t" r="r" b="b"/>
              <a:pathLst>
                <a:path w="764540" h="13970">
                  <a:moveTo>
                    <a:pt x="0" y="13538"/>
                  </a:moveTo>
                  <a:lnTo>
                    <a:pt x="764364" y="13538"/>
                  </a:lnTo>
                  <a:lnTo>
                    <a:pt x="764364" y="0"/>
                  </a:lnTo>
                  <a:lnTo>
                    <a:pt x="0" y="0"/>
                  </a:lnTo>
                  <a:lnTo>
                    <a:pt x="0" y="135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63" name="object 1563" descr=""/>
          <p:cNvGrpSpPr/>
          <p:nvPr/>
        </p:nvGrpSpPr>
        <p:grpSpPr>
          <a:xfrm>
            <a:off x="-2774" y="6743044"/>
            <a:ext cx="20088225" cy="1004569"/>
            <a:chOff x="-2774" y="6743044"/>
            <a:chExt cx="20088225" cy="1004569"/>
          </a:xfrm>
        </p:grpSpPr>
        <p:sp>
          <p:nvSpPr>
            <p:cNvPr id="1564" name="object 1564" descr=""/>
            <p:cNvSpPr/>
            <p:nvPr/>
          </p:nvSpPr>
          <p:spPr>
            <a:xfrm>
              <a:off x="11754479" y="7007221"/>
              <a:ext cx="45085" cy="631825"/>
            </a:xfrm>
            <a:custGeom>
              <a:avLst/>
              <a:gdLst/>
              <a:ahLst/>
              <a:cxnLst/>
              <a:rect l="l" t="t" r="r" b="b"/>
              <a:pathLst>
                <a:path w="45084" h="631825">
                  <a:moveTo>
                    <a:pt x="44574" y="0"/>
                  </a:moveTo>
                  <a:lnTo>
                    <a:pt x="0" y="0"/>
                  </a:lnTo>
                  <a:lnTo>
                    <a:pt x="0" y="631467"/>
                  </a:lnTo>
                  <a:lnTo>
                    <a:pt x="44574" y="631467"/>
                  </a:lnTo>
                  <a:lnTo>
                    <a:pt x="44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5" name="object 1565" descr=""/>
            <p:cNvSpPr/>
            <p:nvPr/>
          </p:nvSpPr>
          <p:spPr>
            <a:xfrm>
              <a:off x="11754479" y="7007221"/>
              <a:ext cx="45085" cy="631825"/>
            </a:xfrm>
            <a:custGeom>
              <a:avLst/>
              <a:gdLst/>
              <a:ahLst/>
              <a:cxnLst/>
              <a:rect l="l" t="t" r="r" b="b"/>
              <a:pathLst>
                <a:path w="45084" h="631825">
                  <a:moveTo>
                    <a:pt x="44574" y="631467"/>
                  </a:moveTo>
                  <a:lnTo>
                    <a:pt x="0" y="631467"/>
                  </a:lnTo>
                  <a:lnTo>
                    <a:pt x="0" y="0"/>
                  </a:lnTo>
                  <a:lnTo>
                    <a:pt x="44574" y="0"/>
                  </a:lnTo>
                  <a:lnTo>
                    <a:pt x="44574" y="63146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6" name="object 1566" descr=""/>
            <p:cNvSpPr/>
            <p:nvPr/>
          </p:nvSpPr>
          <p:spPr>
            <a:xfrm>
              <a:off x="11334602" y="6748279"/>
              <a:ext cx="903605" cy="519430"/>
            </a:xfrm>
            <a:custGeom>
              <a:avLst/>
              <a:gdLst/>
              <a:ahLst/>
              <a:cxnLst/>
              <a:rect l="l" t="t" r="r" b="b"/>
              <a:pathLst>
                <a:path w="903604" h="519429">
                  <a:moveTo>
                    <a:pt x="773138" y="0"/>
                  </a:moveTo>
                  <a:lnTo>
                    <a:pt x="0" y="0"/>
                  </a:lnTo>
                  <a:lnTo>
                    <a:pt x="112153" y="519156"/>
                  </a:lnTo>
                  <a:lnTo>
                    <a:pt x="903249" y="519156"/>
                  </a:lnTo>
                  <a:lnTo>
                    <a:pt x="773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7" name="object 1567" descr=""/>
            <p:cNvSpPr/>
            <p:nvPr/>
          </p:nvSpPr>
          <p:spPr>
            <a:xfrm>
              <a:off x="11334602" y="6748279"/>
              <a:ext cx="903605" cy="519430"/>
            </a:xfrm>
            <a:custGeom>
              <a:avLst/>
              <a:gdLst/>
              <a:ahLst/>
              <a:cxnLst/>
              <a:rect l="l" t="t" r="r" b="b"/>
              <a:pathLst>
                <a:path w="903604" h="519429">
                  <a:moveTo>
                    <a:pt x="112153" y="519156"/>
                  </a:moveTo>
                  <a:lnTo>
                    <a:pt x="903249" y="519156"/>
                  </a:lnTo>
                  <a:lnTo>
                    <a:pt x="773138" y="0"/>
                  </a:lnTo>
                  <a:lnTo>
                    <a:pt x="0" y="0"/>
                  </a:lnTo>
                  <a:lnTo>
                    <a:pt x="112153" y="51915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8" name="object 1568" descr=""/>
            <p:cNvSpPr/>
            <p:nvPr/>
          </p:nvSpPr>
          <p:spPr>
            <a:xfrm>
              <a:off x="11355549" y="6766228"/>
              <a:ext cx="859790" cy="483870"/>
            </a:xfrm>
            <a:custGeom>
              <a:avLst/>
              <a:gdLst/>
              <a:ahLst/>
              <a:cxnLst/>
              <a:rect l="l" t="t" r="r" b="b"/>
              <a:pathLst>
                <a:path w="859790" h="483870">
                  <a:moveTo>
                    <a:pt x="738197" y="0"/>
                  </a:moveTo>
                  <a:lnTo>
                    <a:pt x="0" y="0"/>
                  </a:lnTo>
                  <a:lnTo>
                    <a:pt x="106572" y="483262"/>
                  </a:lnTo>
                  <a:lnTo>
                    <a:pt x="859303" y="483262"/>
                  </a:lnTo>
                  <a:lnTo>
                    <a:pt x="7381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9" name="object 1569" descr=""/>
            <p:cNvSpPr/>
            <p:nvPr/>
          </p:nvSpPr>
          <p:spPr>
            <a:xfrm>
              <a:off x="11355549" y="6766228"/>
              <a:ext cx="859790" cy="483870"/>
            </a:xfrm>
            <a:custGeom>
              <a:avLst/>
              <a:gdLst/>
              <a:ahLst/>
              <a:cxnLst/>
              <a:rect l="l" t="t" r="r" b="b"/>
              <a:pathLst>
                <a:path w="859790" h="483870">
                  <a:moveTo>
                    <a:pt x="859303" y="483262"/>
                  </a:moveTo>
                  <a:lnTo>
                    <a:pt x="738197" y="0"/>
                  </a:lnTo>
                  <a:lnTo>
                    <a:pt x="0" y="0"/>
                  </a:lnTo>
                  <a:lnTo>
                    <a:pt x="106572" y="483262"/>
                  </a:lnTo>
                  <a:lnTo>
                    <a:pt x="859303" y="483262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0" name="object 1570" descr=""/>
            <p:cNvSpPr/>
            <p:nvPr/>
          </p:nvSpPr>
          <p:spPr>
            <a:xfrm>
              <a:off x="11405801" y="6806602"/>
              <a:ext cx="757555" cy="402590"/>
            </a:xfrm>
            <a:custGeom>
              <a:avLst/>
              <a:gdLst/>
              <a:ahLst/>
              <a:cxnLst/>
              <a:rect l="l" t="t" r="r" b="b"/>
              <a:pathLst>
                <a:path w="757554" h="402590">
                  <a:moveTo>
                    <a:pt x="656430" y="0"/>
                  </a:moveTo>
                  <a:lnTo>
                    <a:pt x="0" y="0"/>
                  </a:lnTo>
                  <a:lnTo>
                    <a:pt x="88761" y="402511"/>
                  </a:lnTo>
                  <a:lnTo>
                    <a:pt x="757306" y="402511"/>
                  </a:lnTo>
                  <a:lnTo>
                    <a:pt x="656430" y="0"/>
                  </a:lnTo>
                  <a:close/>
                </a:path>
              </a:pathLst>
            </a:custGeom>
            <a:solidFill>
              <a:srgbClr val="FFFFFF">
                <a:alpha val="11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1" name="object 1571" descr=""/>
            <p:cNvSpPr/>
            <p:nvPr/>
          </p:nvSpPr>
          <p:spPr>
            <a:xfrm>
              <a:off x="11405801" y="6806602"/>
              <a:ext cx="757555" cy="402590"/>
            </a:xfrm>
            <a:custGeom>
              <a:avLst/>
              <a:gdLst/>
              <a:ahLst/>
              <a:cxnLst/>
              <a:rect l="l" t="t" r="r" b="b"/>
              <a:pathLst>
                <a:path w="757554" h="402590">
                  <a:moveTo>
                    <a:pt x="757306" y="402511"/>
                  </a:moveTo>
                  <a:lnTo>
                    <a:pt x="656430" y="0"/>
                  </a:lnTo>
                  <a:lnTo>
                    <a:pt x="0" y="0"/>
                  </a:lnTo>
                  <a:lnTo>
                    <a:pt x="88761" y="402511"/>
                  </a:lnTo>
                  <a:lnTo>
                    <a:pt x="757306" y="40251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2" name="object 1572" descr=""/>
            <p:cNvSpPr/>
            <p:nvPr/>
          </p:nvSpPr>
          <p:spPr>
            <a:xfrm>
              <a:off x="11432617" y="7267436"/>
              <a:ext cx="805815" cy="15240"/>
            </a:xfrm>
            <a:custGeom>
              <a:avLst/>
              <a:gdLst/>
              <a:ahLst/>
              <a:cxnLst/>
              <a:rect l="l" t="t" r="r" b="b"/>
              <a:pathLst>
                <a:path w="805815" h="15240">
                  <a:moveTo>
                    <a:pt x="805232" y="0"/>
                  </a:moveTo>
                  <a:lnTo>
                    <a:pt x="14135" y="0"/>
                  </a:lnTo>
                  <a:lnTo>
                    <a:pt x="0" y="15088"/>
                  </a:lnTo>
                  <a:lnTo>
                    <a:pt x="780625" y="11727"/>
                  </a:lnTo>
                  <a:lnTo>
                    <a:pt x="805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3" name="object 1573" descr=""/>
            <p:cNvSpPr/>
            <p:nvPr/>
          </p:nvSpPr>
          <p:spPr>
            <a:xfrm>
              <a:off x="11432617" y="7267436"/>
              <a:ext cx="805815" cy="15240"/>
            </a:xfrm>
            <a:custGeom>
              <a:avLst/>
              <a:gdLst/>
              <a:ahLst/>
              <a:cxnLst/>
              <a:rect l="l" t="t" r="r" b="b"/>
              <a:pathLst>
                <a:path w="805815" h="15240">
                  <a:moveTo>
                    <a:pt x="805232" y="0"/>
                  </a:moveTo>
                  <a:lnTo>
                    <a:pt x="780625" y="11727"/>
                  </a:lnTo>
                  <a:lnTo>
                    <a:pt x="0" y="15088"/>
                  </a:lnTo>
                  <a:lnTo>
                    <a:pt x="14135" y="0"/>
                  </a:lnTo>
                  <a:lnTo>
                    <a:pt x="805232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4" name="object 1574" descr=""/>
            <p:cNvSpPr/>
            <p:nvPr/>
          </p:nvSpPr>
          <p:spPr>
            <a:xfrm>
              <a:off x="11323447" y="6748280"/>
              <a:ext cx="123825" cy="534670"/>
            </a:xfrm>
            <a:custGeom>
              <a:avLst/>
              <a:gdLst/>
              <a:ahLst/>
              <a:cxnLst/>
              <a:rect l="l" t="t" r="r" b="b"/>
              <a:pathLst>
                <a:path w="123825" h="534670">
                  <a:moveTo>
                    <a:pt x="11151" y="0"/>
                  </a:moveTo>
                  <a:lnTo>
                    <a:pt x="0" y="35894"/>
                  </a:lnTo>
                  <a:lnTo>
                    <a:pt x="109169" y="534245"/>
                  </a:lnTo>
                  <a:lnTo>
                    <a:pt x="123305" y="519156"/>
                  </a:lnTo>
                  <a:lnTo>
                    <a:pt x="111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5" name="object 1575" descr=""/>
            <p:cNvSpPr/>
            <p:nvPr/>
          </p:nvSpPr>
          <p:spPr>
            <a:xfrm>
              <a:off x="11323447" y="6748280"/>
              <a:ext cx="123825" cy="534670"/>
            </a:xfrm>
            <a:custGeom>
              <a:avLst/>
              <a:gdLst/>
              <a:ahLst/>
              <a:cxnLst/>
              <a:rect l="l" t="t" r="r" b="b"/>
              <a:pathLst>
                <a:path w="123825" h="534670">
                  <a:moveTo>
                    <a:pt x="11151" y="0"/>
                  </a:moveTo>
                  <a:lnTo>
                    <a:pt x="123305" y="519156"/>
                  </a:lnTo>
                  <a:lnTo>
                    <a:pt x="109169" y="534245"/>
                  </a:lnTo>
                  <a:lnTo>
                    <a:pt x="0" y="35894"/>
                  </a:lnTo>
                  <a:lnTo>
                    <a:pt x="11151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6" name="object 1576" descr=""/>
            <p:cNvSpPr/>
            <p:nvPr/>
          </p:nvSpPr>
          <p:spPr>
            <a:xfrm>
              <a:off x="11941305" y="6753839"/>
              <a:ext cx="137795" cy="508000"/>
            </a:xfrm>
            <a:custGeom>
              <a:avLst/>
              <a:gdLst/>
              <a:ahLst/>
              <a:cxnLst/>
              <a:rect l="l" t="t" r="r" b="b"/>
              <a:pathLst>
                <a:path w="137795" h="508000">
                  <a:moveTo>
                    <a:pt x="13130" y="0"/>
                  </a:moveTo>
                  <a:lnTo>
                    <a:pt x="0" y="3245"/>
                  </a:lnTo>
                  <a:lnTo>
                    <a:pt x="124593" y="507513"/>
                  </a:lnTo>
                  <a:lnTo>
                    <a:pt x="137734" y="504256"/>
                  </a:lnTo>
                  <a:lnTo>
                    <a:pt x="13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7" name="object 1577" descr=""/>
            <p:cNvSpPr/>
            <p:nvPr/>
          </p:nvSpPr>
          <p:spPr>
            <a:xfrm>
              <a:off x="11941305" y="6753839"/>
              <a:ext cx="137795" cy="508000"/>
            </a:xfrm>
            <a:custGeom>
              <a:avLst/>
              <a:gdLst/>
              <a:ahLst/>
              <a:cxnLst/>
              <a:rect l="l" t="t" r="r" b="b"/>
              <a:pathLst>
                <a:path w="137795" h="508000">
                  <a:moveTo>
                    <a:pt x="124593" y="507513"/>
                  </a:moveTo>
                  <a:lnTo>
                    <a:pt x="137734" y="504256"/>
                  </a:lnTo>
                  <a:lnTo>
                    <a:pt x="13130" y="0"/>
                  </a:lnTo>
                  <a:lnTo>
                    <a:pt x="0" y="3245"/>
                  </a:lnTo>
                  <a:lnTo>
                    <a:pt x="124593" y="50751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8" name="object 1578" descr=""/>
            <p:cNvSpPr/>
            <p:nvPr/>
          </p:nvSpPr>
          <p:spPr>
            <a:xfrm>
              <a:off x="11792209" y="6755644"/>
              <a:ext cx="137160" cy="503555"/>
            </a:xfrm>
            <a:custGeom>
              <a:avLst/>
              <a:gdLst/>
              <a:ahLst/>
              <a:cxnLst/>
              <a:rect l="l" t="t" r="r" b="b"/>
              <a:pathLst>
                <a:path w="137159" h="503554">
                  <a:moveTo>
                    <a:pt x="13130" y="0"/>
                  </a:moveTo>
                  <a:lnTo>
                    <a:pt x="0" y="3256"/>
                  </a:lnTo>
                  <a:lnTo>
                    <a:pt x="123514" y="503157"/>
                  </a:lnTo>
                  <a:lnTo>
                    <a:pt x="136655" y="499901"/>
                  </a:lnTo>
                  <a:lnTo>
                    <a:pt x="13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9" name="object 1579" descr=""/>
            <p:cNvSpPr/>
            <p:nvPr/>
          </p:nvSpPr>
          <p:spPr>
            <a:xfrm>
              <a:off x="11792209" y="6755644"/>
              <a:ext cx="137160" cy="503555"/>
            </a:xfrm>
            <a:custGeom>
              <a:avLst/>
              <a:gdLst/>
              <a:ahLst/>
              <a:cxnLst/>
              <a:rect l="l" t="t" r="r" b="b"/>
              <a:pathLst>
                <a:path w="137159" h="503554">
                  <a:moveTo>
                    <a:pt x="123514" y="503157"/>
                  </a:moveTo>
                  <a:lnTo>
                    <a:pt x="136655" y="499901"/>
                  </a:lnTo>
                  <a:lnTo>
                    <a:pt x="13130" y="0"/>
                  </a:lnTo>
                  <a:lnTo>
                    <a:pt x="0" y="3256"/>
                  </a:lnTo>
                  <a:lnTo>
                    <a:pt x="123514" y="50315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0" name="object 1580" descr=""/>
            <p:cNvSpPr/>
            <p:nvPr/>
          </p:nvSpPr>
          <p:spPr>
            <a:xfrm>
              <a:off x="11642664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5" h="506095">
                  <a:moveTo>
                    <a:pt x="13130" y="0"/>
                  </a:moveTo>
                  <a:lnTo>
                    <a:pt x="0" y="3245"/>
                  </a:lnTo>
                  <a:lnTo>
                    <a:pt x="124142" y="505701"/>
                  </a:lnTo>
                  <a:lnTo>
                    <a:pt x="137283" y="502445"/>
                  </a:lnTo>
                  <a:lnTo>
                    <a:pt x="13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1" name="object 1581" descr=""/>
            <p:cNvSpPr/>
            <p:nvPr/>
          </p:nvSpPr>
          <p:spPr>
            <a:xfrm>
              <a:off x="11642664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5" h="506095">
                  <a:moveTo>
                    <a:pt x="124142" y="505701"/>
                  </a:moveTo>
                  <a:lnTo>
                    <a:pt x="137283" y="502445"/>
                  </a:lnTo>
                  <a:lnTo>
                    <a:pt x="13130" y="0"/>
                  </a:lnTo>
                  <a:lnTo>
                    <a:pt x="0" y="3245"/>
                  </a:lnTo>
                  <a:lnTo>
                    <a:pt x="124142" y="50570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2" name="object 1582" descr=""/>
            <p:cNvSpPr/>
            <p:nvPr/>
          </p:nvSpPr>
          <p:spPr>
            <a:xfrm>
              <a:off x="11493114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5" h="506095">
                  <a:moveTo>
                    <a:pt x="13140" y="0"/>
                  </a:moveTo>
                  <a:lnTo>
                    <a:pt x="0" y="3245"/>
                  </a:lnTo>
                  <a:lnTo>
                    <a:pt x="124153" y="505701"/>
                  </a:lnTo>
                  <a:lnTo>
                    <a:pt x="137294" y="502445"/>
                  </a:lnTo>
                  <a:lnTo>
                    <a:pt x="131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3" name="object 1583" descr=""/>
            <p:cNvSpPr/>
            <p:nvPr/>
          </p:nvSpPr>
          <p:spPr>
            <a:xfrm>
              <a:off x="11493114" y="6755651"/>
              <a:ext cx="137795" cy="506095"/>
            </a:xfrm>
            <a:custGeom>
              <a:avLst/>
              <a:gdLst/>
              <a:ahLst/>
              <a:cxnLst/>
              <a:rect l="l" t="t" r="r" b="b"/>
              <a:pathLst>
                <a:path w="137795" h="506095">
                  <a:moveTo>
                    <a:pt x="124153" y="505701"/>
                  </a:moveTo>
                  <a:lnTo>
                    <a:pt x="137294" y="502445"/>
                  </a:lnTo>
                  <a:lnTo>
                    <a:pt x="13140" y="0"/>
                  </a:lnTo>
                  <a:lnTo>
                    <a:pt x="0" y="3245"/>
                  </a:lnTo>
                  <a:lnTo>
                    <a:pt x="124153" y="50570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4" name="object 1584" descr=""/>
            <p:cNvSpPr/>
            <p:nvPr/>
          </p:nvSpPr>
          <p:spPr>
            <a:xfrm>
              <a:off x="11376721" y="6892544"/>
              <a:ext cx="762000" cy="13970"/>
            </a:xfrm>
            <a:custGeom>
              <a:avLst/>
              <a:gdLst/>
              <a:ahLst/>
              <a:cxnLst/>
              <a:rect l="l" t="t" r="r" b="b"/>
              <a:pathLst>
                <a:path w="762000" h="13970">
                  <a:moveTo>
                    <a:pt x="761557" y="0"/>
                  </a:moveTo>
                  <a:lnTo>
                    <a:pt x="0" y="0"/>
                  </a:lnTo>
                  <a:lnTo>
                    <a:pt x="0" y="13538"/>
                  </a:lnTo>
                  <a:lnTo>
                    <a:pt x="761557" y="13538"/>
                  </a:lnTo>
                  <a:lnTo>
                    <a:pt x="7615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5" name="object 1585" descr=""/>
            <p:cNvSpPr/>
            <p:nvPr/>
          </p:nvSpPr>
          <p:spPr>
            <a:xfrm>
              <a:off x="11376721" y="6892544"/>
              <a:ext cx="762000" cy="13970"/>
            </a:xfrm>
            <a:custGeom>
              <a:avLst/>
              <a:gdLst/>
              <a:ahLst/>
              <a:cxnLst/>
              <a:rect l="l" t="t" r="r" b="b"/>
              <a:pathLst>
                <a:path w="762000" h="13970">
                  <a:moveTo>
                    <a:pt x="0" y="13538"/>
                  </a:moveTo>
                  <a:lnTo>
                    <a:pt x="761557" y="13538"/>
                  </a:lnTo>
                  <a:lnTo>
                    <a:pt x="761557" y="0"/>
                  </a:lnTo>
                  <a:lnTo>
                    <a:pt x="0" y="0"/>
                  </a:lnTo>
                  <a:lnTo>
                    <a:pt x="0" y="135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6" name="object 1586" descr=""/>
            <p:cNvSpPr/>
            <p:nvPr/>
          </p:nvSpPr>
          <p:spPr>
            <a:xfrm>
              <a:off x="11411495" y="7049565"/>
              <a:ext cx="764540" cy="13970"/>
            </a:xfrm>
            <a:custGeom>
              <a:avLst/>
              <a:gdLst/>
              <a:ahLst/>
              <a:cxnLst/>
              <a:rect l="l" t="t" r="r" b="b"/>
              <a:pathLst>
                <a:path w="764540" h="13970">
                  <a:moveTo>
                    <a:pt x="764364" y="0"/>
                  </a:moveTo>
                  <a:lnTo>
                    <a:pt x="0" y="0"/>
                  </a:lnTo>
                  <a:lnTo>
                    <a:pt x="0" y="13538"/>
                  </a:lnTo>
                  <a:lnTo>
                    <a:pt x="764364" y="13538"/>
                  </a:lnTo>
                  <a:lnTo>
                    <a:pt x="7643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7" name="object 1587" descr=""/>
            <p:cNvSpPr/>
            <p:nvPr/>
          </p:nvSpPr>
          <p:spPr>
            <a:xfrm>
              <a:off x="11411495" y="7049565"/>
              <a:ext cx="764540" cy="13970"/>
            </a:xfrm>
            <a:custGeom>
              <a:avLst/>
              <a:gdLst/>
              <a:ahLst/>
              <a:cxnLst/>
              <a:rect l="l" t="t" r="r" b="b"/>
              <a:pathLst>
                <a:path w="764540" h="13970">
                  <a:moveTo>
                    <a:pt x="0" y="13538"/>
                  </a:moveTo>
                  <a:lnTo>
                    <a:pt x="764364" y="13538"/>
                  </a:lnTo>
                  <a:lnTo>
                    <a:pt x="764364" y="0"/>
                  </a:lnTo>
                  <a:lnTo>
                    <a:pt x="0" y="0"/>
                  </a:lnTo>
                  <a:lnTo>
                    <a:pt x="0" y="13538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8" name="object 1588" descr=""/>
            <p:cNvSpPr/>
            <p:nvPr/>
          </p:nvSpPr>
          <p:spPr>
            <a:xfrm>
              <a:off x="2460" y="7634040"/>
              <a:ext cx="20077430" cy="108585"/>
            </a:xfrm>
            <a:custGeom>
              <a:avLst/>
              <a:gdLst/>
              <a:ahLst/>
              <a:cxnLst/>
              <a:rect l="l" t="t" r="r" b="b"/>
              <a:pathLst>
                <a:path w="20077430" h="108584">
                  <a:moveTo>
                    <a:pt x="20077357" y="0"/>
                  </a:moveTo>
                  <a:lnTo>
                    <a:pt x="0" y="0"/>
                  </a:lnTo>
                  <a:lnTo>
                    <a:pt x="0" y="108164"/>
                  </a:lnTo>
                  <a:lnTo>
                    <a:pt x="20077357" y="108164"/>
                  </a:lnTo>
                  <a:lnTo>
                    <a:pt x="200773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9" name="object 1589" descr=""/>
            <p:cNvSpPr/>
            <p:nvPr/>
          </p:nvSpPr>
          <p:spPr>
            <a:xfrm>
              <a:off x="2460" y="7634040"/>
              <a:ext cx="20077430" cy="108585"/>
            </a:xfrm>
            <a:custGeom>
              <a:avLst/>
              <a:gdLst/>
              <a:ahLst/>
              <a:cxnLst/>
              <a:rect l="l" t="t" r="r" b="b"/>
              <a:pathLst>
                <a:path w="20077430" h="108584">
                  <a:moveTo>
                    <a:pt x="20077357" y="0"/>
                  </a:moveTo>
                  <a:lnTo>
                    <a:pt x="0" y="0"/>
                  </a:lnTo>
                  <a:lnTo>
                    <a:pt x="0" y="108164"/>
                  </a:lnTo>
                  <a:lnTo>
                    <a:pt x="20077357" y="108164"/>
                  </a:lnTo>
                  <a:lnTo>
                    <a:pt x="20077357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90" name="object 1590" descr=""/>
          <p:cNvGrpSpPr/>
          <p:nvPr/>
        </p:nvGrpSpPr>
        <p:grpSpPr>
          <a:xfrm>
            <a:off x="10081368" y="5059803"/>
            <a:ext cx="448945" cy="465455"/>
            <a:chOff x="10081368" y="5059803"/>
            <a:chExt cx="448945" cy="465455"/>
          </a:xfrm>
        </p:grpSpPr>
        <p:sp>
          <p:nvSpPr>
            <p:cNvPr id="1591" name="object 1591" descr=""/>
            <p:cNvSpPr/>
            <p:nvPr/>
          </p:nvSpPr>
          <p:spPr>
            <a:xfrm>
              <a:off x="10086603" y="5489864"/>
              <a:ext cx="438784" cy="29845"/>
            </a:xfrm>
            <a:custGeom>
              <a:avLst/>
              <a:gdLst/>
              <a:ahLst/>
              <a:cxnLst/>
              <a:rect l="l" t="t" r="r" b="b"/>
              <a:pathLst>
                <a:path w="438784" h="29845">
                  <a:moveTo>
                    <a:pt x="438332" y="0"/>
                  </a:moveTo>
                  <a:lnTo>
                    <a:pt x="0" y="0"/>
                  </a:lnTo>
                  <a:lnTo>
                    <a:pt x="0" y="29726"/>
                  </a:lnTo>
                  <a:lnTo>
                    <a:pt x="438332" y="29726"/>
                  </a:lnTo>
                  <a:lnTo>
                    <a:pt x="43833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2" name="object 1592" descr=""/>
            <p:cNvSpPr/>
            <p:nvPr/>
          </p:nvSpPr>
          <p:spPr>
            <a:xfrm>
              <a:off x="10086603" y="5489864"/>
              <a:ext cx="438784" cy="29845"/>
            </a:xfrm>
            <a:custGeom>
              <a:avLst/>
              <a:gdLst/>
              <a:ahLst/>
              <a:cxnLst/>
              <a:rect l="l" t="t" r="r" b="b"/>
              <a:pathLst>
                <a:path w="438784" h="29845">
                  <a:moveTo>
                    <a:pt x="0" y="29726"/>
                  </a:moveTo>
                  <a:lnTo>
                    <a:pt x="438332" y="29726"/>
                  </a:lnTo>
                  <a:lnTo>
                    <a:pt x="438332" y="0"/>
                  </a:lnTo>
                  <a:lnTo>
                    <a:pt x="0" y="0"/>
                  </a:lnTo>
                  <a:lnTo>
                    <a:pt x="0" y="2972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3" name="object 1593" descr=""/>
            <p:cNvSpPr/>
            <p:nvPr/>
          </p:nvSpPr>
          <p:spPr>
            <a:xfrm>
              <a:off x="10202296" y="5065039"/>
              <a:ext cx="29209" cy="452755"/>
            </a:xfrm>
            <a:custGeom>
              <a:avLst/>
              <a:gdLst/>
              <a:ahLst/>
              <a:cxnLst/>
              <a:rect l="l" t="t" r="r" b="b"/>
              <a:pathLst>
                <a:path w="29209" h="452754">
                  <a:moveTo>
                    <a:pt x="28784" y="0"/>
                  </a:moveTo>
                  <a:lnTo>
                    <a:pt x="0" y="0"/>
                  </a:lnTo>
                  <a:lnTo>
                    <a:pt x="0" y="452656"/>
                  </a:lnTo>
                  <a:lnTo>
                    <a:pt x="28784" y="452656"/>
                  </a:lnTo>
                  <a:lnTo>
                    <a:pt x="2878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4" name="object 1594" descr=""/>
            <p:cNvSpPr/>
            <p:nvPr/>
          </p:nvSpPr>
          <p:spPr>
            <a:xfrm>
              <a:off x="10202296" y="5065039"/>
              <a:ext cx="29209" cy="452755"/>
            </a:xfrm>
            <a:custGeom>
              <a:avLst/>
              <a:gdLst/>
              <a:ahLst/>
              <a:cxnLst/>
              <a:rect l="l" t="t" r="r" b="b"/>
              <a:pathLst>
                <a:path w="29209" h="452754">
                  <a:moveTo>
                    <a:pt x="0" y="452656"/>
                  </a:moveTo>
                  <a:lnTo>
                    <a:pt x="28784" y="452656"/>
                  </a:lnTo>
                  <a:lnTo>
                    <a:pt x="28784" y="0"/>
                  </a:lnTo>
                  <a:lnTo>
                    <a:pt x="0" y="0"/>
                  </a:lnTo>
                  <a:lnTo>
                    <a:pt x="0" y="452656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5" name="object 1595" descr=""/>
            <p:cNvSpPr/>
            <p:nvPr/>
          </p:nvSpPr>
          <p:spPr>
            <a:xfrm>
              <a:off x="10274828" y="5244604"/>
              <a:ext cx="29209" cy="215265"/>
            </a:xfrm>
            <a:custGeom>
              <a:avLst/>
              <a:gdLst/>
              <a:ahLst/>
              <a:cxnLst/>
              <a:rect l="l" t="t" r="r" b="b"/>
              <a:pathLst>
                <a:path w="29209" h="215264">
                  <a:moveTo>
                    <a:pt x="28784" y="0"/>
                  </a:moveTo>
                  <a:lnTo>
                    <a:pt x="0" y="0"/>
                  </a:lnTo>
                  <a:lnTo>
                    <a:pt x="0" y="214883"/>
                  </a:lnTo>
                  <a:lnTo>
                    <a:pt x="28784" y="214883"/>
                  </a:lnTo>
                  <a:lnTo>
                    <a:pt x="2878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6" name="object 1596" descr=""/>
            <p:cNvSpPr/>
            <p:nvPr/>
          </p:nvSpPr>
          <p:spPr>
            <a:xfrm>
              <a:off x="10274828" y="5244604"/>
              <a:ext cx="29209" cy="215265"/>
            </a:xfrm>
            <a:custGeom>
              <a:avLst/>
              <a:gdLst/>
              <a:ahLst/>
              <a:cxnLst/>
              <a:rect l="l" t="t" r="r" b="b"/>
              <a:pathLst>
                <a:path w="29209" h="215264">
                  <a:moveTo>
                    <a:pt x="0" y="214883"/>
                  </a:moveTo>
                  <a:lnTo>
                    <a:pt x="28784" y="214883"/>
                  </a:lnTo>
                  <a:lnTo>
                    <a:pt x="28784" y="0"/>
                  </a:lnTo>
                  <a:lnTo>
                    <a:pt x="0" y="0"/>
                  </a:lnTo>
                  <a:lnTo>
                    <a:pt x="0" y="21488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7" name="object 1597" descr=""/>
            <p:cNvSpPr/>
            <p:nvPr/>
          </p:nvSpPr>
          <p:spPr>
            <a:xfrm>
              <a:off x="10132780" y="5435028"/>
              <a:ext cx="335915" cy="59690"/>
            </a:xfrm>
            <a:custGeom>
              <a:avLst/>
              <a:gdLst/>
              <a:ahLst/>
              <a:cxnLst/>
              <a:rect l="l" t="t" r="r" b="b"/>
              <a:pathLst>
                <a:path w="335915" h="59689">
                  <a:moveTo>
                    <a:pt x="335309" y="0"/>
                  </a:moveTo>
                  <a:lnTo>
                    <a:pt x="0" y="0"/>
                  </a:lnTo>
                  <a:lnTo>
                    <a:pt x="0" y="59443"/>
                  </a:lnTo>
                  <a:lnTo>
                    <a:pt x="335309" y="59443"/>
                  </a:lnTo>
                  <a:lnTo>
                    <a:pt x="335309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8" name="object 1598" descr=""/>
            <p:cNvSpPr/>
            <p:nvPr/>
          </p:nvSpPr>
          <p:spPr>
            <a:xfrm>
              <a:off x="10132780" y="5435028"/>
              <a:ext cx="335915" cy="59690"/>
            </a:xfrm>
            <a:custGeom>
              <a:avLst/>
              <a:gdLst/>
              <a:ahLst/>
              <a:cxnLst/>
              <a:rect l="l" t="t" r="r" b="b"/>
              <a:pathLst>
                <a:path w="335915" h="59689">
                  <a:moveTo>
                    <a:pt x="0" y="59443"/>
                  </a:moveTo>
                  <a:lnTo>
                    <a:pt x="335309" y="59443"/>
                  </a:lnTo>
                  <a:lnTo>
                    <a:pt x="335309" y="0"/>
                  </a:lnTo>
                  <a:lnTo>
                    <a:pt x="0" y="0"/>
                  </a:lnTo>
                  <a:lnTo>
                    <a:pt x="0" y="59443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99" name="object 1599" descr=""/>
          <p:cNvGrpSpPr/>
          <p:nvPr/>
        </p:nvGrpSpPr>
        <p:grpSpPr>
          <a:xfrm>
            <a:off x="11697547" y="4074823"/>
            <a:ext cx="793750" cy="1270635"/>
            <a:chOff x="11697547" y="4074823"/>
            <a:chExt cx="793750" cy="1270635"/>
          </a:xfrm>
        </p:grpSpPr>
        <p:sp>
          <p:nvSpPr>
            <p:cNvPr id="1600" name="object 1600" descr=""/>
            <p:cNvSpPr/>
            <p:nvPr/>
          </p:nvSpPr>
          <p:spPr>
            <a:xfrm>
              <a:off x="11702782" y="4080059"/>
              <a:ext cx="783590" cy="1260475"/>
            </a:xfrm>
            <a:custGeom>
              <a:avLst/>
              <a:gdLst/>
              <a:ahLst/>
              <a:cxnLst/>
              <a:rect l="l" t="t" r="r" b="b"/>
              <a:pathLst>
                <a:path w="783590" h="1260475">
                  <a:moveTo>
                    <a:pt x="783075" y="0"/>
                  </a:moveTo>
                  <a:lnTo>
                    <a:pt x="0" y="708449"/>
                  </a:lnTo>
                  <a:lnTo>
                    <a:pt x="428164" y="708449"/>
                  </a:lnTo>
                  <a:lnTo>
                    <a:pt x="100698" y="1260108"/>
                  </a:lnTo>
                  <a:lnTo>
                    <a:pt x="771463" y="551658"/>
                  </a:lnTo>
                  <a:lnTo>
                    <a:pt x="421756" y="551658"/>
                  </a:lnTo>
                  <a:lnTo>
                    <a:pt x="783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1" name="object 1601" descr=""/>
            <p:cNvSpPr/>
            <p:nvPr/>
          </p:nvSpPr>
          <p:spPr>
            <a:xfrm>
              <a:off x="11702782" y="4080059"/>
              <a:ext cx="783590" cy="1260475"/>
            </a:xfrm>
            <a:custGeom>
              <a:avLst/>
              <a:gdLst/>
              <a:ahLst/>
              <a:cxnLst/>
              <a:rect l="l" t="t" r="r" b="b"/>
              <a:pathLst>
                <a:path w="783590" h="1260475">
                  <a:moveTo>
                    <a:pt x="783075" y="0"/>
                  </a:moveTo>
                  <a:lnTo>
                    <a:pt x="421756" y="551658"/>
                  </a:lnTo>
                  <a:lnTo>
                    <a:pt x="771463" y="551658"/>
                  </a:lnTo>
                  <a:lnTo>
                    <a:pt x="100698" y="1260108"/>
                  </a:lnTo>
                  <a:lnTo>
                    <a:pt x="428164" y="708449"/>
                  </a:lnTo>
                  <a:lnTo>
                    <a:pt x="0" y="708449"/>
                  </a:lnTo>
                  <a:lnTo>
                    <a:pt x="783075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02" name="object 1602" descr=""/>
          <p:cNvGrpSpPr/>
          <p:nvPr/>
        </p:nvGrpSpPr>
        <p:grpSpPr>
          <a:xfrm>
            <a:off x="4365018" y="7343305"/>
            <a:ext cx="680085" cy="259079"/>
            <a:chOff x="4365018" y="7343305"/>
            <a:chExt cx="680085" cy="259079"/>
          </a:xfrm>
        </p:grpSpPr>
        <p:sp>
          <p:nvSpPr>
            <p:cNvPr id="1603" name="object 1603" descr=""/>
            <p:cNvSpPr/>
            <p:nvPr/>
          </p:nvSpPr>
          <p:spPr>
            <a:xfrm>
              <a:off x="4370254" y="7348540"/>
              <a:ext cx="573405" cy="231140"/>
            </a:xfrm>
            <a:custGeom>
              <a:avLst/>
              <a:gdLst/>
              <a:ahLst/>
              <a:cxnLst/>
              <a:rect l="l" t="t" r="r" b="b"/>
              <a:pathLst>
                <a:path w="573404" h="231140">
                  <a:moveTo>
                    <a:pt x="573385" y="0"/>
                  </a:moveTo>
                  <a:lnTo>
                    <a:pt x="0" y="0"/>
                  </a:lnTo>
                  <a:lnTo>
                    <a:pt x="0" y="230935"/>
                  </a:lnTo>
                  <a:lnTo>
                    <a:pt x="573385" y="230935"/>
                  </a:lnTo>
                  <a:lnTo>
                    <a:pt x="5733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4" name="object 1604" descr=""/>
            <p:cNvSpPr/>
            <p:nvPr/>
          </p:nvSpPr>
          <p:spPr>
            <a:xfrm>
              <a:off x="4370254" y="7348540"/>
              <a:ext cx="573405" cy="231140"/>
            </a:xfrm>
            <a:custGeom>
              <a:avLst/>
              <a:gdLst/>
              <a:ahLst/>
              <a:cxnLst/>
              <a:rect l="l" t="t" r="r" b="b"/>
              <a:pathLst>
                <a:path w="573404" h="231140">
                  <a:moveTo>
                    <a:pt x="0" y="230935"/>
                  </a:moveTo>
                  <a:lnTo>
                    <a:pt x="573385" y="230935"/>
                  </a:lnTo>
                  <a:lnTo>
                    <a:pt x="573385" y="0"/>
                  </a:lnTo>
                  <a:lnTo>
                    <a:pt x="0" y="0"/>
                  </a:lnTo>
                  <a:lnTo>
                    <a:pt x="0" y="230935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5" name="object 1605" descr=""/>
            <p:cNvSpPr/>
            <p:nvPr/>
          </p:nvSpPr>
          <p:spPr>
            <a:xfrm>
              <a:off x="4945765" y="7536589"/>
              <a:ext cx="93980" cy="60960"/>
            </a:xfrm>
            <a:custGeom>
              <a:avLst/>
              <a:gdLst/>
              <a:ahLst/>
              <a:cxnLst/>
              <a:rect l="l" t="t" r="r" b="b"/>
              <a:pathLst>
                <a:path w="93979" h="60959">
                  <a:moveTo>
                    <a:pt x="1172" y="0"/>
                  </a:moveTo>
                  <a:lnTo>
                    <a:pt x="0" y="1361"/>
                  </a:lnTo>
                  <a:lnTo>
                    <a:pt x="0" y="56710"/>
                  </a:lnTo>
                  <a:lnTo>
                    <a:pt x="12030" y="59810"/>
                  </a:lnTo>
                  <a:lnTo>
                    <a:pt x="29305" y="59194"/>
                  </a:lnTo>
                  <a:lnTo>
                    <a:pt x="46026" y="56689"/>
                  </a:lnTo>
                  <a:lnTo>
                    <a:pt x="56396" y="54124"/>
                  </a:lnTo>
                  <a:lnTo>
                    <a:pt x="58909" y="53181"/>
                  </a:lnTo>
                  <a:lnTo>
                    <a:pt x="61432" y="60333"/>
                  </a:lnTo>
                  <a:lnTo>
                    <a:pt x="70626" y="59045"/>
                  </a:lnTo>
                  <a:lnTo>
                    <a:pt x="82835" y="59055"/>
                  </a:lnTo>
                  <a:lnTo>
                    <a:pt x="88070" y="54647"/>
                  </a:lnTo>
                  <a:lnTo>
                    <a:pt x="89400" y="53527"/>
                  </a:lnTo>
                  <a:lnTo>
                    <a:pt x="90363" y="52019"/>
                  </a:lnTo>
                  <a:lnTo>
                    <a:pt x="93672" y="44145"/>
                  </a:lnTo>
                  <a:lnTo>
                    <a:pt x="91882" y="36648"/>
                  </a:lnTo>
                  <a:lnTo>
                    <a:pt x="55381" y="12269"/>
                  </a:lnTo>
                  <a:lnTo>
                    <a:pt x="32752" y="8167"/>
                  </a:lnTo>
                  <a:lnTo>
                    <a:pt x="26302" y="8502"/>
                  </a:lnTo>
                  <a:lnTo>
                    <a:pt x="22543" y="9413"/>
                  </a:lnTo>
                  <a:lnTo>
                    <a:pt x="14900" y="9528"/>
                  </a:lnTo>
                  <a:lnTo>
                    <a:pt x="10816" y="8575"/>
                  </a:lnTo>
                  <a:lnTo>
                    <a:pt x="7067" y="4387"/>
                  </a:lnTo>
                  <a:lnTo>
                    <a:pt x="6272" y="2701"/>
                  </a:lnTo>
                  <a:lnTo>
                    <a:pt x="3560" y="356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6" name="object 1606" descr=""/>
            <p:cNvSpPr/>
            <p:nvPr/>
          </p:nvSpPr>
          <p:spPr>
            <a:xfrm>
              <a:off x="4945765" y="7536589"/>
              <a:ext cx="93980" cy="60960"/>
            </a:xfrm>
            <a:custGeom>
              <a:avLst/>
              <a:gdLst/>
              <a:ahLst/>
              <a:cxnLst/>
              <a:rect l="l" t="t" r="r" b="b"/>
              <a:pathLst>
                <a:path w="93979" h="60959">
                  <a:moveTo>
                    <a:pt x="88070" y="54647"/>
                  </a:moveTo>
                  <a:lnTo>
                    <a:pt x="89400" y="53527"/>
                  </a:lnTo>
                  <a:lnTo>
                    <a:pt x="90363" y="52019"/>
                  </a:lnTo>
                  <a:lnTo>
                    <a:pt x="91033" y="50417"/>
                  </a:lnTo>
                  <a:lnTo>
                    <a:pt x="93672" y="44145"/>
                  </a:lnTo>
                  <a:lnTo>
                    <a:pt x="63757" y="15173"/>
                  </a:lnTo>
                  <a:lnTo>
                    <a:pt x="32752" y="8167"/>
                  </a:lnTo>
                  <a:lnTo>
                    <a:pt x="30114" y="8303"/>
                  </a:lnTo>
                  <a:lnTo>
                    <a:pt x="26302" y="8502"/>
                  </a:lnTo>
                  <a:lnTo>
                    <a:pt x="22543" y="9413"/>
                  </a:lnTo>
                  <a:lnTo>
                    <a:pt x="18721" y="9465"/>
                  </a:lnTo>
                  <a:lnTo>
                    <a:pt x="14900" y="9528"/>
                  </a:lnTo>
                  <a:lnTo>
                    <a:pt x="10816" y="8575"/>
                  </a:lnTo>
                  <a:lnTo>
                    <a:pt x="8271" y="5727"/>
                  </a:lnTo>
                  <a:lnTo>
                    <a:pt x="7067" y="4387"/>
                  </a:lnTo>
                  <a:lnTo>
                    <a:pt x="6272" y="2701"/>
                  </a:lnTo>
                  <a:lnTo>
                    <a:pt x="4921" y="1528"/>
                  </a:lnTo>
                  <a:lnTo>
                    <a:pt x="3560" y="356"/>
                  </a:lnTo>
                  <a:lnTo>
                    <a:pt x="1172" y="0"/>
                  </a:lnTo>
                  <a:lnTo>
                    <a:pt x="0" y="1361"/>
                  </a:lnTo>
                  <a:lnTo>
                    <a:pt x="0" y="56710"/>
                  </a:lnTo>
                  <a:lnTo>
                    <a:pt x="12030" y="59810"/>
                  </a:lnTo>
                  <a:lnTo>
                    <a:pt x="29305" y="59194"/>
                  </a:lnTo>
                  <a:lnTo>
                    <a:pt x="46026" y="56689"/>
                  </a:lnTo>
                  <a:lnTo>
                    <a:pt x="56396" y="54124"/>
                  </a:lnTo>
                  <a:lnTo>
                    <a:pt x="58909" y="53181"/>
                  </a:lnTo>
                  <a:lnTo>
                    <a:pt x="61432" y="60333"/>
                  </a:lnTo>
                  <a:lnTo>
                    <a:pt x="64102" y="59956"/>
                  </a:lnTo>
                  <a:lnTo>
                    <a:pt x="70626" y="59045"/>
                  </a:lnTo>
                  <a:lnTo>
                    <a:pt x="82835" y="59055"/>
                  </a:lnTo>
                  <a:lnTo>
                    <a:pt x="88070" y="54647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07" name="object 1607" descr=""/>
          <p:cNvGrpSpPr/>
          <p:nvPr/>
        </p:nvGrpSpPr>
        <p:grpSpPr>
          <a:xfrm>
            <a:off x="5092955" y="7531898"/>
            <a:ext cx="19050" cy="63500"/>
            <a:chOff x="5092955" y="7531898"/>
            <a:chExt cx="19050" cy="63500"/>
          </a:xfrm>
        </p:grpSpPr>
        <p:sp>
          <p:nvSpPr>
            <p:cNvPr id="1608" name="object 1608" descr=""/>
            <p:cNvSpPr/>
            <p:nvPr/>
          </p:nvSpPr>
          <p:spPr>
            <a:xfrm>
              <a:off x="5098194" y="7559210"/>
              <a:ext cx="8255" cy="30480"/>
            </a:xfrm>
            <a:custGeom>
              <a:avLst/>
              <a:gdLst/>
              <a:ahLst/>
              <a:cxnLst/>
              <a:rect l="l" t="t" r="r" b="b"/>
              <a:pathLst>
                <a:path w="8254" h="30479">
                  <a:moveTo>
                    <a:pt x="0" y="0"/>
                  </a:moveTo>
                  <a:lnTo>
                    <a:pt x="0" y="30417"/>
                  </a:lnTo>
                  <a:lnTo>
                    <a:pt x="4460" y="30480"/>
                  </a:lnTo>
                  <a:lnTo>
                    <a:pt x="8062" y="26941"/>
                  </a:lnTo>
                  <a:lnTo>
                    <a:pt x="8062" y="5224"/>
                  </a:lnTo>
                  <a:lnTo>
                    <a:pt x="5151" y="3863"/>
                  </a:lnTo>
                  <a:lnTo>
                    <a:pt x="2429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9" name="object 1609" descr=""/>
            <p:cNvSpPr/>
            <p:nvPr/>
          </p:nvSpPr>
          <p:spPr>
            <a:xfrm>
              <a:off x="5098194" y="7559210"/>
              <a:ext cx="8255" cy="30480"/>
            </a:xfrm>
            <a:custGeom>
              <a:avLst/>
              <a:gdLst/>
              <a:ahLst/>
              <a:cxnLst/>
              <a:rect l="l" t="t" r="r" b="b"/>
              <a:pathLst>
                <a:path w="8254" h="30479">
                  <a:moveTo>
                    <a:pt x="8062" y="5224"/>
                  </a:moveTo>
                  <a:lnTo>
                    <a:pt x="8062" y="22554"/>
                  </a:lnTo>
                  <a:lnTo>
                    <a:pt x="8062" y="26941"/>
                  </a:lnTo>
                  <a:lnTo>
                    <a:pt x="4460" y="30480"/>
                  </a:lnTo>
                  <a:lnTo>
                    <a:pt x="73" y="30417"/>
                  </a:lnTo>
                  <a:lnTo>
                    <a:pt x="0" y="0"/>
                  </a:lnTo>
                  <a:lnTo>
                    <a:pt x="2429" y="2104"/>
                  </a:lnTo>
                  <a:lnTo>
                    <a:pt x="5151" y="3863"/>
                  </a:lnTo>
                  <a:lnTo>
                    <a:pt x="8062" y="522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0" name="object 1610" descr=""/>
            <p:cNvSpPr/>
            <p:nvPr/>
          </p:nvSpPr>
          <p:spPr>
            <a:xfrm>
              <a:off x="5098191" y="7537133"/>
              <a:ext cx="8255" cy="27305"/>
            </a:xfrm>
            <a:custGeom>
              <a:avLst/>
              <a:gdLst/>
              <a:ahLst/>
              <a:cxnLst/>
              <a:rect l="l" t="t" r="r" b="b"/>
              <a:pathLst>
                <a:path w="8254" h="27304">
                  <a:moveTo>
                    <a:pt x="0" y="0"/>
                  </a:moveTo>
                  <a:lnTo>
                    <a:pt x="0" y="22083"/>
                  </a:lnTo>
                  <a:lnTo>
                    <a:pt x="2429" y="24177"/>
                  </a:lnTo>
                  <a:lnTo>
                    <a:pt x="5151" y="25946"/>
                  </a:lnTo>
                  <a:lnTo>
                    <a:pt x="8062" y="27297"/>
                  </a:lnTo>
                  <a:lnTo>
                    <a:pt x="8062" y="8617"/>
                  </a:lnTo>
                  <a:lnTo>
                    <a:pt x="5926" y="4670"/>
                  </a:lnTo>
                  <a:lnTo>
                    <a:pt x="1476" y="1424"/>
                  </a:lnTo>
                  <a:lnTo>
                    <a:pt x="691" y="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1" name="object 1611" descr=""/>
            <p:cNvSpPr/>
            <p:nvPr/>
          </p:nvSpPr>
          <p:spPr>
            <a:xfrm>
              <a:off x="5098191" y="7537133"/>
              <a:ext cx="8255" cy="27305"/>
            </a:xfrm>
            <a:custGeom>
              <a:avLst/>
              <a:gdLst/>
              <a:ahLst/>
              <a:cxnLst/>
              <a:rect l="l" t="t" r="r" b="b"/>
              <a:pathLst>
                <a:path w="8254" h="27304">
                  <a:moveTo>
                    <a:pt x="0" y="0"/>
                  </a:moveTo>
                  <a:lnTo>
                    <a:pt x="691" y="722"/>
                  </a:lnTo>
                  <a:lnTo>
                    <a:pt x="1476" y="1424"/>
                  </a:lnTo>
                  <a:lnTo>
                    <a:pt x="2387" y="2094"/>
                  </a:lnTo>
                  <a:lnTo>
                    <a:pt x="5926" y="4670"/>
                  </a:lnTo>
                  <a:lnTo>
                    <a:pt x="8062" y="8617"/>
                  </a:lnTo>
                  <a:lnTo>
                    <a:pt x="8062" y="12910"/>
                  </a:lnTo>
                  <a:lnTo>
                    <a:pt x="8062" y="27297"/>
                  </a:lnTo>
                  <a:lnTo>
                    <a:pt x="5151" y="25946"/>
                  </a:lnTo>
                  <a:lnTo>
                    <a:pt x="2429" y="24177"/>
                  </a:lnTo>
                  <a:lnTo>
                    <a:pt x="0" y="22083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12" name="object 1612" descr=""/>
          <p:cNvGrpSpPr/>
          <p:nvPr/>
        </p:nvGrpSpPr>
        <p:grpSpPr>
          <a:xfrm>
            <a:off x="4348931" y="7539055"/>
            <a:ext cx="19050" cy="62230"/>
            <a:chOff x="4348931" y="7539055"/>
            <a:chExt cx="19050" cy="62230"/>
          </a:xfrm>
        </p:grpSpPr>
        <p:sp>
          <p:nvSpPr>
            <p:cNvPr id="1613" name="object 1613" descr=""/>
            <p:cNvSpPr/>
            <p:nvPr/>
          </p:nvSpPr>
          <p:spPr>
            <a:xfrm>
              <a:off x="4354166" y="7565345"/>
              <a:ext cx="8255" cy="30480"/>
            </a:xfrm>
            <a:custGeom>
              <a:avLst/>
              <a:gdLst/>
              <a:ahLst/>
              <a:cxnLst/>
              <a:rect l="l" t="t" r="r" b="b"/>
              <a:pathLst>
                <a:path w="8254" h="30479">
                  <a:moveTo>
                    <a:pt x="8062" y="0"/>
                  </a:moveTo>
                  <a:lnTo>
                    <a:pt x="5633" y="2104"/>
                  </a:lnTo>
                  <a:lnTo>
                    <a:pt x="2910" y="3863"/>
                  </a:lnTo>
                  <a:lnTo>
                    <a:pt x="0" y="5224"/>
                  </a:lnTo>
                  <a:lnTo>
                    <a:pt x="0" y="26941"/>
                  </a:lnTo>
                  <a:lnTo>
                    <a:pt x="3601" y="30480"/>
                  </a:lnTo>
                  <a:lnTo>
                    <a:pt x="8062" y="30417"/>
                  </a:lnTo>
                  <a:lnTo>
                    <a:pt x="8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4" name="object 1614" descr=""/>
            <p:cNvSpPr/>
            <p:nvPr/>
          </p:nvSpPr>
          <p:spPr>
            <a:xfrm>
              <a:off x="4354166" y="7565345"/>
              <a:ext cx="8255" cy="30480"/>
            </a:xfrm>
            <a:custGeom>
              <a:avLst/>
              <a:gdLst/>
              <a:ahLst/>
              <a:cxnLst/>
              <a:rect l="l" t="t" r="r" b="b"/>
              <a:pathLst>
                <a:path w="8254" h="30479">
                  <a:moveTo>
                    <a:pt x="0" y="5224"/>
                  </a:moveTo>
                  <a:lnTo>
                    <a:pt x="0" y="22554"/>
                  </a:lnTo>
                  <a:lnTo>
                    <a:pt x="0" y="26941"/>
                  </a:lnTo>
                  <a:lnTo>
                    <a:pt x="3601" y="30480"/>
                  </a:lnTo>
                  <a:lnTo>
                    <a:pt x="7989" y="30417"/>
                  </a:lnTo>
                  <a:lnTo>
                    <a:pt x="8062" y="0"/>
                  </a:lnTo>
                  <a:lnTo>
                    <a:pt x="5633" y="2104"/>
                  </a:lnTo>
                  <a:lnTo>
                    <a:pt x="2910" y="3863"/>
                  </a:lnTo>
                  <a:lnTo>
                    <a:pt x="0" y="5224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5" name="object 1615" descr=""/>
            <p:cNvSpPr/>
            <p:nvPr/>
          </p:nvSpPr>
          <p:spPr>
            <a:xfrm>
              <a:off x="4354171" y="7544290"/>
              <a:ext cx="8255" cy="26670"/>
            </a:xfrm>
            <a:custGeom>
              <a:avLst/>
              <a:gdLst/>
              <a:ahLst/>
              <a:cxnLst/>
              <a:rect l="l" t="t" r="r" b="b"/>
              <a:pathLst>
                <a:path w="8254" h="26670">
                  <a:moveTo>
                    <a:pt x="8062" y="0"/>
                  </a:moveTo>
                  <a:lnTo>
                    <a:pt x="7539" y="94"/>
                  </a:lnTo>
                  <a:lnTo>
                    <a:pt x="6586" y="408"/>
                  </a:lnTo>
                  <a:lnTo>
                    <a:pt x="2083" y="3696"/>
                  </a:lnTo>
                  <a:lnTo>
                    <a:pt x="0" y="7800"/>
                  </a:lnTo>
                  <a:lnTo>
                    <a:pt x="0" y="26281"/>
                  </a:lnTo>
                  <a:lnTo>
                    <a:pt x="2910" y="24920"/>
                  </a:lnTo>
                  <a:lnTo>
                    <a:pt x="5633" y="23161"/>
                  </a:lnTo>
                  <a:lnTo>
                    <a:pt x="8062" y="21056"/>
                  </a:lnTo>
                  <a:lnTo>
                    <a:pt x="8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6" name="object 1616" descr=""/>
            <p:cNvSpPr/>
            <p:nvPr/>
          </p:nvSpPr>
          <p:spPr>
            <a:xfrm>
              <a:off x="4354171" y="7544290"/>
              <a:ext cx="8255" cy="26670"/>
            </a:xfrm>
            <a:custGeom>
              <a:avLst/>
              <a:gdLst/>
              <a:ahLst/>
              <a:cxnLst/>
              <a:rect l="l" t="t" r="r" b="b"/>
              <a:pathLst>
                <a:path w="8254" h="26670">
                  <a:moveTo>
                    <a:pt x="8062" y="0"/>
                  </a:moveTo>
                  <a:lnTo>
                    <a:pt x="7539" y="94"/>
                  </a:lnTo>
                  <a:lnTo>
                    <a:pt x="6586" y="408"/>
                  </a:lnTo>
                  <a:lnTo>
                    <a:pt x="5675" y="1078"/>
                  </a:lnTo>
                  <a:lnTo>
                    <a:pt x="2083" y="3696"/>
                  </a:lnTo>
                  <a:lnTo>
                    <a:pt x="0" y="7800"/>
                  </a:lnTo>
                  <a:lnTo>
                    <a:pt x="0" y="12167"/>
                  </a:lnTo>
                  <a:lnTo>
                    <a:pt x="0" y="26281"/>
                  </a:lnTo>
                  <a:lnTo>
                    <a:pt x="2910" y="24920"/>
                  </a:lnTo>
                  <a:lnTo>
                    <a:pt x="5633" y="23161"/>
                  </a:lnTo>
                  <a:lnTo>
                    <a:pt x="8062" y="21056"/>
                  </a:lnTo>
                  <a:lnTo>
                    <a:pt x="8062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17" name="object 1617" descr=""/>
          <p:cNvGrpSpPr/>
          <p:nvPr/>
        </p:nvGrpSpPr>
        <p:grpSpPr>
          <a:xfrm>
            <a:off x="4940653" y="7393980"/>
            <a:ext cx="165100" cy="201295"/>
            <a:chOff x="4940653" y="7393980"/>
            <a:chExt cx="165100" cy="201295"/>
          </a:xfrm>
        </p:grpSpPr>
        <p:sp>
          <p:nvSpPr>
            <p:cNvPr id="1618" name="object 1618" descr=""/>
            <p:cNvSpPr/>
            <p:nvPr/>
          </p:nvSpPr>
          <p:spPr>
            <a:xfrm>
              <a:off x="4945898" y="7438292"/>
              <a:ext cx="154305" cy="151765"/>
            </a:xfrm>
            <a:custGeom>
              <a:avLst/>
              <a:gdLst/>
              <a:ahLst/>
              <a:cxnLst/>
              <a:rect l="l" t="t" r="r" b="b"/>
              <a:pathLst>
                <a:path w="154304" h="151765">
                  <a:moveTo>
                    <a:pt x="0" y="0"/>
                  </a:moveTo>
                  <a:lnTo>
                    <a:pt x="0" y="106091"/>
                  </a:lnTo>
                  <a:lnTo>
                    <a:pt x="14732" y="114823"/>
                  </a:lnTo>
                  <a:lnTo>
                    <a:pt x="21496" y="111158"/>
                  </a:lnTo>
                  <a:lnTo>
                    <a:pt x="29234" y="109064"/>
                  </a:lnTo>
                  <a:lnTo>
                    <a:pt x="37464" y="109064"/>
                  </a:lnTo>
                  <a:lnTo>
                    <a:pt x="54891" y="112333"/>
                  </a:lnTo>
                  <a:lnTo>
                    <a:pt x="69452" y="121313"/>
                  </a:lnTo>
                  <a:lnTo>
                    <a:pt x="79911" y="134765"/>
                  </a:lnTo>
                  <a:lnTo>
                    <a:pt x="85034" y="151450"/>
                  </a:lnTo>
                  <a:lnTo>
                    <a:pt x="153178" y="151450"/>
                  </a:lnTo>
                  <a:lnTo>
                    <a:pt x="153995" y="150634"/>
                  </a:lnTo>
                  <a:lnTo>
                    <a:pt x="153995" y="58720"/>
                  </a:lnTo>
                  <a:lnTo>
                    <a:pt x="153995" y="53485"/>
                  </a:lnTo>
                  <a:lnTo>
                    <a:pt x="114008" y="32139"/>
                  </a:lnTo>
                  <a:lnTo>
                    <a:pt x="76553" y="21217"/>
                  </a:lnTo>
                  <a:lnTo>
                    <a:pt x="38653" y="105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9" name="object 1619" descr=""/>
            <p:cNvSpPr/>
            <p:nvPr/>
          </p:nvSpPr>
          <p:spPr>
            <a:xfrm>
              <a:off x="4945898" y="7438292"/>
              <a:ext cx="154305" cy="151765"/>
            </a:xfrm>
            <a:custGeom>
              <a:avLst/>
              <a:gdLst/>
              <a:ahLst/>
              <a:cxnLst/>
              <a:rect l="l" t="t" r="r" b="b"/>
              <a:pathLst>
                <a:path w="154304" h="151765">
                  <a:moveTo>
                    <a:pt x="153995" y="58720"/>
                  </a:moveTo>
                  <a:lnTo>
                    <a:pt x="153995" y="98845"/>
                  </a:lnTo>
                  <a:lnTo>
                    <a:pt x="153995" y="149628"/>
                  </a:lnTo>
                  <a:lnTo>
                    <a:pt x="153995" y="150634"/>
                  </a:lnTo>
                  <a:lnTo>
                    <a:pt x="153178" y="151450"/>
                  </a:lnTo>
                  <a:lnTo>
                    <a:pt x="152173" y="151450"/>
                  </a:lnTo>
                  <a:lnTo>
                    <a:pt x="85034" y="151450"/>
                  </a:lnTo>
                  <a:lnTo>
                    <a:pt x="79911" y="134765"/>
                  </a:lnTo>
                  <a:lnTo>
                    <a:pt x="69452" y="121313"/>
                  </a:lnTo>
                  <a:lnTo>
                    <a:pt x="54891" y="112333"/>
                  </a:lnTo>
                  <a:lnTo>
                    <a:pt x="37464" y="109064"/>
                  </a:lnTo>
                  <a:lnTo>
                    <a:pt x="29234" y="109064"/>
                  </a:lnTo>
                  <a:lnTo>
                    <a:pt x="21496" y="111158"/>
                  </a:lnTo>
                  <a:lnTo>
                    <a:pt x="14732" y="114823"/>
                  </a:lnTo>
                  <a:lnTo>
                    <a:pt x="0" y="106091"/>
                  </a:lnTo>
                  <a:lnTo>
                    <a:pt x="0" y="0"/>
                  </a:lnTo>
                  <a:lnTo>
                    <a:pt x="38653" y="10545"/>
                  </a:lnTo>
                  <a:lnTo>
                    <a:pt x="76553" y="21217"/>
                  </a:lnTo>
                  <a:lnTo>
                    <a:pt x="114008" y="32139"/>
                  </a:lnTo>
                  <a:lnTo>
                    <a:pt x="151325" y="43433"/>
                  </a:lnTo>
                  <a:lnTo>
                    <a:pt x="153995" y="53485"/>
                  </a:lnTo>
                  <a:lnTo>
                    <a:pt x="153995" y="5872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0" name="object 1620" descr=""/>
            <p:cNvSpPr/>
            <p:nvPr/>
          </p:nvSpPr>
          <p:spPr>
            <a:xfrm>
              <a:off x="4945889" y="7399215"/>
              <a:ext cx="151765" cy="82550"/>
            </a:xfrm>
            <a:custGeom>
              <a:avLst/>
              <a:gdLst/>
              <a:ahLst/>
              <a:cxnLst/>
              <a:rect l="l" t="t" r="r" b="b"/>
              <a:pathLst>
                <a:path w="151764" h="82550">
                  <a:moveTo>
                    <a:pt x="79180" y="0"/>
                  </a:moveTo>
                  <a:lnTo>
                    <a:pt x="8575" y="0"/>
                  </a:lnTo>
                  <a:lnTo>
                    <a:pt x="3842" y="0"/>
                  </a:lnTo>
                  <a:lnTo>
                    <a:pt x="0" y="3832"/>
                  </a:lnTo>
                  <a:lnTo>
                    <a:pt x="0" y="39077"/>
                  </a:lnTo>
                  <a:lnTo>
                    <a:pt x="38654" y="49622"/>
                  </a:lnTo>
                  <a:lnTo>
                    <a:pt x="76557" y="60295"/>
                  </a:lnTo>
                  <a:lnTo>
                    <a:pt x="114013" y="71216"/>
                  </a:lnTo>
                  <a:lnTo>
                    <a:pt x="151325" y="82510"/>
                  </a:lnTo>
                  <a:lnTo>
                    <a:pt x="150005" y="78835"/>
                  </a:lnTo>
                  <a:lnTo>
                    <a:pt x="105295" y="13643"/>
                  </a:lnTo>
                  <a:lnTo>
                    <a:pt x="86815" y="930"/>
                  </a:lnTo>
                  <a:lnTo>
                    <a:pt x="7918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1" name="object 1621" descr=""/>
            <p:cNvSpPr/>
            <p:nvPr/>
          </p:nvSpPr>
          <p:spPr>
            <a:xfrm>
              <a:off x="4945889" y="7399215"/>
              <a:ext cx="151765" cy="82550"/>
            </a:xfrm>
            <a:custGeom>
              <a:avLst/>
              <a:gdLst/>
              <a:ahLst/>
              <a:cxnLst/>
              <a:rect l="l" t="t" r="r" b="b"/>
              <a:pathLst>
                <a:path w="151764" h="82550">
                  <a:moveTo>
                    <a:pt x="8575" y="0"/>
                  </a:moveTo>
                  <a:lnTo>
                    <a:pt x="79180" y="0"/>
                  </a:lnTo>
                  <a:lnTo>
                    <a:pt x="86815" y="930"/>
                  </a:lnTo>
                  <a:lnTo>
                    <a:pt x="93910" y="3617"/>
                  </a:lnTo>
                  <a:lnTo>
                    <a:pt x="100169" y="7907"/>
                  </a:lnTo>
                  <a:lnTo>
                    <a:pt x="105295" y="13643"/>
                  </a:lnTo>
                  <a:lnTo>
                    <a:pt x="145932" y="72071"/>
                  </a:lnTo>
                  <a:lnTo>
                    <a:pt x="148194" y="75317"/>
                  </a:lnTo>
                  <a:lnTo>
                    <a:pt x="150005" y="78835"/>
                  </a:lnTo>
                  <a:lnTo>
                    <a:pt x="151325" y="82510"/>
                  </a:lnTo>
                  <a:lnTo>
                    <a:pt x="114013" y="71216"/>
                  </a:lnTo>
                  <a:lnTo>
                    <a:pt x="76557" y="60295"/>
                  </a:lnTo>
                  <a:lnTo>
                    <a:pt x="38654" y="49622"/>
                  </a:lnTo>
                  <a:lnTo>
                    <a:pt x="0" y="39077"/>
                  </a:lnTo>
                  <a:lnTo>
                    <a:pt x="0" y="8575"/>
                  </a:lnTo>
                  <a:lnTo>
                    <a:pt x="0" y="3832"/>
                  </a:lnTo>
                  <a:lnTo>
                    <a:pt x="3842" y="0"/>
                  </a:lnTo>
                  <a:lnTo>
                    <a:pt x="8575" y="0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2" name="object 1622" descr=""/>
            <p:cNvSpPr/>
            <p:nvPr/>
          </p:nvSpPr>
          <p:spPr>
            <a:xfrm>
              <a:off x="4960649" y="7507662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1978" y="0"/>
                  </a:moveTo>
                  <a:lnTo>
                    <a:pt x="0" y="1780"/>
                  </a:lnTo>
                  <a:lnTo>
                    <a:pt x="0" y="10429"/>
                  </a:lnTo>
                  <a:lnTo>
                    <a:pt x="1162" y="11591"/>
                  </a:lnTo>
                  <a:lnTo>
                    <a:pt x="2596" y="11591"/>
                  </a:lnTo>
                  <a:lnTo>
                    <a:pt x="20439" y="11591"/>
                  </a:lnTo>
                  <a:lnTo>
                    <a:pt x="21664" y="10135"/>
                  </a:lnTo>
                  <a:lnTo>
                    <a:pt x="20585" y="3978"/>
                  </a:lnTo>
                  <a:lnTo>
                    <a:pt x="18271" y="1811"/>
                  </a:lnTo>
                  <a:lnTo>
                    <a:pt x="1978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3" name="object 1623" descr=""/>
            <p:cNvSpPr/>
            <p:nvPr/>
          </p:nvSpPr>
          <p:spPr>
            <a:xfrm>
              <a:off x="4960649" y="7507662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2596" y="11591"/>
                  </a:moveTo>
                  <a:lnTo>
                    <a:pt x="18826" y="11591"/>
                  </a:lnTo>
                  <a:lnTo>
                    <a:pt x="20439" y="11591"/>
                  </a:lnTo>
                  <a:lnTo>
                    <a:pt x="21664" y="10135"/>
                  </a:lnTo>
                  <a:lnTo>
                    <a:pt x="21381" y="8533"/>
                  </a:lnTo>
                  <a:lnTo>
                    <a:pt x="21077" y="6816"/>
                  </a:lnTo>
                  <a:lnTo>
                    <a:pt x="20585" y="3978"/>
                  </a:lnTo>
                  <a:lnTo>
                    <a:pt x="18271" y="1811"/>
                  </a:lnTo>
                  <a:lnTo>
                    <a:pt x="15413" y="1497"/>
                  </a:lnTo>
                  <a:lnTo>
                    <a:pt x="4240" y="251"/>
                  </a:lnTo>
                  <a:lnTo>
                    <a:pt x="1978" y="0"/>
                  </a:lnTo>
                  <a:lnTo>
                    <a:pt x="0" y="1780"/>
                  </a:lnTo>
                  <a:lnTo>
                    <a:pt x="0" y="4052"/>
                  </a:lnTo>
                  <a:lnTo>
                    <a:pt x="0" y="8994"/>
                  </a:lnTo>
                  <a:lnTo>
                    <a:pt x="0" y="10429"/>
                  </a:lnTo>
                  <a:lnTo>
                    <a:pt x="1162" y="11591"/>
                  </a:lnTo>
                  <a:lnTo>
                    <a:pt x="2596" y="11591"/>
                  </a:lnTo>
                  <a:close/>
                </a:path>
              </a:pathLst>
            </a:custGeom>
            <a:ln w="10470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24" name="object 16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63921" y="7405157"/>
              <a:ext cx="120666" cy="96730"/>
            </a:xfrm>
            <a:prstGeom prst="rect">
              <a:avLst/>
            </a:prstGeom>
          </p:spPr>
        </p:pic>
      </p:grpSp>
      <p:sp>
        <p:nvSpPr>
          <p:cNvPr id="1625" name="object 1625" descr=""/>
          <p:cNvSpPr/>
          <p:nvPr/>
        </p:nvSpPr>
        <p:spPr>
          <a:xfrm>
            <a:off x="15431991" y="7280088"/>
            <a:ext cx="1772920" cy="745490"/>
          </a:xfrm>
          <a:custGeom>
            <a:avLst/>
            <a:gdLst/>
            <a:ahLst/>
            <a:cxnLst/>
            <a:rect l="l" t="t" r="r" b="b"/>
            <a:pathLst>
              <a:path w="1772919" h="745490">
                <a:moveTo>
                  <a:pt x="886234" y="0"/>
                </a:moveTo>
                <a:lnTo>
                  <a:pt x="834162" y="1265"/>
                </a:lnTo>
                <a:lnTo>
                  <a:pt x="782881" y="5014"/>
                </a:lnTo>
                <a:lnTo>
                  <a:pt x="732476" y="11178"/>
                </a:lnTo>
                <a:lnTo>
                  <a:pt x="683030" y="19686"/>
                </a:lnTo>
                <a:lnTo>
                  <a:pt x="634625" y="30469"/>
                </a:lnTo>
                <a:lnTo>
                  <a:pt x="587345" y="43455"/>
                </a:lnTo>
                <a:lnTo>
                  <a:pt x="541273" y="58577"/>
                </a:lnTo>
                <a:lnTo>
                  <a:pt x="496492" y="75763"/>
                </a:lnTo>
                <a:lnTo>
                  <a:pt x="453085" y="94944"/>
                </a:lnTo>
                <a:lnTo>
                  <a:pt x="411136" y="116050"/>
                </a:lnTo>
                <a:lnTo>
                  <a:pt x="370726" y="139010"/>
                </a:lnTo>
                <a:lnTo>
                  <a:pt x="331941" y="163756"/>
                </a:lnTo>
                <a:lnTo>
                  <a:pt x="294862" y="190217"/>
                </a:lnTo>
                <a:lnTo>
                  <a:pt x="259573" y="218323"/>
                </a:lnTo>
                <a:lnTo>
                  <a:pt x="226156" y="248004"/>
                </a:lnTo>
                <a:lnTo>
                  <a:pt x="194696" y="279191"/>
                </a:lnTo>
                <a:lnTo>
                  <a:pt x="165275" y="311813"/>
                </a:lnTo>
                <a:lnTo>
                  <a:pt x="137976" y="345800"/>
                </a:lnTo>
                <a:lnTo>
                  <a:pt x="112883" y="381083"/>
                </a:lnTo>
                <a:lnTo>
                  <a:pt x="90078" y="417592"/>
                </a:lnTo>
                <a:lnTo>
                  <a:pt x="69645" y="455257"/>
                </a:lnTo>
                <a:lnTo>
                  <a:pt x="51666" y="494008"/>
                </a:lnTo>
                <a:lnTo>
                  <a:pt x="36225" y="533775"/>
                </a:lnTo>
                <a:lnTo>
                  <a:pt x="23406" y="574487"/>
                </a:lnTo>
                <a:lnTo>
                  <a:pt x="13290" y="616076"/>
                </a:lnTo>
                <a:lnTo>
                  <a:pt x="5962" y="658471"/>
                </a:lnTo>
                <a:lnTo>
                  <a:pt x="1504" y="701603"/>
                </a:lnTo>
                <a:lnTo>
                  <a:pt x="0" y="745401"/>
                </a:lnTo>
                <a:lnTo>
                  <a:pt x="1772469" y="745401"/>
                </a:lnTo>
                <a:lnTo>
                  <a:pt x="1770965" y="701603"/>
                </a:lnTo>
                <a:lnTo>
                  <a:pt x="1766507" y="658471"/>
                </a:lnTo>
                <a:lnTo>
                  <a:pt x="1759178" y="616076"/>
                </a:lnTo>
                <a:lnTo>
                  <a:pt x="1749063" y="574487"/>
                </a:lnTo>
                <a:lnTo>
                  <a:pt x="1736243" y="533775"/>
                </a:lnTo>
                <a:lnTo>
                  <a:pt x="1720803" y="494008"/>
                </a:lnTo>
                <a:lnTo>
                  <a:pt x="1702824" y="455257"/>
                </a:lnTo>
                <a:lnTo>
                  <a:pt x="1682391" y="417592"/>
                </a:lnTo>
                <a:lnTo>
                  <a:pt x="1659586" y="381083"/>
                </a:lnTo>
                <a:lnTo>
                  <a:pt x="1634492" y="345800"/>
                </a:lnTo>
                <a:lnTo>
                  <a:pt x="1607193" y="311813"/>
                </a:lnTo>
                <a:lnTo>
                  <a:pt x="1577772" y="279191"/>
                </a:lnTo>
                <a:lnTo>
                  <a:pt x="1546312" y="248004"/>
                </a:lnTo>
                <a:lnTo>
                  <a:pt x="1512896" y="218323"/>
                </a:lnTo>
                <a:lnTo>
                  <a:pt x="1477607" y="190217"/>
                </a:lnTo>
                <a:lnTo>
                  <a:pt x="1440528" y="163756"/>
                </a:lnTo>
                <a:lnTo>
                  <a:pt x="1401742" y="139010"/>
                </a:lnTo>
                <a:lnTo>
                  <a:pt x="1361333" y="116050"/>
                </a:lnTo>
                <a:lnTo>
                  <a:pt x="1319383" y="94944"/>
                </a:lnTo>
                <a:lnTo>
                  <a:pt x="1275977" y="75763"/>
                </a:lnTo>
                <a:lnTo>
                  <a:pt x="1231196" y="58577"/>
                </a:lnTo>
                <a:lnTo>
                  <a:pt x="1185124" y="43455"/>
                </a:lnTo>
                <a:lnTo>
                  <a:pt x="1137844" y="30469"/>
                </a:lnTo>
                <a:lnTo>
                  <a:pt x="1089439" y="19686"/>
                </a:lnTo>
                <a:lnTo>
                  <a:pt x="1039992" y="11178"/>
                </a:lnTo>
                <a:lnTo>
                  <a:pt x="989587" y="5014"/>
                </a:lnTo>
                <a:lnTo>
                  <a:pt x="938307" y="1265"/>
                </a:lnTo>
                <a:lnTo>
                  <a:pt x="886234" y="0"/>
                </a:lnTo>
                <a:close/>
              </a:path>
            </a:pathLst>
          </a:custGeom>
          <a:solidFill>
            <a:srgbClr val="5A853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26" name="object 162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410460" y="7102301"/>
            <a:ext cx="6791347" cy="923194"/>
          </a:xfrm>
          <a:prstGeom prst="rect">
            <a:avLst/>
          </a:prstGeom>
        </p:spPr>
      </p:pic>
      <p:sp>
        <p:nvSpPr>
          <p:cNvPr id="1627" name="object 1627" descr=""/>
          <p:cNvSpPr/>
          <p:nvPr/>
        </p:nvSpPr>
        <p:spPr>
          <a:xfrm>
            <a:off x="10049218" y="7454601"/>
            <a:ext cx="1776730" cy="571500"/>
          </a:xfrm>
          <a:custGeom>
            <a:avLst/>
            <a:gdLst/>
            <a:ahLst/>
            <a:cxnLst/>
            <a:rect l="l" t="t" r="r" b="b"/>
            <a:pathLst>
              <a:path w="1776729" h="571500">
                <a:moveTo>
                  <a:pt x="1776628" y="570903"/>
                </a:moveTo>
                <a:lnTo>
                  <a:pt x="1774748" y="528294"/>
                </a:lnTo>
                <a:lnTo>
                  <a:pt x="1769186" y="486537"/>
                </a:lnTo>
                <a:lnTo>
                  <a:pt x="1760080" y="445744"/>
                </a:lnTo>
                <a:lnTo>
                  <a:pt x="1747558" y="406019"/>
                </a:lnTo>
                <a:lnTo>
                  <a:pt x="1731772" y="367474"/>
                </a:lnTo>
                <a:lnTo>
                  <a:pt x="1712836" y="330225"/>
                </a:lnTo>
                <a:lnTo>
                  <a:pt x="1690878" y="294373"/>
                </a:lnTo>
                <a:lnTo>
                  <a:pt x="1666036" y="260045"/>
                </a:lnTo>
                <a:lnTo>
                  <a:pt x="1638465" y="227330"/>
                </a:lnTo>
                <a:lnTo>
                  <a:pt x="1608264" y="196354"/>
                </a:lnTo>
                <a:lnTo>
                  <a:pt x="1575587" y="167220"/>
                </a:lnTo>
                <a:lnTo>
                  <a:pt x="1540560" y="140030"/>
                </a:lnTo>
                <a:lnTo>
                  <a:pt x="1503311" y="114922"/>
                </a:lnTo>
                <a:lnTo>
                  <a:pt x="1463979" y="91973"/>
                </a:lnTo>
                <a:lnTo>
                  <a:pt x="1422704" y="71323"/>
                </a:lnTo>
                <a:lnTo>
                  <a:pt x="1379601" y="53060"/>
                </a:lnTo>
                <a:lnTo>
                  <a:pt x="1334808" y="37312"/>
                </a:lnTo>
                <a:lnTo>
                  <a:pt x="1288478" y="24180"/>
                </a:lnTo>
                <a:lnTo>
                  <a:pt x="1240713" y="13766"/>
                </a:lnTo>
                <a:lnTo>
                  <a:pt x="1191666" y="6197"/>
                </a:lnTo>
                <a:lnTo>
                  <a:pt x="1141463" y="1574"/>
                </a:lnTo>
                <a:lnTo>
                  <a:pt x="1090231" y="0"/>
                </a:lnTo>
                <a:lnTo>
                  <a:pt x="1039012" y="1574"/>
                </a:lnTo>
                <a:lnTo>
                  <a:pt x="988809" y="6197"/>
                </a:lnTo>
                <a:lnTo>
                  <a:pt x="939761" y="13766"/>
                </a:lnTo>
                <a:lnTo>
                  <a:pt x="891997" y="24180"/>
                </a:lnTo>
                <a:lnTo>
                  <a:pt x="845667" y="37312"/>
                </a:lnTo>
                <a:lnTo>
                  <a:pt x="800874" y="53060"/>
                </a:lnTo>
                <a:lnTo>
                  <a:pt x="757770" y="71323"/>
                </a:lnTo>
                <a:lnTo>
                  <a:pt x="716495" y="91973"/>
                </a:lnTo>
                <a:lnTo>
                  <a:pt x="677164" y="114922"/>
                </a:lnTo>
                <a:lnTo>
                  <a:pt x="639914" y="140030"/>
                </a:lnTo>
                <a:lnTo>
                  <a:pt x="604888" y="167220"/>
                </a:lnTo>
                <a:lnTo>
                  <a:pt x="596988" y="174256"/>
                </a:lnTo>
                <a:lnTo>
                  <a:pt x="558444" y="158762"/>
                </a:lnTo>
                <a:lnTo>
                  <a:pt x="515353" y="146646"/>
                </a:lnTo>
                <a:lnTo>
                  <a:pt x="470560" y="139179"/>
                </a:lnTo>
                <a:lnTo>
                  <a:pt x="424319" y="136626"/>
                </a:lnTo>
                <a:lnTo>
                  <a:pt x="378091" y="139179"/>
                </a:lnTo>
                <a:lnTo>
                  <a:pt x="333298" y="146646"/>
                </a:lnTo>
                <a:lnTo>
                  <a:pt x="290195" y="158762"/>
                </a:lnTo>
                <a:lnTo>
                  <a:pt x="249072" y="175285"/>
                </a:lnTo>
                <a:lnTo>
                  <a:pt x="210159" y="195922"/>
                </a:lnTo>
                <a:lnTo>
                  <a:pt x="173723" y="220421"/>
                </a:lnTo>
                <a:lnTo>
                  <a:pt x="140017" y="248513"/>
                </a:lnTo>
                <a:lnTo>
                  <a:pt x="109321" y="279933"/>
                </a:lnTo>
                <a:lnTo>
                  <a:pt x="81864" y="314426"/>
                </a:lnTo>
                <a:lnTo>
                  <a:pt x="57924" y="351713"/>
                </a:lnTo>
                <a:lnTo>
                  <a:pt x="37769" y="391541"/>
                </a:lnTo>
                <a:lnTo>
                  <a:pt x="21628" y="433628"/>
                </a:lnTo>
                <a:lnTo>
                  <a:pt x="9791" y="477735"/>
                </a:lnTo>
                <a:lnTo>
                  <a:pt x="2489" y="523582"/>
                </a:lnTo>
                <a:lnTo>
                  <a:pt x="0" y="570890"/>
                </a:lnTo>
                <a:lnTo>
                  <a:pt x="403847" y="570890"/>
                </a:lnTo>
                <a:lnTo>
                  <a:pt x="1776628" y="570903"/>
                </a:lnTo>
                <a:close/>
              </a:path>
            </a:pathLst>
          </a:custGeom>
          <a:solidFill>
            <a:srgbClr val="5075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8" name="object 1628" descr=""/>
          <p:cNvSpPr/>
          <p:nvPr/>
        </p:nvSpPr>
        <p:spPr>
          <a:xfrm>
            <a:off x="16369965" y="7239075"/>
            <a:ext cx="1544955" cy="786765"/>
          </a:xfrm>
          <a:custGeom>
            <a:avLst/>
            <a:gdLst/>
            <a:ahLst/>
            <a:cxnLst/>
            <a:rect l="l" t="t" r="r" b="b"/>
            <a:pathLst>
              <a:path w="1544955" h="786765">
                <a:moveTo>
                  <a:pt x="772196" y="0"/>
                </a:moveTo>
                <a:lnTo>
                  <a:pt x="725156" y="1435"/>
                </a:lnTo>
                <a:lnTo>
                  <a:pt x="678862" y="5686"/>
                </a:lnTo>
                <a:lnTo>
                  <a:pt x="633394" y="12670"/>
                </a:lnTo>
                <a:lnTo>
                  <a:pt x="588832" y="22305"/>
                </a:lnTo>
                <a:lnTo>
                  <a:pt x="545258" y="34509"/>
                </a:lnTo>
                <a:lnTo>
                  <a:pt x="502753" y="49200"/>
                </a:lnTo>
                <a:lnTo>
                  <a:pt x="461397" y="66295"/>
                </a:lnTo>
                <a:lnTo>
                  <a:pt x="421271" y="85712"/>
                </a:lnTo>
                <a:lnTo>
                  <a:pt x="382455" y="107369"/>
                </a:lnTo>
                <a:lnTo>
                  <a:pt x="345031" y="131184"/>
                </a:lnTo>
                <a:lnTo>
                  <a:pt x="309080" y="157073"/>
                </a:lnTo>
                <a:lnTo>
                  <a:pt x="274681" y="184956"/>
                </a:lnTo>
                <a:lnTo>
                  <a:pt x="241916" y="214749"/>
                </a:lnTo>
                <a:lnTo>
                  <a:pt x="210866" y="246371"/>
                </a:lnTo>
                <a:lnTo>
                  <a:pt x="181612" y="279739"/>
                </a:lnTo>
                <a:lnTo>
                  <a:pt x="154233" y="314771"/>
                </a:lnTo>
                <a:lnTo>
                  <a:pt x="128812" y="351385"/>
                </a:lnTo>
                <a:lnTo>
                  <a:pt x="105428" y="389498"/>
                </a:lnTo>
                <a:lnTo>
                  <a:pt x="84162" y="429028"/>
                </a:lnTo>
                <a:lnTo>
                  <a:pt x="65096" y="469893"/>
                </a:lnTo>
                <a:lnTo>
                  <a:pt x="48310" y="512011"/>
                </a:lnTo>
                <a:lnTo>
                  <a:pt x="33885" y="555299"/>
                </a:lnTo>
                <a:lnTo>
                  <a:pt x="21902" y="599675"/>
                </a:lnTo>
                <a:lnTo>
                  <a:pt x="12441" y="645057"/>
                </a:lnTo>
                <a:lnTo>
                  <a:pt x="5583" y="691363"/>
                </a:lnTo>
                <a:lnTo>
                  <a:pt x="1409" y="738509"/>
                </a:lnTo>
                <a:lnTo>
                  <a:pt x="0" y="786415"/>
                </a:lnTo>
                <a:lnTo>
                  <a:pt x="1544403" y="786415"/>
                </a:lnTo>
                <a:lnTo>
                  <a:pt x="1542993" y="738509"/>
                </a:lnTo>
                <a:lnTo>
                  <a:pt x="1538819" y="691363"/>
                </a:lnTo>
                <a:lnTo>
                  <a:pt x="1531961" y="645057"/>
                </a:lnTo>
                <a:lnTo>
                  <a:pt x="1522500" y="599675"/>
                </a:lnTo>
                <a:lnTo>
                  <a:pt x="1510517" y="555299"/>
                </a:lnTo>
                <a:lnTo>
                  <a:pt x="1496092" y="512011"/>
                </a:lnTo>
                <a:lnTo>
                  <a:pt x="1479306" y="469893"/>
                </a:lnTo>
                <a:lnTo>
                  <a:pt x="1460240" y="429028"/>
                </a:lnTo>
                <a:lnTo>
                  <a:pt x="1438974" y="389498"/>
                </a:lnTo>
                <a:lnTo>
                  <a:pt x="1415590" y="351385"/>
                </a:lnTo>
                <a:lnTo>
                  <a:pt x="1390168" y="314771"/>
                </a:lnTo>
                <a:lnTo>
                  <a:pt x="1362790" y="279739"/>
                </a:lnTo>
                <a:lnTo>
                  <a:pt x="1333535" y="246371"/>
                </a:lnTo>
                <a:lnTo>
                  <a:pt x="1302484" y="214749"/>
                </a:lnTo>
                <a:lnTo>
                  <a:pt x="1269719" y="184956"/>
                </a:lnTo>
                <a:lnTo>
                  <a:pt x="1235320" y="157073"/>
                </a:lnTo>
                <a:lnTo>
                  <a:pt x="1199368" y="131184"/>
                </a:lnTo>
                <a:lnTo>
                  <a:pt x="1161944" y="107369"/>
                </a:lnTo>
                <a:lnTo>
                  <a:pt x="1123128" y="85712"/>
                </a:lnTo>
                <a:lnTo>
                  <a:pt x="1083001" y="66295"/>
                </a:lnTo>
                <a:lnTo>
                  <a:pt x="1041644" y="49200"/>
                </a:lnTo>
                <a:lnTo>
                  <a:pt x="999138" y="34509"/>
                </a:lnTo>
                <a:lnTo>
                  <a:pt x="955564" y="22305"/>
                </a:lnTo>
                <a:lnTo>
                  <a:pt x="911001" y="12670"/>
                </a:lnTo>
                <a:lnTo>
                  <a:pt x="865532" y="5686"/>
                </a:lnTo>
                <a:lnTo>
                  <a:pt x="819237" y="1435"/>
                </a:lnTo>
                <a:lnTo>
                  <a:pt x="772196" y="0"/>
                </a:lnTo>
                <a:close/>
              </a:path>
            </a:pathLst>
          </a:custGeom>
          <a:solidFill>
            <a:srgbClr val="5A85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9" name="object 1629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8951" y="3862013"/>
            <a:ext cx="20075525" cy="7445375"/>
            <a:chOff x="28951" y="3862013"/>
            <a:chExt cx="20075525" cy="7445375"/>
          </a:xfrm>
        </p:grpSpPr>
        <p:sp>
          <p:nvSpPr>
            <p:cNvPr id="3" name="object 3" descr=""/>
            <p:cNvSpPr/>
            <p:nvPr/>
          </p:nvSpPr>
          <p:spPr>
            <a:xfrm>
              <a:off x="8174980" y="3862013"/>
              <a:ext cx="11929745" cy="3304540"/>
            </a:xfrm>
            <a:custGeom>
              <a:avLst/>
              <a:gdLst/>
              <a:ahLst/>
              <a:cxnLst/>
              <a:rect l="l" t="t" r="r" b="b"/>
              <a:pathLst>
                <a:path w="11929744" h="3304540">
                  <a:moveTo>
                    <a:pt x="11929120" y="3299617"/>
                  </a:moveTo>
                  <a:lnTo>
                    <a:pt x="8491756" y="3299617"/>
                  </a:lnTo>
                  <a:lnTo>
                    <a:pt x="11929120" y="3304230"/>
                  </a:lnTo>
                  <a:lnTo>
                    <a:pt x="11929120" y="3299617"/>
                  </a:lnTo>
                  <a:close/>
                </a:path>
                <a:path w="11929744" h="3304540">
                  <a:moveTo>
                    <a:pt x="396637" y="1238758"/>
                  </a:moveTo>
                  <a:lnTo>
                    <a:pt x="143911" y="1238758"/>
                  </a:lnTo>
                  <a:lnTo>
                    <a:pt x="143911" y="1790992"/>
                  </a:lnTo>
                  <a:lnTo>
                    <a:pt x="0" y="1790992"/>
                  </a:lnTo>
                  <a:lnTo>
                    <a:pt x="0" y="3303009"/>
                  </a:lnTo>
                  <a:lnTo>
                    <a:pt x="153756" y="3303307"/>
                  </a:lnTo>
                  <a:lnTo>
                    <a:pt x="11929120" y="3270507"/>
                  </a:lnTo>
                  <a:lnTo>
                    <a:pt x="11929120" y="1731287"/>
                  </a:lnTo>
                  <a:lnTo>
                    <a:pt x="1135399" y="1731287"/>
                  </a:lnTo>
                  <a:lnTo>
                    <a:pt x="1135399" y="1723821"/>
                  </a:lnTo>
                  <a:lnTo>
                    <a:pt x="396637" y="1723821"/>
                  </a:lnTo>
                  <a:lnTo>
                    <a:pt x="396637" y="1238758"/>
                  </a:lnTo>
                  <a:close/>
                </a:path>
                <a:path w="11929744" h="3304540">
                  <a:moveTo>
                    <a:pt x="11929120" y="3270507"/>
                  </a:moveTo>
                  <a:lnTo>
                    <a:pt x="8388833" y="3270507"/>
                  </a:lnTo>
                  <a:lnTo>
                    <a:pt x="8388906" y="3279338"/>
                  </a:lnTo>
                  <a:lnTo>
                    <a:pt x="8389032" y="3299721"/>
                  </a:lnTo>
                  <a:lnTo>
                    <a:pt x="8390734" y="3299688"/>
                  </a:lnTo>
                  <a:lnTo>
                    <a:pt x="11929120" y="3299617"/>
                  </a:lnTo>
                  <a:lnTo>
                    <a:pt x="11929120" y="3270507"/>
                  </a:lnTo>
                  <a:close/>
                </a:path>
                <a:path w="11929744" h="3304540">
                  <a:moveTo>
                    <a:pt x="1712146" y="858172"/>
                  </a:moveTo>
                  <a:lnTo>
                    <a:pt x="1601982" y="858172"/>
                  </a:lnTo>
                  <a:lnTo>
                    <a:pt x="1601982" y="917877"/>
                  </a:lnTo>
                  <a:lnTo>
                    <a:pt x="1498299" y="917877"/>
                  </a:lnTo>
                  <a:lnTo>
                    <a:pt x="1498299" y="1731287"/>
                  </a:lnTo>
                  <a:lnTo>
                    <a:pt x="7881435" y="1731287"/>
                  </a:lnTo>
                  <a:lnTo>
                    <a:pt x="7881435" y="1671593"/>
                  </a:lnTo>
                  <a:lnTo>
                    <a:pt x="2580518" y="1671593"/>
                  </a:lnTo>
                  <a:lnTo>
                    <a:pt x="2580518" y="1134949"/>
                  </a:lnTo>
                  <a:lnTo>
                    <a:pt x="2185210" y="1134949"/>
                  </a:lnTo>
                  <a:lnTo>
                    <a:pt x="1776951" y="1134290"/>
                  </a:lnTo>
                  <a:lnTo>
                    <a:pt x="1776951" y="925343"/>
                  </a:lnTo>
                  <a:lnTo>
                    <a:pt x="1712146" y="925343"/>
                  </a:lnTo>
                  <a:lnTo>
                    <a:pt x="1712146" y="858172"/>
                  </a:lnTo>
                  <a:close/>
                </a:path>
                <a:path w="11929744" h="3304540">
                  <a:moveTo>
                    <a:pt x="8510023" y="880570"/>
                  </a:moveTo>
                  <a:lnTo>
                    <a:pt x="7996688" y="880570"/>
                  </a:lnTo>
                  <a:lnTo>
                    <a:pt x="7996688" y="1731287"/>
                  </a:lnTo>
                  <a:lnTo>
                    <a:pt x="11032522" y="1731287"/>
                  </a:lnTo>
                  <a:lnTo>
                    <a:pt x="11032522" y="1365623"/>
                  </a:lnTo>
                  <a:lnTo>
                    <a:pt x="10864035" y="1365623"/>
                  </a:lnTo>
                  <a:lnTo>
                    <a:pt x="10864035" y="1266579"/>
                  </a:lnTo>
                  <a:lnTo>
                    <a:pt x="9872547" y="1266579"/>
                  </a:lnTo>
                  <a:lnTo>
                    <a:pt x="9872547" y="1074585"/>
                  </a:lnTo>
                  <a:lnTo>
                    <a:pt x="8563519" y="1074585"/>
                  </a:lnTo>
                  <a:lnTo>
                    <a:pt x="8563519" y="977572"/>
                  </a:lnTo>
                  <a:lnTo>
                    <a:pt x="8510023" y="977572"/>
                  </a:lnTo>
                  <a:lnTo>
                    <a:pt x="8510023" y="880570"/>
                  </a:lnTo>
                  <a:close/>
                </a:path>
                <a:path w="11929744" h="3304540">
                  <a:moveTo>
                    <a:pt x="11661121" y="880570"/>
                  </a:moveTo>
                  <a:lnTo>
                    <a:pt x="11324136" y="880570"/>
                  </a:lnTo>
                  <a:lnTo>
                    <a:pt x="11324136" y="1731287"/>
                  </a:lnTo>
                  <a:lnTo>
                    <a:pt x="11929120" y="1731287"/>
                  </a:lnTo>
                  <a:lnTo>
                    <a:pt x="11929120" y="1074585"/>
                  </a:lnTo>
                  <a:lnTo>
                    <a:pt x="11661121" y="1074585"/>
                  </a:lnTo>
                  <a:lnTo>
                    <a:pt x="11661121" y="880570"/>
                  </a:lnTo>
                  <a:close/>
                </a:path>
                <a:path w="11929744" h="3304540">
                  <a:moveTo>
                    <a:pt x="856748" y="828330"/>
                  </a:moveTo>
                  <a:lnTo>
                    <a:pt x="597531" y="828330"/>
                  </a:lnTo>
                  <a:lnTo>
                    <a:pt x="597531" y="1723821"/>
                  </a:lnTo>
                  <a:lnTo>
                    <a:pt x="1135399" y="1723821"/>
                  </a:lnTo>
                  <a:lnTo>
                    <a:pt x="1135399" y="1388010"/>
                  </a:lnTo>
                  <a:lnTo>
                    <a:pt x="856748" y="1388010"/>
                  </a:lnTo>
                  <a:lnTo>
                    <a:pt x="856748" y="828330"/>
                  </a:lnTo>
                  <a:close/>
                </a:path>
                <a:path w="11929744" h="3304540">
                  <a:moveTo>
                    <a:pt x="3701615" y="22386"/>
                  </a:moveTo>
                  <a:lnTo>
                    <a:pt x="3189672" y="22386"/>
                  </a:lnTo>
                  <a:lnTo>
                    <a:pt x="3189672" y="164173"/>
                  </a:lnTo>
                  <a:lnTo>
                    <a:pt x="3092460" y="164173"/>
                  </a:lnTo>
                  <a:lnTo>
                    <a:pt x="3092460" y="1455180"/>
                  </a:lnTo>
                  <a:lnTo>
                    <a:pt x="2846206" y="1455180"/>
                  </a:lnTo>
                  <a:lnTo>
                    <a:pt x="2846206" y="1671593"/>
                  </a:lnTo>
                  <a:lnTo>
                    <a:pt x="7881435" y="1671593"/>
                  </a:lnTo>
                  <a:lnTo>
                    <a:pt x="7881435" y="1417862"/>
                  </a:lnTo>
                  <a:lnTo>
                    <a:pt x="6835373" y="1417862"/>
                  </a:lnTo>
                  <a:lnTo>
                    <a:pt x="6466661" y="1412292"/>
                  </a:lnTo>
                  <a:lnTo>
                    <a:pt x="6469355" y="880852"/>
                  </a:lnTo>
                  <a:lnTo>
                    <a:pt x="3779382" y="880852"/>
                  </a:lnTo>
                  <a:lnTo>
                    <a:pt x="3779382" y="156707"/>
                  </a:lnTo>
                  <a:lnTo>
                    <a:pt x="3701615" y="156707"/>
                  </a:lnTo>
                  <a:lnTo>
                    <a:pt x="3701615" y="22386"/>
                  </a:lnTo>
                  <a:close/>
                </a:path>
                <a:path w="11929744" h="3304540">
                  <a:moveTo>
                    <a:pt x="7648144" y="238799"/>
                  </a:moveTo>
                  <a:lnTo>
                    <a:pt x="7557413" y="238799"/>
                  </a:lnTo>
                  <a:lnTo>
                    <a:pt x="7557413" y="298493"/>
                  </a:lnTo>
                  <a:lnTo>
                    <a:pt x="7460212" y="298493"/>
                  </a:lnTo>
                  <a:lnTo>
                    <a:pt x="7460212" y="373119"/>
                  </a:lnTo>
                  <a:lnTo>
                    <a:pt x="7181561" y="373119"/>
                  </a:lnTo>
                  <a:lnTo>
                    <a:pt x="7181561" y="1067129"/>
                  </a:lnTo>
                  <a:lnTo>
                    <a:pt x="6835373" y="1067129"/>
                  </a:lnTo>
                  <a:lnTo>
                    <a:pt x="6835373" y="1417862"/>
                  </a:lnTo>
                  <a:lnTo>
                    <a:pt x="7881435" y="1417862"/>
                  </a:lnTo>
                  <a:lnTo>
                    <a:pt x="7881435" y="1365623"/>
                  </a:lnTo>
                  <a:lnTo>
                    <a:pt x="7712948" y="1365623"/>
                  </a:lnTo>
                  <a:lnTo>
                    <a:pt x="7712948" y="313414"/>
                  </a:lnTo>
                  <a:lnTo>
                    <a:pt x="7648144" y="313414"/>
                  </a:lnTo>
                  <a:lnTo>
                    <a:pt x="7648144" y="238799"/>
                  </a:lnTo>
                  <a:close/>
                </a:path>
                <a:path w="11929744" h="3304540">
                  <a:moveTo>
                    <a:pt x="10799231" y="238799"/>
                  </a:moveTo>
                  <a:lnTo>
                    <a:pt x="10708511" y="238799"/>
                  </a:lnTo>
                  <a:lnTo>
                    <a:pt x="10708511" y="298493"/>
                  </a:lnTo>
                  <a:lnTo>
                    <a:pt x="10611299" y="298493"/>
                  </a:lnTo>
                  <a:lnTo>
                    <a:pt x="10611299" y="373119"/>
                  </a:lnTo>
                  <a:lnTo>
                    <a:pt x="10332648" y="373119"/>
                  </a:lnTo>
                  <a:lnTo>
                    <a:pt x="10332648" y="1067129"/>
                  </a:lnTo>
                  <a:lnTo>
                    <a:pt x="10112320" y="1067129"/>
                  </a:lnTo>
                  <a:lnTo>
                    <a:pt x="10112320" y="1266579"/>
                  </a:lnTo>
                  <a:lnTo>
                    <a:pt x="10864035" y="1266579"/>
                  </a:lnTo>
                  <a:lnTo>
                    <a:pt x="10864035" y="313414"/>
                  </a:lnTo>
                  <a:lnTo>
                    <a:pt x="10799231" y="313414"/>
                  </a:lnTo>
                  <a:lnTo>
                    <a:pt x="10799231" y="238799"/>
                  </a:lnTo>
                  <a:close/>
                </a:path>
                <a:path w="11929744" h="3304540">
                  <a:moveTo>
                    <a:pt x="2580518" y="440279"/>
                  </a:moveTo>
                  <a:lnTo>
                    <a:pt x="2185210" y="440279"/>
                  </a:lnTo>
                  <a:lnTo>
                    <a:pt x="2185210" y="1134949"/>
                  </a:lnTo>
                  <a:lnTo>
                    <a:pt x="2580518" y="1134949"/>
                  </a:lnTo>
                  <a:lnTo>
                    <a:pt x="2580518" y="440279"/>
                  </a:lnTo>
                  <a:close/>
                </a:path>
                <a:path w="11929744" h="3304540">
                  <a:moveTo>
                    <a:pt x="8971779" y="216412"/>
                  </a:moveTo>
                  <a:lnTo>
                    <a:pt x="8822726" y="216412"/>
                  </a:lnTo>
                  <a:lnTo>
                    <a:pt x="8822726" y="395506"/>
                  </a:lnTo>
                  <a:lnTo>
                    <a:pt x="8706080" y="395506"/>
                  </a:lnTo>
                  <a:lnTo>
                    <a:pt x="8706080" y="1074585"/>
                  </a:lnTo>
                  <a:lnTo>
                    <a:pt x="9872547" y="1074585"/>
                  </a:lnTo>
                  <a:lnTo>
                    <a:pt x="9872547" y="917877"/>
                  </a:lnTo>
                  <a:lnTo>
                    <a:pt x="9205070" y="917877"/>
                  </a:lnTo>
                  <a:lnTo>
                    <a:pt x="9205070" y="432814"/>
                  </a:lnTo>
                  <a:lnTo>
                    <a:pt x="8971779" y="432814"/>
                  </a:lnTo>
                  <a:lnTo>
                    <a:pt x="8971779" y="216412"/>
                  </a:lnTo>
                  <a:close/>
                </a:path>
                <a:path w="11929744" h="3304540">
                  <a:moveTo>
                    <a:pt x="9872547" y="776091"/>
                  </a:moveTo>
                  <a:lnTo>
                    <a:pt x="9555007" y="776091"/>
                  </a:lnTo>
                  <a:lnTo>
                    <a:pt x="9555007" y="917877"/>
                  </a:lnTo>
                  <a:lnTo>
                    <a:pt x="9872547" y="917877"/>
                  </a:lnTo>
                  <a:lnTo>
                    <a:pt x="9872547" y="776091"/>
                  </a:lnTo>
                  <a:close/>
                </a:path>
                <a:path w="11929744" h="3304540">
                  <a:moveTo>
                    <a:pt x="5921306" y="348952"/>
                  </a:moveTo>
                  <a:lnTo>
                    <a:pt x="5254290" y="349612"/>
                  </a:lnTo>
                  <a:lnTo>
                    <a:pt x="5258510" y="589626"/>
                  </a:lnTo>
                  <a:lnTo>
                    <a:pt x="4174679" y="591981"/>
                  </a:lnTo>
                  <a:lnTo>
                    <a:pt x="4174679" y="876287"/>
                  </a:lnTo>
                  <a:lnTo>
                    <a:pt x="4045070" y="876287"/>
                  </a:lnTo>
                  <a:lnTo>
                    <a:pt x="3779382" y="880852"/>
                  </a:lnTo>
                  <a:lnTo>
                    <a:pt x="6469355" y="880852"/>
                  </a:lnTo>
                  <a:lnTo>
                    <a:pt x="6469750" y="802970"/>
                  </a:lnTo>
                  <a:lnTo>
                    <a:pt x="5925474" y="798802"/>
                  </a:lnTo>
                  <a:lnTo>
                    <a:pt x="5921306" y="348952"/>
                  </a:lnTo>
                  <a:close/>
                </a:path>
                <a:path w="11929744" h="3304540">
                  <a:moveTo>
                    <a:pt x="2424983" y="0"/>
                  </a:moveTo>
                  <a:lnTo>
                    <a:pt x="2366660" y="0"/>
                  </a:lnTo>
                  <a:lnTo>
                    <a:pt x="2366660" y="313414"/>
                  </a:lnTo>
                  <a:lnTo>
                    <a:pt x="2288904" y="313414"/>
                  </a:lnTo>
                  <a:lnTo>
                    <a:pt x="2288904" y="440279"/>
                  </a:lnTo>
                  <a:lnTo>
                    <a:pt x="2509232" y="440279"/>
                  </a:lnTo>
                  <a:lnTo>
                    <a:pt x="2509232" y="320880"/>
                  </a:lnTo>
                  <a:lnTo>
                    <a:pt x="2424983" y="320880"/>
                  </a:lnTo>
                  <a:lnTo>
                    <a:pt x="2424983" y="0"/>
                  </a:lnTo>
                  <a:close/>
                </a:path>
              </a:pathLst>
            </a:custGeom>
            <a:solidFill>
              <a:srgbClr val="CCCCCC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51" y="6798484"/>
              <a:ext cx="20056782" cy="450880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392947" y="5496871"/>
              <a:ext cx="78740" cy="1071880"/>
            </a:xfrm>
            <a:custGeom>
              <a:avLst/>
              <a:gdLst/>
              <a:ahLst/>
              <a:cxnLst/>
              <a:rect l="l" t="t" r="r" b="b"/>
              <a:pathLst>
                <a:path w="78740" h="1071879">
                  <a:moveTo>
                    <a:pt x="55705" y="0"/>
                  </a:moveTo>
                  <a:lnTo>
                    <a:pt x="22952" y="0"/>
                  </a:lnTo>
                  <a:lnTo>
                    <a:pt x="0" y="1071475"/>
                  </a:lnTo>
                  <a:lnTo>
                    <a:pt x="78646" y="1071475"/>
                  </a:lnTo>
                  <a:lnTo>
                    <a:pt x="5570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8643" y="6568345"/>
              <a:ext cx="87253" cy="22270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6553" y="5065197"/>
              <a:ext cx="32909" cy="13022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396322" y="5195427"/>
              <a:ext cx="73660" cy="301625"/>
            </a:xfrm>
            <a:custGeom>
              <a:avLst/>
              <a:gdLst/>
              <a:ahLst/>
              <a:cxnLst/>
              <a:rect l="l" t="t" r="r" b="b"/>
              <a:pathLst>
                <a:path w="73659" h="301625">
                  <a:moveTo>
                    <a:pt x="53139" y="0"/>
                  </a:moveTo>
                  <a:lnTo>
                    <a:pt x="20229" y="0"/>
                  </a:lnTo>
                  <a:lnTo>
                    <a:pt x="16491" y="44051"/>
                  </a:lnTo>
                  <a:lnTo>
                    <a:pt x="0" y="222977"/>
                  </a:lnTo>
                  <a:lnTo>
                    <a:pt x="1130" y="231511"/>
                  </a:lnTo>
                  <a:lnTo>
                    <a:pt x="27308" y="301257"/>
                  </a:lnTo>
                  <a:lnTo>
                    <a:pt x="46354" y="301257"/>
                  </a:lnTo>
                  <a:lnTo>
                    <a:pt x="69547" y="239867"/>
                  </a:lnTo>
                  <a:lnTo>
                    <a:pt x="71432" y="233846"/>
                  </a:lnTo>
                  <a:lnTo>
                    <a:pt x="72622" y="227630"/>
                  </a:lnTo>
                  <a:lnTo>
                    <a:pt x="73106" y="221294"/>
                  </a:lnTo>
                  <a:lnTo>
                    <a:pt x="72877" y="214914"/>
                  </a:lnTo>
                  <a:lnTo>
                    <a:pt x="57034" y="44051"/>
                  </a:lnTo>
                  <a:lnTo>
                    <a:pt x="5313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0650" y="5649053"/>
              <a:ext cx="118111" cy="9123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428214" y="5482957"/>
              <a:ext cx="261620" cy="193675"/>
            </a:xfrm>
            <a:custGeom>
              <a:avLst/>
              <a:gdLst/>
              <a:ahLst/>
              <a:cxnLst/>
              <a:rect l="l" t="t" r="r" b="b"/>
              <a:pathLst>
                <a:path w="261619" h="193675">
                  <a:moveTo>
                    <a:pt x="10879" y="0"/>
                  </a:moveTo>
                  <a:lnTo>
                    <a:pt x="0" y="15716"/>
                  </a:lnTo>
                  <a:lnTo>
                    <a:pt x="41695" y="76814"/>
                  </a:lnTo>
                  <a:lnTo>
                    <a:pt x="48061" y="82657"/>
                  </a:lnTo>
                  <a:lnTo>
                    <a:pt x="204192" y="171314"/>
                  </a:lnTo>
                  <a:lnTo>
                    <a:pt x="242432" y="193240"/>
                  </a:lnTo>
                  <a:lnTo>
                    <a:pt x="261217" y="166099"/>
                  </a:lnTo>
                  <a:lnTo>
                    <a:pt x="227333" y="137870"/>
                  </a:lnTo>
                  <a:lnTo>
                    <a:pt x="90468" y="22156"/>
                  </a:lnTo>
                  <a:lnTo>
                    <a:pt x="82845" y="18219"/>
                  </a:lnTo>
                  <a:lnTo>
                    <a:pt x="1087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3150" y="5649053"/>
              <a:ext cx="118122" cy="9123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172476" y="4546644"/>
              <a:ext cx="3054985" cy="1283335"/>
            </a:xfrm>
            <a:custGeom>
              <a:avLst/>
              <a:gdLst/>
              <a:ahLst/>
              <a:cxnLst/>
              <a:rect l="l" t="t" r="r" b="b"/>
              <a:pathLst>
                <a:path w="3054985" h="1283335">
                  <a:moveTo>
                    <a:pt x="261213" y="952030"/>
                  </a:moveTo>
                  <a:lnTo>
                    <a:pt x="250342" y="936320"/>
                  </a:lnTo>
                  <a:lnTo>
                    <a:pt x="178371" y="954544"/>
                  </a:lnTo>
                  <a:lnTo>
                    <a:pt x="170751" y="958481"/>
                  </a:lnTo>
                  <a:lnTo>
                    <a:pt x="33883" y="1074191"/>
                  </a:lnTo>
                  <a:lnTo>
                    <a:pt x="0" y="1102423"/>
                  </a:lnTo>
                  <a:lnTo>
                    <a:pt x="18783" y="1129563"/>
                  </a:lnTo>
                  <a:lnTo>
                    <a:pt x="57023" y="1107630"/>
                  </a:lnTo>
                  <a:lnTo>
                    <a:pt x="213156" y="1018971"/>
                  </a:lnTo>
                  <a:lnTo>
                    <a:pt x="219519" y="1013129"/>
                  </a:lnTo>
                  <a:lnTo>
                    <a:pt x="261213" y="952030"/>
                  </a:lnTo>
                  <a:close/>
                </a:path>
                <a:path w="3054985" h="1283335">
                  <a:moveTo>
                    <a:pt x="3054362" y="1282903"/>
                  </a:moveTo>
                  <a:lnTo>
                    <a:pt x="3026892" y="0"/>
                  </a:lnTo>
                  <a:lnTo>
                    <a:pt x="2987662" y="0"/>
                  </a:lnTo>
                  <a:lnTo>
                    <a:pt x="2960192" y="1282903"/>
                  </a:lnTo>
                  <a:lnTo>
                    <a:pt x="3054362" y="1282903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127525" y="5829551"/>
              <a:ext cx="104775" cy="266700"/>
            </a:xfrm>
            <a:custGeom>
              <a:avLst/>
              <a:gdLst/>
              <a:ahLst/>
              <a:cxnLst/>
              <a:rect l="l" t="t" r="r" b="b"/>
              <a:pathLst>
                <a:path w="104775" h="266700">
                  <a:moveTo>
                    <a:pt x="99326" y="0"/>
                  </a:moveTo>
                  <a:lnTo>
                    <a:pt x="5151" y="0"/>
                  </a:lnTo>
                  <a:lnTo>
                    <a:pt x="0" y="240537"/>
                  </a:lnTo>
                  <a:lnTo>
                    <a:pt x="1840" y="250664"/>
                  </a:lnTo>
                  <a:lnTo>
                    <a:pt x="7257" y="258969"/>
                  </a:lnTo>
                  <a:lnTo>
                    <a:pt x="15409" y="264587"/>
                  </a:lnTo>
                  <a:lnTo>
                    <a:pt x="25454" y="266651"/>
                  </a:lnTo>
                  <a:lnTo>
                    <a:pt x="79023" y="266651"/>
                  </a:lnTo>
                  <a:lnTo>
                    <a:pt x="89064" y="264587"/>
                  </a:lnTo>
                  <a:lnTo>
                    <a:pt x="97216" y="258969"/>
                  </a:lnTo>
                  <a:lnTo>
                    <a:pt x="102636" y="250664"/>
                  </a:lnTo>
                  <a:lnTo>
                    <a:pt x="104478" y="240537"/>
                  </a:lnTo>
                  <a:lnTo>
                    <a:pt x="99326" y="0"/>
                  </a:lnTo>
                  <a:close/>
                </a:path>
              </a:pathLst>
            </a:custGeom>
            <a:solidFill>
              <a:srgbClr val="C1E7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60940" y="4029772"/>
              <a:ext cx="39401" cy="155932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137376" y="4185695"/>
              <a:ext cx="86995" cy="361315"/>
            </a:xfrm>
            <a:custGeom>
              <a:avLst/>
              <a:gdLst/>
              <a:ahLst/>
              <a:cxnLst/>
              <a:rect l="l" t="t" r="r" b="b"/>
              <a:pathLst>
                <a:path w="86995" h="361314">
                  <a:moveTo>
                    <a:pt x="62972" y="0"/>
                  </a:moveTo>
                  <a:lnTo>
                    <a:pt x="23559" y="0"/>
                  </a:lnTo>
                  <a:lnTo>
                    <a:pt x="19088" y="52752"/>
                  </a:lnTo>
                  <a:lnTo>
                    <a:pt x="272" y="256861"/>
                  </a:lnTo>
                  <a:lnTo>
                    <a:pt x="32030" y="360722"/>
                  </a:lnTo>
                  <a:lnTo>
                    <a:pt x="54846" y="360722"/>
                  </a:lnTo>
                  <a:lnTo>
                    <a:pt x="82615" y="287205"/>
                  </a:lnTo>
                  <a:lnTo>
                    <a:pt x="84867" y="279998"/>
                  </a:lnTo>
                  <a:lnTo>
                    <a:pt x="86289" y="272555"/>
                  </a:lnTo>
                  <a:lnTo>
                    <a:pt x="86869" y="264970"/>
                  </a:lnTo>
                  <a:lnTo>
                    <a:pt x="86594" y="257332"/>
                  </a:lnTo>
                  <a:lnTo>
                    <a:pt x="67631" y="52752"/>
                  </a:lnTo>
                  <a:lnTo>
                    <a:pt x="6297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65172" y="4728861"/>
              <a:ext cx="141430" cy="109221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174905" y="4529970"/>
              <a:ext cx="313055" cy="231775"/>
            </a:xfrm>
            <a:custGeom>
              <a:avLst/>
              <a:gdLst/>
              <a:ahLst/>
              <a:cxnLst/>
              <a:rect l="l" t="t" r="r" b="b"/>
              <a:pathLst>
                <a:path w="313054" h="231775">
                  <a:moveTo>
                    <a:pt x="13025" y="0"/>
                  </a:moveTo>
                  <a:lnTo>
                    <a:pt x="44249" y="83662"/>
                  </a:lnTo>
                  <a:lnTo>
                    <a:pt x="244484" y="205124"/>
                  </a:lnTo>
                  <a:lnTo>
                    <a:pt x="290273" y="231385"/>
                  </a:lnTo>
                  <a:lnTo>
                    <a:pt x="312765" y="198883"/>
                  </a:lnTo>
                  <a:lnTo>
                    <a:pt x="272190" y="165083"/>
                  </a:lnTo>
                  <a:lnTo>
                    <a:pt x="116059" y="33077"/>
                  </a:lnTo>
                  <a:lnTo>
                    <a:pt x="110007" y="28519"/>
                  </a:lnTo>
                  <a:lnTo>
                    <a:pt x="103513" y="24689"/>
                  </a:lnTo>
                  <a:lnTo>
                    <a:pt x="96656" y="21626"/>
                  </a:lnTo>
                  <a:lnTo>
                    <a:pt x="89515" y="19371"/>
                  </a:lnTo>
                  <a:lnTo>
                    <a:pt x="1302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49781" y="4728861"/>
              <a:ext cx="141419" cy="109221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868712" y="4279080"/>
              <a:ext cx="1983739" cy="2085339"/>
            </a:xfrm>
            <a:custGeom>
              <a:avLst/>
              <a:gdLst/>
              <a:ahLst/>
              <a:cxnLst/>
              <a:rect l="l" t="t" r="r" b="b"/>
              <a:pathLst>
                <a:path w="1983739" h="2085339">
                  <a:moveTo>
                    <a:pt x="312750" y="269709"/>
                  </a:moveTo>
                  <a:lnTo>
                    <a:pt x="223240" y="270268"/>
                  </a:lnTo>
                  <a:lnTo>
                    <a:pt x="40563" y="415975"/>
                  </a:lnTo>
                  <a:lnTo>
                    <a:pt x="0" y="449783"/>
                  </a:lnTo>
                  <a:lnTo>
                    <a:pt x="22479" y="482282"/>
                  </a:lnTo>
                  <a:lnTo>
                    <a:pt x="68262" y="456018"/>
                  </a:lnTo>
                  <a:lnTo>
                    <a:pt x="246341" y="354901"/>
                  </a:lnTo>
                  <a:lnTo>
                    <a:pt x="252742" y="350774"/>
                  </a:lnTo>
                  <a:lnTo>
                    <a:pt x="258622" y="345960"/>
                  </a:lnTo>
                  <a:lnTo>
                    <a:pt x="263893" y="340537"/>
                  </a:lnTo>
                  <a:lnTo>
                    <a:pt x="268503" y="334556"/>
                  </a:lnTo>
                  <a:lnTo>
                    <a:pt x="312750" y="269709"/>
                  </a:lnTo>
                  <a:close/>
                </a:path>
                <a:path w="1983739" h="2085339">
                  <a:moveTo>
                    <a:pt x="1983447" y="2084857"/>
                  </a:moveTo>
                  <a:lnTo>
                    <a:pt x="1938604" y="0"/>
                  </a:lnTo>
                  <a:lnTo>
                    <a:pt x="1874583" y="0"/>
                  </a:lnTo>
                  <a:lnTo>
                    <a:pt x="1829739" y="2084857"/>
                  </a:lnTo>
                  <a:lnTo>
                    <a:pt x="1983447" y="2084857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690047" y="6363933"/>
              <a:ext cx="170815" cy="433705"/>
            </a:xfrm>
            <a:custGeom>
              <a:avLst/>
              <a:gdLst/>
              <a:ahLst/>
              <a:cxnLst/>
              <a:rect l="l" t="t" r="r" b="b"/>
              <a:pathLst>
                <a:path w="170814" h="433704">
                  <a:moveTo>
                    <a:pt x="162120" y="0"/>
                  </a:moveTo>
                  <a:lnTo>
                    <a:pt x="8408" y="0"/>
                  </a:lnTo>
                  <a:lnTo>
                    <a:pt x="0" y="390888"/>
                  </a:lnTo>
                  <a:lnTo>
                    <a:pt x="3002" y="407349"/>
                  </a:lnTo>
                  <a:lnTo>
                    <a:pt x="11843" y="420849"/>
                  </a:lnTo>
                  <a:lnTo>
                    <a:pt x="25148" y="429981"/>
                  </a:lnTo>
                  <a:lnTo>
                    <a:pt x="41538" y="433337"/>
                  </a:lnTo>
                  <a:lnTo>
                    <a:pt x="128980" y="433337"/>
                  </a:lnTo>
                  <a:lnTo>
                    <a:pt x="145371" y="429981"/>
                  </a:lnTo>
                  <a:lnTo>
                    <a:pt x="158679" y="420849"/>
                  </a:lnTo>
                  <a:lnTo>
                    <a:pt x="167525" y="407349"/>
                  </a:lnTo>
                  <a:lnTo>
                    <a:pt x="170528" y="390888"/>
                  </a:lnTo>
                  <a:lnTo>
                    <a:pt x="162120" y="0"/>
                  </a:lnTo>
                  <a:close/>
                </a:path>
              </a:pathLst>
            </a:custGeom>
            <a:solidFill>
              <a:srgbClr val="C1E7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5745104" y="3486983"/>
            <a:ext cx="337185" cy="787400"/>
            <a:chOff x="5745104" y="3486983"/>
            <a:chExt cx="337185" cy="787400"/>
          </a:xfrm>
        </p:grpSpPr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50614" y="3486983"/>
              <a:ext cx="131556" cy="24795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5745104" y="3710979"/>
              <a:ext cx="265430" cy="563245"/>
            </a:xfrm>
            <a:custGeom>
              <a:avLst/>
              <a:gdLst/>
              <a:ahLst/>
              <a:cxnLst/>
              <a:rect l="l" t="t" r="r" b="b"/>
              <a:pathLst>
                <a:path w="265429" h="563245">
                  <a:moveTo>
                    <a:pt x="205512" y="0"/>
                  </a:moveTo>
                  <a:lnTo>
                    <a:pt x="166801" y="76824"/>
                  </a:lnTo>
                  <a:lnTo>
                    <a:pt x="14753" y="373213"/>
                  </a:lnTo>
                  <a:lnTo>
                    <a:pt x="9743" y="384503"/>
                  </a:lnTo>
                  <a:lnTo>
                    <a:pt x="6045" y="396227"/>
                  </a:lnTo>
                  <a:lnTo>
                    <a:pt x="3696" y="408248"/>
                  </a:lnTo>
                  <a:lnTo>
                    <a:pt x="2732" y="420426"/>
                  </a:lnTo>
                  <a:lnTo>
                    <a:pt x="0" y="549166"/>
                  </a:lnTo>
                  <a:lnTo>
                    <a:pt x="34553" y="563029"/>
                  </a:lnTo>
                  <a:lnTo>
                    <a:pt x="121106" y="469053"/>
                  </a:lnTo>
                  <a:lnTo>
                    <a:pt x="145231" y="426416"/>
                  </a:lnTo>
                  <a:lnTo>
                    <a:pt x="240338" y="106342"/>
                  </a:lnTo>
                  <a:lnTo>
                    <a:pt x="265206" y="23957"/>
                  </a:lnTo>
                  <a:lnTo>
                    <a:pt x="20551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5751984" y="4246599"/>
            <a:ext cx="483870" cy="716280"/>
            <a:chOff x="5751984" y="4246599"/>
            <a:chExt cx="483870" cy="716280"/>
          </a:xfrm>
        </p:grpSpPr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63009" y="4728777"/>
              <a:ext cx="172560" cy="23372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5751984" y="4246599"/>
              <a:ext cx="365125" cy="517525"/>
            </a:xfrm>
            <a:custGeom>
              <a:avLst/>
              <a:gdLst/>
              <a:ahLst/>
              <a:cxnLst/>
              <a:rect l="l" t="t" r="r" b="b"/>
              <a:pathLst>
                <a:path w="365125" h="517525">
                  <a:moveTo>
                    <a:pt x="31119" y="0"/>
                  </a:moveTo>
                  <a:lnTo>
                    <a:pt x="0" y="20460"/>
                  </a:lnTo>
                  <a:lnTo>
                    <a:pt x="27779" y="145168"/>
                  </a:lnTo>
                  <a:lnTo>
                    <a:pt x="31141" y="156982"/>
                  </a:lnTo>
                  <a:lnTo>
                    <a:pt x="35845" y="168366"/>
                  </a:lnTo>
                  <a:lnTo>
                    <a:pt x="41828" y="179185"/>
                  </a:lnTo>
                  <a:lnTo>
                    <a:pt x="49024" y="189303"/>
                  </a:lnTo>
                  <a:lnTo>
                    <a:pt x="257562" y="450080"/>
                  </a:lnTo>
                  <a:lnTo>
                    <a:pt x="311027" y="517523"/>
                  </a:lnTo>
                  <a:lnTo>
                    <a:pt x="364763" y="482184"/>
                  </a:lnTo>
                  <a:lnTo>
                    <a:pt x="323770" y="406542"/>
                  </a:lnTo>
                  <a:lnTo>
                    <a:pt x="167167" y="112530"/>
                  </a:lnTo>
                  <a:lnTo>
                    <a:pt x="160761" y="101976"/>
                  </a:lnTo>
                  <a:lnTo>
                    <a:pt x="153245" y="92249"/>
                  </a:lnTo>
                  <a:lnTo>
                    <a:pt x="144714" y="83459"/>
                  </a:lnTo>
                  <a:lnTo>
                    <a:pt x="135262" y="75714"/>
                  </a:lnTo>
                  <a:lnTo>
                    <a:pt x="3111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4937681" y="4216520"/>
            <a:ext cx="824865" cy="233045"/>
            <a:chOff x="4937681" y="4216520"/>
            <a:chExt cx="824865" cy="233045"/>
          </a:xfrm>
        </p:grpSpPr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37681" y="4352475"/>
              <a:ext cx="255887" cy="9652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5179180" y="4216520"/>
              <a:ext cx="582930" cy="198755"/>
            </a:xfrm>
            <a:custGeom>
              <a:avLst/>
              <a:gdLst/>
              <a:ahLst/>
              <a:cxnLst/>
              <a:rect l="l" t="t" r="r" b="b"/>
              <a:pathLst>
                <a:path w="582929" h="198754">
                  <a:moveTo>
                    <a:pt x="434644" y="0"/>
                  </a:moveTo>
                  <a:lnTo>
                    <a:pt x="422404" y="451"/>
                  </a:lnTo>
                  <a:lnTo>
                    <a:pt x="410249" y="2280"/>
                  </a:lnTo>
                  <a:lnTo>
                    <a:pt x="398322" y="5474"/>
                  </a:lnTo>
                  <a:lnTo>
                    <a:pt x="81903" y="109639"/>
                  </a:lnTo>
                  <a:lnTo>
                    <a:pt x="0" y="135952"/>
                  </a:lnTo>
                  <a:lnTo>
                    <a:pt x="14386" y="198631"/>
                  </a:lnTo>
                  <a:lnTo>
                    <a:pt x="99640" y="186872"/>
                  </a:lnTo>
                  <a:lnTo>
                    <a:pt x="430604" y="142632"/>
                  </a:lnTo>
                  <a:lnTo>
                    <a:pt x="476467" y="125429"/>
                  </a:lnTo>
                  <a:lnTo>
                    <a:pt x="582757" y="54530"/>
                  </a:lnTo>
                  <a:lnTo>
                    <a:pt x="574422" y="18238"/>
                  </a:lnTo>
                  <a:lnTo>
                    <a:pt x="446824" y="940"/>
                  </a:lnTo>
                  <a:lnTo>
                    <a:pt x="43464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7653834" y="3898755"/>
            <a:ext cx="207010" cy="3054350"/>
            <a:chOff x="7653834" y="3898755"/>
            <a:chExt cx="207010" cy="3054350"/>
          </a:xfrm>
        </p:grpSpPr>
        <p:sp>
          <p:nvSpPr>
            <p:cNvPr id="31" name="object 31" descr=""/>
            <p:cNvSpPr/>
            <p:nvPr/>
          </p:nvSpPr>
          <p:spPr>
            <a:xfrm>
              <a:off x="7664033" y="3898755"/>
              <a:ext cx="186690" cy="2529205"/>
            </a:xfrm>
            <a:custGeom>
              <a:avLst/>
              <a:gdLst/>
              <a:ahLst/>
              <a:cxnLst/>
              <a:rect l="l" t="t" r="r" b="b"/>
              <a:pathLst>
                <a:path w="186690" h="2529204">
                  <a:moveTo>
                    <a:pt x="132037" y="0"/>
                  </a:moveTo>
                  <a:lnTo>
                    <a:pt x="54396" y="0"/>
                  </a:lnTo>
                  <a:lnTo>
                    <a:pt x="0" y="2528666"/>
                  </a:lnTo>
                  <a:lnTo>
                    <a:pt x="186434" y="2528666"/>
                  </a:lnTo>
                  <a:lnTo>
                    <a:pt x="13203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653834" y="6427427"/>
              <a:ext cx="207010" cy="525780"/>
            </a:xfrm>
            <a:custGeom>
              <a:avLst/>
              <a:gdLst/>
              <a:ahLst/>
              <a:cxnLst/>
              <a:rect l="l" t="t" r="r" b="b"/>
              <a:pathLst>
                <a:path w="207009" h="525779">
                  <a:moveTo>
                    <a:pt x="196632" y="0"/>
                  </a:moveTo>
                  <a:lnTo>
                    <a:pt x="10198" y="0"/>
                  </a:lnTo>
                  <a:lnTo>
                    <a:pt x="0" y="474100"/>
                  </a:lnTo>
                  <a:lnTo>
                    <a:pt x="3642" y="494061"/>
                  </a:lnTo>
                  <a:lnTo>
                    <a:pt x="14367" y="510432"/>
                  </a:lnTo>
                  <a:lnTo>
                    <a:pt x="30505" y="521505"/>
                  </a:lnTo>
                  <a:lnTo>
                    <a:pt x="50385" y="525575"/>
                  </a:lnTo>
                  <a:lnTo>
                    <a:pt x="156445" y="525575"/>
                  </a:lnTo>
                  <a:lnTo>
                    <a:pt x="176321" y="521505"/>
                  </a:lnTo>
                  <a:lnTo>
                    <a:pt x="192460" y="510432"/>
                  </a:lnTo>
                  <a:lnTo>
                    <a:pt x="203187" y="494061"/>
                  </a:lnTo>
                  <a:lnTo>
                    <a:pt x="206831" y="474100"/>
                  </a:lnTo>
                  <a:lnTo>
                    <a:pt x="196632" y="0"/>
                  </a:lnTo>
                  <a:close/>
                </a:path>
              </a:pathLst>
            </a:custGeom>
            <a:solidFill>
              <a:srgbClr val="C1E7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7735389" y="3767393"/>
            <a:ext cx="1018540" cy="172720"/>
            <a:chOff x="7735389" y="3767393"/>
            <a:chExt cx="1018540" cy="172720"/>
          </a:xfrm>
        </p:grpSpPr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43795" y="3780628"/>
              <a:ext cx="309823" cy="77840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7735389" y="3767393"/>
              <a:ext cx="713740" cy="172720"/>
            </a:xfrm>
            <a:custGeom>
              <a:avLst/>
              <a:gdLst/>
              <a:ahLst/>
              <a:cxnLst/>
              <a:rect l="l" t="t" r="r" b="b"/>
              <a:pathLst>
                <a:path w="713740" h="172720">
                  <a:moveTo>
                    <a:pt x="200203" y="0"/>
                  </a:moveTo>
                  <a:lnTo>
                    <a:pt x="156094" y="6256"/>
                  </a:lnTo>
                  <a:lnTo>
                    <a:pt x="0" y="76008"/>
                  </a:lnTo>
                  <a:lnTo>
                    <a:pt x="2931" y="121085"/>
                  </a:lnTo>
                  <a:lnTo>
                    <a:pt x="151073" y="166539"/>
                  </a:lnTo>
                  <a:lnTo>
                    <a:pt x="165545" y="170079"/>
                  </a:lnTo>
                  <a:lnTo>
                    <a:pt x="180364" y="171943"/>
                  </a:lnTo>
                  <a:lnTo>
                    <a:pt x="195355" y="172121"/>
                  </a:lnTo>
                  <a:lnTo>
                    <a:pt x="210339" y="170602"/>
                  </a:lnTo>
                  <a:lnTo>
                    <a:pt x="610306" y="107022"/>
                  </a:lnTo>
                  <a:lnTo>
                    <a:pt x="713454" y="91075"/>
                  </a:lnTo>
                  <a:lnTo>
                    <a:pt x="708407" y="13235"/>
                  </a:lnTo>
                  <a:lnTo>
                    <a:pt x="604086" y="11120"/>
                  </a:lnTo>
                  <a:lnTo>
                    <a:pt x="20020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 descr=""/>
          <p:cNvGrpSpPr/>
          <p:nvPr/>
        </p:nvGrpSpPr>
        <p:grpSpPr>
          <a:xfrm>
            <a:off x="7219510" y="3854558"/>
            <a:ext cx="551180" cy="885825"/>
            <a:chOff x="7219510" y="3854558"/>
            <a:chExt cx="551180" cy="885825"/>
          </a:xfrm>
        </p:grpSpPr>
        <p:pic>
          <p:nvPicPr>
            <p:cNvPr id="37" name="object 3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19510" y="4455120"/>
              <a:ext cx="197834" cy="285225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7350546" y="3854558"/>
              <a:ext cx="419734" cy="641350"/>
            </a:xfrm>
            <a:custGeom>
              <a:avLst/>
              <a:gdLst/>
              <a:ahLst/>
              <a:cxnLst/>
              <a:rect l="l" t="t" r="r" b="b"/>
              <a:pathLst>
                <a:path w="419734" h="641350">
                  <a:moveTo>
                    <a:pt x="380888" y="0"/>
                  </a:moveTo>
                  <a:lnTo>
                    <a:pt x="259007" y="95693"/>
                  </a:lnTo>
                  <a:lnTo>
                    <a:pt x="229149" y="128878"/>
                  </a:lnTo>
                  <a:lnTo>
                    <a:pt x="45778" y="506759"/>
                  </a:lnTo>
                  <a:lnTo>
                    <a:pt x="0" y="600568"/>
                  </a:lnTo>
                  <a:lnTo>
                    <a:pt x="66804" y="640839"/>
                  </a:lnTo>
                  <a:lnTo>
                    <a:pt x="128079" y="556380"/>
                  </a:lnTo>
                  <a:lnTo>
                    <a:pt x="367716" y="231092"/>
                  </a:lnTo>
                  <a:lnTo>
                    <a:pt x="387753" y="191303"/>
                  </a:lnTo>
                  <a:lnTo>
                    <a:pt x="419568" y="23318"/>
                  </a:lnTo>
                  <a:lnTo>
                    <a:pt x="380888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 descr=""/>
          <p:cNvGrpSpPr/>
          <p:nvPr/>
        </p:nvGrpSpPr>
        <p:grpSpPr>
          <a:xfrm>
            <a:off x="7111661" y="3053634"/>
            <a:ext cx="655955" cy="814069"/>
            <a:chOff x="7111661" y="3053634"/>
            <a:chExt cx="655955" cy="814069"/>
          </a:xfrm>
        </p:grpSpPr>
        <p:pic>
          <p:nvPicPr>
            <p:cNvPr id="40" name="object 4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11661" y="3053634"/>
              <a:ext cx="226336" cy="267593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7276966" y="3272653"/>
              <a:ext cx="490855" cy="594995"/>
            </a:xfrm>
            <a:custGeom>
              <a:avLst/>
              <a:gdLst/>
              <a:ahLst/>
              <a:cxnLst/>
              <a:rect l="l" t="t" r="r" b="b"/>
              <a:pathLst>
                <a:path w="490854" h="594995">
                  <a:moveTo>
                    <a:pt x="61034" y="0"/>
                  </a:moveTo>
                  <a:lnTo>
                    <a:pt x="0" y="48574"/>
                  </a:lnTo>
                  <a:lnTo>
                    <a:pt x="57516" y="135671"/>
                  </a:lnTo>
                  <a:lnTo>
                    <a:pt x="279237" y="474571"/>
                  </a:lnTo>
                  <a:lnTo>
                    <a:pt x="309735" y="507391"/>
                  </a:lnTo>
                  <a:lnTo>
                    <a:pt x="455305" y="594871"/>
                  </a:lnTo>
                  <a:lnTo>
                    <a:pt x="490644" y="566747"/>
                  </a:lnTo>
                  <a:lnTo>
                    <a:pt x="442740" y="418102"/>
                  </a:lnTo>
                  <a:lnTo>
                    <a:pt x="422125" y="378794"/>
                  </a:lnTo>
                  <a:lnTo>
                    <a:pt x="132718" y="75819"/>
                  </a:lnTo>
                  <a:lnTo>
                    <a:pt x="6103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2611860" y="5079569"/>
            <a:ext cx="110489" cy="1628775"/>
            <a:chOff x="2611860" y="5079569"/>
            <a:chExt cx="110489" cy="1628775"/>
          </a:xfrm>
        </p:grpSpPr>
        <p:sp>
          <p:nvSpPr>
            <p:cNvPr id="43" name="object 43" descr=""/>
            <p:cNvSpPr/>
            <p:nvPr/>
          </p:nvSpPr>
          <p:spPr>
            <a:xfrm>
              <a:off x="2617300" y="5079569"/>
              <a:ext cx="99695" cy="1348740"/>
            </a:xfrm>
            <a:custGeom>
              <a:avLst/>
              <a:gdLst/>
              <a:ahLst/>
              <a:cxnLst/>
              <a:rect l="l" t="t" r="r" b="b"/>
              <a:pathLst>
                <a:path w="99694" h="1348739">
                  <a:moveTo>
                    <a:pt x="70395" y="0"/>
                  </a:moveTo>
                  <a:lnTo>
                    <a:pt x="28993" y="0"/>
                  </a:lnTo>
                  <a:lnTo>
                    <a:pt x="0" y="1348252"/>
                  </a:lnTo>
                  <a:lnTo>
                    <a:pt x="99400" y="1348252"/>
                  </a:lnTo>
                  <a:lnTo>
                    <a:pt x="7039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611860" y="6427827"/>
              <a:ext cx="110489" cy="280670"/>
            </a:xfrm>
            <a:custGeom>
              <a:avLst/>
              <a:gdLst/>
              <a:ahLst/>
              <a:cxnLst/>
              <a:rect l="l" t="t" r="r" b="b"/>
              <a:pathLst>
                <a:path w="110489" h="280670">
                  <a:moveTo>
                    <a:pt x="104834" y="0"/>
                  </a:moveTo>
                  <a:lnTo>
                    <a:pt x="5434" y="0"/>
                  </a:lnTo>
                  <a:lnTo>
                    <a:pt x="0" y="252788"/>
                  </a:lnTo>
                  <a:lnTo>
                    <a:pt x="1940" y="263428"/>
                  </a:lnTo>
                  <a:lnTo>
                    <a:pt x="7656" y="272156"/>
                  </a:lnTo>
                  <a:lnTo>
                    <a:pt x="16258" y="278061"/>
                  </a:lnTo>
                  <a:lnTo>
                    <a:pt x="26857" y="280232"/>
                  </a:lnTo>
                  <a:lnTo>
                    <a:pt x="83411" y="280232"/>
                  </a:lnTo>
                  <a:lnTo>
                    <a:pt x="94009" y="278061"/>
                  </a:lnTo>
                  <a:lnTo>
                    <a:pt x="102612" y="272156"/>
                  </a:lnTo>
                  <a:lnTo>
                    <a:pt x="108328" y="263428"/>
                  </a:lnTo>
                  <a:lnTo>
                    <a:pt x="110268" y="252788"/>
                  </a:lnTo>
                  <a:lnTo>
                    <a:pt x="104834" y="0"/>
                  </a:lnTo>
                  <a:close/>
                </a:path>
              </a:pathLst>
            </a:custGeom>
            <a:solidFill>
              <a:srgbClr val="C1E7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2655345" y="5009526"/>
            <a:ext cx="542925" cy="92075"/>
            <a:chOff x="2655345" y="5009526"/>
            <a:chExt cx="542925" cy="92075"/>
          </a:xfrm>
        </p:grpSpPr>
        <p:pic>
          <p:nvPicPr>
            <p:cNvPr id="46" name="object 4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33059" y="5016590"/>
              <a:ext cx="165188" cy="41496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2655345" y="5009526"/>
              <a:ext cx="381000" cy="92075"/>
            </a:xfrm>
            <a:custGeom>
              <a:avLst/>
              <a:gdLst/>
              <a:ahLst/>
              <a:cxnLst/>
              <a:rect l="l" t="t" r="r" b="b"/>
              <a:pathLst>
                <a:path w="381000" h="92075">
                  <a:moveTo>
                    <a:pt x="106740" y="0"/>
                  </a:moveTo>
                  <a:lnTo>
                    <a:pt x="0" y="40532"/>
                  </a:lnTo>
                  <a:lnTo>
                    <a:pt x="1560" y="64563"/>
                  </a:lnTo>
                  <a:lnTo>
                    <a:pt x="80542" y="88803"/>
                  </a:lnTo>
                  <a:lnTo>
                    <a:pt x="88259" y="90686"/>
                  </a:lnTo>
                  <a:lnTo>
                    <a:pt x="96163" y="91680"/>
                  </a:lnTo>
                  <a:lnTo>
                    <a:pt x="104158" y="91775"/>
                  </a:lnTo>
                  <a:lnTo>
                    <a:pt x="112153" y="90960"/>
                  </a:lnTo>
                  <a:lnTo>
                    <a:pt x="325403" y="57066"/>
                  </a:lnTo>
                  <a:lnTo>
                    <a:pt x="380407" y="48563"/>
                  </a:lnTo>
                  <a:lnTo>
                    <a:pt x="377705" y="7057"/>
                  </a:lnTo>
                  <a:lnTo>
                    <a:pt x="322084" y="5926"/>
                  </a:lnTo>
                  <a:lnTo>
                    <a:pt x="10674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" name="object 48" descr=""/>
          <p:cNvGrpSpPr/>
          <p:nvPr/>
        </p:nvGrpSpPr>
        <p:grpSpPr>
          <a:xfrm>
            <a:off x="2378974" y="5056001"/>
            <a:ext cx="295275" cy="474345"/>
            <a:chOff x="2378974" y="5056001"/>
            <a:chExt cx="295275" cy="474345"/>
          </a:xfrm>
        </p:grpSpPr>
        <p:pic>
          <p:nvPicPr>
            <p:cNvPr id="49" name="object 4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78974" y="5376224"/>
              <a:ext cx="106782" cy="153639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2450148" y="5056001"/>
              <a:ext cx="224154" cy="342265"/>
            </a:xfrm>
            <a:custGeom>
              <a:avLst/>
              <a:gdLst/>
              <a:ahLst/>
              <a:cxnLst/>
              <a:rect l="l" t="t" r="r" b="b"/>
              <a:pathLst>
                <a:path w="224155" h="342264">
                  <a:moveTo>
                    <a:pt x="203082" y="0"/>
                  </a:moveTo>
                  <a:lnTo>
                    <a:pt x="138100" y="51024"/>
                  </a:lnTo>
                  <a:lnTo>
                    <a:pt x="24407" y="270201"/>
                  </a:lnTo>
                  <a:lnTo>
                    <a:pt x="0" y="320220"/>
                  </a:lnTo>
                  <a:lnTo>
                    <a:pt x="35621" y="341696"/>
                  </a:lnTo>
                  <a:lnTo>
                    <a:pt x="68291" y="296661"/>
                  </a:lnTo>
                  <a:lnTo>
                    <a:pt x="196056" y="123221"/>
                  </a:lnTo>
                  <a:lnTo>
                    <a:pt x="223710" y="12439"/>
                  </a:lnTo>
                  <a:lnTo>
                    <a:pt x="20308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2321154" y="4628958"/>
            <a:ext cx="351790" cy="434340"/>
            <a:chOff x="2321154" y="4628958"/>
            <a:chExt cx="351790" cy="434340"/>
          </a:xfrm>
        </p:grpSpPr>
        <p:pic>
          <p:nvPicPr>
            <p:cNvPr id="52" name="object 5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21154" y="4628958"/>
              <a:ext cx="122299" cy="142676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2410913" y="4745735"/>
              <a:ext cx="261620" cy="317500"/>
            </a:xfrm>
            <a:custGeom>
              <a:avLst/>
              <a:gdLst/>
              <a:ahLst/>
              <a:cxnLst/>
              <a:rect l="l" t="t" r="r" b="b"/>
              <a:pathLst>
                <a:path w="261619" h="317500">
                  <a:moveTo>
                    <a:pt x="32543" y="0"/>
                  </a:moveTo>
                  <a:lnTo>
                    <a:pt x="0" y="25904"/>
                  </a:lnTo>
                  <a:lnTo>
                    <a:pt x="30669" y="72343"/>
                  </a:lnTo>
                  <a:lnTo>
                    <a:pt x="148885" y="253039"/>
                  </a:lnTo>
                  <a:lnTo>
                    <a:pt x="242767" y="317184"/>
                  </a:lnTo>
                  <a:lnTo>
                    <a:pt x="261615" y="302189"/>
                  </a:lnTo>
                  <a:lnTo>
                    <a:pt x="236066" y="222935"/>
                  </a:lnTo>
                  <a:lnTo>
                    <a:pt x="70762" y="40438"/>
                  </a:lnTo>
                  <a:lnTo>
                    <a:pt x="3254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8114772" y="6254188"/>
            <a:ext cx="3046730" cy="1418590"/>
            <a:chOff x="8114772" y="6254188"/>
            <a:chExt cx="3046730" cy="1418590"/>
          </a:xfrm>
        </p:grpSpPr>
        <p:sp>
          <p:nvSpPr>
            <p:cNvPr id="55" name="object 55" descr=""/>
            <p:cNvSpPr/>
            <p:nvPr/>
          </p:nvSpPr>
          <p:spPr>
            <a:xfrm>
              <a:off x="9121250" y="6254188"/>
              <a:ext cx="1025525" cy="1417955"/>
            </a:xfrm>
            <a:custGeom>
              <a:avLst/>
              <a:gdLst/>
              <a:ahLst/>
              <a:cxnLst/>
              <a:rect l="l" t="t" r="r" b="b"/>
              <a:pathLst>
                <a:path w="1025525" h="1417954">
                  <a:moveTo>
                    <a:pt x="1025445" y="0"/>
                  </a:moveTo>
                  <a:lnTo>
                    <a:pt x="0" y="843660"/>
                  </a:lnTo>
                  <a:lnTo>
                    <a:pt x="0" y="1417454"/>
                  </a:lnTo>
                  <a:lnTo>
                    <a:pt x="1025445" y="1417454"/>
                  </a:lnTo>
                  <a:lnTo>
                    <a:pt x="10254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9121255" y="6254195"/>
              <a:ext cx="1025525" cy="843915"/>
            </a:xfrm>
            <a:custGeom>
              <a:avLst/>
              <a:gdLst/>
              <a:ahLst/>
              <a:cxnLst/>
              <a:rect l="l" t="t" r="r" b="b"/>
              <a:pathLst>
                <a:path w="1025525" h="843915">
                  <a:moveTo>
                    <a:pt x="1025445" y="0"/>
                  </a:moveTo>
                  <a:lnTo>
                    <a:pt x="7413" y="432929"/>
                  </a:lnTo>
                  <a:lnTo>
                    <a:pt x="0" y="843649"/>
                  </a:lnTo>
                  <a:lnTo>
                    <a:pt x="1025445" y="0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0135520" y="6254188"/>
              <a:ext cx="1025525" cy="1417955"/>
            </a:xfrm>
            <a:custGeom>
              <a:avLst/>
              <a:gdLst/>
              <a:ahLst/>
              <a:cxnLst/>
              <a:rect l="l" t="t" r="r" b="b"/>
              <a:pathLst>
                <a:path w="1025525" h="1417954">
                  <a:moveTo>
                    <a:pt x="1025445" y="0"/>
                  </a:moveTo>
                  <a:lnTo>
                    <a:pt x="0" y="843660"/>
                  </a:lnTo>
                  <a:lnTo>
                    <a:pt x="0" y="1417454"/>
                  </a:lnTo>
                  <a:lnTo>
                    <a:pt x="1025445" y="1417454"/>
                  </a:lnTo>
                  <a:lnTo>
                    <a:pt x="10254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0135523" y="6254195"/>
              <a:ext cx="1025525" cy="843915"/>
            </a:xfrm>
            <a:custGeom>
              <a:avLst/>
              <a:gdLst/>
              <a:ahLst/>
              <a:cxnLst/>
              <a:rect l="l" t="t" r="r" b="b"/>
              <a:pathLst>
                <a:path w="1025525" h="843915">
                  <a:moveTo>
                    <a:pt x="1025445" y="0"/>
                  </a:moveTo>
                  <a:lnTo>
                    <a:pt x="7413" y="432929"/>
                  </a:lnTo>
                  <a:lnTo>
                    <a:pt x="0" y="843649"/>
                  </a:lnTo>
                  <a:lnTo>
                    <a:pt x="1025445" y="0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8114772" y="6254188"/>
              <a:ext cx="1025525" cy="1417955"/>
            </a:xfrm>
            <a:custGeom>
              <a:avLst/>
              <a:gdLst/>
              <a:ahLst/>
              <a:cxnLst/>
              <a:rect l="l" t="t" r="r" b="b"/>
              <a:pathLst>
                <a:path w="1025525" h="1417954">
                  <a:moveTo>
                    <a:pt x="1025445" y="0"/>
                  </a:moveTo>
                  <a:lnTo>
                    <a:pt x="0" y="843660"/>
                  </a:lnTo>
                  <a:lnTo>
                    <a:pt x="0" y="1417454"/>
                  </a:lnTo>
                  <a:lnTo>
                    <a:pt x="1025445" y="1417454"/>
                  </a:lnTo>
                  <a:lnTo>
                    <a:pt x="10254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8114778" y="6254195"/>
              <a:ext cx="1025525" cy="843915"/>
            </a:xfrm>
            <a:custGeom>
              <a:avLst/>
              <a:gdLst/>
              <a:ahLst/>
              <a:cxnLst/>
              <a:rect l="l" t="t" r="r" b="b"/>
              <a:pathLst>
                <a:path w="1025525" h="843915">
                  <a:moveTo>
                    <a:pt x="1025445" y="0"/>
                  </a:moveTo>
                  <a:lnTo>
                    <a:pt x="7413" y="432929"/>
                  </a:lnTo>
                  <a:lnTo>
                    <a:pt x="0" y="843649"/>
                  </a:lnTo>
                  <a:lnTo>
                    <a:pt x="1025445" y="0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9526390" y="7583141"/>
              <a:ext cx="203200" cy="88900"/>
            </a:xfrm>
            <a:custGeom>
              <a:avLst/>
              <a:gdLst/>
              <a:ahLst/>
              <a:cxnLst/>
              <a:rect l="l" t="t" r="r" b="b"/>
              <a:pathLst>
                <a:path w="203200" h="88900">
                  <a:moveTo>
                    <a:pt x="202841" y="0"/>
                  </a:moveTo>
                  <a:lnTo>
                    <a:pt x="0" y="0"/>
                  </a:lnTo>
                  <a:lnTo>
                    <a:pt x="0" y="88499"/>
                  </a:lnTo>
                  <a:lnTo>
                    <a:pt x="202841" y="88499"/>
                  </a:lnTo>
                  <a:lnTo>
                    <a:pt x="202841" y="0"/>
                  </a:lnTo>
                  <a:close/>
                </a:path>
              </a:pathLst>
            </a:custGeom>
            <a:solidFill>
              <a:srgbClr val="6868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8114767" y="6254197"/>
              <a:ext cx="2533015" cy="843915"/>
            </a:xfrm>
            <a:custGeom>
              <a:avLst/>
              <a:gdLst/>
              <a:ahLst/>
              <a:cxnLst/>
              <a:rect l="l" t="t" r="r" b="b"/>
              <a:pathLst>
                <a:path w="2533015" h="843915">
                  <a:moveTo>
                    <a:pt x="1025448" y="0"/>
                  </a:moveTo>
                  <a:lnTo>
                    <a:pt x="490258" y="227596"/>
                  </a:lnTo>
                  <a:lnTo>
                    <a:pt x="490258" y="77317"/>
                  </a:lnTo>
                  <a:lnTo>
                    <a:pt x="506691" y="77317"/>
                  </a:lnTo>
                  <a:lnTo>
                    <a:pt x="506691" y="0"/>
                  </a:lnTo>
                  <a:lnTo>
                    <a:pt x="396671" y="0"/>
                  </a:lnTo>
                  <a:lnTo>
                    <a:pt x="396671" y="77317"/>
                  </a:lnTo>
                  <a:lnTo>
                    <a:pt x="413092" y="77317"/>
                  </a:lnTo>
                  <a:lnTo>
                    <a:pt x="413092" y="260413"/>
                  </a:lnTo>
                  <a:lnTo>
                    <a:pt x="250380" y="329615"/>
                  </a:lnTo>
                  <a:lnTo>
                    <a:pt x="250380" y="77317"/>
                  </a:lnTo>
                  <a:lnTo>
                    <a:pt x="266801" y="77317"/>
                  </a:lnTo>
                  <a:lnTo>
                    <a:pt x="266801" y="0"/>
                  </a:lnTo>
                  <a:lnTo>
                    <a:pt x="156781" y="0"/>
                  </a:lnTo>
                  <a:lnTo>
                    <a:pt x="156781" y="77317"/>
                  </a:lnTo>
                  <a:lnTo>
                    <a:pt x="173202" y="77317"/>
                  </a:lnTo>
                  <a:lnTo>
                    <a:pt x="173202" y="362432"/>
                  </a:lnTo>
                  <a:lnTo>
                    <a:pt x="7416" y="432930"/>
                  </a:lnTo>
                  <a:lnTo>
                    <a:pt x="0" y="843648"/>
                  </a:lnTo>
                  <a:lnTo>
                    <a:pt x="1025448" y="0"/>
                  </a:lnTo>
                  <a:close/>
                </a:path>
                <a:path w="2533015" h="843915">
                  <a:moveTo>
                    <a:pt x="1279652" y="0"/>
                  </a:moveTo>
                  <a:lnTo>
                    <a:pt x="1169631" y="0"/>
                  </a:lnTo>
                  <a:lnTo>
                    <a:pt x="1169631" y="77317"/>
                  </a:lnTo>
                  <a:lnTo>
                    <a:pt x="1186065" y="77317"/>
                  </a:lnTo>
                  <a:lnTo>
                    <a:pt x="1186065" y="384009"/>
                  </a:lnTo>
                  <a:lnTo>
                    <a:pt x="1263230" y="384009"/>
                  </a:lnTo>
                  <a:lnTo>
                    <a:pt x="1263230" y="77317"/>
                  </a:lnTo>
                  <a:lnTo>
                    <a:pt x="1279652" y="77317"/>
                  </a:lnTo>
                  <a:lnTo>
                    <a:pt x="1279652" y="0"/>
                  </a:lnTo>
                  <a:close/>
                </a:path>
                <a:path w="2533015" h="843915">
                  <a:moveTo>
                    <a:pt x="1519542" y="0"/>
                  </a:moveTo>
                  <a:lnTo>
                    <a:pt x="1409522" y="0"/>
                  </a:lnTo>
                  <a:lnTo>
                    <a:pt x="1409522" y="77317"/>
                  </a:lnTo>
                  <a:lnTo>
                    <a:pt x="1425956" y="77317"/>
                  </a:lnTo>
                  <a:lnTo>
                    <a:pt x="1425956" y="384009"/>
                  </a:lnTo>
                  <a:lnTo>
                    <a:pt x="1503121" y="384009"/>
                  </a:lnTo>
                  <a:lnTo>
                    <a:pt x="1503121" y="77317"/>
                  </a:lnTo>
                  <a:lnTo>
                    <a:pt x="1519542" y="77317"/>
                  </a:lnTo>
                  <a:lnTo>
                    <a:pt x="1519542" y="0"/>
                  </a:lnTo>
                  <a:close/>
                </a:path>
                <a:path w="2533015" h="843915">
                  <a:moveTo>
                    <a:pt x="2292502" y="0"/>
                  </a:moveTo>
                  <a:lnTo>
                    <a:pt x="2182482" y="0"/>
                  </a:lnTo>
                  <a:lnTo>
                    <a:pt x="2182482" y="77317"/>
                  </a:lnTo>
                  <a:lnTo>
                    <a:pt x="2198916" y="77317"/>
                  </a:lnTo>
                  <a:lnTo>
                    <a:pt x="2198916" y="384009"/>
                  </a:lnTo>
                  <a:lnTo>
                    <a:pt x="2276081" y="384009"/>
                  </a:lnTo>
                  <a:lnTo>
                    <a:pt x="2276081" y="77317"/>
                  </a:lnTo>
                  <a:lnTo>
                    <a:pt x="2292502" y="77317"/>
                  </a:lnTo>
                  <a:lnTo>
                    <a:pt x="2292502" y="0"/>
                  </a:lnTo>
                  <a:close/>
                </a:path>
                <a:path w="2533015" h="843915">
                  <a:moveTo>
                    <a:pt x="2532405" y="0"/>
                  </a:moveTo>
                  <a:lnTo>
                    <a:pt x="2422385" y="0"/>
                  </a:lnTo>
                  <a:lnTo>
                    <a:pt x="2422385" y="77317"/>
                  </a:lnTo>
                  <a:lnTo>
                    <a:pt x="2438806" y="77317"/>
                  </a:lnTo>
                  <a:lnTo>
                    <a:pt x="2438806" y="384009"/>
                  </a:lnTo>
                  <a:lnTo>
                    <a:pt x="2515971" y="384009"/>
                  </a:lnTo>
                  <a:lnTo>
                    <a:pt x="2515971" y="77317"/>
                  </a:lnTo>
                  <a:lnTo>
                    <a:pt x="2532405" y="77317"/>
                  </a:lnTo>
                  <a:lnTo>
                    <a:pt x="2532405" y="0"/>
                  </a:lnTo>
                  <a:close/>
                </a:path>
              </a:pathLst>
            </a:custGeom>
            <a:solidFill>
              <a:srgbClr val="2C92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8115960" y="6404197"/>
              <a:ext cx="842010" cy="628015"/>
            </a:xfrm>
            <a:custGeom>
              <a:avLst/>
              <a:gdLst/>
              <a:ahLst/>
              <a:cxnLst/>
              <a:rect l="l" t="t" r="r" b="b"/>
              <a:pathLst>
                <a:path w="842009" h="628015">
                  <a:moveTo>
                    <a:pt x="221576" y="510387"/>
                  </a:moveTo>
                  <a:lnTo>
                    <a:pt x="444" y="603529"/>
                  </a:lnTo>
                  <a:lnTo>
                    <a:pt x="0" y="627964"/>
                  </a:lnTo>
                  <a:lnTo>
                    <a:pt x="161175" y="560082"/>
                  </a:lnTo>
                  <a:lnTo>
                    <a:pt x="221576" y="510387"/>
                  </a:lnTo>
                  <a:close/>
                </a:path>
                <a:path w="842009" h="628015">
                  <a:moveTo>
                    <a:pt x="428371" y="340245"/>
                  </a:moveTo>
                  <a:lnTo>
                    <a:pt x="1955" y="519861"/>
                  </a:lnTo>
                  <a:lnTo>
                    <a:pt x="1511" y="544296"/>
                  </a:lnTo>
                  <a:lnTo>
                    <a:pt x="367969" y="389940"/>
                  </a:lnTo>
                  <a:lnTo>
                    <a:pt x="428371" y="340245"/>
                  </a:lnTo>
                  <a:close/>
                </a:path>
                <a:path w="842009" h="628015">
                  <a:moveTo>
                    <a:pt x="635139" y="170129"/>
                  </a:moveTo>
                  <a:lnTo>
                    <a:pt x="3454" y="436206"/>
                  </a:lnTo>
                  <a:lnTo>
                    <a:pt x="3022" y="460641"/>
                  </a:lnTo>
                  <a:lnTo>
                    <a:pt x="574738" y="219824"/>
                  </a:lnTo>
                  <a:lnTo>
                    <a:pt x="635139" y="170129"/>
                  </a:lnTo>
                  <a:close/>
                </a:path>
                <a:path w="842009" h="628015">
                  <a:moveTo>
                    <a:pt x="841933" y="0"/>
                  </a:moveTo>
                  <a:lnTo>
                    <a:pt x="4965" y="352539"/>
                  </a:lnTo>
                  <a:lnTo>
                    <a:pt x="4533" y="376974"/>
                  </a:lnTo>
                  <a:lnTo>
                    <a:pt x="781532" y="49682"/>
                  </a:lnTo>
                  <a:lnTo>
                    <a:pt x="841933" y="0"/>
                  </a:lnTo>
                  <a:close/>
                </a:path>
              </a:pathLst>
            </a:custGeom>
            <a:solidFill>
              <a:srgbClr val="FFFFFF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9121595" y="6254195"/>
              <a:ext cx="1025525" cy="843915"/>
            </a:xfrm>
            <a:custGeom>
              <a:avLst/>
              <a:gdLst/>
              <a:ahLst/>
              <a:cxnLst/>
              <a:rect l="l" t="t" r="r" b="b"/>
              <a:pathLst>
                <a:path w="1025525" h="843915">
                  <a:moveTo>
                    <a:pt x="1025445" y="0"/>
                  </a:moveTo>
                  <a:lnTo>
                    <a:pt x="7413" y="432929"/>
                  </a:lnTo>
                  <a:lnTo>
                    <a:pt x="0" y="843649"/>
                  </a:lnTo>
                  <a:lnTo>
                    <a:pt x="1025445" y="0"/>
                  </a:lnTo>
                  <a:close/>
                </a:path>
              </a:pathLst>
            </a:custGeom>
            <a:solidFill>
              <a:srgbClr val="2C92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9122778" y="6404197"/>
              <a:ext cx="842010" cy="628015"/>
            </a:xfrm>
            <a:custGeom>
              <a:avLst/>
              <a:gdLst/>
              <a:ahLst/>
              <a:cxnLst/>
              <a:rect l="l" t="t" r="r" b="b"/>
              <a:pathLst>
                <a:path w="842009" h="628015">
                  <a:moveTo>
                    <a:pt x="221564" y="510387"/>
                  </a:moveTo>
                  <a:lnTo>
                    <a:pt x="431" y="603529"/>
                  </a:lnTo>
                  <a:lnTo>
                    <a:pt x="0" y="627964"/>
                  </a:lnTo>
                  <a:lnTo>
                    <a:pt x="161163" y="560082"/>
                  </a:lnTo>
                  <a:lnTo>
                    <a:pt x="221564" y="510387"/>
                  </a:lnTo>
                  <a:close/>
                </a:path>
                <a:path w="842009" h="628015">
                  <a:moveTo>
                    <a:pt x="428358" y="340245"/>
                  </a:moveTo>
                  <a:lnTo>
                    <a:pt x="1943" y="519861"/>
                  </a:lnTo>
                  <a:lnTo>
                    <a:pt x="1498" y="544296"/>
                  </a:lnTo>
                  <a:lnTo>
                    <a:pt x="367969" y="389940"/>
                  </a:lnTo>
                  <a:lnTo>
                    <a:pt x="428358" y="340245"/>
                  </a:lnTo>
                  <a:close/>
                </a:path>
                <a:path w="842009" h="628015">
                  <a:moveTo>
                    <a:pt x="635127" y="170129"/>
                  </a:moveTo>
                  <a:lnTo>
                    <a:pt x="3454" y="436206"/>
                  </a:lnTo>
                  <a:lnTo>
                    <a:pt x="3009" y="460641"/>
                  </a:lnTo>
                  <a:lnTo>
                    <a:pt x="574738" y="219824"/>
                  </a:lnTo>
                  <a:lnTo>
                    <a:pt x="635127" y="170129"/>
                  </a:lnTo>
                  <a:close/>
                </a:path>
                <a:path w="842009" h="628015">
                  <a:moveTo>
                    <a:pt x="841921" y="0"/>
                  </a:moveTo>
                  <a:lnTo>
                    <a:pt x="4965" y="352539"/>
                  </a:lnTo>
                  <a:lnTo>
                    <a:pt x="4521" y="376986"/>
                  </a:lnTo>
                  <a:lnTo>
                    <a:pt x="781532" y="49682"/>
                  </a:lnTo>
                  <a:lnTo>
                    <a:pt x="841921" y="0"/>
                  </a:lnTo>
                  <a:close/>
                </a:path>
              </a:pathLst>
            </a:custGeom>
            <a:solidFill>
              <a:srgbClr val="FFFFFF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0135523" y="6254195"/>
              <a:ext cx="1025525" cy="843915"/>
            </a:xfrm>
            <a:custGeom>
              <a:avLst/>
              <a:gdLst/>
              <a:ahLst/>
              <a:cxnLst/>
              <a:rect l="l" t="t" r="r" b="b"/>
              <a:pathLst>
                <a:path w="1025525" h="843915">
                  <a:moveTo>
                    <a:pt x="1025445" y="0"/>
                  </a:moveTo>
                  <a:lnTo>
                    <a:pt x="7413" y="432929"/>
                  </a:lnTo>
                  <a:lnTo>
                    <a:pt x="0" y="843649"/>
                  </a:lnTo>
                  <a:lnTo>
                    <a:pt x="1025445" y="0"/>
                  </a:lnTo>
                  <a:close/>
                </a:path>
              </a:pathLst>
            </a:custGeom>
            <a:solidFill>
              <a:srgbClr val="2C92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0136708" y="6404197"/>
              <a:ext cx="842010" cy="628015"/>
            </a:xfrm>
            <a:custGeom>
              <a:avLst/>
              <a:gdLst/>
              <a:ahLst/>
              <a:cxnLst/>
              <a:rect l="l" t="t" r="r" b="b"/>
              <a:pathLst>
                <a:path w="842009" h="628015">
                  <a:moveTo>
                    <a:pt x="221564" y="510387"/>
                  </a:moveTo>
                  <a:lnTo>
                    <a:pt x="431" y="603529"/>
                  </a:lnTo>
                  <a:lnTo>
                    <a:pt x="0" y="627964"/>
                  </a:lnTo>
                  <a:lnTo>
                    <a:pt x="161163" y="560082"/>
                  </a:lnTo>
                  <a:lnTo>
                    <a:pt x="221564" y="510387"/>
                  </a:lnTo>
                  <a:close/>
                </a:path>
                <a:path w="842009" h="628015">
                  <a:moveTo>
                    <a:pt x="428358" y="340245"/>
                  </a:moveTo>
                  <a:lnTo>
                    <a:pt x="1943" y="519861"/>
                  </a:lnTo>
                  <a:lnTo>
                    <a:pt x="1498" y="544296"/>
                  </a:lnTo>
                  <a:lnTo>
                    <a:pt x="367957" y="389940"/>
                  </a:lnTo>
                  <a:lnTo>
                    <a:pt x="428358" y="340245"/>
                  </a:lnTo>
                  <a:close/>
                </a:path>
                <a:path w="842009" h="628015">
                  <a:moveTo>
                    <a:pt x="635127" y="170129"/>
                  </a:moveTo>
                  <a:lnTo>
                    <a:pt x="3454" y="436206"/>
                  </a:lnTo>
                  <a:lnTo>
                    <a:pt x="3009" y="460641"/>
                  </a:lnTo>
                  <a:lnTo>
                    <a:pt x="574725" y="219824"/>
                  </a:lnTo>
                  <a:lnTo>
                    <a:pt x="635127" y="170129"/>
                  </a:lnTo>
                  <a:close/>
                </a:path>
                <a:path w="842009" h="628015">
                  <a:moveTo>
                    <a:pt x="841921" y="0"/>
                  </a:moveTo>
                  <a:lnTo>
                    <a:pt x="4965" y="352539"/>
                  </a:lnTo>
                  <a:lnTo>
                    <a:pt x="4521" y="376974"/>
                  </a:lnTo>
                  <a:lnTo>
                    <a:pt x="781532" y="49682"/>
                  </a:lnTo>
                  <a:lnTo>
                    <a:pt x="841921" y="0"/>
                  </a:lnTo>
                  <a:close/>
                </a:path>
              </a:pathLst>
            </a:custGeom>
            <a:solidFill>
              <a:srgbClr val="FFFFFF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0483358" y="6798483"/>
              <a:ext cx="434975" cy="699770"/>
            </a:xfrm>
            <a:custGeom>
              <a:avLst/>
              <a:gdLst/>
              <a:ahLst/>
              <a:cxnLst/>
              <a:rect l="l" t="t" r="r" b="b"/>
              <a:pathLst>
                <a:path w="434975" h="699770">
                  <a:moveTo>
                    <a:pt x="434782" y="0"/>
                  </a:moveTo>
                  <a:lnTo>
                    <a:pt x="0" y="393338"/>
                  </a:lnTo>
                  <a:lnTo>
                    <a:pt x="237730" y="393338"/>
                  </a:lnTo>
                  <a:lnTo>
                    <a:pt x="55914" y="699633"/>
                  </a:lnTo>
                  <a:lnTo>
                    <a:pt x="428332" y="306294"/>
                  </a:lnTo>
                  <a:lnTo>
                    <a:pt x="234170" y="306294"/>
                  </a:lnTo>
                  <a:lnTo>
                    <a:pt x="434782" y="0"/>
                  </a:lnTo>
                  <a:close/>
                </a:path>
              </a:pathLst>
            </a:custGeom>
            <a:solidFill>
              <a:srgbClr val="2C92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8114778" y="6346751"/>
              <a:ext cx="808355" cy="1326515"/>
            </a:xfrm>
            <a:custGeom>
              <a:avLst/>
              <a:gdLst/>
              <a:ahLst/>
              <a:cxnLst/>
              <a:rect l="l" t="t" r="r" b="b"/>
              <a:pathLst>
                <a:path w="808354" h="1326515">
                  <a:moveTo>
                    <a:pt x="807786" y="0"/>
                  </a:moveTo>
                  <a:lnTo>
                    <a:pt x="0" y="393139"/>
                  </a:lnTo>
                  <a:lnTo>
                    <a:pt x="0" y="1326001"/>
                  </a:lnTo>
                  <a:lnTo>
                    <a:pt x="556841" y="1326001"/>
                  </a:lnTo>
                  <a:lnTo>
                    <a:pt x="807786" y="0"/>
                  </a:lnTo>
                  <a:close/>
                </a:path>
              </a:pathLst>
            </a:custGeom>
            <a:solidFill>
              <a:srgbClr val="281B1F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" name="object 70" descr=""/>
          <p:cNvGrpSpPr/>
          <p:nvPr/>
        </p:nvGrpSpPr>
        <p:grpSpPr>
          <a:xfrm>
            <a:off x="2707346" y="5829606"/>
            <a:ext cx="1789430" cy="1350645"/>
            <a:chOff x="2707346" y="5829606"/>
            <a:chExt cx="1789430" cy="1350645"/>
          </a:xfrm>
        </p:grpSpPr>
        <p:sp>
          <p:nvSpPr>
            <p:cNvPr id="71" name="object 71" descr=""/>
            <p:cNvSpPr/>
            <p:nvPr/>
          </p:nvSpPr>
          <p:spPr>
            <a:xfrm>
              <a:off x="3401288" y="7152735"/>
              <a:ext cx="607695" cy="27940"/>
            </a:xfrm>
            <a:custGeom>
              <a:avLst/>
              <a:gdLst/>
              <a:ahLst/>
              <a:cxnLst/>
              <a:rect l="l" t="t" r="r" b="b"/>
              <a:pathLst>
                <a:path w="607695" h="27940">
                  <a:moveTo>
                    <a:pt x="607580" y="0"/>
                  </a:moveTo>
                  <a:lnTo>
                    <a:pt x="0" y="0"/>
                  </a:lnTo>
                  <a:lnTo>
                    <a:pt x="0" y="13741"/>
                  </a:lnTo>
                  <a:lnTo>
                    <a:pt x="0" y="27495"/>
                  </a:lnTo>
                  <a:lnTo>
                    <a:pt x="607580" y="27495"/>
                  </a:lnTo>
                  <a:lnTo>
                    <a:pt x="607580" y="13741"/>
                  </a:lnTo>
                  <a:lnTo>
                    <a:pt x="607580" y="0"/>
                  </a:lnTo>
                  <a:close/>
                </a:path>
              </a:pathLst>
            </a:custGeom>
            <a:solidFill>
              <a:srgbClr val="281B1F">
                <a:alpha val="54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49713" y="6867403"/>
              <a:ext cx="59129" cy="299069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2707346" y="5829608"/>
              <a:ext cx="1767839" cy="1016000"/>
            </a:xfrm>
            <a:custGeom>
              <a:avLst/>
              <a:gdLst/>
              <a:ahLst/>
              <a:cxnLst/>
              <a:rect l="l" t="t" r="r" b="b"/>
              <a:pathLst>
                <a:path w="1767839" h="1016000">
                  <a:moveTo>
                    <a:pt x="1767276" y="0"/>
                  </a:moveTo>
                  <a:lnTo>
                    <a:pt x="254557" y="0"/>
                  </a:lnTo>
                  <a:lnTo>
                    <a:pt x="0" y="1015759"/>
                  </a:lnTo>
                  <a:lnTo>
                    <a:pt x="1547827" y="1015759"/>
                  </a:lnTo>
                  <a:lnTo>
                    <a:pt x="1767276" y="0"/>
                  </a:lnTo>
                  <a:close/>
                </a:path>
              </a:pathLst>
            </a:custGeom>
            <a:solidFill>
              <a:srgbClr val="F3F0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52345" y="5864722"/>
              <a:ext cx="1681278" cy="945531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2707352" y="6845367"/>
              <a:ext cx="1576070" cy="29845"/>
            </a:xfrm>
            <a:custGeom>
              <a:avLst/>
              <a:gdLst/>
              <a:ahLst/>
              <a:cxnLst/>
              <a:rect l="l" t="t" r="r" b="b"/>
              <a:pathLst>
                <a:path w="1576070" h="29845">
                  <a:moveTo>
                    <a:pt x="1547827" y="0"/>
                  </a:moveTo>
                  <a:lnTo>
                    <a:pt x="0" y="0"/>
                  </a:lnTo>
                  <a:lnTo>
                    <a:pt x="48155" y="22952"/>
                  </a:lnTo>
                  <a:lnTo>
                    <a:pt x="1575491" y="29527"/>
                  </a:lnTo>
                  <a:lnTo>
                    <a:pt x="1547827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4255170" y="5829606"/>
              <a:ext cx="241300" cy="1045844"/>
            </a:xfrm>
            <a:custGeom>
              <a:avLst/>
              <a:gdLst/>
              <a:ahLst/>
              <a:cxnLst/>
              <a:rect l="l" t="t" r="r" b="b"/>
              <a:pathLst>
                <a:path w="241300" h="1045845">
                  <a:moveTo>
                    <a:pt x="219448" y="0"/>
                  </a:moveTo>
                  <a:lnTo>
                    <a:pt x="0" y="1015759"/>
                  </a:lnTo>
                  <a:lnTo>
                    <a:pt x="27674" y="1045287"/>
                  </a:lnTo>
                  <a:lnTo>
                    <a:pt x="241270" y="70217"/>
                  </a:lnTo>
                  <a:lnTo>
                    <a:pt x="219448" y="0"/>
                  </a:lnTo>
                  <a:close/>
                </a:path>
              </a:pathLst>
            </a:custGeom>
            <a:solidFill>
              <a:srgbClr val="D5D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828645" y="5840482"/>
              <a:ext cx="1564005" cy="993140"/>
            </a:xfrm>
            <a:custGeom>
              <a:avLst/>
              <a:gdLst/>
              <a:ahLst/>
              <a:cxnLst/>
              <a:rect l="l" t="t" r="r" b="b"/>
              <a:pathLst>
                <a:path w="1564004" h="993140">
                  <a:moveTo>
                    <a:pt x="1563547" y="271399"/>
                  </a:moveTo>
                  <a:lnTo>
                    <a:pt x="1271206" y="271399"/>
                  </a:lnTo>
                  <a:lnTo>
                    <a:pt x="1335824" y="9906"/>
                  </a:lnTo>
                  <a:lnTo>
                    <a:pt x="1310119" y="3543"/>
                  </a:lnTo>
                  <a:lnTo>
                    <a:pt x="1243926" y="271399"/>
                  </a:lnTo>
                  <a:lnTo>
                    <a:pt x="1237386" y="271399"/>
                  </a:lnTo>
                  <a:lnTo>
                    <a:pt x="1237386" y="297878"/>
                  </a:lnTo>
                  <a:lnTo>
                    <a:pt x="1168006" y="578624"/>
                  </a:lnTo>
                  <a:lnTo>
                    <a:pt x="902703" y="578624"/>
                  </a:lnTo>
                  <a:lnTo>
                    <a:pt x="972070" y="297878"/>
                  </a:lnTo>
                  <a:lnTo>
                    <a:pt x="1237386" y="297878"/>
                  </a:lnTo>
                  <a:lnTo>
                    <a:pt x="1237386" y="271399"/>
                  </a:lnTo>
                  <a:lnTo>
                    <a:pt x="978611" y="271399"/>
                  </a:lnTo>
                  <a:lnTo>
                    <a:pt x="1043228" y="9906"/>
                  </a:lnTo>
                  <a:lnTo>
                    <a:pt x="1017524" y="3543"/>
                  </a:lnTo>
                  <a:lnTo>
                    <a:pt x="951331" y="271399"/>
                  </a:lnTo>
                  <a:lnTo>
                    <a:pt x="944791" y="271399"/>
                  </a:lnTo>
                  <a:lnTo>
                    <a:pt x="944791" y="297878"/>
                  </a:lnTo>
                  <a:lnTo>
                    <a:pt x="875411" y="578624"/>
                  </a:lnTo>
                  <a:lnTo>
                    <a:pt x="610095" y="578624"/>
                  </a:lnTo>
                  <a:lnTo>
                    <a:pt x="679462" y="297878"/>
                  </a:lnTo>
                  <a:lnTo>
                    <a:pt x="944791" y="297878"/>
                  </a:lnTo>
                  <a:lnTo>
                    <a:pt x="944791" y="271399"/>
                  </a:lnTo>
                  <a:lnTo>
                    <a:pt x="686003" y="271399"/>
                  </a:lnTo>
                  <a:lnTo>
                    <a:pt x="750620" y="9906"/>
                  </a:lnTo>
                  <a:lnTo>
                    <a:pt x="724916" y="3543"/>
                  </a:lnTo>
                  <a:lnTo>
                    <a:pt x="658723" y="271399"/>
                  </a:lnTo>
                  <a:lnTo>
                    <a:pt x="652183" y="271399"/>
                  </a:lnTo>
                  <a:lnTo>
                    <a:pt x="652183" y="297878"/>
                  </a:lnTo>
                  <a:lnTo>
                    <a:pt x="582815" y="578624"/>
                  </a:lnTo>
                  <a:lnTo>
                    <a:pt x="317512" y="578624"/>
                  </a:lnTo>
                  <a:lnTo>
                    <a:pt x="386880" y="297878"/>
                  </a:lnTo>
                  <a:lnTo>
                    <a:pt x="652183" y="297878"/>
                  </a:lnTo>
                  <a:lnTo>
                    <a:pt x="652183" y="271399"/>
                  </a:lnTo>
                  <a:lnTo>
                    <a:pt x="393420" y="271399"/>
                  </a:lnTo>
                  <a:lnTo>
                    <a:pt x="458914" y="6362"/>
                  </a:lnTo>
                  <a:lnTo>
                    <a:pt x="433209" y="0"/>
                  </a:lnTo>
                  <a:lnTo>
                    <a:pt x="366141" y="271399"/>
                  </a:lnTo>
                  <a:lnTo>
                    <a:pt x="73507" y="271399"/>
                  </a:lnTo>
                  <a:lnTo>
                    <a:pt x="73507" y="297878"/>
                  </a:lnTo>
                  <a:lnTo>
                    <a:pt x="359600" y="297878"/>
                  </a:lnTo>
                  <a:lnTo>
                    <a:pt x="290220" y="578624"/>
                  </a:lnTo>
                  <a:lnTo>
                    <a:pt x="0" y="578624"/>
                  </a:lnTo>
                  <a:lnTo>
                    <a:pt x="0" y="605104"/>
                  </a:lnTo>
                  <a:lnTo>
                    <a:pt x="283679" y="605104"/>
                  </a:lnTo>
                  <a:lnTo>
                    <a:pt x="189420" y="986624"/>
                  </a:lnTo>
                  <a:lnTo>
                    <a:pt x="215138" y="992987"/>
                  </a:lnTo>
                  <a:lnTo>
                    <a:pt x="310972" y="605104"/>
                  </a:lnTo>
                  <a:lnTo>
                    <a:pt x="576275" y="605104"/>
                  </a:lnTo>
                  <a:lnTo>
                    <a:pt x="483247" y="981633"/>
                  </a:lnTo>
                  <a:lnTo>
                    <a:pt x="508952" y="987996"/>
                  </a:lnTo>
                  <a:lnTo>
                    <a:pt x="603554" y="605104"/>
                  </a:lnTo>
                  <a:lnTo>
                    <a:pt x="868870" y="605104"/>
                  </a:lnTo>
                  <a:lnTo>
                    <a:pt x="774611" y="986624"/>
                  </a:lnTo>
                  <a:lnTo>
                    <a:pt x="800328" y="992987"/>
                  </a:lnTo>
                  <a:lnTo>
                    <a:pt x="896162" y="605104"/>
                  </a:lnTo>
                  <a:lnTo>
                    <a:pt x="1161465" y="605104"/>
                  </a:lnTo>
                  <a:lnTo>
                    <a:pt x="1067193" y="986624"/>
                  </a:lnTo>
                  <a:lnTo>
                    <a:pt x="1092911" y="992987"/>
                  </a:lnTo>
                  <a:lnTo>
                    <a:pt x="1188745" y="605104"/>
                  </a:lnTo>
                  <a:lnTo>
                    <a:pt x="1495513" y="605104"/>
                  </a:lnTo>
                  <a:lnTo>
                    <a:pt x="1495513" y="578624"/>
                  </a:lnTo>
                  <a:lnTo>
                    <a:pt x="1195285" y="578624"/>
                  </a:lnTo>
                  <a:lnTo>
                    <a:pt x="1264666" y="297878"/>
                  </a:lnTo>
                  <a:lnTo>
                    <a:pt x="1563547" y="297878"/>
                  </a:lnTo>
                  <a:lnTo>
                    <a:pt x="1563547" y="271399"/>
                  </a:lnTo>
                  <a:close/>
                </a:path>
              </a:pathLst>
            </a:custGeom>
            <a:solidFill>
              <a:srgbClr val="F3F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8" name="object 78" descr=""/>
          <p:cNvGrpSpPr/>
          <p:nvPr/>
        </p:nvGrpSpPr>
        <p:grpSpPr>
          <a:xfrm>
            <a:off x="1730111" y="5982268"/>
            <a:ext cx="1789430" cy="1350645"/>
            <a:chOff x="1730111" y="5982268"/>
            <a:chExt cx="1789430" cy="1350645"/>
          </a:xfrm>
        </p:grpSpPr>
        <p:sp>
          <p:nvSpPr>
            <p:cNvPr id="79" name="object 79" descr=""/>
            <p:cNvSpPr/>
            <p:nvPr/>
          </p:nvSpPr>
          <p:spPr>
            <a:xfrm>
              <a:off x="2424049" y="7305401"/>
              <a:ext cx="607695" cy="27940"/>
            </a:xfrm>
            <a:custGeom>
              <a:avLst/>
              <a:gdLst/>
              <a:ahLst/>
              <a:cxnLst/>
              <a:rect l="l" t="t" r="r" b="b"/>
              <a:pathLst>
                <a:path w="607694" h="27940">
                  <a:moveTo>
                    <a:pt x="607580" y="0"/>
                  </a:moveTo>
                  <a:lnTo>
                    <a:pt x="0" y="0"/>
                  </a:lnTo>
                  <a:lnTo>
                    <a:pt x="0" y="13741"/>
                  </a:lnTo>
                  <a:lnTo>
                    <a:pt x="0" y="27495"/>
                  </a:lnTo>
                  <a:lnTo>
                    <a:pt x="607580" y="27495"/>
                  </a:lnTo>
                  <a:lnTo>
                    <a:pt x="607580" y="13741"/>
                  </a:lnTo>
                  <a:lnTo>
                    <a:pt x="607580" y="0"/>
                  </a:lnTo>
                  <a:close/>
                </a:path>
              </a:pathLst>
            </a:custGeom>
            <a:solidFill>
              <a:srgbClr val="281B1F">
                <a:alpha val="54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572476" y="7020058"/>
              <a:ext cx="59129" cy="299079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1730116" y="5982269"/>
              <a:ext cx="1767839" cy="1016000"/>
            </a:xfrm>
            <a:custGeom>
              <a:avLst/>
              <a:gdLst/>
              <a:ahLst/>
              <a:cxnLst/>
              <a:rect l="l" t="t" r="r" b="b"/>
              <a:pathLst>
                <a:path w="1767839" h="1016000">
                  <a:moveTo>
                    <a:pt x="1767265" y="0"/>
                  </a:moveTo>
                  <a:lnTo>
                    <a:pt x="254547" y="0"/>
                  </a:lnTo>
                  <a:lnTo>
                    <a:pt x="0" y="1015759"/>
                  </a:lnTo>
                  <a:lnTo>
                    <a:pt x="1547816" y="1015759"/>
                  </a:lnTo>
                  <a:lnTo>
                    <a:pt x="1767265" y="0"/>
                  </a:lnTo>
                  <a:close/>
                </a:path>
              </a:pathLst>
            </a:custGeom>
            <a:solidFill>
              <a:srgbClr val="F3F0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75108" y="6017387"/>
              <a:ext cx="1681278" cy="945531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1730111" y="6998028"/>
              <a:ext cx="1576070" cy="29845"/>
            </a:xfrm>
            <a:custGeom>
              <a:avLst/>
              <a:gdLst/>
              <a:ahLst/>
              <a:cxnLst/>
              <a:rect l="l" t="t" r="r" b="b"/>
              <a:pathLst>
                <a:path w="1576070" h="29845">
                  <a:moveTo>
                    <a:pt x="1547816" y="0"/>
                  </a:moveTo>
                  <a:lnTo>
                    <a:pt x="0" y="0"/>
                  </a:lnTo>
                  <a:lnTo>
                    <a:pt x="48155" y="22952"/>
                  </a:lnTo>
                  <a:lnTo>
                    <a:pt x="1575491" y="29527"/>
                  </a:lnTo>
                  <a:lnTo>
                    <a:pt x="1547816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3277930" y="5982268"/>
              <a:ext cx="241300" cy="1045844"/>
            </a:xfrm>
            <a:custGeom>
              <a:avLst/>
              <a:gdLst/>
              <a:ahLst/>
              <a:cxnLst/>
              <a:rect l="l" t="t" r="r" b="b"/>
              <a:pathLst>
                <a:path w="241300" h="1045845">
                  <a:moveTo>
                    <a:pt x="219448" y="0"/>
                  </a:moveTo>
                  <a:lnTo>
                    <a:pt x="0" y="1015759"/>
                  </a:lnTo>
                  <a:lnTo>
                    <a:pt x="27674" y="1045287"/>
                  </a:lnTo>
                  <a:lnTo>
                    <a:pt x="241270" y="70217"/>
                  </a:lnTo>
                  <a:lnTo>
                    <a:pt x="219448" y="0"/>
                  </a:lnTo>
                  <a:close/>
                </a:path>
              </a:pathLst>
            </a:custGeom>
            <a:solidFill>
              <a:srgbClr val="D5D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851406" y="5993148"/>
              <a:ext cx="1564005" cy="993140"/>
            </a:xfrm>
            <a:custGeom>
              <a:avLst/>
              <a:gdLst/>
              <a:ahLst/>
              <a:cxnLst/>
              <a:rect l="l" t="t" r="r" b="b"/>
              <a:pathLst>
                <a:path w="1564004" h="993140">
                  <a:moveTo>
                    <a:pt x="1563547" y="271399"/>
                  </a:moveTo>
                  <a:lnTo>
                    <a:pt x="1271206" y="271399"/>
                  </a:lnTo>
                  <a:lnTo>
                    <a:pt x="1335824" y="9906"/>
                  </a:lnTo>
                  <a:lnTo>
                    <a:pt x="1310119" y="3543"/>
                  </a:lnTo>
                  <a:lnTo>
                    <a:pt x="1243926" y="271399"/>
                  </a:lnTo>
                  <a:lnTo>
                    <a:pt x="1237373" y="271399"/>
                  </a:lnTo>
                  <a:lnTo>
                    <a:pt x="1237373" y="297878"/>
                  </a:lnTo>
                  <a:lnTo>
                    <a:pt x="1168006" y="578612"/>
                  </a:lnTo>
                  <a:lnTo>
                    <a:pt x="902703" y="578612"/>
                  </a:lnTo>
                  <a:lnTo>
                    <a:pt x="972070" y="297878"/>
                  </a:lnTo>
                  <a:lnTo>
                    <a:pt x="1237373" y="297878"/>
                  </a:lnTo>
                  <a:lnTo>
                    <a:pt x="1237373" y="271399"/>
                  </a:lnTo>
                  <a:lnTo>
                    <a:pt x="978611" y="271399"/>
                  </a:lnTo>
                  <a:lnTo>
                    <a:pt x="1043228" y="9906"/>
                  </a:lnTo>
                  <a:lnTo>
                    <a:pt x="1017524" y="3543"/>
                  </a:lnTo>
                  <a:lnTo>
                    <a:pt x="951331" y="271399"/>
                  </a:lnTo>
                  <a:lnTo>
                    <a:pt x="944791" y="271399"/>
                  </a:lnTo>
                  <a:lnTo>
                    <a:pt x="944791" y="297878"/>
                  </a:lnTo>
                  <a:lnTo>
                    <a:pt x="875423" y="578612"/>
                  </a:lnTo>
                  <a:lnTo>
                    <a:pt x="610095" y="578612"/>
                  </a:lnTo>
                  <a:lnTo>
                    <a:pt x="679462" y="297878"/>
                  </a:lnTo>
                  <a:lnTo>
                    <a:pt x="944791" y="297878"/>
                  </a:lnTo>
                  <a:lnTo>
                    <a:pt x="944791" y="271399"/>
                  </a:lnTo>
                  <a:lnTo>
                    <a:pt x="686003" y="271399"/>
                  </a:lnTo>
                  <a:lnTo>
                    <a:pt x="750620" y="9893"/>
                  </a:lnTo>
                  <a:lnTo>
                    <a:pt x="724916" y="3543"/>
                  </a:lnTo>
                  <a:lnTo>
                    <a:pt x="658723" y="271399"/>
                  </a:lnTo>
                  <a:lnTo>
                    <a:pt x="652183" y="271399"/>
                  </a:lnTo>
                  <a:lnTo>
                    <a:pt x="652183" y="297878"/>
                  </a:lnTo>
                  <a:lnTo>
                    <a:pt x="582815" y="578612"/>
                  </a:lnTo>
                  <a:lnTo>
                    <a:pt x="317512" y="578612"/>
                  </a:lnTo>
                  <a:lnTo>
                    <a:pt x="386880" y="297878"/>
                  </a:lnTo>
                  <a:lnTo>
                    <a:pt x="652183" y="297878"/>
                  </a:lnTo>
                  <a:lnTo>
                    <a:pt x="652183" y="271399"/>
                  </a:lnTo>
                  <a:lnTo>
                    <a:pt x="393420" y="271399"/>
                  </a:lnTo>
                  <a:lnTo>
                    <a:pt x="458914" y="6350"/>
                  </a:lnTo>
                  <a:lnTo>
                    <a:pt x="433209" y="0"/>
                  </a:lnTo>
                  <a:lnTo>
                    <a:pt x="366141" y="271399"/>
                  </a:lnTo>
                  <a:lnTo>
                    <a:pt x="73507" y="271399"/>
                  </a:lnTo>
                  <a:lnTo>
                    <a:pt x="73507" y="297878"/>
                  </a:lnTo>
                  <a:lnTo>
                    <a:pt x="359600" y="297878"/>
                  </a:lnTo>
                  <a:lnTo>
                    <a:pt x="290233" y="578612"/>
                  </a:lnTo>
                  <a:lnTo>
                    <a:pt x="0" y="578612"/>
                  </a:lnTo>
                  <a:lnTo>
                    <a:pt x="0" y="605091"/>
                  </a:lnTo>
                  <a:lnTo>
                    <a:pt x="283679" y="605091"/>
                  </a:lnTo>
                  <a:lnTo>
                    <a:pt x="189420" y="986612"/>
                  </a:lnTo>
                  <a:lnTo>
                    <a:pt x="215138" y="992987"/>
                  </a:lnTo>
                  <a:lnTo>
                    <a:pt x="310972" y="605091"/>
                  </a:lnTo>
                  <a:lnTo>
                    <a:pt x="576275" y="605091"/>
                  </a:lnTo>
                  <a:lnTo>
                    <a:pt x="483247" y="981621"/>
                  </a:lnTo>
                  <a:lnTo>
                    <a:pt x="508952" y="987996"/>
                  </a:lnTo>
                  <a:lnTo>
                    <a:pt x="603554" y="605091"/>
                  </a:lnTo>
                  <a:lnTo>
                    <a:pt x="868870" y="605091"/>
                  </a:lnTo>
                  <a:lnTo>
                    <a:pt x="774611" y="986612"/>
                  </a:lnTo>
                  <a:lnTo>
                    <a:pt x="800328" y="992987"/>
                  </a:lnTo>
                  <a:lnTo>
                    <a:pt x="896162" y="605091"/>
                  </a:lnTo>
                  <a:lnTo>
                    <a:pt x="1161453" y="605091"/>
                  </a:lnTo>
                  <a:lnTo>
                    <a:pt x="1067193" y="986612"/>
                  </a:lnTo>
                  <a:lnTo>
                    <a:pt x="1092911" y="992987"/>
                  </a:lnTo>
                  <a:lnTo>
                    <a:pt x="1188745" y="605091"/>
                  </a:lnTo>
                  <a:lnTo>
                    <a:pt x="1495526" y="605091"/>
                  </a:lnTo>
                  <a:lnTo>
                    <a:pt x="1495526" y="578612"/>
                  </a:lnTo>
                  <a:lnTo>
                    <a:pt x="1195298" y="578612"/>
                  </a:lnTo>
                  <a:lnTo>
                    <a:pt x="1264666" y="297878"/>
                  </a:lnTo>
                  <a:lnTo>
                    <a:pt x="1563547" y="297878"/>
                  </a:lnTo>
                  <a:lnTo>
                    <a:pt x="1563547" y="271399"/>
                  </a:lnTo>
                  <a:close/>
                </a:path>
              </a:pathLst>
            </a:custGeom>
            <a:solidFill>
              <a:srgbClr val="F3F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 descr=""/>
          <p:cNvGrpSpPr/>
          <p:nvPr/>
        </p:nvGrpSpPr>
        <p:grpSpPr>
          <a:xfrm>
            <a:off x="3566044" y="5705355"/>
            <a:ext cx="2366010" cy="1786255"/>
            <a:chOff x="3566044" y="5705355"/>
            <a:chExt cx="2366010" cy="1786255"/>
          </a:xfrm>
        </p:grpSpPr>
        <p:sp>
          <p:nvSpPr>
            <p:cNvPr id="87" name="object 87" descr=""/>
            <p:cNvSpPr/>
            <p:nvPr/>
          </p:nvSpPr>
          <p:spPr>
            <a:xfrm>
              <a:off x="4483578" y="7454776"/>
              <a:ext cx="803910" cy="36830"/>
            </a:xfrm>
            <a:custGeom>
              <a:avLst/>
              <a:gdLst/>
              <a:ahLst/>
              <a:cxnLst/>
              <a:rect l="l" t="t" r="r" b="b"/>
              <a:pathLst>
                <a:path w="803910" h="36829">
                  <a:moveTo>
                    <a:pt x="401663" y="0"/>
                  </a:moveTo>
                  <a:lnTo>
                    <a:pt x="320715" y="369"/>
                  </a:lnTo>
                  <a:lnTo>
                    <a:pt x="245320" y="1428"/>
                  </a:lnTo>
                  <a:lnTo>
                    <a:pt x="177092" y="3103"/>
                  </a:lnTo>
                  <a:lnTo>
                    <a:pt x="117646" y="5323"/>
                  </a:lnTo>
                  <a:lnTo>
                    <a:pt x="68599" y="8013"/>
                  </a:lnTo>
                  <a:lnTo>
                    <a:pt x="8160" y="14513"/>
                  </a:lnTo>
                  <a:lnTo>
                    <a:pt x="0" y="18177"/>
                  </a:lnTo>
                  <a:lnTo>
                    <a:pt x="8160" y="21841"/>
                  </a:lnTo>
                  <a:lnTo>
                    <a:pt x="68599" y="28341"/>
                  </a:lnTo>
                  <a:lnTo>
                    <a:pt x="117646" y="31031"/>
                  </a:lnTo>
                  <a:lnTo>
                    <a:pt x="177092" y="33251"/>
                  </a:lnTo>
                  <a:lnTo>
                    <a:pt x="245320" y="34926"/>
                  </a:lnTo>
                  <a:lnTo>
                    <a:pt x="320715" y="35985"/>
                  </a:lnTo>
                  <a:lnTo>
                    <a:pt x="401663" y="36354"/>
                  </a:lnTo>
                  <a:lnTo>
                    <a:pt x="482613" y="35985"/>
                  </a:lnTo>
                  <a:lnTo>
                    <a:pt x="558010" y="34926"/>
                  </a:lnTo>
                  <a:lnTo>
                    <a:pt x="626238" y="33251"/>
                  </a:lnTo>
                  <a:lnTo>
                    <a:pt x="685683" y="31031"/>
                  </a:lnTo>
                  <a:lnTo>
                    <a:pt x="734729" y="28341"/>
                  </a:lnTo>
                  <a:lnTo>
                    <a:pt x="795166" y="21841"/>
                  </a:lnTo>
                  <a:lnTo>
                    <a:pt x="803326" y="18177"/>
                  </a:lnTo>
                  <a:lnTo>
                    <a:pt x="795166" y="14513"/>
                  </a:lnTo>
                  <a:lnTo>
                    <a:pt x="734729" y="8013"/>
                  </a:lnTo>
                  <a:lnTo>
                    <a:pt x="685683" y="5323"/>
                  </a:lnTo>
                  <a:lnTo>
                    <a:pt x="626238" y="3103"/>
                  </a:lnTo>
                  <a:lnTo>
                    <a:pt x="558010" y="1428"/>
                  </a:lnTo>
                  <a:lnTo>
                    <a:pt x="482613" y="369"/>
                  </a:lnTo>
                  <a:lnTo>
                    <a:pt x="401663" y="0"/>
                  </a:lnTo>
                  <a:close/>
                </a:path>
              </a:pathLst>
            </a:custGeom>
            <a:solidFill>
              <a:srgbClr val="281B1F">
                <a:alpha val="54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679815" y="7077512"/>
              <a:ext cx="78165" cy="395443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3566048" y="5705358"/>
              <a:ext cx="2336800" cy="1343025"/>
            </a:xfrm>
            <a:custGeom>
              <a:avLst/>
              <a:gdLst/>
              <a:ahLst/>
              <a:cxnLst/>
              <a:rect l="l" t="t" r="r" b="b"/>
              <a:pathLst>
                <a:path w="2336800" h="1343025">
                  <a:moveTo>
                    <a:pt x="2336661" y="0"/>
                  </a:moveTo>
                  <a:lnTo>
                    <a:pt x="336565" y="0"/>
                  </a:lnTo>
                  <a:lnTo>
                    <a:pt x="0" y="1343027"/>
                  </a:lnTo>
                  <a:lnTo>
                    <a:pt x="2046513" y="1343027"/>
                  </a:lnTo>
                  <a:lnTo>
                    <a:pt x="2336661" y="0"/>
                  </a:lnTo>
                  <a:close/>
                </a:path>
              </a:pathLst>
            </a:custGeom>
            <a:solidFill>
              <a:srgbClr val="F3F0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625533" y="5751782"/>
              <a:ext cx="2222979" cy="1250182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3566044" y="7048385"/>
              <a:ext cx="2083435" cy="39370"/>
            </a:xfrm>
            <a:custGeom>
              <a:avLst/>
              <a:gdLst/>
              <a:ahLst/>
              <a:cxnLst/>
              <a:rect l="l" t="t" r="r" b="b"/>
              <a:pathLst>
                <a:path w="2083435" h="39370">
                  <a:moveTo>
                    <a:pt x="2046513" y="0"/>
                  </a:moveTo>
                  <a:lnTo>
                    <a:pt x="0" y="0"/>
                  </a:lnTo>
                  <a:lnTo>
                    <a:pt x="63662" y="30344"/>
                  </a:lnTo>
                  <a:lnTo>
                    <a:pt x="2083098" y="39045"/>
                  </a:lnTo>
                  <a:lnTo>
                    <a:pt x="2046513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5612562" y="5705355"/>
              <a:ext cx="319405" cy="1382395"/>
            </a:xfrm>
            <a:custGeom>
              <a:avLst/>
              <a:gdLst/>
              <a:ahLst/>
              <a:cxnLst/>
              <a:rect l="l" t="t" r="r" b="b"/>
              <a:pathLst>
                <a:path w="319404" h="1382395">
                  <a:moveTo>
                    <a:pt x="290148" y="0"/>
                  </a:moveTo>
                  <a:lnTo>
                    <a:pt x="0" y="1343027"/>
                  </a:lnTo>
                  <a:lnTo>
                    <a:pt x="36585" y="1382073"/>
                  </a:lnTo>
                  <a:lnTo>
                    <a:pt x="318995" y="92845"/>
                  </a:lnTo>
                  <a:lnTo>
                    <a:pt x="290148" y="0"/>
                  </a:lnTo>
                  <a:close/>
                </a:path>
              </a:pathLst>
            </a:custGeom>
            <a:solidFill>
              <a:srgbClr val="D5D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3726408" y="5719730"/>
              <a:ext cx="2067560" cy="1313180"/>
            </a:xfrm>
            <a:custGeom>
              <a:avLst/>
              <a:gdLst/>
              <a:ahLst/>
              <a:cxnLst/>
              <a:rect l="l" t="t" r="r" b="b"/>
              <a:pathLst>
                <a:path w="2067560" h="1313179">
                  <a:moveTo>
                    <a:pt x="2067318" y="358838"/>
                  </a:moveTo>
                  <a:lnTo>
                    <a:pt x="1680781" y="358838"/>
                  </a:lnTo>
                  <a:lnTo>
                    <a:pt x="1766214" y="13093"/>
                  </a:lnTo>
                  <a:lnTo>
                    <a:pt x="1732229" y="4686"/>
                  </a:lnTo>
                  <a:lnTo>
                    <a:pt x="1644713" y="358838"/>
                  </a:lnTo>
                  <a:lnTo>
                    <a:pt x="1636064" y="358838"/>
                  </a:lnTo>
                  <a:lnTo>
                    <a:pt x="1636064" y="393865"/>
                  </a:lnTo>
                  <a:lnTo>
                    <a:pt x="1544345" y="765048"/>
                  </a:lnTo>
                  <a:lnTo>
                    <a:pt x="1193546" y="765048"/>
                  </a:lnTo>
                  <a:lnTo>
                    <a:pt x="1285265" y="393865"/>
                  </a:lnTo>
                  <a:lnTo>
                    <a:pt x="1636064" y="393865"/>
                  </a:lnTo>
                  <a:lnTo>
                    <a:pt x="1636064" y="358838"/>
                  </a:lnTo>
                  <a:lnTo>
                    <a:pt x="1293926" y="358838"/>
                  </a:lnTo>
                  <a:lnTo>
                    <a:pt x="1379359" y="13093"/>
                  </a:lnTo>
                  <a:lnTo>
                    <a:pt x="1345361" y="4686"/>
                  </a:lnTo>
                  <a:lnTo>
                    <a:pt x="1257858" y="358838"/>
                  </a:lnTo>
                  <a:lnTo>
                    <a:pt x="1249197" y="358838"/>
                  </a:lnTo>
                  <a:lnTo>
                    <a:pt x="1249197" y="393865"/>
                  </a:lnTo>
                  <a:lnTo>
                    <a:pt x="1157478" y="765048"/>
                  </a:lnTo>
                  <a:lnTo>
                    <a:pt x="806678" y="765048"/>
                  </a:lnTo>
                  <a:lnTo>
                    <a:pt x="898398" y="393865"/>
                  </a:lnTo>
                  <a:lnTo>
                    <a:pt x="1249197" y="393865"/>
                  </a:lnTo>
                  <a:lnTo>
                    <a:pt x="1249197" y="358838"/>
                  </a:lnTo>
                  <a:lnTo>
                    <a:pt x="907059" y="358838"/>
                  </a:lnTo>
                  <a:lnTo>
                    <a:pt x="992492" y="13093"/>
                  </a:lnTo>
                  <a:lnTo>
                    <a:pt x="958507" y="4686"/>
                  </a:lnTo>
                  <a:lnTo>
                    <a:pt x="870991" y="358838"/>
                  </a:lnTo>
                  <a:lnTo>
                    <a:pt x="862342" y="358838"/>
                  </a:lnTo>
                  <a:lnTo>
                    <a:pt x="862342" y="393865"/>
                  </a:lnTo>
                  <a:lnTo>
                    <a:pt x="770623" y="765048"/>
                  </a:lnTo>
                  <a:lnTo>
                    <a:pt x="419811" y="765048"/>
                  </a:lnTo>
                  <a:lnTo>
                    <a:pt x="511530" y="393865"/>
                  </a:lnTo>
                  <a:lnTo>
                    <a:pt x="862342" y="393865"/>
                  </a:lnTo>
                  <a:lnTo>
                    <a:pt x="862342" y="358838"/>
                  </a:lnTo>
                  <a:lnTo>
                    <a:pt x="520192" y="358838"/>
                  </a:lnTo>
                  <a:lnTo>
                    <a:pt x="606780" y="8407"/>
                  </a:lnTo>
                  <a:lnTo>
                    <a:pt x="572795" y="0"/>
                  </a:lnTo>
                  <a:lnTo>
                    <a:pt x="484124" y="358838"/>
                  </a:lnTo>
                  <a:lnTo>
                    <a:pt x="97205" y="358838"/>
                  </a:lnTo>
                  <a:lnTo>
                    <a:pt x="97205" y="393865"/>
                  </a:lnTo>
                  <a:lnTo>
                    <a:pt x="475475" y="393865"/>
                  </a:lnTo>
                  <a:lnTo>
                    <a:pt x="383755" y="765048"/>
                  </a:lnTo>
                  <a:lnTo>
                    <a:pt x="0" y="765048"/>
                  </a:lnTo>
                  <a:lnTo>
                    <a:pt x="0" y="800061"/>
                  </a:lnTo>
                  <a:lnTo>
                    <a:pt x="375107" y="800061"/>
                  </a:lnTo>
                  <a:lnTo>
                    <a:pt x="250469" y="1304518"/>
                  </a:lnTo>
                  <a:lnTo>
                    <a:pt x="284454" y="1312926"/>
                  </a:lnTo>
                  <a:lnTo>
                    <a:pt x="411162" y="800061"/>
                  </a:lnTo>
                  <a:lnTo>
                    <a:pt x="761974" y="800061"/>
                  </a:lnTo>
                  <a:lnTo>
                    <a:pt x="638962" y="1297914"/>
                  </a:lnTo>
                  <a:lnTo>
                    <a:pt x="672947" y="1306322"/>
                  </a:lnTo>
                  <a:lnTo>
                    <a:pt x="798029" y="800061"/>
                  </a:lnTo>
                  <a:lnTo>
                    <a:pt x="1148829" y="800061"/>
                  </a:lnTo>
                  <a:lnTo>
                    <a:pt x="1024204" y="1304518"/>
                  </a:lnTo>
                  <a:lnTo>
                    <a:pt x="1058189" y="1312926"/>
                  </a:lnTo>
                  <a:lnTo>
                    <a:pt x="1184897" y="800061"/>
                  </a:lnTo>
                  <a:lnTo>
                    <a:pt x="1535696" y="800061"/>
                  </a:lnTo>
                  <a:lnTo>
                    <a:pt x="1411058" y="1304518"/>
                  </a:lnTo>
                  <a:lnTo>
                    <a:pt x="1445044" y="1312926"/>
                  </a:lnTo>
                  <a:lnTo>
                    <a:pt x="1571752" y="800061"/>
                  </a:lnTo>
                  <a:lnTo>
                    <a:pt x="1977377" y="800061"/>
                  </a:lnTo>
                  <a:lnTo>
                    <a:pt x="1977377" y="765048"/>
                  </a:lnTo>
                  <a:lnTo>
                    <a:pt x="1580400" y="765048"/>
                  </a:lnTo>
                  <a:lnTo>
                    <a:pt x="1672120" y="393865"/>
                  </a:lnTo>
                  <a:lnTo>
                    <a:pt x="2067318" y="393865"/>
                  </a:lnTo>
                  <a:lnTo>
                    <a:pt x="2067318" y="358838"/>
                  </a:lnTo>
                  <a:close/>
                </a:path>
              </a:pathLst>
            </a:custGeom>
            <a:solidFill>
              <a:srgbClr val="F3F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4" name="object 94" descr=""/>
          <p:cNvGrpSpPr/>
          <p:nvPr/>
        </p:nvGrpSpPr>
        <p:grpSpPr>
          <a:xfrm>
            <a:off x="5959506" y="5427505"/>
            <a:ext cx="5547995" cy="2287905"/>
            <a:chOff x="5959506" y="5427505"/>
            <a:chExt cx="5547995" cy="2287905"/>
          </a:xfrm>
        </p:grpSpPr>
        <p:sp>
          <p:nvSpPr>
            <p:cNvPr id="95" name="object 95" descr=""/>
            <p:cNvSpPr/>
            <p:nvPr/>
          </p:nvSpPr>
          <p:spPr>
            <a:xfrm>
              <a:off x="7135101" y="7669129"/>
              <a:ext cx="4371975" cy="46355"/>
            </a:xfrm>
            <a:custGeom>
              <a:avLst/>
              <a:gdLst/>
              <a:ahLst/>
              <a:cxnLst/>
              <a:rect l="l" t="t" r="r" b="b"/>
              <a:pathLst>
                <a:path w="4371975" h="46354">
                  <a:moveTo>
                    <a:pt x="4371962" y="0"/>
                  </a:moveTo>
                  <a:lnTo>
                    <a:pt x="0" y="0"/>
                  </a:lnTo>
                  <a:lnTo>
                    <a:pt x="0" y="23139"/>
                  </a:lnTo>
                  <a:lnTo>
                    <a:pt x="0" y="46278"/>
                  </a:lnTo>
                  <a:lnTo>
                    <a:pt x="4371962" y="46278"/>
                  </a:lnTo>
                  <a:lnTo>
                    <a:pt x="4371962" y="23139"/>
                  </a:lnTo>
                  <a:lnTo>
                    <a:pt x="4371962" y="0"/>
                  </a:lnTo>
                  <a:close/>
                </a:path>
              </a:pathLst>
            </a:custGeom>
            <a:solidFill>
              <a:srgbClr val="281B1F">
                <a:alpha val="54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386539" y="7185603"/>
              <a:ext cx="100154" cy="506665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5959506" y="5427506"/>
              <a:ext cx="2994025" cy="1720850"/>
            </a:xfrm>
            <a:custGeom>
              <a:avLst/>
              <a:gdLst/>
              <a:ahLst/>
              <a:cxnLst/>
              <a:rect l="l" t="t" r="r" b="b"/>
              <a:pathLst>
                <a:path w="2994025" h="1720850">
                  <a:moveTo>
                    <a:pt x="2993887" y="0"/>
                  </a:moveTo>
                  <a:lnTo>
                    <a:pt x="431243" y="0"/>
                  </a:lnTo>
                  <a:lnTo>
                    <a:pt x="0" y="1720774"/>
                  </a:lnTo>
                  <a:lnTo>
                    <a:pt x="2622129" y="1720774"/>
                  </a:lnTo>
                  <a:lnTo>
                    <a:pt x="2993887" y="0"/>
                  </a:lnTo>
                  <a:close/>
                </a:path>
              </a:pathLst>
            </a:custGeom>
            <a:solidFill>
              <a:srgbClr val="F3F0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035732" y="5486995"/>
              <a:ext cx="2848216" cy="1601804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5959508" y="7148281"/>
              <a:ext cx="2669540" cy="50165"/>
            </a:xfrm>
            <a:custGeom>
              <a:avLst/>
              <a:gdLst/>
              <a:ahLst/>
              <a:cxnLst/>
              <a:rect l="l" t="t" r="r" b="b"/>
              <a:pathLst>
                <a:path w="2669540" h="50165">
                  <a:moveTo>
                    <a:pt x="2622129" y="0"/>
                  </a:moveTo>
                  <a:lnTo>
                    <a:pt x="0" y="0"/>
                  </a:lnTo>
                  <a:lnTo>
                    <a:pt x="81568" y="38878"/>
                  </a:lnTo>
                  <a:lnTo>
                    <a:pt x="2668997" y="50029"/>
                  </a:lnTo>
                  <a:lnTo>
                    <a:pt x="2622129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8581636" y="5427505"/>
              <a:ext cx="408940" cy="1771014"/>
            </a:xfrm>
            <a:custGeom>
              <a:avLst/>
              <a:gdLst/>
              <a:ahLst/>
              <a:cxnLst/>
              <a:rect l="l" t="t" r="r" b="b"/>
              <a:pathLst>
                <a:path w="408940" h="1771015">
                  <a:moveTo>
                    <a:pt x="371758" y="0"/>
                  </a:moveTo>
                  <a:lnTo>
                    <a:pt x="0" y="1720774"/>
                  </a:lnTo>
                  <a:lnTo>
                    <a:pt x="46878" y="1770804"/>
                  </a:lnTo>
                  <a:lnTo>
                    <a:pt x="408720" y="118959"/>
                  </a:lnTo>
                  <a:lnTo>
                    <a:pt x="371758" y="0"/>
                  </a:lnTo>
                  <a:close/>
                </a:path>
              </a:pathLst>
            </a:custGeom>
            <a:solidFill>
              <a:srgbClr val="D5D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6164973" y="5445931"/>
              <a:ext cx="2649220" cy="1682750"/>
            </a:xfrm>
            <a:custGeom>
              <a:avLst/>
              <a:gdLst/>
              <a:ahLst/>
              <a:cxnLst/>
              <a:rect l="l" t="t" r="r" b="b"/>
              <a:pathLst>
                <a:path w="2649220" h="1682750">
                  <a:moveTo>
                    <a:pt x="2648788" y="459765"/>
                  </a:moveTo>
                  <a:lnTo>
                    <a:pt x="2153539" y="459765"/>
                  </a:lnTo>
                  <a:lnTo>
                    <a:pt x="2263000" y="16776"/>
                  </a:lnTo>
                  <a:lnTo>
                    <a:pt x="2219452" y="5994"/>
                  </a:lnTo>
                  <a:lnTo>
                    <a:pt x="2107323" y="459765"/>
                  </a:lnTo>
                  <a:lnTo>
                    <a:pt x="2096236" y="459765"/>
                  </a:lnTo>
                  <a:lnTo>
                    <a:pt x="2096236" y="504634"/>
                  </a:lnTo>
                  <a:lnTo>
                    <a:pt x="1978723" y="980211"/>
                  </a:lnTo>
                  <a:lnTo>
                    <a:pt x="1529257" y="980211"/>
                  </a:lnTo>
                  <a:lnTo>
                    <a:pt x="1646770" y="504634"/>
                  </a:lnTo>
                  <a:lnTo>
                    <a:pt x="2096236" y="504634"/>
                  </a:lnTo>
                  <a:lnTo>
                    <a:pt x="2096236" y="459765"/>
                  </a:lnTo>
                  <a:lnTo>
                    <a:pt x="1657858" y="459765"/>
                  </a:lnTo>
                  <a:lnTo>
                    <a:pt x="1767319" y="16776"/>
                  </a:lnTo>
                  <a:lnTo>
                    <a:pt x="1723758" y="5994"/>
                  </a:lnTo>
                  <a:lnTo>
                    <a:pt x="1611642" y="459765"/>
                  </a:lnTo>
                  <a:lnTo>
                    <a:pt x="1600555" y="459765"/>
                  </a:lnTo>
                  <a:lnTo>
                    <a:pt x="1600555" y="504634"/>
                  </a:lnTo>
                  <a:lnTo>
                    <a:pt x="1483042" y="980211"/>
                  </a:lnTo>
                  <a:lnTo>
                    <a:pt x="1033576" y="980211"/>
                  </a:lnTo>
                  <a:lnTo>
                    <a:pt x="1151089" y="504634"/>
                  </a:lnTo>
                  <a:lnTo>
                    <a:pt x="1600555" y="504634"/>
                  </a:lnTo>
                  <a:lnTo>
                    <a:pt x="1600555" y="459765"/>
                  </a:lnTo>
                  <a:lnTo>
                    <a:pt x="1162177" y="459765"/>
                  </a:lnTo>
                  <a:lnTo>
                    <a:pt x="1271638" y="16776"/>
                  </a:lnTo>
                  <a:lnTo>
                    <a:pt x="1228090" y="5994"/>
                  </a:lnTo>
                  <a:lnTo>
                    <a:pt x="1115961" y="459765"/>
                  </a:lnTo>
                  <a:lnTo>
                    <a:pt x="1104874" y="459765"/>
                  </a:lnTo>
                  <a:lnTo>
                    <a:pt x="1104874" y="504634"/>
                  </a:lnTo>
                  <a:lnTo>
                    <a:pt x="987361" y="980211"/>
                  </a:lnTo>
                  <a:lnTo>
                    <a:pt x="537908" y="980211"/>
                  </a:lnTo>
                  <a:lnTo>
                    <a:pt x="655421" y="504634"/>
                  </a:lnTo>
                  <a:lnTo>
                    <a:pt x="1104874" y="504634"/>
                  </a:lnTo>
                  <a:lnTo>
                    <a:pt x="1104874" y="459765"/>
                  </a:lnTo>
                  <a:lnTo>
                    <a:pt x="666508" y="459765"/>
                  </a:lnTo>
                  <a:lnTo>
                    <a:pt x="777455" y="10769"/>
                  </a:lnTo>
                  <a:lnTo>
                    <a:pt x="733907" y="0"/>
                  </a:lnTo>
                  <a:lnTo>
                    <a:pt x="620293" y="459765"/>
                  </a:lnTo>
                  <a:lnTo>
                    <a:pt x="124548" y="459765"/>
                  </a:lnTo>
                  <a:lnTo>
                    <a:pt x="124548" y="504634"/>
                  </a:lnTo>
                  <a:lnTo>
                    <a:pt x="609206" y="504634"/>
                  </a:lnTo>
                  <a:lnTo>
                    <a:pt x="491693" y="980211"/>
                  </a:lnTo>
                  <a:lnTo>
                    <a:pt x="0" y="980211"/>
                  </a:lnTo>
                  <a:lnTo>
                    <a:pt x="0" y="1025080"/>
                  </a:lnTo>
                  <a:lnTo>
                    <a:pt x="480606" y="1025080"/>
                  </a:lnTo>
                  <a:lnTo>
                    <a:pt x="320916" y="1671421"/>
                  </a:lnTo>
                  <a:lnTo>
                    <a:pt x="364464" y="1682191"/>
                  </a:lnTo>
                  <a:lnTo>
                    <a:pt x="526821" y="1025080"/>
                  </a:lnTo>
                  <a:lnTo>
                    <a:pt x="976274" y="1025080"/>
                  </a:lnTo>
                  <a:lnTo>
                    <a:pt x="818680" y="1662963"/>
                  </a:lnTo>
                  <a:lnTo>
                    <a:pt x="862228" y="1673733"/>
                  </a:lnTo>
                  <a:lnTo>
                    <a:pt x="1022489" y="1025080"/>
                  </a:lnTo>
                  <a:lnTo>
                    <a:pt x="1471968" y="1025080"/>
                  </a:lnTo>
                  <a:lnTo>
                    <a:pt x="1312278" y="1671421"/>
                  </a:lnTo>
                  <a:lnTo>
                    <a:pt x="1355826" y="1682191"/>
                  </a:lnTo>
                  <a:lnTo>
                    <a:pt x="1518170" y="1025080"/>
                  </a:lnTo>
                  <a:lnTo>
                    <a:pt x="1967636" y="1025080"/>
                  </a:lnTo>
                  <a:lnTo>
                    <a:pt x="1807933" y="1671421"/>
                  </a:lnTo>
                  <a:lnTo>
                    <a:pt x="1851482" y="1682191"/>
                  </a:lnTo>
                  <a:lnTo>
                    <a:pt x="2013851" y="1025080"/>
                  </a:lnTo>
                  <a:lnTo>
                    <a:pt x="2533535" y="1025080"/>
                  </a:lnTo>
                  <a:lnTo>
                    <a:pt x="2533535" y="980211"/>
                  </a:lnTo>
                  <a:lnTo>
                    <a:pt x="2024926" y="980211"/>
                  </a:lnTo>
                  <a:lnTo>
                    <a:pt x="2142452" y="504634"/>
                  </a:lnTo>
                  <a:lnTo>
                    <a:pt x="2648788" y="504634"/>
                  </a:lnTo>
                  <a:lnTo>
                    <a:pt x="2648788" y="459765"/>
                  </a:lnTo>
                  <a:close/>
                </a:path>
              </a:pathLst>
            </a:custGeom>
            <a:solidFill>
              <a:srgbClr val="F3F0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" name="object 102" descr=""/>
          <p:cNvSpPr/>
          <p:nvPr/>
        </p:nvSpPr>
        <p:spPr>
          <a:xfrm>
            <a:off x="12761209" y="7636202"/>
            <a:ext cx="1172845" cy="34925"/>
          </a:xfrm>
          <a:custGeom>
            <a:avLst/>
            <a:gdLst/>
            <a:ahLst/>
            <a:cxnLst/>
            <a:rect l="l" t="t" r="r" b="b"/>
            <a:pathLst>
              <a:path w="1172844" h="34925">
                <a:moveTo>
                  <a:pt x="586128" y="0"/>
                </a:moveTo>
                <a:lnTo>
                  <a:pt x="506595" y="156"/>
                </a:lnTo>
                <a:lnTo>
                  <a:pt x="430313" y="612"/>
                </a:lnTo>
                <a:lnTo>
                  <a:pt x="357982" y="1347"/>
                </a:lnTo>
                <a:lnTo>
                  <a:pt x="290299" y="2340"/>
                </a:lnTo>
                <a:lnTo>
                  <a:pt x="227964" y="3572"/>
                </a:lnTo>
                <a:lnTo>
                  <a:pt x="171674" y="5022"/>
                </a:lnTo>
                <a:lnTo>
                  <a:pt x="122128" y="6669"/>
                </a:lnTo>
                <a:lnTo>
                  <a:pt x="80024" y="8493"/>
                </a:lnTo>
                <a:lnTo>
                  <a:pt x="20937" y="12590"/>
                </a:lnTo>
                <a:lnTo>
                  <a:pt x="0" y="17151"/>
                </a:lnTo>
                <a:lnTo>
                  <a:pt x="5350" y="19479"/>
                </a:lnTo>
                <a:lnTo>
                  <a:pt x="46061" y="23828"/>
                </a:lnTo>
                <a:lnTo>
                  <a:pt x="122128" y="27633"/>
                </a:lnTo>
                <a:lnTo>
                  <a:pt x="171674" y="29280"/>
                </a:lnTo>
                <a:lnTo>
                  <a:pt x="227964" y="30730"/>
                </a:lnTo>
                <a:lnTo>
                  <a:pt x="290299" y="31961"/>
                </a:lnTo>
                <a:lnTo>
                  <a:pt x="357982" y="32955"/>
                </a:lnTo>
                <a:lnTo>
                  <a:pt x="430313" y="33690"/>
                </a:lnTo>
                <a:lnTo>
                  <a:pt x="506595" y="34146"/>
                </a:lnTo>
                <a:lnTo>
                  <a:pt x="586128" y="34302"/>
                </a:lnTo>
                <a:lnTo>
                  <a:pt x="665662" y="34146"/>
                </a:lnTo>
                <a:lnTo>
                  <a:pt x="741944" y="33690"/>
                </a:lnTo>
                <a:lnTo>
                  <a:pt x="814275" y="32955"/>
                </a:lnTo>
                <a:lnTo>
                  <a:pt x="881958" y="31961"/>
                </a:lnTo>
                <a:lnTo>
                  <a:pt x="944293" y="30730"/>
                </a:lnTo>
                <a:lnTo>
                  <a:pt x="1000583" y="29280"/>
                </a:lnTo>
                <a:lnTo>
                  <a:pt x="1050129" y="27633"/>
                </a:lnTo>
                <a:lnTo>
                  <a:pt x="1092233" y="25809"/>
                </a:lnTo>
                <a:lnTo>
                  <a:pt x="1151320" y="21712"/>
                </a:lnTo>
                <a:lnTo>
                  <a:pt x="1172257" y="17151"/>
                </a:lnTo>
                <a:lnTo>
                  <a:pt x="1166906" y="14823"/>
                </a:lnTo>
                <a:lnTo>
                  <a:pt x="1126196" y="10473"/>
                </a:lnTo>
                <a:lnTo>
                  <a:pt x="1050129" y="6669"/>
                </a:lnTo>
                <a:lnTo>
                  <a:pt x="1000583" y="5022"/>
                </a:lnTo>
                <a:lnTo>
                  <a:pt x="944293" y="3572"/>
                </a:lnTo>
                <a:lnTo>
                  <a:pt x="881958" y="2340"/>
                </a:lnTo>
                <a:lnTo>
                  <a:pt x="814275" y="1347"/>
                </a:lnTo>
                <a:lnTo>
                  <a:pt x="741944" y="612"/>
                </a:lnTo>
                <a:lnTo>
                  <a:pt x="665662" y="156"/>
                </a:lnTo>
                <a:lnTo>
                  <a:pt x="586128" y="0"/>
                </a:lnTo>
                <a:close/>
              </a:path>
            </a:pathLst>
          </a:custGeom>
          <a:solidFill>
            <a:srgbClr val="281B1F">
              <a:alpha val="54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 descr=""/>
          <p:cNvSpPr/>
          <p:nvPr/>
        </p:nvSpPr>
        <p:spPr>
          <a:xfrm>
            <a:off x="13035257" y="3621785"/>
            <a:ext cx="629285" cy="44450"/>
          </a:xfrm>
          <a:custGeom>
            <a:avLst/>
            <a:gdLst/>
            <a:ahLst/>
            <a:cxnLst/>
            <a:rect l="l" t="t" r="r" b="b"/>
            <a:pathLst>
              <a:path w="629284" h="44450">
                <a:moveTo>
                  <a:pt x="629268" y="0"/>
                </a:moveTo>
                <a:lnTo>
                  <a:pt x="0" y="0"/>
                </a:lnTo>
                <a:lnTo>
                  <a:pt x="0" y="44019"/>
                </a:lnTo>
                <a:lnTo>
                  <a:pt x="629268" y="44019"/>
                </a:lnTo>
                <a:lnTo>
                  <a:pt x="629268" y="0"/>
                </a:lnTo>
                <a:close/>
              </a:path>
            </a:pathLst>
          </a:custGeom>
          <a:solidFill>
            <a:srgbClr val="2C92C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4" name="object 104" descr=""/>
          <p:cNvGrpSpPr/>
          <p:nvPr/>
        </p:nvGrpSpPr>
        <p:grpSpPr>
          <a:xfrm>
            <a:off x="11789046" y="2992610"/>
            <a:ext cx="3078480" cy="4665345"/>
            <a:chOff x="11789046" y="2992610"/>
            <a:chExt cx="3078480" cy="4665345"/>
          </a:xfrm>
        </p:grpSpPr>
        <p:sp>
          <p:nvSpPr>
            <p:cNvPr id="105" name="object 105" descr=""/>
            <p:cNvSpPr/>
            <p:nvPr/>
          </p:nvSpPr>
          <p:spPr>
            <a:xfrm>
              <a:off x="11789042" y="2992621"/>
              <a:ext cx="3078480" cy="4665345"/>
            </a:xfrm>
            <a:custGeom>
              <a:avLst/>
              <a:gdLst/>
              <a:ahLst/>
              <a:cxnLst/>
              <a:rect l="l" t="t" r="r" b="b"/>
              <a:pathLst>
                <a:path w="3078480" h="4665345">
                  <a:moveTo>
                    <a:pt x="1809191" y="547954"/>
                  </a:moveTo>
                  <a:lnTo>
                    <a:pt x="1709394" y="547954"/>
                  </a:lnTo>
                  <a:lnTo>
                    <a:pt x="1709394" y="0"/>
                  </a:lnTo>
                  <a:lnTo>
                    <a:pt x="1668068" y="0"/>
                  </a:lnTo>
                  <a:lnTo>
                    <a:pt x="1668068" y="547954"/>
                  </a:lnTo>
                  <a:lnTo>
                    <a:pt x="1605267" y="547954"/>
                  </a:lnTo>
                  <a:lnTo>
                    <a:pt x="1605267" y="265938"/>
                  </a:lnTo>
                  <a:lnTo>
                    <a:pt x="1563954" y="265938"/>
                  </a:lnTo>
                  <a:lnTo>
                    <a:pt x="1563954" y="547954"/>
                  </a:lnTo>
                  <a:lnTo>
                    <a:pt x="1327810" y="547954"/>
                  </a:lnTo>
                  <a:lnTo>
                    <a:pt x="1327810" y="635990"/>
                  </a:lnTo>
                  <a:lnTo>
                    <a:pt x="1668068" y="635990"/>
                  </a:lnTo>
                  <a:lnTo>
                    <a:pt x="1668068" y="670394"/>
                  </a:lnTo>
                  <a:lnTo>
                    <a:pt x="1709394" y="670394"/>
                  </a:lnTo>
                  <a:lnTo>
                    <a:pt x="1709394" y="635990"/>
                  </a:lnTo>
                  <a:lnTo>
                    <a:pt x="1809191" y="635990"/>
                  </a:lnTo>
                  <a:lnTo>
                    <a:pt x="1809191" y="547954"/>
                  </a:lnTo>
                  <a:close/>
                </a:path>
                <a:path w="3078480" h="4665345">
                  <a:moveTo>
                    <a:pt x="3078086" y="1234579"/>
                  </a:moveTo>
                  <a:lnTo>
                    <a:pt x="2987129" y="1201724"/>
                  </a:lnTo>
                  <a:lnTo>
                    <a:pt x="2987129" y="1218603"/>
                  </a:lnTo>
                  <a:lnTo>
                    <a:pt x="2722397" y="1218603"/>
                  </a:lnTo>
                  <a:lnTo>
                    <a:pt x="2722397" y="1270622"/>
                  </a:lnTo>
                  <a:lnTo>
                    <a:pt x="1817293" y="1422717"/>
                  </a:lnTo>
                  <a:lnTo>
                    <a:pt x="1816252" y="1386624"/>
                  </a:lnTo>
                  <a:lnTo>
                    <a:pt x="1814131" y="1308595"/>
                  </a:lnTo>
                  <a:lnTo>
                    <a:pt x="1813166" y="1270622"/>
                  </a:lnTo>
                  <a:lnTo>
                    <a:pt x="2722397" y="1270622"/>
                  </a:lnTo>
                  <a:lnTo>
                    <a:pt x="2722397" y="1218603"/>
                  </a:lnTo>
                  <a:lnTo>
                    <a:pt x="1811870" y="1218603"/>
                  </a:lnTo>
                  <a:lnTo>
                    <a:pt x="1810600" y="1164005"/>
                  </a:lnTo>
                  <a:lnTo>
                    <a:pt x="1809165" y="1097673"/>
                  </a:lnTo>
                  <a:lnTo>
                    <a:pt x="1807933" y="1035456"/>
                  </a:lnTo>
                  <a:lnTo>
                    <a:pt x="1806879" y="977480"/>
                  </a:lnTo>
                  <a:lnTo>
                    <a:pt x="1805990" y="923861"/>
                  </a:lnTo>
                  <a:lnTo>
                    <a:pt x="1805254" y="874687"/>
                  </a:lnTo>
                  <a:lnTo>
                    <a:pt x="1805089" y="862355"/>
                  </a:lnTo>
                  <a:lnTo>
                    <a:pt x="1805089" y="1687487"/>
                  </a:lnTo>
                  <a:lnTo>
                    <a:pt x="1794764" y="1665808"/>
                  </a:lnTo>
                  <a:lnTo>
                    <a:pt x="1794764" y="1714500"/>
                  </a:lnTo>
                  <a:lnTo>
                    <a:pt x="1794764" y="1758518"/>
                  </a:lnTo>
                  <a:lnTo>
                    <a:pt x="1705178" y="1946706"/>
                  </a:lnTo>
                  <a:lnTo>
                    <a:pt x="1693875" y="1924875"/>
                  </a:lnTo>
                  <a:lnTo>
                    <a:pt x="1693875" y="1970455"/>
                  </a:lnTo>
                  <a:lnTo>
                    <a:pt x="1594942" y="2178304"/>
                  </a:lnTo>
                  <a:lnTo>
                    <a:pt x="1594942" y="1779257"/>
                  </a:lnTo>
                  <a:lnTo>
                    <a:pt x="1693875" y="1970455"/>
                  </a:lnTo>
                  <a:lnTo>
                    <a:pt x="1693875" y="1924875"/>
                  </a:lnTo>
                  <a:lnTo>
                    <a:pt x="1618526" y="1779257"/>
                  </a:lnTo>
                  <a:lnTo>
                    <a:pt x="1607781" y="1758518"/>
                  </a:lnTo>
                  <a:lnTo>
                    <a:pt x="1794764" y="1758518"/>
                  </a:lnTo>
                  <a:lnTo>
                    <a:pt x="1794764" y="1714500"/>
                  </a:lnTo>
                  <a:lnTo>
                    <a:pt x="1605838" y="1714500"/>
                  </a:lnTo>
                  <a:lnTo>
                    <a:pt x="1617802" y="1687664"/>
                  </a:lnTo>
                  <a:lnTo>
                    <a:pt x="1697189" y="1509509"/>
                  </a:lnTo>
                  <a:lnTo>
                    <a:pt x="1794764" y="1714500"/>
                  </a:lnTo>
                  <a:lnTo>
                    <a:pt x="1794764" y="1665808"/>
                  </a:lnTo>
                  <a:lnTo>
                    <a:pt x="1708391" y="1484350"/>
                  </a:lnTo>
                  <a:lnTo>
                    <a:pt x="1793113" y="1294257"/>
                  </a:lnTo>
                  <a:lnTo>
                    <a:pt x="1794281" y="1339062"/>
                  </a:lnTo>
                  <a:lnTo>
                    <a:pt x="1796554" y="1420571"/>
                  </a:lnTo>
                  <a:lnTo>
                    <a:pt x="1799094" y="1505902"/>
                  </a:lnTo>
                  <a:lnTo>
                    <a:pt x="1801939" y="1594904"/>
                  </a:lnTo>
                  <a:lnTo>
                    <a:pt x="1805089" y="1687487"/>
                  </a:lnTo>
                  <a:lnTo>
                    <a:pt x="1805089" y="862355"/>
                  </a:lnTo>
                  <a:lnTo>
                    <a:pt x="1804657" y="830084"/>
                  </a:lnTo>
                  <a:lnTo>
                    <a:pt x="1804187" y="791235"/>
                  </a:lnTo>
                  <a:lnTo>
                    <a:pt x="2987129" y="1218603"/>
                  </a:lnTo>
                  <a:lnTo>
                    <a:pt x="2987129" y="1201724"/>
                  </a:lnTo>
                  <a:lnTo>
                    <a:pt x="1827377" y="782726"/>
                  </a:lnTo>
                  <a:lnTo>
                    <a:pt x="1875472" y="782726"/>
                  </a:lnTo>
                  <a:lnTo>
                    <a:pt x="1875472" y="738708"/>
                  </a:lnTo>
                  <a:lnTo>
                    <a:pt x="1803679" y="738708"/>
                  </a:lnTo>
                  <a:lnTo>
                    <a:pt x="1803565" y="724827"/>
                  </a:lnTo>
                  <a:lnTo>
                    <a:pt x="1803400" y="701890"/>
                  </a:lnTo>
                  <a:lnTo>
                    <a:pt x="1803285" y="680847"/>
                  </a:lnTo>
                  <a:lnTo>
                    <a:pt x="1803171" y="651179"/>
                  </a:lnTo>
                  <a:lnTo>
                    <a:pt x="1790725" y="651179"/>
                  </a:lnTo>
                  <a:lnTo>
                    <a:pt x="1790725" y="1197622"/>
                  </a:lnTo>
                  <a:lnTo>
                    <a:pt x="1780755" y="1175258"/>
                  </a:lnTo>
                  <a:lnTo>
                    <a:pt x="1780755" y="1270622"/>
                  </a:lnTo>
                  <a:lnTo>
                    <a:pt x="1696580" y="1459534"/>
                  </a:lnTo>
                  <a:lnTo>
                    <a:pt x="1685366" y="1435976"/>
                  </a:lnTo>
                  <a:lnTo>
                    <a:pt x="1685366" y="1484693"/>
                  </a:lnTo>
                  <a:lnTo>
                    <a:pt x="1594942" y="1687664"/>
                  </a:lnTo>
                  <a:lnTo>
                    <a:pt x="1594942" y="1294701"/>
                  </a:lnTo>
                  <a:lnTo>
                    <a:pt x="1685366" y="1484693"/>
                  </a:lnTo>
                  <a:lnTo>
                    <a:pt x="1685366" y="1435976"/>
                  </a:lnTo>
                  <a:lnTo>
                    <a:pt x="1606664" y="1270622"/>
                  </a:lnTo>
                  <a:lnTo>
                    <a:pt x="1780755" y="1270622"/>
                  </a:lnTo>
                  <a:lnTo>
                    <a:pt x="1780755" y="1175258"/>
                  </a:lnTo>
                  <a:lnTo>
                    <a:pt x="1777187" y="1167244"/>
                  </a:lnTo>
                  <a:lnTo>
                    <a:pt x="1777187" y="1218603"/>
                  </a:lnTo>
                  <a:lnTo>
                    <a:pt x="1608747" y="1218603"/>
                  </a:lnTo>
                  <a:lnTo>
                    <a:pt x="1691157" y="1025512"/>
                  </a:lnTo>
                  <a:lnTo>
                    <a:pt x="1777187" y="1218603"/>
                  </a:lnTo>
                  <a:lnTo>
                    <a:pt x="1777187" y="1167244"/>
                  </a:lnTo>
                  <a:lnTo>
                    <a:pt x="1702346" y="999286"/>
                  </a:lnTo>
                  <a:lnTo>
                    <a:pt x="1783753" y="808558"/>
                  </a:lnTo>
                  <a:lnTo>
                    <a:pt x="1784108" y="838568"/>
                  </a:lnTo>
                  <a:lnTo>
                    <a:pt x="1784743" y="885266"/>
                  </a:lnTo>
                  <a:lnTo>
                    <a:pt x="1785531" y="936739"/>
                  </a:lnTo>
                  <a:lnTo>
                    <a:pt x="1786483" y="992860"/>
                  </a:lnTo>
                  <a:lnTo>
                    <a:pt x="1787626" y="1053528"/>
                  </a:lnTo>
                  <a:lnTo>
                    <a:pt x="1788947" y="1118590"/>
                  </a:lnTo>
                  <a:lnTo>
                    <a:pt x="1790496" y="1187945"/>
                  </a:lnTo>
                  <a:lnTo>
                    <a:pt x="1790725" y="1197622"/>
                  </a:lnTo>
                  <a:lnTo>
                    <a:pt x="1790725" y="651179"/>
                  </a:lnTo>
                  <a:lnTo>
                    <a:pt x="1782508" y="651179"/>
                  </a:lnTo>
                  <a:lnTo>
                    <a:pt x="1782622" y="680847"/>
                  </a:lnTo>
                  <a:lnTo>
                    <a:pt x="1782737" y="701890"/>
                  </a:lnTo>
                  <a:lnTo>
                    <a:pt x="1782940" y="728294"/>
                  </a:lnTo>
                  <a:lnTo>
                    <a:pt x="1783029" y="738708"/>
                  </a:lnTo>
                  <a:lnTo>
                    <a:pt x="1772094" y="738708"/>
                  </a:lnTo>
                  <a:lnTo>
                    <a:pt x="1772094" y="782726"/>
                  </a:lnTo>
                  <a:lnTo>
                    <a:pt x="1690763" y="973289"/>
                  </a:lnTo>
                  <a:lnTo>
                    <a:pt x="1679575" y="948182"/>
                  </a:lnTo>
                  <a:lnTo>
                    <a:pt x="1679575" y="999502"/>
                  </a:lnTo>
                  <a:lnTo>
                    <a:pt x="1594942" y="1197800"/>
                  </a:lnTo>
                  <a:lnTo>
                    <a:pt x="1594942" y="809548"/>
                  </a:lnTo>
                  <a:lnTo>
                    <a:pt x="1679575" y="999502"/>
                  </a:lnTo>
                  <a:lnTo>
                    <a:pt x="1679575" y="948182"/>
                  </a:lnTo>
                  <a:lnTo>
                    <a:pt x="1617802" y="809548"/>
                  </a:lnTo>
                  <a:lnTo>
                    <a:pt x="1605851" y="782726"/>
                  </a:lnTo>
                  <a:lnTo>
                    <a:pt x="1772094" y="782726"/>
                  </a:lnTo>
                  <a:lnTo>
                    <a:pt x="1772094" y="738708"/>
                  </a:lnTo>
                  <a:lnTo>
                    <a:pt x="1594942" y="738708"/>
                  </a:lnTo>
                  <a:lnTo>
                    <a:pt x="1594942" y="651179"/>
                  </a:lnTo>
                  <a:lnTo>
                    <a:pt x="1581492" y="651179"/>
                  </a:lnTo>
                  <a:lnTo>
                    <a:pt x="1581492" y="636003"/>
                  </a:lnTo>
                  <a:lnTo>
                    <a:pt x="1540179" y="636003"/>
                  </a:lnTo>
                  <a:lnTo>
                    <a:pt x="1540179" y="651179"/>
                  </a:lnTo>
                  <a:lnTo>
                    <a:pt x="1524952" y="651179"/>
                  </a:lnTo>
                  <a:lnTo>
                    <a:pt x="1524952" y="4606379"/>
                  </a:lnTo>
                  <a:lnTo>
                    <a:pt x="1344091" y="4392968"/>
                  </a:lnTo>
                  <a:lnTo>
                    <a:pt x="1524952" y="4202328"/>
                  </a:lnTo>
                  <a:lnTo>
                    <a:pt x="1524952" y="4143121"/>
                  </a:lnTo>
                  <a:lnTo>
                    <a:pt x="1506702" y="4117390"/>
                  </a:lnTo>
                  <a:lnTo>
                    <a:pt x="1506702" y="4153928"/>
                  </a:lnTo>
                  <a:lnTo>
                    <a:pt x="1499692" y="4153928"/>
                  </a:lnTo>
                  <a:lnTo>
                    <a:pt x="1499692" y="4197947"/>
                  </a:lnTo>
                  <a:lnTo>
                    <a:pt x="1330223" y="4376598"/>
                  </a:lnTo>
                  <a:lnTo>
                    <a:pt x="1315554" y="4359287"/>
                  </a:lnTo>
                  <a:lnTo>
                    <a:pt x="1315554" y="4392053"/>
                  </a:lnTo>
                  <a:lnTo>
                    <a:pt x="1113396" y="4605159"/>
                  </a:lnTo>
                  <a:lnTo>
                    <a:pt x="1118743" y="4554893"/>
                  </a:lnTo>
                  <a:lnTo>
                    <a:pt x="1124000" y="4504715"/>
                  </a:lnTo>
                  <a:lnTo>
                    <a:pt x="1129182" y="4454626"/>
                  </a:lnTo>
                  <a:lnTo>
                    <a:pt x="1134275" y="4404614"/>
                  </a:lnTo>
                  <a:lnTo>
                    <a:pt x="1139278" y="4354715"/>
                  </a:lnTo>
                  <a:lnTo>
                    <a:pt x="1144206" y="4304906"/>
                  </a:lnTo>
                  <a:lnTo>
                    <a:pt x="1149057" y="4255211"/>
                  </a:lnTo>
                  <a:lnTo>
                    <a:pt x="1153820" y="4205630"/>
                  </a:lnTo>
                  <a:lnTo>
                    <a:pt x="1154188" y="4201706"/>
                  </a:lnTo>
                  <a:lnTo>
                    <a:pt x="1315554" y="4392053"/>
                  </a:lnTo>
                  <a:lnTo>
                    <a:pt x="1315554" y="4359287"/>
                  </a:lnTo>
                  <a:lnTo>
                    <a:pt x="1178839" y="4197947"/>
                  </a:lnTo>
                  <a:lnTo>
                    <a:pt x="1499692" y="4197947"/>
                  </a:lnTo>
                  <a:lnTo>
                    <a:pt x="1499692" y="4153928"/>
                  </a:lnTo>
                  <a:lnTo>
                    <a:pt x="1177391" y="4153928"/>
                  </a:lnTo>
                  <a:lnTo>
                    <a:pt x="1351673" y="3935336"/>
                  </a:lnTo>
                  <a:lnTo>
                    <a:pt x="1506702" y="4153928"/>
                  </a:lnTo>
                  <a:lnTo>
                    <a:pt x="1506702" y="4117390"/>
                  </a:lnTo>
                  <a:lnTo>
                    <a:pt x="1365389" y="3918140"/>
                  </a:lnTo>
                  <a:lnTo>
                    <a:pt x="1524952" y="3718014"/>
                  </a:lnTo>
                  <a:lnTo>
                    <a:pt x="1524952" y="3652088"/>
                  </a:lnTo>
                  <a:lnTo>
                    <a:pt x="1508861" y="3626701"/>
                  </a:lnTo>
                  <a:lnTo>
                    <a:pt x="1508861" y="3666032"/>
                  </a:lnTo>
                  <a:lnTo>
                    <a:pt x="1504188" y="3666032"/>
                  </a:lnTo>
                  <a:lnTo>
                    <a:pt x="1504188" y="3710051"/>
                  </a:lnTo>
                  <a:lnTo>
                    <a:pt x="1352613" y="3900144"/>
                  </a:lnTo>
                  <a:lnTo>
                    <a:pt x="1338910" y="3880828"/>
                  </a:lnTo>
                  <a:lnTo>
                    <a:pt x="1338910" y="3917340"/>
                  </a:lnTo>
                  <a:lnTo>
                    <a:pt x="1159827" y="4141927"/>
                  </a:lnTo>
                  <a:lnTo>
                    <a:pt x="1163104" y="4106837"/>
                  </a:lnTo>
                  <a:lnTo>
                    <a:pt x="1167625" y="4057624"/>
                  </a:lnTo>
                  <a:lnTo>
                    <a:pt x="1172070" y="4008564"/>
                  </a:lnTo>
                  <a:lnTo>
                    <a:pt x="1176439" y="3959631"/>
                  </a:lnTo>
                  <a:lnTo>
                    <a:pt x="1180719" y="3910863"/>
                  </a:lnTo>
                  <a:lnTo>
                    <a:pt x="1184935" y="3862235"/>
                  </a:lnTo>
                  <a:lnTo>
                    <a:pt x="1189062" y="3813784"/>
                  </a:lnTo>
                  <a:lnTo>
                    <a:pt x="1193126" y="3765486"/>
                  </a:lnTo>
                  <a:lnTo>
                    <a:pt x="1197102" y="3717366"/>
                  </a:lnTo>
                  <a:lnTo>
                    <a:pt x="1338910" y="3917340"/>
                  </a:lnTo>
                  <a:lnTo>
                    <a:pt x="1338910" y="3880828"/>
                  </a:lnTo>
                  <a:lnTo>
                    <a:pt x="1222997" y="3717366"/>
                  </a:lnTo>
                  <a:lnTo>
                    <a:pt x="1217803" y="3710051"/>
                  </a:lnTo>
                  <a:lnTo>
                    <a:pt x="1504188" y="3710051"/>
                  </a:lnTo>
                  <a:lnTo>
                    <a:pt x="1504188" y="3666032"/>
                  </a:lnTo>
                  <a:lnTo>
                    <a:pt x="1217815" y="3666032"/>
                  </a:lnTo>
                  <a:lnTo>
                    <a:pt x="1228382" y="3651148"/>
                  </a:lnTo>
                  <a:lnTo>
                    <a:pt x="1371511" y="3449332"/>
                  </a:lnTo>
                  <a:lnTo>
                    <a:pt x="1508861" y="3666032"/>
                  </a:lnTo>
                  <a:lnTo>
                    <a:pt x="1508861" y="3626701"/>
                  </a:lnTo>
                  <a:lnTo>
                    <a:pt x="1384681" y="3430765"/>
                  </a:lnTo>
                  <a:lnTo>
                    <a:pt x="1524952" y="3232988"/>
                  </a:lnTo>
                  <a:lnTo>
                    <a:pt x="1524952" y="3160852"/>
                  </a:lnTo>
                  <a:lnTo>
                    <a:pt x="1510652" y="3135769"/>
                  </a:lnTo>
                  <a:lnTo>
                    <a:pt x="1510652" y="3178162"/>
                  </a:lnTo>
                  <a:lnTo>
                    <a:pt x="1506728" y="3178162"/>
                  </a:lnTo>
                  <a:lnTo>
                    <a:pt x="1506728" y="3222180"/>
                  </a:lnTo>
                  <a:lnTo>
                    <a:pt x="1372463" y="3411499"/>
                  </a:lnTo>
                  <a:lnTo>
                    <a:pt x="1359293" y="3390722"/>
                  </a:lnTo>
                  <a:lnTo>
                    <a:pt x="1359293" y="3430054"/>
                  </a:lnTo>
                  <a:lnTo>
                    <a:pt x="1202486" y="3651148"/>
                  </a:lnTo>
                  <a:lnTo>
                    <a:pt x="1206677" y="3598710"/>
                  </a:lnTo>
                  <a:lnTo>
                    <a:pt x="1210767" y="3546487"/>
                  </a:lnTo>
                  <a:lnTo>
                    <a:pt x="1214780" y="3494506"/>
                  </a:lnTo>
                  <a:lnTo>
                    <a:pt x="1218692" y="3442766"/>
                  </a:lnTo>
                  <a:lnTo>
                    <a:pt x="1222540" y="3391281"/>
                  </a:lnTo>
                  <a:lnTo>
                    <a:pt x="1226286" y="3340036"/>
                  </a:lnTo>
                  <a:lnTo>
                    <a:pt x="1229956" y="3289058"/>
                  </a:lnTo>
                  <a:lnTo>
                    <a:pt x="1233551" y="3238347"/>
                  </a:lnTo>
                  <a:lnTo>
                    <a:pt x="1233970" y="3232302"/>
                  </a:lnTo>
                  <a:lnTo>
                    <a:pt x="1359293" y="3430054"/>
                  </a:lnTo>
                  <a:lnTo>
                    <a:pt x="1359293" y="3390722"/>
                  </a:lnTo>
                  <a:lnTo>
                    <a:pt x="1252486" y="3222180"/>
                  </a:lnTo>
                  <a:lnTo>
                    <a:pt x="1506728" y="3222180"/>
                  </a:lnTo>
                  <a:lnTo>
                    <a:pt x="1506728" y="3178162"/>
                  </a:lnTo>
                  <a:lnTo>
                    <a:pt x="1252486" y="3178162"/>
                  </a:lnTo>
                  <a:lnTo>
                    <a:pt x="1388402" y="2963710"/>
                  </a:lnTo>
                  <a:lnTo>
                    <a:pt x="1510652" y="3178162"/>
                  </a:lnTo>
                  <a:lnTo>
                    <a:pt x="1510652" y="3135769"/>
                  </a:lnTo>
                  <a:lnTo>
                    <a:pt x="1401127" y="2943618"/>
                  </a:lnTo>
                  <a:lnTo>
                    <a:pt x="1524952" y="2748242"/>
                  </a:lnTo>
                  <a:lnTo>
                    <a:pt x="1524952" y="2669514"/>
                  </a:lnTo>
                  <a:lnTo>
                    <a:pt x="1512074" y="2644635"/>
                  </a:lnTo>
                  <a:lnTo>
                    <a:pt x="1512074" y="2690266"/>
                  </a:lnTo>
                  <a:lnTo>
                    <a:pt x="1508848" y="2690266"/>
                  </a:lnTo>
                  <a:lnTo>
                    <a:pt x="1508848" y="2734284"/>
                  </a:lnTo>
                  <a:lnTo>
                    <a:pt x="1389316" y="2922905"/>
                  </a:lnTo>
                  <a:lnTo>
                    <a:pt x="1376591" y="2900591"/>
                  </a:lnTo>
                  <a:lnTo>
                    <a:pt x="1376591" y="2942983"/>
                  </a:lnTo>
                  <a:lnTo>
                    <a:pt x="1238948" y="3160191"/>
                  </a:lnTo>
                  <a:lnTo>
                    <a:pt x="1240485" y="3137751"/>
                  </a:lnTo>
                  <a:lnTo>
                    <a:pt x="1243838" y="3087890"/>
                  </a:lnTo>
                  <a:lnTo>
                    <a:pt x="1247114" y="3038322"/>
                  </a:lnTo>
                  <a:lnTo>
                    <a:pt x="1250302" y="2989059"/>
                  </a:lnTo>
                  <a:lnTo>
                    <a:pt x="1253426" y="2940100"/>
                  </a:lnTo>
                  <a:lnTo>
                    <a:pt x="1256461" y="2891459"/>
                  </a:lnTo>
                  <a:lnTo>
                    <a:pt x="1259433" y="2843136"/>
                  </a:lnTo>
                  <a:lnTo>
                    <a:pt x="1262329" y="2795155"/>
                  </a:lnTo>
                  <a:lnTo>
                    <a:pt x="1265161" y="2747505"/>
                  </a:lnTo>
                  <a:lnTo>
                    <a:pt x="1376591" y="2942983"/>
                  </a:lnTo>
                  <a:lnTo>
                    <a:pt x="1376591" y="2900591"/>
                  </a:lnTo>
                  <a:lnTo>
                    <a:pt x="1289342" y="2747505"/>
                  </a:lnTo>
                  <a:lnTo>
                    <a:pt x="1281798" y="2734284"/>
                  </a:lnTo>
                  <a:lnTo>
                    <a:pt x="1508848" y="2734284"/>
                  </a:lnTo>
                  <a:lnTo>
                    <a:pt x="1508848" y="2690266"/>
                  </a:lnTo>
                  <a:lnTo>
                    <a:pt x="1281785" y="2690266"/>
                  </a:lnTo>
                  <a:lnTo>
                    <a:pt x="1293863" y="2669095"/>
                  </a:lnTo>
                  <a:lnTo>
                    <a:pt x="1402486" y="2478519"/>
                  </a:lnTo>
                  <a:lnTo>
                    <a:pt x="1512074" y="2690266"/>
                  </a:lnTo>
                  <a:lnTo>
                    <a:pt x="1512074" y="2644635"/>
                  </a:lnTo>
                  <a:lnTo>
                    <a:pt x="1414868" y="2456815"/>
                  </a:lnTo>
                  <a:lnTo>
                    <a:pt x="1524952" y="2263686"/>
                  </a:lnTo>
                  <a:lnTo>
                    <a:pt x="1524952" y="2178342"/>
                  </a:lnTo>
                  <a:lnTo>
                    <a:pt x="1521853" y="2171839"/>
                  </a:lnTo>
                  <a:lnTo>
                    <a:pt x="1521853" y="2226754"/>
                  </a:lnTo>
                  <a:lnTo>
                    <a:pt x="1403362" y="2434602"/>
                  </a:lnTo>
                  <a:lnTo>
                    <a:pt x="1390992" y="2410701"/>
                  </a:lnTo>
                  <a:lnTo>
                    <a:pt x="1390992" y="2456307"/>
                  </a:lnTo>
                  <a:lnTo>
                    <a:pt x="1269695" y="2669095"/>
                  </a:lnTo>
                  <a:lnTo>
                    <a:pt x="1272743" y="2614955"/>
                  </a:lnTo>
                  <a:lnTo>
                    <a:pt x="1275689" y="2561298"/>
                  </a:lnTo>
                  <a:lnTo>
                    <a:pt x="1278559" y="2508148"/>
                  </a:lnTo>
                  <a:lnTo>
                    <a:pt x="1281328" y="2455519"/>
                  </a:lnTo>
                  <a:lnTo>
                    <a:pt x="1284020" y="2403398"/>
                  </a:lnTo>
                  <a:lnTo>
                    <a:pt x="1286611" y="2351824"/>
                  </a:lnTo>
                  <a:lnTo>
                    <a:pt x="1289126" y="2300795"/>
                  </a:lnTo>
                  <a:lnTo>
                    <a:pt x="1290942" y="2262975"/>
                  </a:lnTo>
                  <a:lnTo>
                    <a:pt x="1390992" y="2456307"/>
                  </a:lnTo>
                  <a:lnTo>
                    <a:pt x="1390992" y="2410701"/>
                  </a:lnTo>
                  <a:lnTo>
                    <a:pt x="1295806" y="2226754"/>
                  </a:lnTo>
                  <a:lnTo>
                    <a:pt x="1521853" y="2226754"/>
                  </a:lnTo>
                  <a:lnTo>
                    <a:pt x="1521853" y="2171839"/>
                  </a:lnTo>
                  <a:lnTo>
                    <a:pt x="1503870" y="2134057"/>
                  </a:lnTo>
                  <a:lnTo>
                    <a:pt x="1503870" y="2182736"/>
                  </a:lnTo>
                  <a:lnTo>
                    <a:pt x="1316126" y="2182736"/>
                  </a:lnTo>
                  <a:lnTo>
                    <a:pt x="1413929" y="1993760"/>
                  </a:lnTo>
                  <a:lnTo>
                    <a:pt x="1503870" y="2182736"/>
                  </a:lnTo>
                  <a:lnTo>
                    <a:pt x="1503870" y="2134057"/>
                  </a:lnTo>
                  <a:lnTo>
                    <a:pt x="1425994" y="1970455"/>
                  </a:lnTo>
                  <a:lnTo>
                    <a:pt x="1524952" y="1779257"/>
                  </a:lnTo>
                  <a:lnTo>
                    <a:pt x="1524952" y="1687677"/>
                  </a:lnTo>
                  <a:lnTo>
                    <a:pt x="1514030" y="1663179"/>
                  </a:lnTo>
                  <a:lnTo>
                    <a:pt x="1514030" y="1714500"/>
                  </a:lnTo>
                  <a:lnTo>
                    <a:pt x="1512100" y="1714500"/>
                  </a:lnTo>
                  <a:lnTo>
                    <a:pt x="1512100" y="1758518"/>
                  </a:lnTo>
                  <a:lnTo>
                    <a:pt x="1414691" y="1946706"/>
                  </a:lnTo>
                  <a:lnTo>
                    <a:pt x="1402626" y="1921357"/>
                  </a:lnTo>
                  <a:lnTo>
                    <a:pt x="1402626" y="1970024"/>
                  </a:lnTo>
                  <a:lnTo>
                    <a:pt x="1294917" y="2178139"/>
                  </a:lnTo>
                  <a:lnTo>
                    <a:pt x="1296174" y="2151075"/>
                  </a:lnTo>
                  <a:lnTo>
                    <a:pt x="1298359" y="2102345"/>
                  </a:lnTo>
                  <a:lnTo>
                    <a:pt x="1300467" y="2054199"/>
                  </a:lnTo>
                  <a:lnTo>
                    <a:pt x="1302486" y="2006676"/>
                  </a:lnTo>
                  <a:lnTo>
                    <a:pt x="1304442" y="1959775"/>
                  </a:lnTo>
                  <a:lnTo>
                    <a:pt x="1306322" y="1913509"/>
                  </a:lnTo>
                  <a:lnTo>
                    <a:pt x="1308125" y="1867877"/>
                  </a:lnTo>
                  <a:lnTo>
                    <a:pt x="1309865" y="1822919"/>
                  </a:lnTo>
                  <a:lnTo>
                    <a:pt x="1311529" y="1778609"/>
                  </a:lnTo>
                  <a:lnTo>
                    <a:pt x="1402626" y="1970024"/>
                  </a:lnTo>
                  <a:lnTo>
                    <a:pt x="1402626" y="1921357"/>
                  </a:lnTo>
                  <a:lnTo>
                    <a:pt x="1334693" y="1778609"/>
                  </a:lnTo>
                  <a:lnTo>
                    <a:pt x="1325118" y="1758518"/>
                  </a:lnTo>
                  <a:lnTo>
                    <a:pt x="1512100" y="1758518"/>
                  </a:lnTo>
                  <a:lnTo>
                    <a:pt x="1512100" y="1714500"/>
                  </a:lnTo>
                  <a:lnTo>
                    <a:pt x="1325105" y="1714500"/>
                  </a:lnTo>
                  <a:lnTo>
                    <a:pt x="1337970" y="1687499"/>
                  </a:lnTo>
                  <a:lnTo>
                    <a:pt x="1422679" y="1509509"/>
                  </a:lnTo>
                  <a:lnTo>
                    <a:pt x="1514030" y="1714500"/>
                  </a:lnTo>
                  <a:lnTo>
                    <a:pt x="1514030" y="1663179"/>
                  </a:lnTo>
                  <a:lnTo>
                    <a:pt x="1434490" y="1484693"/>
                  </a:lnTo>
                  <a:lnTo>
                    <a:pt x="1524952" y="1294650"/>
                  </a:lnTo>
                  <a:lnTo>
                    <a:pt x="1524952" y="1197622"/>
                  </a:lnTo>
                  <a:lnTo>
                    <a:pt x="1513217" y="1170038"/>
                  </a:lnTo>
                  <a:lnTo>
                    <a:pt x="1513217" y="1270622"/>
                  </a:lnTo>
                  <a:lnTo>
                    <a:pt x="1423289" y="1459560"/>
                  </a:lnTo>
                  <a:lnTo>
                    <a:pt x="1411478" y="1433055"/>
                  </a:lnTo>
                  <a:lnTo>
                    <a:pt x="1411478" y="1484376"/>
                  </a:lnTo>
                  <a:lnTo>
                    <a:pt x="1314805" y="1687499"/>
                  </a:lnTo>
                  <a:lnTo>
                    <a:pt x="1317193" y="1617764"/>
                  </a:lnTo>
                  <a:lnTo>
                    <a:pt x="1319403" y="1550009"/>
                  </a:lnTo>
                  <a:lnTo>
                    <a:pt x="1321447" y="1484312"/>
                  </a:lnTo>
                  <a:lnTo>
                    <a:pt x="1323340" y="1420698"/>
                  </a:lnTo>
                  <a:lnTo>
                    <a:pt x="1325067" y="1359217"/>
                  </a:lnTo>
                  <a:lnTo>
                    <a:pt x="1326642" y="1299933"/>
                  </a:lnTo>
                  <a:lnTo>
                    <a:pt x="1326781" y="1294295"/>
                  </a:lnTo>
                  <a:lnTo>
                    <a:pt x="1411478" y="1484376"/>
                  </a:lnTo>
                  <a:lnTo>
                    <a:pt x="1411478" y="1433055"/>
                  </a:lnTo>
                  <a:lnTo>
                    <a:pt x="1339113" y="1270622"/>
                  </a:lnTo>
                  <a:lnTo>
                    <a:pt x="1513217" y="1270622"/>
                  </a:lnTo>
                  <a:lnTo>
                    <a:pt x="1513217" y="1170038"/>
                  </a:lnTo>
                  <a:lnTo>
                    <a:pt x="1511160" y="1165199"/>
                  </a:lnTo>
                  <a:lnTo>
                    <a:pt x="1511160" y="1218603"/>
                  </a:lnTo>
                  <a:lnTo>
                    <a:pt x="1342669" y="1218603"/>
                  </a:lnTo>
                  <a:lnTo>
                    <a:pt x="1428889" y="1025105"/>
                  </a:lnTo>
                  <a:lnTo>
                    <a:pt x="1511160" y="1218603"/>
                  </a:lnTo>
                  <a:lnTo>
                    <a:pt x="1511160" y="1165199"/>
                  </a:lnTo>
                  <a:lnTo>
                    <a:pt x="1440497" y="999058"/>
                  </a:lnTo>
                  <a:lnTo>
                    <a:pt x="1524952" y="809536"/>
                  </a:lnTo>
                  <a:lnTo>
                    <a:pt x="1524952" y="738708"/>
                  </a:lnTo>
                  <a:lnTo>
                    <a:pt x="1514030" y="738708"/>
                  </a:lnTo>
                  <a:lnTo>
                    <a:pt x="1514030" y="782726"/>
                  </a:lnTo>
                  <a:lnTo>
                    <a:pt x="1429334" y="972794"/>
                  </a:lnTo>
                  <a:lnTo>
                    <a:pt x="1417726" y="945502"/>
                  </a:lnTo>
                  <a:lnTo>
                    <a:pt x="1417726" y="998842"/>
                  </a:lnTo>
                  <a:lnTo>
                    <a:pt x="1329169" y="1197571"/>
                  </a:lnTo>
                  <a:lnTo>
                    <a:pt x="1330566" y="1135748"/>
                  </a:lnTo>
                  <a:lnTo>
                    <a:pt x="1331620" y="1085748"/>
                  </a:lnTo>
                  <a:lnTo>
                    <a:pt x="1332611" y="1035456"/>
                  </a:lnTo>
                  <a:lnTo>
                    <a:pt x="1333398" y="993114"/>
                  </a:lnTo>
                  <a:lnTo>
                    <a:pt x="1334135" y="950595"/>
                  </a:lnTo>
                  <a:lnTo>
                    <a:pt x="1334770" y="910678"/>
                  </a:lnTo>
                  <a:lnTo>
                    <a:pt x="1335887" y="830084"/>
                  </a:lnTo>
                  <a:lnTo>
                    <a:pt x="1336167" y="807008"/>
                  </a:lnTo>
                  <a:lnTo>
                    <a:pt x="1417726" y="998842"/>
                  </a:lnTo>
                  <a:lnTo>
                    <a:pt x="1417726" y="945502"/>
                  </a:lnTo>
                  <a:lnTo>
                    <a:pt x="1358836" y="807008"/>
                  </a:lnTo>
                  <a:lnTo>
                    <a:pt x="1348511" y="782726"/>
                  </a:lnTo>
                  <a:lnTo>
                    <a:pt x="1514030" y="782726"/>
                  </a:lnTo>
                  <a:lnTo>
                    <a:pt x="1514030" y="738708"/>
                  </a:lnTo>
                  <a:lnTo>
                    <a:pt x="1336852" y="738708"/>
                  </a:lnTo>
                  <a:lnTo>
                    <a:pt x="1337081" y="712393"/>
                  </a:lnTo>
                  <a:lnTo>
                    <a:pt x="1337284" y="679907"/>
                  </a:lnTo>
                  <a:lnTo>
                    <a:pt x="1337386" y="651179"/>
                  </a:lnTo>
                  <a:lnTo>
                    <a:pt x="1316723" y="651179"/>
                  </a:lnTo>
                  <a:lnTo>
                    <a:pt x="1316609" y="679907"/>
                  </a:lnTo>
                  <a:lnTo>
                    <a:pt x="1316507" y="699617"/>
                  </a:lnTo>
                  <a:lnTo>
                    <a:pt x="1316329" y="724814"/>
                  </a:lnTo>
                  <a:lnTo>
                    <a:pt x="1316202" y="738708"/>
                  </a:lnTo>
                  <a:lnTo>
                    <a:pt x="1315643" y="738708"/>
                  </a:lnTo>
                  <a:lnTo>
                    <a:pt x="1315643" y="795350"/>
                  </a:lnTo>
                  <a:lnTo>
                    <a:pt x="1315123" y="838835"/>
                  </a:lnTo>
                  <a:lnTo>
                    <a:pt x="1313903" y="923848"/>
                  </a:lnTo>
                  <a:lnTo>
                    <a:pt x="1313014" y="977480"/>
                  </a:lnTo>
                  <a:lnTo>
                    <a:pt x="1311910" y="1038186"/>
                  </a:lnTo>
                  <a:lnTo>
                    <a:pt x="1310728" y="1097661"/>
                  </a:lnTo>
                  <a:lnTo>
                    <a:pt x="1309293" y="1163993"/>
                  </a:lnTo>
                  <a:lnTo>
                    <a:pt x="1307998" y="1218603"/>
                  </a:lnTo>
                  <a:lnTo>
                    <a:pt x="1306715" y="1218603"/>
                  </a:lnTo>
                  <a:lnTo>
                    <a:pt x="1306715" y="1270622"/>
                  </a:lnTo>
                  <a:lnTo>
                    <a:pt x="1305763" y="1308582"/>
                  </a:lnTo>
                  <a:lnTo>
                    <a:pt x="1303655" y="1386624"/>
                  </a:lnTo>
                  <a:lnTo>
                    <a:pt x="1302613" y="1422438"/>
                  </a:lnTo>
                  <a:lnTo>
                    <a:pt x="368096" y="1270622"/>
                  </a:lnTo>
                  <a:lnTo>
                    <a:pt x="1306715" y="1270622"/>
                  </a:lnTo>
                  <a:lnTo>
                    <a:pt x="1306715" y="1218603"/>
                  </a:lnTo>
                  <a:lnTo>
                    <a:pt x="94589" y="1218603"/>
                  </a:lnTo>
                  <a:lnTo>
                    <a:pt x="1315643" y="795350"/>
                  </a:lnTo>
                  <a:lnTo>
                    <a:pt x="1315643" y="738708"/>
                  </a:lnTo>
                  <a:lnTo>
                    <a:pt x="1246212" y="738708"/>
                  </a:lnTo>
                  <a:lnTo>
                    <a:pt x="1246212" y="782726"/>
                  </a:lnTo>
                  <a:lnTo>
                    <a:pt x="1303540" y="782726"/>
                  </a:lnTo>
                  <a:lnTo>
                    <a:pt x="0" y="1234579"/>
                  </a:lnTo>
                  <a:lnTo>
                    <a:pt x="46723" y="1234579"/>
                  </a:lnTo>
                  <a:lnTo>
                    <a:pt x="62293" y="1237119"/>
                  </a:lnTo>
                  <a:lnTo>
                    <a:pt x="62293" y="1270622"/>
                  </a:lnTo>
                  <a:lnTo>
                    <a:pt x="268605" y="1270622"/>
                  </a:lnTo>
                  <a:lnTo>
                    <a:pt x="1302143" y="1438516"/>
                  </a:lnTo>
                  <a:lnTo>
                    <a:pt x="1301280" y="1468335"/>
                  </a:lnTo>
                  <a:lnTo>
                    <a:pt x="1298638" y="1553616"/>
                  </a:lnTo>
                  <a:lnTo>
                    <a:pt x="1295704" y="1642338"/>
                  </a:lnTo>
                  <a:lnTo>
                    <a:pt x="1293164" y="1714500"/>
                  </a:lnTo>
                  <a:lnTo>
                    <a:pt x="1246212" y="1714500"/>
                  </a:lnTo>
                  <a:lnTo>
                    <a:pt x="1246212" y="1758518"/>
                  </a:lnTo>
                  <a:lnTo>
                    <a:pt x="1291577" y="1758518"/>
                  </a:lnTo>
                  <a:lnTo>
                    <a:pt x="1290675" y="1783499"/>
                  </a:lnTo>
                  <a:lnTo>
                    <a:pt x="1288935" y="1829447"/>
                  </a:lnTo>
                  <a:lnTo>
                    <a:pt x="1287132" y="1876094"/>
                  </a:lnTo>
                  <a:lnTo>
                    <a:pt x="1285252" y="1923440"/>
                  </a:lnTo>
                  <a:lnTo>
                    <a:pt x="1283284" y="1971484"/>
                  </a:lnTo>
                  <a:lnTo>
                    <a:pt x="1281239" y="2020201"/>
                  </a:lnTo>
                  <a:lnTo>
                    <a:pt x="1279118" y="2069579"/>
                  </a:lnTo>
                  <a:lnTo>
                    <a:pt x="1276908" y="2119617"/>
                  </a:lnTo>
                  <a:lnTo>
                    <a:pt x="1274610" y="2170290"/>
                  </a:lnTo>
                  <a:lnTo>
                    <a:pt x="1274025" y="2182736"/>
                  </a:lnTo>
                  <a:lnTo>
                    <a:pt x="404279" y="2182736"/>
                  </a:lnTo>
                  <a:lnTo>
                    <a:pt x="404279" y="2226754"/>
                  </a:lnTo>
                  <a:lnTo>
                    <a:pt x="1271981" y="2226754"/>
                  </a:lnTo>
                  <a:lnTo>
                    <a:pt x="1269771" y="2273490"/>
                  </a:lnTo>
                  <a:lnTo>
                    <a:pt x="1267206" y="2326017"/>
                  </a:lnTo>
                  <a:lnTo>
                    <a:pt x="1264564" y="2379116"/>
                  </a:lnTo>
                  <a:lnTo>
                    <a:pt x="1261821" y="2432799"/>
                  </a:lnTo>
                  <a:lnTo>
                    <a:pt x="1258989" y="2487053"/>
                  </a:lnTo>
                  <a:lnTo>
                    <a:pt x="1256055" y="2541854"/>
                  </a:lnTo>
                  <a:lnTo>
                    <a:pt x="1253032" y="2597200"/>
                  </a:lnTo>
                  <a:lnTo>
                    <a:pt x="1249908" y="2653068"/>
                  </a:lnTo>
                  <a:lnTo>
                    <a:pt x="1247775" y="2690266"/>
                  </a:lnTo>
                  <a:lnTo>
                    <a:pt x="1225550" y="2690266"/>
                  </a:lnTo>
                  <a:lnTo>
                    <a:pt x="1225550" y="2734284"/>
                  </a:lnTo>
                  <a:lnTo>
                    <a:pt x="1245235" y="2734284"/>
                  </a:lnTo>
                  <a:lnTo>
                    <a:pt x="1243571" y="2762783"/>
                  </a:lnTo>
                  <a:lnTo>
                    <a:pt x="1240675" y="2811348"/>
                  </a:lnTo>
                  <a:lnTo>
                    <a:pt x="1237691" y="2860256"/>
                  </a:lnTo>
                  <a:lnTo>
                    <a:pt x="1234643" y="2909519"/>
                  </a:lnTo>
                  <a:lnTo>
                    <a:pt x="1231519" y="2959112"/>
                  </a:lnTo>
                  <a:lnTo>
                    <a:pt x="1228318" y="3009023"/>
                  </a:lnTo>
                  <a:lnTo>
                    <a:pt x="1225029" y="3059265"/>
                  </a:lnTo>
                  <a:lnTo>
                    <a:pt x="1221663" y="3109811"/>
                  </a:lnTo>
                  <a:lnTo>
                    <a:pt x="1218222" y="3160661"/>
                  </a:lnTo>
                  <a:lnTo>
                    <a:pt x="1217002" y="3178162"/>
                  </a:lnTo>
                  <a:lnTo>
                    <a:pt x="1184236" y="3178162"/>
                  </a:lnTo>
                  <a:lnTo>
                    <a:pt x="1184236" y="3222180"/>
                  </a:lnTo>
                  <a:lnTo>
                    <a:pt x="1213954" y="3222180"/>
                  </a:lnTo>
                  <a:lnTo>
                    <a:pt x="1211072" y="3263239"/>
                  </a:lnTo>
                  <a:lnTo>
                    <a:pt x="1207376" y="3314954"/>
                  </a:lnTo>
                  <a:lnTo>
                    <a:pt x="1203604" y="3366947"/>
                  </a:lnTo>
                  <a:lnTo>
                    <a:pt x="1199730" y="3419195"/>
                  </a:lnTo>
                  <a:lnTo>
                    <a:pt x="1195781" y="3471697"/>
                  </a:lnTo>
                  <a:lnTo>
                    <a:pt x="1191742" y="3524453"/>
                  </a:lnTo>
                  <a:lnTo>
                    <a:pt x="1187615" y="3577450"/>
                  </a:lnTo>
                  <a:lnTo>
                    <a:pt x="1183398" y="3630688"/>
                  </a:lnTo>
                  <a:lnTo>
                    <a:pt x="1180541" y="3666032"/>
                  </a:lnTo>
                  <a:lnTo>
                    <a:pt x="1142911" y="3666032"/>
                  </a:lnTo>
                  <a:lnTo>
                    <a:pt x="1142911" y="3710051"/>
                  </a:lnTo>
                  <a:lnTo>
                    <a:pt x="1176959" y="3710051"/>
                  </a:lnTo>
                  <a:lnTo>
                    <a:pt x="1174546" y="3739489"/>
                  </a:lnTo>
                  <a:lnTo>
                    <a:pt x="1170508" y="3787991"/>
                  </a:lnTo>
                  <a:lnTo>
                    <a:pt x="1166380" y="3836657"/>
                  </a:lnTo>
                  <a:lnTo>
                    <a:pt x="1162177" y="3885488"/>
                  </a:lnTo>
                  <a:lnTo>
                    <a:pt x="1157909" y="3934472"/>
                  </a:lnTo>
                  <a:lnTo>
                    <a:pt x="1153553" y="3983621"/>
                  </a:lnTo>
                  <a:lnTo>
                    <a:pt x="1149121" y="4032897"/>
                  </a:lnTo>
                  <a:lnTo>
                    <a:pt x="1144600" y="4082326"/>
                  </a:lnTo>
                  <a:lnTo>
                    <a:pt x="1140015" y="4131894"/>
                  </a:lnTo>
                  <a:lnTo>
                    <a:pt x="1137932" y="4153928"/>
                  </a:lnTo>
                  <a:lnTo>
                    <a:pt x="1101585" y="4153928"/>
                  </a:lnTo>
                  <a:lnTo>
                    <a:pt x="1101585" y="4197947"/>
                  </a:lnTo>
                  <a:lnTo>
                    <a:pt x="1133767" y="4197947"/>
                  </a:lnTo>
                  <a:lnTo>
                    <a:pt x="1130579" y="4231398"/>
                  </a:lnTo>
                  <a:lnTo>
                    <a:pt x="1125753" y="4281335"/>
                  </a:lnTo>
                  <a:lnTo>
                    <a:pt x="1120825" y="4331386"/>
                  </a:lnTo>
                  <a:lnTo>
                    <a:pt x="1115822" y="4381538"/>
                  </a:lnTo>
                  <a:lnTo>
                    <a:pt x="1110742" y="4431792"/>
                  </a:lnTo>
                  <a:lnTo>
                    <a:pt x="1105560" y="4482147"/>
                  </a:lnTo>
                  <a:lnTo>
                    <a:pt x="1100302" y="4532592"/>
                  </a:lnTo>
                  <a:lnTo>
                    <a:pt x="1094955" y="4583112"/>
                  </a:lnTo>
                  <a:lnTo>
                    <a:pt x="1086180" y="4664824"/>
                  </a:lnTo>
                  <a:lnTo>
                    <a:pt x="1142784" y="4605159"/>
                  </a:lnTo>
                  <a:lnTo>
                    <a:pt x="1329436" y="4408424"/>
                  </a:lnTo>
                  <a:lnTo>
                    <a:pt x="1540179" y="4657001"/>
                  </a:lnTo>
                  <a:lnTo>
                    <a:pt x="1581492" y="4657001"/>
                  </a:lnTo>
                  <a:lnTo>
                    <a:pt x="1624228" y="4606379"/>
                  </a:lnTo>
                  <a:lnTo>
                    <a:pt x="1790903" y="4408894"/>
                  </a:lnTo>
                  <a:lnTo>
                    <a:pt x="2033701" y="4664824"/>
                  </a:lnTo>
                  <a:lnTo>
                    <a:pt x="2027288" y="4605147"/>
                  </a:lnTo>
                  <a:lnTo>
                    <a:pt x="2024926" y="4583112"/>
                  </a:lnTo>
                  <a:lnTo>
                    <a:pt x="2019579" y="4532592"/>
                  </a:lnTo>
                  <a:lnTo>
                    <a:pt x="2014321" y="4482147"/>
                  </a:lnTo>
                  <a:lnTo>
                    <a:pt x="2009152" y="4431792"/>
                  </a:lnTo>
                  <a:lnTo>
                    <a:pt x="2006498" y="4405604"/>
                  </a:lnTo>
                  <a:lnTo>
                    <a:pt x="2006498" y="4605147"/>
                  </a:lnTo>
                  <a:lnTo>
                    <a:pt x="1804746" y="4392498"/>
                  </a:lnTo>
                  <a:lnTo>
                    <a:pt x="1965693" y="4201795"/>
                  </a:lnTo>
                  <a:lnTo>
                    <a:pt x="1966061" y="4205643"/>
                  </a:lnTo>
                  <a:lnTo>
                    <a:pt x="1970836" y="4255224"/>
                  </a:lnTo>
                  <a:lnTo>
                    <a:pt x="1975675" y="4304919"/>
                  </a:lnTo>
                  <a:lnTo>
                    <a:pt x="1980603" y="4354715"/>
                  </a:lnTo>
                  <a:lnTo>
                    <a:pt x="1985606" y="4404626"/>
                  </a:lnTo>
                  <a:lnTo>
                    <a:pt x="1990699" y="4454626"/>
                  </a:lnTo>
                  <a:lnTo>
                    <a:pt x="1995881" y="4504715"/>
                  </a:lnTo>
                  <a:lnTo>
                    <a:pt x="2001151" y="4554893"/>
                  </a:lnTo>
                  <a:lnTo>
                    <a:pt x="2006498" y="4605147"/>
                  </a:lnTo>
                  <a:lnTo>
                    <a:pt x="2006498" y="4405604"/>
                  </a:lnTo>
                  <a:lnTo>
                    <a:pt x="2004060" y="4381538"/>
                  </a:lnTo>
                  <a:lnTo>
                    <a:pt x="1999056" y="4331386"/>
                  </a:lnTo>
                  <a:lnTo>
                    <a:pt x="1994141" y="4281335"/>
                  </a:lnTo>
                  <a:lnTo>
                    <a:pt x="1989302" y="4231398"/>
                  </a:lnTo>
                  <a:lnTo>
                    <a:pt x="1986102" y="4197947"/>
                  </a:lnTo>
                  <a:lnTo>
                    <a:pt x="2040750" y="4197947"/>
                  </a:lnTo>
                  <a:lnTo>
                    <a:pt x="2040750" y="4153928"/>
                  </a:lnTo>
                  <a:lnTo>
                    <a:pt x="1981949" y="4153928"/>
                  </a:lnTo>
                  <a:lnTo>
                    <a:pt x="1979879" y="4131894"/>
                  </a:lnTo>
                  <a:lnTo>
                    <a:pt x="1975281" y="4082338"/>
                  </a:lnTo>
                  <a:lnTo>
                    <a:pt x="1970773" y="4032910"/>
                  </a:lnTo>
                  <a:lnTo>
                    <a:pt x="1966341" y="3983621"/>
                  </a:lnTo>
                  <a:lnTo>
                    <a:pt x="1961984" y="3934485"/>
                  </a:lnTo>
                  <a:lnTo>
                    <a:pt x="1960054" y="3912336"/>
                  </a:lnTo>
                  <a:lnTo>
                    <a:pt x="1960054" y="4141952"/>
                  </a:lnTo>
                  <a:lnTo>
                    <a:pt x="1942490" y="4119930"/>
                  </a:lnTo>
                  <a:lnTo>
                    <a:pt x="1942490" y="4153928"/>
                  </a:lnTo>
                  <a:lnTo>
                    <a:pt x="1941042" y="4153928"/>
                  </a:lnTo>
                  <a:lnTo>
                    <a:pt x="1941042" y="4197947"/>
                  </a:lnTo>
                  <a:lnTo>
                    <a:pt x="1789658" y="4376598"/>
                  </a:lnTo>
                  <a:lnTo>
                    <a:pt x="1775790" y="4361980"/>
                  </a:lnTo>
                  <a:lnTo>
                    <a:pt x="1775790" y="4392968"/>
                  </a:lnTo>
                  <a:lnTo>
                    <a:pt x="1594942" y="4606379"/>
                  </a:lnTo>
                  <a:lnTo>
                    <a:pt x="1594942" y="4202328"/>
                  </a:lnTo>
                  <a:lnTo>
                    <a:pt x="1775790" y="4392968"/>
                  </a:lnTo>
                  <a:lnTo>
                    <a:pt x="1775790" y="4361980"/>
                  </a:lnTo>
                  <a:lnTo>
                    <a:pt x="1620177" y="4197947"/>
                  </a:lnTo>
                  <a:lnTo>
                    <a:pt x="1941042" y="4197947"/>
                  </a:lnTo>
                  <a:lnTo>
                    <a:pt x="1941042" y="4153928"/>
                  </a:lnTo>
                  <a:lnTo>
                    <a:pt x="1613166" y="4153928"/>
                  </a:lnTo>
                  <a:lnTo>
                    <a:pt x="1768208" y="3935336"/>
                  </a:lnTo>
                  <a:lnTo>
                    <a:pt x="1942490" y="4153928"/>
                  </a:lnTo>
                  <a:lnTo>
                    <a:pt x="1942490" y="4119930"/>
                  </a:lnTo>
                  <a:lnTo>
                    <a:pt x="1780971" y="3917340"/>
                  </a:lnTo>
                  <a:lnTo>
                    <a:pt x="1922792" y="3717391"/>
                  </a:lnTo>
                  <a:lnTo>
                    <a:pt x="1926767" y="3765512"/>
                  </a:lnTo>
                  <a:lnTo>
                    <a:pt x="1930831" y="3813810"/>
                  </a:lnTo>
                  <a:lnTo>
                    <a:pt x="1934959" y="3862260"/>
                  </a:lnTo>
                  <a:lnTo>
                    <a:pt x="1939163" y="3910888"/>
                  </a:lnTo>
                  <a:lnTo>
                    <a:pt x="1943455" y="3959656"/>
                  </a:lnTo>
                  <a:lnTo>
                    <a:pt x="1947824" y="4008577"/>
                  </a:lnTo>
                  <a:lnTo>
                    <a:pt x="1952256" y="4057650"/>
                  </a:lnTo>
                  <a:lnTo>
                    <a:pt x="1956790" y="4106849"/>
                  </a:lnTo>
                  <a:lnTo>
                    <a:pt x="1960054" y="4141952"/>
                  </a:lnTo>
                  <a:lnTo>
                    <a:pt x="1960054" y="3912336"/>
                  </a:lnTo>
                  <a:lnTo>
                    <a:pt x="1957717" y="3885501"/>
                  </a:lnTo>
                  <a:lnTo>
                    <a:pt x="1953514" y="3836670"/>
                  </a:lnTo>
                  <a:lnTo>
                    <a:pt x="1949399" y="3788003"/>
                  </a:lnTo>
                  <a:lnTo>
                    <a:pt x="1945360" y="3739502"/>
                  </a:lnTo>
                  <a:lnTo>
                    <a:pt x="1943531" y="3717391"/>
                  </a:lnTo>
                  <a:lnTo>
                    <a:pt x="1942922" y="3710051"/>
                  </a:lnTo>
                  <a:lnTo>
                    <a:pt x="1999437" y="3710051"/>
                  </a:lnTo>
                  <a:lnTo>
                    <a:pt x="1999437" y="3666032"/>
                  </a:lnTo>
                  <a:lnTo>
                    <a:pt x="1939353" y="3666032"/>
                  </a:lnTo>
                  <a:lnTo>
                    <a:pt x="1938147" y="3651097"/>
                  </a:lnTo>
                  <a:lnTo>
                    <a:pt x="1932279" y="3577412"/>
                  </a:lnTo>
                  <a:lnTo>
                    <a:pt x="1928152" y="3524415"/>
                  </a:lnTo>
                  <a:lnTo>
                    <a:pt x="1924113" y="3471672"/>
                  </a:lnTo>
                  <a:lnTo>
                    <a:pt x="1920163" y="3419170"/>
                  </a:lnTo>
                  <a:lnTo>
                    <a:pt x="1917395" y="3381832"/>
                  </a:lnTo>
                  <a:lnTo>
                    <a:pt x="1917395" y="3651097"/>
                  </a:lnTo>
                  <a:lnTo>
                    <a:pt x="1902091" y="3629533"/>
                  </a:lnTo>
                  <a:lnTo>
                    <a:pt x="1902091" y="3710051"/>
                  </a:lnTo>
                  <a:lnTo>
                    <a:pt x="1767268" y="3900157"/>
                  </a:lnTo>
                  <a:lnTo>
                    <a:pt x="1754505" y="3884155"/>
                  </a:lnTo>
                  <a:lnTo>
                    <a:pt x="1754505" y="3918153"/>
                  </a:lnTo>
                  <a:lnTo>
                    <a:pt x="1594942" y="4143121"/>
                  </a:lnTo>
                  <a:lnTo>
                    <a:pt x="1594942" y="3718001"/>
                  </a:lnTo>
                  <a:lnTo>
                    <a:pt x="1754505" y="3918153"/>
                  </a:lnTo>
                  <a:lnTo>
                    <a:pt x="1754505" y="3884155"/>
                  </a:lnTo>
                  <a:lnTo>
                    <a:pt x="1622044" y="3718001"/>
                  </a:lnTo>
                  <a:lnTo>
                    <a:pt x="1615694" y="3710051"/>
                  </a:lnTo>
                  <a:lnTo>
                    <a:pt x="1902091" y="3710051"/>
                  </a:lnTo>
                  <a:lnTo>
                    <a:pt x="1902091" y="3629533"/>
                  </a:lnTo>
                  <a:lnTo>
                    <a:pt x="1902079" y="3666032"/>
                  </a:lnTo>
                  <a:lnTo>
                    <a:pt x="1611033" y="3666032"/>
                  </a:lnTo>
                  <a:lnTo>
                    <a:pt x="1619872" y="3652088"/>
                  </a:lnTo>
                  <a:lnTo>
                    <a:pt x="1748370" y="3449320"/>
                  </a:lnTo>
                  <a:lnTo>
                    <a:pt x="1902079" y="3666032"/>
                  </a:lnTo>
                  <a:lnTo>
                    <a:pt x="1902079" y="3629507"/>
                  </a:lnTo>
                  <a:lnTo>
                    <a:pt x="1760588" y="3430041"/>
                  </a:lnTo>
                  <a:lnTo>
                    <a:pt x="1885911" y="3232302"/>
                  </a:lnTo>
                  <a:lnTo>
                    <a:pt x="1889925" y="3289033"/>
                  </a:lnTo>
                  <a:lnTo>
                    <a:pt x="1893595" y="3340011"/>
                  </a:lnTo>
                  <a:lnTo>
                    <a:pt x="1897354" y="3391243"/>
                  </a:lnTo>
                  <a:lnTo>
                    <a:pt x="1901190" y="3442741"/>
                  </a:lnTo>
                  <a:lnTo>
                    <a:pt x="1905114" y="3494481"/>
                  </a:lnTo>
                  <a:lnTo>
                    <a:pt x="1909114" y="3546449"/>
                  </a:lnTo>
                  <a:lnTo>
                    <a:pt x="1913216" y="3598659"/>
                  </a:lnTo>
                  <a:lnTo>
                    <a:pt x="1917395" y="3651097"/>
                  </a:lnTo>
                  <a:lnTo>
                    <a:pt x="1917395" y="3381832"/>
                  </a:lnTo>
                  <a:lnTo>
                    <a:pt x="1916290" y="3366922"/>
                  </a:lnTo>
                  <a:lnTo>
                    <a:pt x="1912518" y="3314928"/>
                  </a:lnTo>
                  <a:lnTo>
                    <a:pt x="1908822" y="3263227"/>
                  </a:lnTo>
                  <a:lnTo>
                    <a:pt x="1905939" y="3222180"/>
                  </a:lnTo>
                  <a:lnTo>
                    <a:pt x="1958111" y="3222180"/>
                  </a:lnTo>
                  <a:lnTo>
                    <a:pt x="1958111" y="3178162"/>
                  </a:lnTo>
                  <a:lnTo>
                    <a:pt x="1902891" y="3178162"/>
                  </a:lnTo>
                  <a:lnTo>
                    <a:pt x="1901685" y="3160649"/>
                  </a:lnTo>
                  <a:lnTo>
                    <a:pt x="1898230" y="3109798"/>
                  </a:lnTo>
                  <a:lnTo>
                    <a:pt x="1894865" y="3059252"/>
                  </a:lnTo>
                  <a:lnTo>
                    <a:pt x="1891588" y="3009011"/>
                  </a:lnTo>
                  <a:lnTo>
                    <a:pt x="1888375" y="2959100"/>
                  </a:lnTo>
                  <a:lnTo>
                    <a:pt x="1885251" y="2909506"/>
                  </a:lnTo>
                  <a:lnTo>
                    <a:pt x="1882203" y="2860243"/>
                  </a:lnTo>
                  <a:lnTo>
                    <a:pt x="1880933" y="2839339"/>
                  </a:lnTo>
                  <a:lnTo>
                    <a:pt x="1880933" y="3160204"/>
                  </a:lnTo>
                  <a:lnTo>
                    <a:pt x="1867395" y="3138843"/>
                  </a:lnTo>
                  <a:lnTo>
                    <a:pt x="1867395" y="3178162"/>
                  </a:lnTo>
                  <a:lnTo>
                    <a:pt x="1867395" y="3222180"/>
                  </a:lnTo>
                  <a:lnTo>
                    <a:pt x="1747418" y="3411486"/>
                  </a:lnTo>
                  <a:lnTo>
                    <a:pt x="1735201" y="3394265"/>
                  </a:lnTo>
                  <a:lnTo>
                    <a:pt x="1735201" y="3430765"/>
                  </a:lnTo>
                  <a:lnTo>
                    <a:pt x="1594942" y="3652088"/>
                  </a:lnTo>
                  <a:lnTo>
                    <a:pt x="1594942" y="3232988"/>
                  </a:lnTo>
                  <a:lnTo>
                    <a:pt x="1735201" y="3430765"/>
                  </a:lnTo>
                  <a:lnTo>
                    <a:pt x="1735201" y="3394265"/>
                  </a:lnTo>
                  <a:lnTo>
                    <a:pt x="1613154" y="3222180"/>
                  </a:lnTo>
                  <a:lnTo>
                    <a:pt x="1867395" y="3222180"/>
                  </a:lnTo>
                  <a:lnTo>
                    <a:pt x="1867395" y="3178162"/>
                  </a:lnTo>
                  <a:lnTo>
                    <a:pt x="1609229" y="3178162"/>
                  </a:lnTo>
                  <a:lnTo>
                    <a:pt x="1731479" y="2963710"/>
                  </a:lnTo>
                  <a:lnTo>
                    <a:pt x="1867395" y="3178162"/>
                  </a:lnTo>
                  <a:lnTo>
                    <a:pt x="1867395" y="3138843"/>
                  </a:lnTo>
                  <a:lnTo>
                    <a:pt x="1743290" y="2942996"/>
                  </a:lnTo>
                  <a:lnTo>
                    <a:pt x="1854733" y="2747505"/>
                  </a:lnTo>
                  <a:lnTo>
                    <a:pt x="1857565" y="2795155"/>
                  </a:lnTo>
                  <a:lnTo>
                    <a:pt x="1860461" y="2843136"/>
                  </a:lnTo>
                  <a:lnTo>
                    <a:pt x="1863420" y="2891447"/>
                  </a:lnTo>
                  <a:lnTo>
                    <a:pt x="1866468" y="2940088"/>
                  </a:lnTo>
                  <a:lnTo>
                    <a:pt x="1869579" y="2989046"/>
                  </a:lnTo>
                  <a:lnTo>
                    <a:pt x="1872780" y="3038310"/>
                  </a:lnTo>
                  <a:lnTo>
                    <a:pt x="1876056" y="3087878"/>
                  </a:lnTo>
                  <a:lnTo>
                    <a:pt x="1879396" y="3137738"/>
                  </a:lnTo>
                  <a:lnTo>
                    <a:pt x="1880933" y="3160204"/>
                  </a:lnTo>
                  <a:lnTo>
                    <a:pt x="1880933" y="2839339"/>
                  </a:lnTo>
                  <a:lnTo>
                    <a:pt x="1879231" y="2811322"/>
                  </a:lnTo>
                  <a:lnTo>
                    <a:pt x="1876323" y="2762758"/>
                  </a:lnTo>
                  <a:lnTo>
                    <a:pt x="1875434" y="2747505"/>
                  </a:lnTo>
                  <a:lnTo>
                    <a:pt x="1874659" y="2734284"/>
                  </a:lnTo>
                  <a:lnTo>
                    <a:pt x="1916798" y="2734284"/>
                  </a:lnTo>
                  <a:lnTo>
                    <a:pt x="1916798" y="2690266"/>
                  </a:lnTo>
                  <a:lnTo>
                    <a:pt x="1872119" y="2690266"/>
                  </a:lnTo>
                  <a:lnTo>
                    <a:pt x="1870913" y="2669095"/>
                  </a:lnTo>
                  <a:lnTo>
                    <a:pt x="1866861" y="2597200"/>
                  </a:lnTo>
                  <a:lnTo>
                    <a:pt x="1863839" y="2541854"/>
                  </a:lnTo>
                  <a:lnTo>
                    <a:pt x="1860905" y="2487053"/>
                  </a:lnTo>
                  <a:lnTo>
                    <a:pt x="1858073" y="2432799"/>
                  </a:lnTo>
                  <a:lnTo>
                    <a:pt x="1855330" y="2379116"/>
                  </a:lnTo>
                  <a:lnTo>
                    <a:pt x="1852688" y="2326005"/>
                  </a:lnTo>
                  <a:lnTo>
                    <a:pt x="1850199" y="2275052"/>
                  </a:lnTo>
                  <a:lnTo>
                    <a:pt x="1850199" y="2669095"/>
                  </a:lnTo>
                  <a:lnTo>
                    <a:pt x="1838096" y="2647873"/>
                  </a:lnTo>
                  <a:lnTo>
                    <a:pt x="1838096" y="2690266"/>
                  </a:lnTo>
                  <a:lnTo>
                    <a:pt x="1838096" y="2734284"/>
                  </a:lnTo>
                  <a:lnTo>
                    <a:pt x="1730565" y="2922917"/>
                  </a:lnTo>
                  <a:lnTo>
                    <a:pt x="1718767" y="2904299"/>
                  </a:lnTo>
                  <a:lnTo>
                    <a:pt x="1718767" y="2943631"/>
                  </a:lnTo>
                  <a:lnTo>
                    <a:pt x="1594942" y="3160865"/>
                  </a:lnTo>
                  <a:lnTo>
                    <a:pt x="1594942" y="2748229"/>
                  </a:lnTo>
                  <a:lnTo>
                    <a:pt x="1718767" y="2943631"/>
                  </a:lnTo>
                  <a:lnTo>
                    <a:pt x="1718767" y="2904299"/>
                  </a:lnTo>
                  <a:lnTo>
                    <a:pt x="1619872" y="2748229"/>
                  </a:lnTo>
                  <a:lnTo>
                    <a:pt x="1611033" y="2734284"/>
                  </a:lnTo>
                  <a:lnTo>
                    <a:pt x="1838096" y="2734284"/>
                  </a:lnTo>
                  <a:lnTo>
                    <a:pt x="1838096" y="2690266"/>
                  </a:lnTo>
                  <a:lnTo>
                    <a:pt x="1607807" y="2690266"/>
                  </a:lnTo>
                  <a:lnTo>
                    <a:pt x="1618551" y="2669527"/>
                  </a:lnTo>
                  <a:lnTo>
                    <a:pt x="1717395" y="2478519"/>
                  </a:lnTo>
                  <a:lnTo>
                    <a:pt x="1838096" y="2690266"/>
                  </a:lnTo>
                  <a:lnTo>
                    <a:pt x="1838096" y="2647873"/>
                  </a:lnTo>
                  <a:lnTo>
                    <a:pt x="1728889" y="2456307"/>
                  </a:lnTo>
                  <a:lnTo>
                    <a:pt x="1828939" y="2262975"/>
                  </a:lnTo>
                  <a:lnTo>
                    <a:pt x="1830768" y="2300795"/>
                  </a:lnTo>
                  <a:lnTo>
                    <a:pt x="1833270" y="2351836"/>
                  </a:lnTo>
                  <a:lnTo>
                    <a:pt x="1835873" y="2403411"/>
                  </a:lnTo>
                  <a:lnTo>
                    <a:pt x="1838553" y="2455519"/>
                  </a:lnTo>
                  <a:lnTo>
                    <a:pt x="1841334" y="2508161"/>
                  </a:lnTo>
                  <a:lnTo>
                    <a:pt x="1844192" y="2561310"/>
                  </a:lnTo>
                  <a:lnTo>
                    <a:pt x="1847151" y="2614955"/>
                  </a:lnTo>
                  <a:lnTo>
                    <a:pt x="1850199" y="2669095"/>
                  </a:lnTo>
                  <a:lnTo>
                    <a:pt x="1850199" y="2275052"/>
                  </a:lnTo>
                  <a:lnTo>
                    <a:pt x="1850123" y="2273490"/>
                  </a:lnTo>
                  <a:lnTo>
                    <a:pt x="1847900" y="2226754"/>
                  </a:lnTo>
                  <a:lnTo>
                    <a:pt x="2736227" y="2226754"/>
                  </a:lnTo>
                  <a:lnTo>
                    <a:pt x="2736227" y="2182736"/>
                  </a:lnTo>
                  <a:lnTo>
                    <a:pt x="1845856" y="2182736"/>
                  </a:lnTo>
                  <a:lnTo>
                    <a:pt x="1845284" y="2170277"/>
                  </a:lnTo>
                  <a:lnTo>
                    <a:pt x="1842985" y="2119604"/>
                  </a:lnTo>
                  <a:lnTo>
                    <a:pt x="1840776" y="2069579"/>
                  </a:lnTo>
                  <a:lnTo>
                    <a:pt x="1838655" y="2020201"/>
                  </a:lnTo>
                  <a:lnTo>
                    <a:pt x="1836610" y="1971484"/>
                  </a:lnTo>
                  <a:lnTo>
                    <a:pt x="1834642" y="1923440"/>
                  </a:lnTo>
                  <a:lnTo>
                    <a:pt x="1832762" y="1876082"/>
                  </a:lnTo>
                  <a:lnTo>
                    <a:pt x="1830946" y="1829435"/>
                  </a:lnTo>
                  <a:lnTo>
                    <a:pt x="1829041" y="1778609"/>
                  </a:lnTo>
                  <a:lnTo>
                    <a:pt x="1828292" y="1758518"/>
                  </a:lnTo>
                  <a:lnTo>
                    <a:pt x="1875472" y="1758518"/>
                  </a:lnTo>
                  <a:lnTo>
                    <a:pt x="1875472" y="1714500"/>
                  </a:lnTo>
                  <a:lnTo>
                    <a:pt x="1826717" y="1714500"/>
                  </a:lnTo>
                  <a:lnTo>
                    <a:pt x="1825777" y="1687487"/>
                  </a:lnTo>
                  <a:lnTo>
                    <a:pt x="1824964" y="1664385"/>
                  </a:lnTo>
                  <a:lnTo>
                    <a:pt x="1824964" y="2178139"/>
                  </a:lnTo>
                  <a:lnTo>
                    <a:pt x="1824062" y="2176399"/>
                  </a:lnTo>
                  <a:lnTo>
                    <a:pt x="1824062" y="2226754"/>
                  </a:lnTo>
                  <a:lnTo>
                    <a:pt x="1716506" y="2434590"/>
                  </a:lnTo>
                  <a:lnTo>
                    <a:pt x="1705013" y="2414435"/>
                  </a:lnTo>
                  <a:lnTo>
                    <a:pt x="1705013" y="2456802"/>
                  </a:lnTo>
                  <a:lnTo>
                    <a:pt x="1594942" y="2669527"/>
                  </a:lnTo>
                  <a:lnTo>
                    <a:pt x="1594942" y="2263686"/>
                  </a:lnTo>
                  <a:lnTo>
                    <a:pt x="1705013" y="2456802"/>
                  </a:lnTo>
                  <a:lnTo>
                    <a:pt x="1705013" y="2414435"/>
                  </a:lnTo>
                  <a:lnTo>
                    <a:pt x="1598028" y="2226754"/>
                  </a:lnTo>
                  <a:lnTo>
                    <a:pt x="1824062" y="2226754"/>
                  </a:lnTo>
                  <a:lnTo>
                    <a:pt x="1824062" y="2176399"/>
                  </a:lnTo>
                  <a:lnTo>
                    <a:pt x="1803742" y="2137143"/>
                  </a:lnTo>
                  <a:lnTo>
                    <a:pt x="1803742" y="2182736"/>
                  </a:lnTo>
                  <a:lnTo>
                    <a:pt x="1616011" y="2182736"/>
                  </a:lnTo>
                  <a:lnTo>
                    <a:pt x="1705952" y="1993785"/>
                  </a:lnTo>
                  <a:lnTo>
                    <a:pt x="1803742" y="2182736"/>
                  </a:lnTo>
                  <a:lnTo>
                    <a:pt x="1803742" y="2137143"/>
                  </a:lnTo>
                  <a:lnTo>
                    <a:pt x="1717255" y="1970036"/>
                  </a:lnTo>
                  <a:lnTo>
                    <a:pt x="1808378" y="1778609"/>
                  </a:lnTo>
                  <a:lnTo>
                    <a:pt x="1810042" y="1822907"/>
                  </a:lnTo>
                  <a:lnTo>
                    <a:pt x="1811769" y="1867877"/>
                  </a:lnTo>
                  <a:lnTo>
                    <a:pt x="1813572" y="1913496"/>
                  </a:lnTo>
                  <a:lnTo>
                    <a:pt x="1815452" y="1959775"/>
                  </a:lnTo>
                  <a:lnTo>
                    <a:pt x="1817408" y="2006676"/>
                  </a:lnTo>
                  <a:lnTo>
                    <a:pt x="1819440" y="2054199"/>
                  </a:lnTo>
                  <a:lnTo>
                    <a:pt x="1821535" y="2102345"/>
                  </a:lnTo>
                  <a:lnTo>
                    <a:pt x="1823720" y="2151075"/>
                  </a:lnTo>
                  <a:lnTo>
                    <a:pt x="1824964" y="2178139"/>
                  </a:lnTo>
                  <a:lnTo>
                    <a:pt x="1824964" y="1664385"/>
                  </a:lnTo>
                  <a:lnTo>
                    <a:pt x="1824189" y="1642351"/>
                  </a:lnTo>
                  <a:lnTo>
                    <a:pt x="1821268" y="1553616"/>
                  </a:lnTo>
                  <a:lnTo>
                    <a:pt x="1818614" y="1468335"/>
                  </a:lnTo>
                  <a:lnTo>
                    <a:pt x="1817751" y="1438821"/>
                  </a:lnTo>
                  <a:lnTo>
                    <a:pt x="2818752" y="1270622"/>
                  </a:lnTo>
                  <a:lnTo>
                    <a:pt x="3036976" y="1270622"/>
                  </a:lnTo>
                  <a:lnTo>
                    <a:pt x="3036976" y="1234579"/>
                  </a:lnTo>
                  <a:lnTo>
                    <a:pt x="3078086" y="1234579"/>
                  </a:lnTo>
                  <a:close/>
                </a:path>
              </a:pathLst>
            </a:custGeom>
            <a:solidFill>
              <a:srgbClr val="2C92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789193" y="4227215"/>
              <a:ext cx="82437" cy="225343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784807" y="4227382"/>
              <a:ext cx="82447" cy="225343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12192648" y="4743875"/>
              <a:ext cx="2333625" cy="658495"/>
            </a:xfrm>
            <a:custGeom>
              <a:avLst/>
              <a:gdLst/>
              <a:ahLst/>
              <a:cxnLst/>
              <a:rect l="l" t="t" r="r" b="b"/>
              <a:pathLst>
                <a:path w="2333625" h="658495">
                  <a:moveTo>
                    <a:pt x="2333040" y="461479"/>
                  </a:moveTo>
                  <a:lnTo>
                    <a:pt x="1397025" y="0"/>
                  </a:lnTo>
                  <a:lnTo>
                    <a:pt x="1390726" y="14516"/>
                  </a:lnTo>
                  <a:lnTo>
                    <a:pt x="2264905" y="445503"/>
                  </a:lnTo>
                  <a:lnTo>
                    <a:pt x="67462" y="445503"/>
                  </a:lnTo>
                  <a:lnTo>
                    <a:pt x="927379" y="16865"/>
                  </a:lnTo>
                  <a:lnTo>
                    <a:pt x="921029" y="2374"/>
                  </a:lnTo>
                  <a:lnTo>
                    <a:pt x="0" y="461479"/>
                  </a:lnTo>
                  <a:lnTo>
                    <a:pt x="32918" y="461479"/>
                  </a:lnTo>
                  <a:lnTo>
                    <a:pt x="864463" y="657529"/>
                  </a:lnTo>
                  <a:lnTo>
                    <a:pt x="867702" y="641908"/>
                  </a:lnTo>
                  <a:lnTo>
                    <a:pt x="102362" y="461479"/>
                  </a:lnTo>
                  <a:lnTo>
                    <a:pt x="2228939" y="461479"/>
                  </a:lnTo>
                  <a:lnTo>
                    <a:pt x="1444993" y="642467"/>
                  </a:lnTo>
                  <a:lnTo>
                    <a:pt x="1448181" y="658088"/>
                  </a:lnTo>
                  <a:lnTo>
                    <a:pt x="2299741" y="461479"/>
                  </a:lnTo>
                  <a:lnTo>
                    <a:pt x="2333040" y="461479"/>
                  </a:lnTo>
                  <a:close/>
                </a:path>
              </a:pathLst>
            </a:custGeom>
            <a:solidFill>
              <a:srgbClr val="2C92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193321" y="5205016"/>
              <a:ext cx="67306" cy="183983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457967" y="5205016"/>
              <a:ext cx="67306" cy="183983"/>
            </a:xfrm>
            <a:prstGeom prst="rect">
              <a:avLst/>
            </a:prstGeom>
          </p:spPr>
        </p:pic>
      </p:grpSp>
      <p:sp>
        <p:nvSpPr>
          <p:cNvPr id="111" name="object 111" descr=""/>
          <p:cNvSpPr/>
          <p:nvPr/>
        </p:nvSpPr>
        <p:spPr>
          <a:xfrm>
            <a:off x="15259539" y="7175782"/>
            <a:ext cx="671830" cy="19050"/>
          </a:xfrm>
          <a:custGeom>
            <a:avLst/>
            <a:gdLst/>
            <a:ahLst/>
            <a:cxnLst/>
            <a:rect l="l" t="t" r="r" b="b"/>
            <a:pathLst>
              <a:path w="671830" h="19050">
                <a:moveTo>
                  <a:pt x="335707" y="0"/>
                </a:moveTo>
                <a:lnTo>
                  <a:pt x="258731" y="243"/>
                </a:lnTo>
                <a:lnTo>
                  <a:pt x="188070" y="938"/>
                </a:lnTo>
                <a:lnTo>
                  <a:pt x="125738" y="2028"/>
                </a:lnTo>
                <a:lnTo>
                  <a:pt x="73750" y="3457"/>
                </a:lnTo>
                <a:lnTo>
                  <a:pt x="34121" y="5170"/>
                </a:lnTo>
                <a:lnTo>
                  <a:pt x="0" y="9224"/>
                </a:lnTo>
                <a:lnTo>
                  <a:pt x="8866" y="11338"/>
                </a:lnTo>
                <a:lnTo>
                  <a:pt x="73750" y="14992"/>
                </a:lnTo>
                <a:lnTo>
                  <a:pt x="125738" y="16421"/>
                </a:lnTo>
                <a:lnTo>
                  <a:pt x="188070" y="17511"/>
                </a:lnTo>
                <a:lnTo>
                  <a:pt x="258731" y="18205"/>
                </a:lnTo>
                <a:lnTo>
                  <a:pt x="335707" y="18449"/>
                </a:lnTo>
                <a:lnTo>
                  <a:pt x="412682" y="18205"/>
                </a:lnTo>
                <a:lnTo>
                  <a:pt x="483343" y="17511"/>
                </a:lnTo>
                <a:lnTo>
                  <a:pt x="545675" y="16421"/>
                </a:lnTo>
                <a:lnTo>
                  <a:pt x="597663" y="14992"/>
                </a:lnTo>
                <a:lnTo>
                  <a:pt x="637292" y="13279"/>
                </a:lnTo>
                <a:lnTo>
                  <a:pt x="671414" y="9224"/>
                </a:lnTo>
                <a:lnTo>
                  <a:pt x="662547" y="7111"/>
                </a:lnTo>
                <a:lnTo>
                  <a:pt x="597663" y="3457"/>
                </a:lnTo>
                <a:lnTo>
                  <a:pt x="545675" y="2028"/>
                </a:lnTo>
                <a:lnTo>
                  <a:pt x="483343" y="938"/>
                </a:lnTo>
                <a:lnTo>
                  <a:pt x="412682" y="243"/>
                </a:lnTo>
                <a:lnTo>
                  <a:pt x="335707" y="0"/>
                </a:lnTo>
                <a:close/>
              </a:path>
            </a:pathLst>
          </a:custGeom>
          <a:solidFill>
            <a:srgbClr val="281B1F">
              <a:alpha val="54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2" name="object 112" descr=""/>
          <p:cNvGrpSpPr/>
          <p:nvPr/>
        </p:nvGrpSpPr>
        <p:grpSpPr>
          <a:xfrm>
            <a:off x="11826430" y="4414651"/>
            <a:ext cx="6433185" cy="2773045"/>
            <a:chOff x="11826430" y="4414651"/>
            <a:chExt cx="6433185" cy="2773045"/>
          </a:xfrm>
        </p:grpSpPr>
        <p:sp>
          <p:nvSpPr>
            <p:cNvPr id="113" name="object 113" descr=""/>
            <p:cNvSpPr/>
            <p:nvPr/>
          </p:nvSpPr>
          <p:spPr>
            <a:xfrm>
              <a:off x="15416493" y="5017585"/>
              <a:ext cx="360680" cy="2165985"/>
            </a:xfrm>
            <a:custGeom>
              <a:avLst/>
              <a:gdLst/>
              <a:ahLst/>
              <a:cxnLst/>
              <a:rect l="l" t="t" r="r" b="b"/>
              <a:pathLst>
                <a:path w="360680" h="2165984">
                  <a:moveTo>
                    <a:pt x="360413" y="0"/>
                  </a:moveTo>
                  <a:lnTo>
                    <a:pt x="0" y="0"/>
                  </a:lnTo>
                  <a:lnTo>
                    <a:pt x="0" y="23672"/>
                  </a:lnTo>
                  <a:lnTo>
                    <a:pt x="168376" y="23672"/>
                  </a:lnTo>
                  <a:lnTo>
                    <a:pt x="168376" y="58889"/>
                  </a:lnTo>
                  <a:lnTo>
                    <a:pt x="0" y="58889"/>
                  </a:lnTo>
                  <a:lnTo>
                    <a:pt x="0" y="82562"/>
                  </a:lnTo>
                  <a:lnTo>
                    <a:pt x="168376" y="82562"/>
                  </a:lnTo>
                  <a:lnTo>
                    <a:pt x="168376" y="2165413"/>
                  </a:lnTo>
                  <a:lnTo>
                    <a:pt x="192036" y="2165413"/>
                  </a:lnTo>
                  <a:lnTo>
                    <a:pt x="192036" y="82562"/>
                  </a:lnTo>
                  <a:lnTo>
                    <a:pt x="360413" y="82562"/>
                  </a:lnTo>
                  <a:lnTo>
                    <a:pt x="360413" y="58889"/>
                  </a:lnTo>
                  <a:lnTo>
                    <a:pt x="192036" y="58889"/>
                  </a:lnTo>
                  <a:lnTo>
                    <a:pt x="192036" y="23672"/>
                  </a:lnTo>
                  <a:lnTo>
                    <a:pt x="360413" y="23672"/>
                  </a:lnTo>
                  <a:lnTo>
                    <a:pt x="360413" y="0"/>
                  </a:lnTo>
                  <a:close/>
                </a:path>
              </a:pathLst>
            </a:custGeom>
            <a:solidFill>
              <a:srgbClr val="2C92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826430" y="4414651"/>
              <a:ext cx="6432767" cy="2772556"/>
            </a:xfrm>
            <a:prstGeom prst="rect">
              <a:avLst/>
            </a:prstGeom>
          </p:spPr>
        </p:pic>
      </p:grpSp>
      <p:sp>
        <p:nvSpPr>
          <p:cNvPr id="115" name="object 115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0"/>
            <a:ext cx="20089495" cy="11308715"/>
          </a:xfrm>
          <a:custGeom>
            <a:avLst/>
            <a:gdLst/>
            <a:ahLst/>
            <a:cxnLst/>
            <a:rect l="l" t="t" r="r" b="b"/>
            <a:pathLst>
              <a:path w="20089495" h="11308715">
                <a:moveTo>
                  <a:pt x="20089283" y="0"/>
                </a:moveTo>
                <a:lnTo>
                  <a:pt x="0" y="0"/>
                </a:lnTo>
                <a:lnTo>
                  <a:pt x="0" y="11308535"/>
                </a:lnTo>
                <a:lnTo>
                  <a:pt x="20089283" y="11308535"/>
                </a:lnTo>
                <a:lnTo>
                  <a:pt x="200892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0980" y="6558809"/>
            <a:ext cx="157188" cy="15716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22345" y="6163778"/>
            <a:ext cx="450850" cy="543560"/>
          </a:xfrm>
          <a:custGeom>
            <a:avLst/>
            <a:gdLst/>
            <a:ahLst/>
            <a:cxnLst/>
            <a:rect l="l" t="t" r="r" b="b"/>
            <a:pathLst>
              <a:path w="450850" h="543559">
                <a:moveTo>
                  <a:pt x="183690" y="0"/>
                </a:moveTo>
                <a:lnTo>
                  <a:pt x="0" y="0"/>
                </a:lnTo>
                <a:lnTo>
                  <a:pt x="0" y="543543"/>
                </a:lnTo>
                <a:lnTo>
                  <a:pt x="171722" y="543543"/>
                </a:lnTo>
                <a:lnTo>
                  <a:pt x="222357" y="540599"/>
                </a:lnTo>
                <a:lnTo>
                  <a:pt x="268239" y="531765"/>
                </a:lnTo>
                <a:lnTo>
                  <a:pt x="309371" y="517038"/>
                </a:lnTo>
                <a:lnTo>
                  <a:pt x="345755" y="496418"/>
                </a:lnTo>
                <a:lnTo>
                  <a:pt x="377391" y="469901"/>
                </a:lnTo>
                <a:lnTo>
                  <a:pt x="403726" y="437968"/>
                </a:lnTo>
                <a:lnTo>
                  <a:pt x="411992" y="423065"/>
                </a:lnTo>
                <a:lnTo>
                  <a:pt x="143398" y="423065"/>
                </a:lnTo>
                <a:lnTo>
                  <a:pt x="143398" y="118593"/>
                </a:lnTo>
                <a:lnTo>
                  <a:pt x="418509" y="118593"/>
                </a:lnTo>
                <a:lnTo>
                  <a:pt x="411450" y="104097"/>
                </a:lnTo>
                <a:lnTo>
                  <a:pt x="381045" y="66919"/>
                </a:lnTo>
                <a:lnTo>
                  <a:pt x="342631" y="37653"/>
                </a:lnTo>
                <a:lnTo>
                  <a:pt x="296935" y="16740"/>
                </a:lnTo>
                <a:lnTo>
                  <a:pt x="243956" y="4186"/>
                </a:lnTo>
                <a:lnTo>
                  <a:pt x="183690" y="0"/>
                </a:lnTo>
                <a:close/>
              </a:path>
              <a:path w="450850" h="543559">
                <a:moveTo>
                  <a:pt x="418509" y="118593"/>
                </a:moveTo>
                <a:lnTo>
                  <a:pt x="185135" y="118593"/>
                </a:lnTo>
                <a:lnTo>
                  <a:pt x="212688" y="120846"/>
                </a:lnTo>
                <a:lnTo>
                  <a:pt x="236483" y="127607"/>
                </a:lnTo>
                <a:lnTo>
                  <a:pt x="272839" y="154644"/>
                </a:lnTo>
                <a:lnTo>
                  <a:pt x="294489" y="200393"/>
                </a:lnTo>
                <a:lnTo>
                  <a:pt x="301697" y="265436"/>
                </a:lnTo>
                <a:lnTo>
                  <a:pt x="299789" y="302836"/>
                </a:lnTo>
                <a:lnTo>
                  <a:pt x="284540" y="362232"/>
                </a:lnTo>
                <a:lnTo>
                  <a:pt x="253773" y="401221"/>
                </a:lnTo>
                <a:lnTo>
                  <a:pt x="205847" y="420640"/>
                </a:lnTo>
                <a:lnTo>
                  <a:pt x="175345" y="423065"/>
                </a:lnTo>
                <a:lnTo>
                  <a:pt x="411992" y="423065"/>
                </a:lnTo>
                <a:lnTo>
                  <a:pt x="424213" y="401035"/>
                </a:lnTo>
                <a:lnTo>
                  <a:pt x="438849" y="359105"/>
                </a:lnTo>
                <a:lnTo>
                  <a:pt x="447633" y="312181"/>
                </a:lnTo>
                <a:lnTo>
                  <a:pt x="450562" y="260264"/>
                </a:lnTo>
                <a:lnTo>
                  <a:pt x="446214" y="200763"/>
                </a:lnTo>
                <a:lnTo>
                  <a:pt x="433175" y="148710"/>
                </a:lnTo>
                <a:lnTo>
                  <a:pt x="418509" y="1185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48512" y="6161498"/>
            <a:ext cx="137160" cy="546100"/>
          </a:xfrm>
          <a:custGeom>
            <a:avLst/>
            <a:gdLst/>
            <a:ahLst/>
            <a:cxnLst/>
            <a:rect l="l" t="t" r="r" b="b"/>
            <a:pathLst>
              <a:path w="137160" h="546100">
                <a:moveTo>
                  <a:pt x="136624" y="0"/>
                </a:moveTo>
                <a:lnTo>
                  <a:pt x="0" y="0"/>
                </a:lnTo>
                <a:lnTo>
                  <a:pt x="0" y="545815"/>
                </a:lnTo>
                <a:lnTo>
                  <a:pt x="136624" y="545815"/>
                </a:lnTo>
                <a:lnTo>
                  <a:pt x="136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938338" y="6294723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70">
                <a:moveTo>
                  <a:pt x="198852" y="0"/>
                </a:moveTo>
                <a:lnTo>
                  <a:pt x="154304" y="3431"/>
                </a:lnTo>
                <a:lnTo>
                  <a:pt x="115022" y="13727"/>
                </a:lnTo>
                <a:lnTo>
                  <a:pt x="81002" y="30886"/>
                </a:lnTo>
                <a:lnTo>
                  <a:pt x="29380" y="85139"/>
                </a:lnTo>
                <a:lnTo>
                  <a:pt x="13055" y="120900"/>
                </a:lnTo>
                <a:lnTo>
                  <a:pt x="3263" y="162188"/>
                </a:lnTo>
                <a:lnTo>
                  <a:pt x="0" y="208998"/>
                </a:lnTo>
                <a:lnTo>
                  <a:pt x="3340" y="255010"/>
                </a:lnTo>
                <a:lnTo>
                  <a:pt x="13326" y="295939"/>
                </a:lnTo>
                <a:lnTo>
                  <a:pt x="29985" y="331895"/>
                </a:lnTo>
                <a:lnTo>
                  <a:pt x="53307" y="362847"/>
                </a:lnTo>
                <a:lnTo>
                  <a:pt x="82248" y="387737"/>
                </a:lnTo>
                <a:lnTo>
                  <a:pt x="153965" y="416189"/>
                </a:lnTo>
                <a:lnTo>
                  <a:pt x="196747" y="419746"/>
                </a:lnTo>
                <a:lnTo>
                  <a:pt x="241123" y="416267"/>
                </a:lnTo>
                <a:lnTo>
                  <a:pt x="280289" y="405833"/>
                </a:lnTo>
                <a:lnTo>
                  <a:pt x="314242" y="388444"/>
                </a:lnTo>
                <a:lnTo>
                  <a:pt x="365840" y="333550"/>
                </a:lnTo>
                <a:lnTo>
                  <a:pt x="373801" y="315969"/>
                </a:lnTo>
                <a:lnTo>
                  <a:pt x="198130" y="315969"/>
                </a:lnTo>
                <a:lnTo>
                  <a:pt x="183214" y="314257"/>
                </a:lnTo>
                <a:lnTo>
                  <a:pt x="152361" y="288598"/>
                </a:lnTo>
                <a:lnTo>
                  <a:pt x="139591" y="233557"/>
                </a:lnTo>
                <a:lnTo>
                  <a:pt x="138739" y="208998"/>
                </a:lnTo>
                <a:lnTo>
                  <a:pt x="139591" y="184494"/>
                </a:lnTo>
                <a:lnTo>
                  <a:pt x="146403" y="145220"/>
                </a:lnTo>
                <a:lnTo>
                  <a:pt x="170442" y="110725"/>
                </a:lnTo>
                <a:lnTo>
                  <a:pt x="197428" y="104143"/>
                </a:lnTo>
                <a:lnTo>
                  <a:pt x="373462" y="104143"/>
                </a:lnTo>
                <a:lnTo>
                  <a:pt x="370920" y="98237"/>
                </a:lnTo>
                <a:lnTo>
                  <a:pt x="341532" y="56325"/>
                </a:lnTo>
                <a:lnTo>
                  <a:pt x="301927" y="25423"/>
                </a:lnTo>
                <a:lnTo>
                  <a:pt x="253786" y="6354"/>
                </a:lnTo>
                <a:lnTo>
                  <a:pt x="227163" y="1588"/>
                </a:lnTo>
                <a:lnTo>
                  <a:pt x="198852" y="0"/>
                </a:lnTo>
                <a:close/>
              </a:path>
              <a:path w="395605" h="420370">
                <a:moveTo>
                  <a:pt x="373462" y="104143"/>
                </a:moveTo>
                <a:lnTo>
                  <a:pt x="197428" y="104143"/>
                </a:lnTo>
                <a:lnTo>
                  <a:pt x="212325" y="105798"/>
                </a:lnTo>
                <a:lnTo>
                  <a:pt x="224864" y="110766"/>
                </a:lnTo>
                <a:lnTo>
                  <a:pt x="248673" y="145457"/>
                </a:lnTo>
                <a:lnTo>
                  <a:pt x="255309" y="184627"/>
                </a:lnTo>
                <a:lnTo>
                  <a:pt x="256138" y="208998"/>
                </a:lnTo>
                <a:lnTo>
                  <a:pt x="255321" y="233557"/>
                </a:lnTo>
                <a:lnTo>
                  <a:pt x="248779" y="273357"/>
                </a:lnTo>
                <a:lnTo>
                  <a:pt x="225270" y="309124"/>
                </a:lnTo>
                <a:lnTo>
                  <a:pt x="198130" y="315969"/>
                </a:lnTo>
                <a:lnTo>
                  <a:pt x="373801" y="315969"/>
                </a:lnTo>
                <a:lnTo>
                  <a:pt x="382159" y="297510"/>
                </a:lnTo>
                <a:lnTo>
                  <a:pt x="391943" y="255991"/>
                </a:lnTo>
                <a:lnTo>
                  <a:pt x="395202" y="208998"/>
                </a:lnTo>
                <a:lnTo>
                  <a:pt x="393686" y="178318"/>
                </a:lnTo>
                <a:lnTo>
                  <a:pt x="389136" y="149625"/>
                </a:lnTo>
                <a:lnTo>
                  <a:pt x="381548" y="122928"/>
                </a:lnTo>
                <a:lnTo>
                  <a:pt x="373462" y="104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387791" y="6301881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645" y="0"/>
                </a:moveTo>
                <a:lnTo>
                  <a:pt x="0" y="0"/>
                </a:lnTo>
                <a:lnTo>
                  <a:pt x="0" y="405432"/>
                </a:lnTo>
                <a:lnTo>
                  <a:pt x="136645" y="405432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387791" y="6161508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39">
                <a:moveTo>
                  <a:pt x="136645" y="0"/>
                </a:moveTo>
                <a:lnTo>
                  <a:pt x="0" y="0"/>
                </a:lnTo>
                <a:lnTo>
                  <a:pt x="0" y="91348"/>
                </a:lnTo>
                <a:lnTo>
                  <a:pt x="136645" y="91348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578735" y="6174428"/>
            <a:ext cx="1019175" cy="540385"/>
          </a:xfrm>
          <a:custGeom>
            <a:avLst/>
            <a:gdLst/>
            <a:ahLst/>
            <a:cxnLst/>
            <a:rect l="l" t="t" r="r" b="b"/>
            <a:pathLst>
              <a:path w="1019175" h="540384">
                <a:moveTo>
                  <a:pt x="288632" y="415505"/>
                </a:moveTo>
                <a:lnTo>
                  <a:pt x="270078" y="421614"/>
                </a:lnTo>
                <a:lnTo>
                  <a:pt x="252882" y="425983"/>
                </a:lnTo>
                <a:lnTo>
                  <a:pt x="237045" y="428612"/>
                </a:lnTo>
                <a:lnTo>
                  <a:pt x="222554" y="429488"/>
                </a:lnTo>
                <a:lnTo>
                  <a:pt x="206362" y="427024"/>
                </a:lnTo>
                <a:lnTo>
                  <a:pt x="194792" y="419633"/>
                </a:lnTo>
                <a:lnTo>
                  <a:pt x="187845" y="407327"/>
                </a:lnTo>
                <a:lnTo>
                  <a:pt x="185534" y="390105"/>
                </a:lnTo>
                <a:lnTo>
                  <a:pt x="185534" y="232308"/>
                </a:lnTo>
                <a:lnTo>
                  <a:pt x="272719" y="232308"/>
                </a:lnTo>
                <a:lnTo>
                  <a:pt x="272719" y="127482"/>
                </a:lnTo>
                <a:lnTo>
                  <a:pt x="185534" y="127482"/>
                </a:lnTo>
                <a:lnTo>
                  <a:pt x="185534" y="0"/>
                </a:lnTo>
                <a:lnTo>
                  <a:pt x="47866" y="23964"/>
                </a:lnTo>
                <a:lnTo>
                  <a:pt x="47866" y="127482"/>
                </a:lnTo>
                <a:lnTo>
                  <a:pt x="0" y="127482"/>
                </a:lnTo>
                <a:lnTo>
                  <a:pt x="0" y="232308"/>
                </a:lnTo>
                <a:lnTo>
                  <a:pt x="47866" y="232308"/>
                </a:lnTo>
                <a:lnTo>
                  <a:pt x="47866" y="399415"/>
                </a:lnTo>
                <a:lnTo>
                  <a:pt x="49758" y="432892"/>
                </a:lnTo>
                <a:lnTo>
                  <a:pt x="64947" y="485927"/>
                </a:lnTo>
                <a:lnTo>
                  <a:pt x="95846" y="520611"/>
                </a:lnTo>
                <a:lnTo>
                  <a:pt x="145465" y="537883"/>
                </a:lnTo>
                <a:lnTo>
                  <a:pt x="177469" y="540042"/>
                </a:lnTo>
                <a:lnTo>
                  <a:pt x="193713" y="539724"/>
                </a:lnTo>
                <a:lnTo>
                  <a:pt x="236016" y="534835"/>
                </a:lnTo>
                <a:lnTo>
                  <a:pt x="274967" y="523151"/>
                </a:lnTo>
                <a:lnTo>
                  <a:pt x="288632" y="517525"/>
                </a:lnTo>
                <a:lnTo>
                  <a:pt x="288632" y="415505"/>
                </a:lnTo>
                <a:close/>
              </a:path>
              <a:path w="1019175" h="540384">
                <a:moveTo>
                  <a:pt x="604875" y="415505"/>
                </a:moveTo>
                <a:lnTo>
                  <a:pt x="586320" y="421614"/>
                </a:lnTo>
                <a:lnTo>
                  <a:pt x="569137" y="425983"/>
                </a:lnTo>
                <a:lnTo>
                  <a:pt x="553313" y="428612"/>
                </a:lnTo>
                <a:lnTo>
                  <a:pt x="538822" y="429488"/>
                </a:lnTo>
                <a:lnTo>
                  <a:pt x="522630" y="427024"/>
                </a:lnTo>
                <a:lnTo>
                  <a:pt x="511060" y="419633"/>
                </a:lnTo>
                <a:lnTo>
                  <a:pt x="504113" y="407327"/>
                </a:lnTo>
                <a:lnTo>
                  <a:pt x="501789" y="390105"/>
                </a:lnTo>
                <a:lnTo>
                  <a:pt x="501789" y="232308"/>
                </a:lnTo>
                <a:lnTo>
                  <a:pt x="589026" y="232308"/>
                </a:lnTo>
                <a:lnTo>
                  <a:pt x="589026" y="127482"/>
                </a:lnTo>
                <a:lnTo>
                  <a:pt x="501789" y="127482"/>
                </a:lnTo>
                <a:lnTo>
                  <a:pt x="501789" y="0"/>
                </a:lnTo>
                <a:lnTo>
                  <a:pt x="364121" y="22390"/>
                </a:lnTo>
                <a:lnTo>
                  <a:pt x="364121" y="127482"/>
                </a:lnTo>
                <a:lnTo>
                  <a:pt x="316217" y="127482"/>
                </a:lnTo>
                <a:lnTo>
                  <a:pt x="316217" y="232308"/>
                </a:lnTo>
                <a:lnTo>
                  <a:pt x="364121" y="232308"/>
                </a:lnTo>
                <a:lnTo>
                  <a:pt x="364121" y="399415"/>
                </a:lnTo>
                <a:lnTo>
                  <a:pt x="366026" y="432892"/>
                </a:lnTo>
                <a:lnTo>
                  <a:pt x="381215" y="485927"/>
                </a:lnTo>
                <a:lnTo>
                  <a:pt x="412115" y="520611"/>
                </a:lnTo>
                <a:lnTo>
                  <a:pt x="461733" y="537883"/>
                </a:lnTo>
                <a:lnTo>
                  <a:pt x="493737" y="540042"/>
                </a:lnTo>
                <a:lnTo>
                  <a:pt x="509993" y="539724"/>
                </a:lnTo>
                <a:lnTo>
                  <a:pt x="552284" y="534835"/>
                </a:lnTo>
                <a:lnTo>
                  <a:pt x="591235" y="523151"/>
                </a:lnTo>
                <a:lnTo>
                  <a:pt x="604875" y="517525"/>
                </a:lnTo>
                <a:lnTo>
                  <a:pt x="604875" y="415505"/>
                </a:lnTo>
                <a:close/>
              </a:path>
              <a:path w="1019175" h="540384">
                <a:moveTo>
                  <a:pt x="1018743" y="305689"/>
                </a:moveTo>
                <a:lnTo>
                  <a:pt x="1015695" y="263398"/>
                </a:lnTo>
                <a:lnTo>
                  <a:pt x="1006551" y="226364"/>
                </a:lnTo>
                <a:lnTo>
                  <a:pt x="969987" y="168084"/>
                </a:lnTo>
                <a:lnTo>
                  <a:pt x="911085" y="132257"/>
                </a:lnTo>
                <a:lnTo>
                  <a:pt x="894676" y="128308"/>
                </a:lnTo>
                <a:lnTo>
                  <a:pt x="894676" y="279908"/>
                </a:lnTo>
                <a:lnTo>
                  <a:pt x="777290" y="279908"/>
                </a:lnTo>
                <a:lnTo>
                  <a:pt x="789038" y="239941"/>
                </a:lnTo>
                <a:lnTo>
                  <a:pt x="825131" y="216471"/>
                </a:lnTo>
                <a:lnTo>
                  <a:pt x="836688" y="215493"/>
                </a:lnTo>
                <a:lnTo>
                  <a:pt x="849147" y="216585"/>
                </a:lnTo>
                <a:lnTo>
                  <a:pt x="885304" y="242544"/>
                </a:lnTo>
                <a:lnTo>
                  <a:pt x="894676" y="279908"/>
                </a:lnTo>
                <a:lnTo>
                  <a:pt x="894676" y="128308"/>
                </a:lnTo>
                <a:lnTo>
                  <a:pt x="873988" y="123304"/>
                </a:lnTo>
                <a:lnTo>
                  <a:pt x="831811" y="120319"/>
                </a:lnTo>
                <a:lnTo>
                  <a:pt x="787527" y="123748"/>
                </a:lnTo>
                <a:lnTo>
                  <a:pt x="748652" y="134048"/>
                </a:lnTo>
                <a:lnTo>
                  <a:pt x="687120" y="175247"/>
                </a:lnTo>
                <a:lnTo>
                  <a:pt x="649122" y="242087"/>
                </a:lnTo>
                <a:lnTo>
                  <a:pt x="639622" y="284480"/>
                </a:lnTo>
                <a:lnTo>
                  <a:pt x="636460" y="332854"/>
                </a:lnTo>
                <a:lnTo>
                  <a:pt x="639876" y="379742"/>
                </a:lnTo>
                <a:lnTo>
                  <a:pt x="650138" y="420928"/>
                </a:lnTo>
                <a:lnTo>
                  <a:pt x="667232" y="456412"/>
                </a:lnTo>
                <a:lnTo>
                  <a:pt x="691146" y="486181"/>
                </a:lnTo>
                <a:lnTo>
                  <a:pt x="721271" y="509739"/>
                </a:lnTo>
                <a:lnTo>
                  <a:pt x="756907" y="526567"/>
                </a:lnTo>
                <a:lnTo>
                  <a:pt x="798068" y="536676"/>
                </a:lnTo>
                <a:lnTo>
                  <a:pt x="844753" y="540042"/>
                </a:lnTo>
                <a:lnTo>
                  <a:pt x="867676" y="539635"/>
                </a:lnTo>
                <a:lnTo>
                  <a:pt x="908545" y="536397"/>
                </a:lnTo>
                <a:lnTo>
                  <a:pt x="960018" y="524624"/>
                </a:lnTo>
                <a:lnTo>
                  <a:pt x="992492" y="510527"/>
                </a:lnTo>
                <a:lnTo>
                  <a:pt x="976426" y="440588"/>
                </a:lnTo>
                <a:lnTo>
                  <a:pt x="971511" y="419176"/>
                </a:lnTo>
                <a:lnTo>
                  <a:pt x="927354" y="433578"/>
                </a:lnTo>
                <a:lnTo>
                  <a:pt x="878801" y="440143"/>
                </a:lnTo>
                <a:lnTo>
                  <a:pt x="861161" y="440588"/>
                </a:lnTo>
                <a:lnTo>
                  <a:pt x="842454" y="439369"/>
                </a:lnTo>
                <a:lnTo>
                  <a:pt x="798791" y="421259"/>
                </a:lnTo>
                <a:lnTo>
                  <a:pt x="776541" y="383997"/>
                </a:lnTo>
                <a:lnTo>
                  <a:pt x="774496" y="367919"/>
                </a:lnTo>
                <a:lnTo>
                  <a:pt x="1018743" y="367919"/>
                </a:lnTo>
                <a:lnTo>
                  <a:pt x="1018743" y="3056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13399" y="6294744"/>
            <a:ext cx="382905" cy="419734"/>
          </a:xfrm>
          <a:custGeom>
            <a:avLst/>
            <a:gdLst/>
            <a:ahLst/>
            <a:cxnLst/>
            <a:rect l="l" t="t" r="r" b="b"/>
            <a:pathLst>
              <a:path w="382905" h="419734">
                <a:moveTo>
                  <a:pt x="195334" y="0"/>
                </a:moveTo>
                <a:lnTo>
                  <a:pt x="151049" y="3429"/>
                </a:lnTo>
                <a:lnTo>
                  <a:pt x="112181" y="13720"/>
                </a:lnTo>
                <a:lnTo>
                  <a:pt x="50679" y="54919"/>
                </a:lnTo>
                <a:lnTo>
                  <a:pt x="12676" y="121771"/>
                </a:lnTo>
                <a:lnTo>
                  <a:pt x="3169" y="164162"/>
                </a:lnTo>
                <a:lnTo>
                  <a:pt x="0" y="212527"/>
                </a:lnTo>
                <a:lnTo>
                  <a:pt x="3419" y="259418"/>
                </a:lnTo>
                <a:lnTo>
                  <a:pt x="13678" y="300606"/>
                </a:lnTo>
                <a:lnTo>
                  <a:pt x="30776" y="336088"/>
                </a:lnTo>
                <a:lnTo>
                  <a:pt x="54710" y="365863"/>
                </a:lnTo>
                <a:lnTo>
                  <a:pt x="84811" y="389420"/>
                </a:lnTo>
                <a:lnTo>
                  <a:pt x="120441" y="406249"/>
                </a:lnTo>
                <a:lnTo>
                  <a:pt x="161599" y="416348"/>
                </a:lnTo>
                <a:lnTo>
                  <a:pt x="208286" y="419714"/>
                </a:lnTo>
                <a:lnTo>
                  <a:pt x="231212" y="419309"/>
                </a:lnTo>
                <a:lnTo>
                  <a:pt x="272084" y="416079"/>
                </a:lnTo>
                <a:lnTo>
                  <a:pt x="323556" y="404304"/>
                </a:lnTo>
                <a:lnTo>
                  <a:pt x="356051" y="390208"/>
                </a:lnTo>
                <a:lnTo>
                  <a:pt x="339968" y="320262"/>
                </a:lnTo>
                <a:lnTo>
                  <a:pt x="224705" y="320262"/>
                </a:lnTo>
                <a:lnTo>
                  <a:pt x="205996" y="319053"/>
                </a:lnTo>
                <a:lnTo>
                  <a:pt x="162330" y="300933"/>
                </a:lnTo>
                <a:lnTo>
                  <a:pt x="140081" y="263681"/>
                </a:lnTo>
                <a:lnTo>
                  <a:pt x="138037" y="247594"/>
                </a:lnTo>
                <a:lnTo>
                  <a:pt x="382281" y="247594"/>
                </a:lnTo>
                <a:lnTo>
                  <a:pt x="382281" y="185366"/>
                </a:lnTo>
                <a:lnTo>
                  <a:pt x="380425" y="159586"/>
                </a:lnTo>
                <a:lnTo>
                  <a:pt x="140833" y="159586"/>
                </a:lnTo>
                <a:lnTo>
                  <a:pt x="143073" y="144048"/>
                </a:lnTo>
                <a:lnTo>
                  <a:pt x="168495" y="103925"/>
                </a:lnTo>
                <a:lnTo>
                  <a:pt x="200245" y="95169"/>
                </a:lnTo>
                <a:lnTo>
                  <a:pt x="364887" y="95169"/>
                </a:lnTo>
                <a:lnTo>
                  <a:pt x="354867" y="74269"/>
                </a:lnTo>
                <a:lnTo>
                  <a:pt x="333539" y="47768"/>
                </a:lnTo>
                <a:lnTo>
                  <a:pt x="306624" y="26866"/>
                </a:lnTo>
                <a:lnTo>
                  <a:pt x="274618" y="11939"/>
                </a:lnTo>
                <a:lnTo>
                  <a:pt x="237521" y="2984"/>
                </a:lnTo>
                <a:lnTo>
                  <a:pt x="195334" y="0"/>
                </a:lnTo>
                <a:close/>
              </a:path>
              <a:path w="382905" h="419734">
                <a:moveTo>
                  <a:pt x="335047" y="298860"/>
                </a:moveTo>
                <a:lnTo>
                  <a:pt x="290912" y="313257"/>
                </a:lnTo>
                <a:lnTo>
                  <a:pt x="242337" y="319823"/>
                </a:lnTo>
                <a:lnTo>
                  <a:pt x="224705" y="320262"/>
                </a:lnTo>
                <a:lnTo>
                  <a:pt x="339968" y="320262"/>
                </a:lnTo>
                <a:lnTo>
                  <a:pt x="335047" y="298860"/>
                </a:lnTo>
                <a:close/>
              </a:path>
              <a:path w="382905" h="419734">
                <a:moveTo>
                  <a:pt x="364887" y="95169"/>
                </a:moveTo>
                <a:lnTo>
                  <a:pt x="200245" y="95169"/>
                </a:lnTo>
                <a:lnTo>
                  <a:pt x="212680" y="96265"/>
                </a:lnTo>
                <a:lnTo>
                  <a:pt x="223783" y="99555"/>
                </a:lnTo>
                <a:lnTo>
                  <a:pt x="253829" y="133197"/>
                </a:lnTo>
                <a:lnTo>
                  <a:pt x="258232" y="159586"/>
                </a:lnTo>
                <a:lnTo>
                  <a:pt x="380425" y="159586"/>
                </a:lnTo>
                <a:lnTo>
                  <a:pt x="379236" y="143073"/>
                </a:lnTo>
                <a:lnTo>
                  <a:pt x="370098" y="106039"/>
                </a:lnTo>
                <a:lnTo>
                  <a:pt x="364887" y="95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960" y="7905314"/>
            <a:ext cx="6135855" cy="19126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947" y="8437987"/>
            <a:ext cx="6008696" cy="19126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3022" y="8970645"/>
            <a:ext cx="6222763" cy="191261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09633" y="7581603"/>
            <a:ext cx="6581140" cy="2917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refers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more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</a:t>
            </a:r>
            <a:endParaRPr sz="1500">
              <a:latin typeface="Open Sans"/>
              <a:cs typeface="Open Sans"/>
            </a:endParaRPr>
          </a:p>
          <a:p>
            <a:pPr marL="12700" marR="5080">
              <a:lnSpc>
                <a:spcPct val="233000"/>
              </a:lnSpc>
            </a:pP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(collectively,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the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“Deloitte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organization”).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(also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referred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as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“Deloitte separate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independent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entities,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which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cannot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obligate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bind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each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related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entity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liable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only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its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own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acts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omissions,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those</a:t>
            </a:r>
            <a:endParaRPr sz="1500">
              <a:latin typeface="Open Sans"/>
              <a:cs typeface="Open Sans"/>
            </a:endParaRPr>
          </a:p>
          <a:p>
            <a:pPr marL="13970" marR="112395" indent="-635">
              <a:lnSpc>
                <a:spcPct val="116500"/>
              </a:lnSpc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each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other.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does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provide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services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clients.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Please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see</a:t>
            </a:r>
            <a:r>
              <a:rPr dirty="0" sz="1500" spc="-9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  <a:hlinkClick r:id="rId6"/>
              </a:rPr>
              <a:t>www.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</a:rPr>
              <a:t> deloitte.com/about</a:t>
            </a:r>
            <a:r>
              <a:rPr dirty="0" sz="1500" spc="-4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learn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more.</a:t>
            </a:r>
            <a:endParaRPr sz="15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Open Sans"/>
              <a:cs typeface="Open Sans"/>
            </a:endParaRPr>
          </a:p>
          <a:p>
            <a:pPr marL="13335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©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2021.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information,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contact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Limited.</a:t>
            </a:r>
            <a:endParaRPr sz="15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F9C9658B-13B8-4FBB-88FD-26061DD2F4D4}"/>
</file>

<file path=customXml/itemProps2.xml><?xml version="1.0" encoding="utf-8"?>
<ds:datastoreItem xmlns:ds="http://schemas.openxmlformats.org/officeDocument/2006/customXml" ds:itemID="{38C42E68-B08F-4E34-9809-CB5A905186FB}"/>
</file>

<file path=customXml/itemProps3.xml><?xml version="1.0" encoding="utf-8"?>
<ds:datastoreItem xmlns:ds="http://schemas.openxmlformats.org/officeDocument/2006/customXml" ds:itemID="{DAB4D823-ED89-4328-8894-B57CF2A40A5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GIG_Avatar Backgrounds_SUSTAINABILITY</dc:title>
  <dcterms:created xsi:type="dcterms:W3CDTF">2022-09-01T16:12:33Z</dcterms:created>
  <dcterms:modified xsi:type="dcterms:W3CDTF">2022-09-01T16:12:33Z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2021-11-10T00:00:00Z</vt:filetime>
  </property>
  <property fmtid="{D5CDD505-2E9C-101B-9397-08002B2CF9AE}" pid="3" name="Creator">
    <vt:lpwstr>Adobe Illustrator 26.0 (Macintosh)</vt:lpwstr>
  </property>
  <property fmtid="{D5CDD505-2E9C-101B-9397-08002B2CF9AE}" pid="4" name="LastSaved">
    <vt:filetime>2022-09-01T00:00:00Z</vt:filetime>
  </property>
  <property fmtid="{D5CDD505-2E9C-101B-9397-08002B2CF9AE}" pid="5" name="Producer">
    <vt:lpwstr>Adobe PDF library 16.03</vt:lpwstr>
  </property>
  <property fmtid="{D5CDD505-2E9C-101B-9397-08002B2CF9AE}" pid="6" name="ContentTypeId">
    <vt:lpwstr>0x01010046EABACCD3B39C49923CC76F9A3899B0</vt:lpwstr>
  </property>
</Properties>
</file>